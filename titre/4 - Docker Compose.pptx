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7"/>
  </p:notesMasterIdLst>
  <p:sldIdLst>
    <p:sldId id="481" r:id="rId2"/>
    <p:sldId id="570" r:id="rId3"/>
    <p:sldId id="488" r:id="rId4"/>
    <p:sldId id="291" r:id="rId5"/>
    <p:sldId id="482" r:id="rId6"/>
    <p:sldId id="483" r:id="rId7"/>
    <p:sldId id="486" r:id="rId8"/>
    <p:sldId id="485" r:id="rId9"/>
    <p:sldId id="572" r:id="rId10"/>
    <p:sldId id="487" r:id="rId11"/>
    <p:sldId id="484" r:id="rId12"/>
    <p:sldId id="497" r:id="rId13"/>
    <p:sldId id="489" r:id="rId14"/>
    <p:sldId id="490" r:id="rId15"/>
    <p:sldId id="491" r:id="rId16"/>
    <p:sldId id="492" r:id="rId17"/>
    <p:sldId id="494" r:id="rId18"/>
    <p:sldId id="495" r:id="rId19"/>
    <p:sldId id="496" r:id="rId20"/>
    <p:sldId id="573" r:id="rId21"/>
    <p:sldId id="498" r:id="rId22"/>
    <p:sldId id="500" r:id="rId23"/>
    <p:sldId id="501" r:id="rId24"/>
    <p:sldId id="502" r:id="rId25"/>
    <p:sldId id="503" r:id="rId26"/>
    <p:sldId id="504" r:id="rId27"/>
    <p:sldId id="505" r:id="rId28"/>
    <p:sldId id="506" r:id="rId29"/>
    <p:sldId id="507" r:id="rId30"/>
    <p:sldId id="508" r:id="rId31"/>
    <p:sldId id="509" r:id="rId32"/>
    <p:sldId id="510" r:id="rId33"/>
    <p:sldId id="511" r:id="rId34"/>
    <p:sldId id="574" r:id="rId35"/>
    <p:sldId id="571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96FA66-CAF7-B742-8663-26651FB9F23B}" type="datetimeFigureOut">
              <a:rPr lang="fr-FR" smtClean="0"/>
              <a:t>04/10/2023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A178DD-91D7-4B4E-AA87-7CE62853D76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969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© SUPINFO</a:t>
            </a:r>
          </a:p>
          <a:p>
            <a:r>
              <a:rPr lang="fr-FR" dirty="0"/>
              <a:t>Auteur : Alexandre Gressier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A1237-63C0-2149-90AD-33FFCF7C857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76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E35FED-2507-6347-9B57-3FF5AFCD8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D8B847-1B82-BE49-A9A7-C3023CD2D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611D94-0717-E14D-B19C-F142F7DBD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D62BDA-0F08-504D-9BDA-A04B89E8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0C21CC-1B92-B44B-AE72-CDCCB2D83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5293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EA51D4-1867-8845-820C-C21D7BCEC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3841B2-2299-484D-98D4-2509FDD87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7F3535-31CB-2243-9FD7-D6385CE3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828F9A-0BE6-2040-B200-CA9AD150D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53960E-7BA0-5744-B871-2625A9246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7699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D28FD5-3D75-FF4B-8910-57BF5A278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4D373C-AC4E-4749-AF27-1D4F5473F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4B37BF-0D5B-EE4F-B5D2-4991975B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CC8B85-AF4B-D347-9A59-97FD4522E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0FD24F-150A-1443-9905-84B822D4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990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238437-A9AA-1649-93B3-41C10243C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052425-B188-F44E-AE00-4A68E5EA4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1B7208-E02E-5B44-B5B0-8F7E4329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479033-F7B2-3340-AA42-C9315CC6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C51178-4562-B14F-81E9-EEB57190D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CB1059-2BD2-DE48-8A78-A1F0952E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4123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E87D52-2FB1-1B49-AB3F-B878A6C6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5322B7-F0A2-534D-A6BC-4D36CFB7E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541A8E-94B9-9948-9F7F-B59CE4A7A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87F5E04-45D9-0B41-A49B-C539BB240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45050A4-C507-9A4F-B6CE-71C0EC9B7E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FAFD617-5DC0-7146-8644-37FDEF3C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66D3D1A-4433-FB46-BCB3-2FC07477E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28BE2A0-7142-7944-9978-9CF0A02E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2891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23AE92-F78E-674F-9897-3D26B7A9F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C96ECA-9486-6E4B-B4BC-7E76B34E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8B4D8AF-4BB6-934B-A379-CBF84C9A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8E009D-38CE-D34C-82BA-3182CA4F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4495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844418-3E68-CA4E-AC8C-9D66D925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CD285BC-A399-C24D-9863-55D71A825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BC877D-0D91-8442-9A72-AF3420B9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987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9C8412-37C8-4B46-9CE8-3469F189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A9CD95-5780-714B-A453-63A2F3456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D7CA0C-E415-F14F-9EF8-44A9C7CBE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697766-D919-5247-A55B-2A12BA74B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B77295-5D11-2841-AC5B-84946CEA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AF8E56-0D31-804D-9F4F-DD615D5E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7800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B54B13-E418-4E42-B170-1BC860212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B349CDA-C85B-4F42-B8C6-26E684EDA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E92AAF-FCE8-F84A-8EB9-CC618F3F7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B83901-E98D-6B44-A440-F9809CD85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B5FCBB-5385-494D-A3C1-C59A68C9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4BFBC5-500C-E04C-A17A-AC6C64E82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4393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3EDC94-6368-2D4E-8A75-930EFDF0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EE47BB-5DBD-034C-84DA-C86FA33B9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E7FE81-3F94-FB4B-AB88-842AE52DC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51EDF4-8F0D-4644-BC7F-8EDA683F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779F0B-3D1B-234B-8E0E-0005BA6E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8877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FD2D733-6537-F246-9DD6-47A2CFFE2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FED1EB9-F8C4-6F42-9293-8EFB0A55D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78BEE2-EC2A-B14D-8087-8A8A25C4D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C088C9-8381-E84F-AEB6-0CE68238A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EFA170-D382-C048-933C-9BCF9266E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484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1016B3E-7434-F444-85B1-81A3F66D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C2A833-B532-5441-8F6F-770D7BDE7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AD43F0-39EC-1047-86D5-82DFE14D5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06F5D3-EF53-A447-B4AC-97397E1C3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542739-B2AF-EA41-A1C0-C7A7135EE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1239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8221A-BD6C-D743-8F79-B5CC237B7B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4 – Docker Compose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76B8DA83-B860-924D-B9FE-FE02FD8A3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5983"/>
            <a:ext cx="9144000" cy="1655762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3DOKR – Développement et livraison d’applications avec Docker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5A1A31C-D020-0B43-A654-BC830BBC2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200" y="5454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953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2554565"/>
            <a:ext cx="10515600" cy="16874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marR="0" lvl="0" indent="-7429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Introduction aux </a:t>
            </a:r>
            <a:r>
              <a:rPr kumimoji="0" lang="fr-FR" sz="36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Dockerfiles </a:t>
            </a:r>
          </a:p>
          <a:p>
            <a:pPr marL="742950" marR="0" lvl="0" indent="-7429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Anatomie d’un fichier Docker Compose</a:t>
            </a:r>
          </a:p>
          <a:p>
            <a:pPr marL="742950" marR="0" lvl="0" indent="-7429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Guide pratique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19DB8DF-56A9-C146-8CC5-1A72BBF66B41}"/>
              </a:ext>
            </a:extLst>
          </p:cNvPr>
          <p:cNvSpPr txBox="1">
            <a:spLocks/>
          </p:cNvSpPr>
          <p:nvPr/>
        </p:nvSpPr>
        <p:spPr>
          <a:xfrm>
            <a:off x="4994689" y="402196"/>
            <a:ext cx="2189922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Sommaire</a:t>
            </a:r>
          </a:p>
        </p:txBody>
      </p:sp>
      <p:pic>
        <p:nvPicPr>
          <p:cNvPr id="6" name="Graphique 5" descr="Menu avec un remplissage uni">
            <a:extLst>
              <a:ext uri="{FF2B5EF4-FFF2-40B4-BE49-F238E27FC236}">
                <a16:creationId xmlns:a16="http://schemas.microsoft.com/office/drawing/2014/main" id="{F3640D13-DDD0-8D47-9978-9A138749B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0000" y="5040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213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6E163-1E71-0AF0-EEDF-C14D40054A5D}"/>
              </a:ext>
            </a:extLst>
          </p:cNvPr>
          <p:cNvSpPr txBox="1">
            <a:spLocks/>
          </p:cNvSpPr>
          <p:nvPr/>
        </p:nvSpPr>
        <p:spPr>
          <a:xfrm>
            <a:off x="831850" y="3618967"/>
            <a:ext cx="10515600" cy="838276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à Docker Compose</a:t>
            </a:r>
            <a:endParaRPr kumimoji="0" lang="fr-FR" sz="5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60966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à Docker Compose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525779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Présentation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Compose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 un outil pour définir et exécuter des applications Docker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multi-conteneurs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 utilise un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fichier YAML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pour configurer les services de notre application.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Avec une seule commande, il est possible démarrer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tous les services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à partir de votre configuration.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65D605-1D9D-505D-3250-F98CF38C2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0132" y="1578439"/>
            <a:ext cx="2908024" cy="370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873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à Docker Compose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Fonctionnalités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Démarrage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arrêt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et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recréation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services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Visualisation de l'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état des services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cours d'exécution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Affichage en continu des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des services en cours d'exécution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Exécution d'une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commande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ad-hoc sur un service</a:t>
            </a:r>
          </a:p>
        </p:txBody>
      </p:sp>
    </p:spTree>
    <p:extLst>
      <p:ext uri="{BB962C8B-B14F-4D97-AF65-F5344CB8AC3E}">
        <p14:creationId xmlns:p14="http://schemas.microsoft.com/office/powerpoint/2010/main" val="798897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à Docker Compose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Étapes d’utilisation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Utiliser Compose est un processus en 3 étapes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Définir l'environnement de nos applications avec un 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Dockerfile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sorte à ce qu’il puisse être reproduit n'importe où.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Définir les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services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qui composent l'application dans un fichier YAML (couramment nommé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compose.yaml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), afin qu'ils puissent être exécutés ensemble dans un environnement isolé.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Exécuter ﻿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docker compose up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C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ompose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démarrera et exécutera l’ensemble des services définis.</a:t>
            </a:r>
          </a:p>
        </p:txBody>
      </p:sp>
    </p:spTree>
    <p:extLst>
      <p:ext uri="{BB962C8B-B14F-4D97-AF65-F5344CB8AC3E}">
        <p14:creationId xmlns:p14="http://schemas.microsoft.com/office/powerpoint/2010/main" val="1762633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à Docker Compose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Cas d’usage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Développement d'applications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confiner l'environnement de l'application et ses dépendances dans un seul fichier YAML.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Tests d'intégration automatisés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créer des environnements de test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ephémères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reproductibles.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Environnements de démonstration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créer rapidement des environnements illustratifs faciles à démanteler.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Déploiements en production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déploiement facile de groupe de conteneurs (voir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Swarm mode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8767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à Docker Compose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Isolation des environnements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Compose utilise un nom de projet pour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isoler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les différents environnements les uns des autres.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Cela peut être utile notamment pour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créer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groupes de conteneurs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qui communiquent entre eux pas avec d’autres groupes.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nom de projet par défaut est le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nom du dossier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 projet qui contient le fichier YAML.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Vous pouvez définir un nom de projet personnalisé en utilisant l'option ﻿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-p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 la variable d'environnement ﻿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COMPOSE_PROJECT_NAME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8257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à Docker Compose</a:t>
            </a:r>
            <a:endParaRPr kumimoji="0" lang="fr-FR" sz="32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4549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6E163-1E71-0AF0-EEDF-C14D40054A5D}"/>
              </a:ext>
            </a:extLst>
          </p:cNvPr>
          <p:cNvSpPr txBox="1">
            <a:spLocks/>
          </p:cNvSpPr>
          <p:nvPr/>
        </p:nvSpPr>
        <p:spPr>
          <a:xfrm>
            <a:off x="831850" y="3618967"/>
            <a:ext cx="10515600" cy="838276"/>
          </a:xfrm>
          <a:prstGeom prst="rect">
            <a:avLst/>
          </a:prstGeom>
        </p:spPr>
        <p:txBody>
          <a:bodyPr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Anatomie d’un fichier Docker Compose</a:t>
            </a:r>
            <a:endParaRPr kumimoji="0" lang="fr-FR" sz="5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99896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Anatomie d’un fichier Docker Compose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Exemple de fichier Docker Compose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services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image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my-web-app:latest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ports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-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"5000:5000"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environment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- ENVIRONMENT=production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image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postgres:latest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ports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-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"5432:5432"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4595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Anatomie d’un fichier Docker Compose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Commandes docker run équivalentes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run --name web -p 5000:5000 -e ENVIRONMENT=production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my-web-app:latest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run --name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db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-p 5432:5432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postgres:latest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onsolas" panose="020B06090202040302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onsolas" panose="020B0609020204030204" pitchFamily="49" charset="0"/>
              </a:rPr>
              <a:t>Il n'y a pas de garantie que ces conteneurs se connecteront automatiquement entre eux comme ils le feraient avec Docker Compose.</a:t>
            </a:r>
          </a:p>
        </p:txBody>
      </p:sp>
    </p:spTree>
    <p:extLst>
      <p:ext uri="{BB962C8B-B14F-4D97-AF65-F5344CB8AC3E}">
        <p14:creationId xmlns:p14="http://schemas.microsoft.com/office/powerpoint/2010/main" val="352009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Anatomie d’un fichier Docker Compose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Services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Chaque service correspond à un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conteneur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qui sera déployé lorsque Docker Compose est exécuté.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Exemples de services : une application web, une base de données, un serveur proxy…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Chaque service a son propre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cycle de vie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ses propres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variables d'environnement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et peut communiquer avec les autres services selon les règles définies dans le fichier YAML.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Dans la suite, nous verrons qu’un nom DNS correspondant au nom du service est automatiquement configuré pour atteindre le conteneur. </a:t>
            </a:r>
          </a:p>
        </p:txBody>
      </p:sp>
    </p:spTree>
    <p:extLst>
      <p:ext uri="{BB962C8B-B14F-4D97-AF65-F5344CB8AC3E}">
        <p14:creationId xmlns:p14="http://schemas.microsoft.com/office/powerpoint/2010/main" val="1386621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Anatomie d’un fichier Docker Compose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Services dans le fichier Docker Compose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services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fichier déclare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deux services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﻿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﻿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db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Ces services correspondent à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deux conteneurs distincts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 sont déployés lorsque Docker Compose est exécuté.</a:t>
            </a:r>
          </a:p>
        </p:txBody>
      </p:sp>
    </p:spTree>
    <p:extLst>
      <p:ext uri="{BB962C8B-B14F-4D97-AF65-F5344CB8AC3E}">
        <p14:creationId xmlns:p14="http://schemas.microsoft.com/office/powerpoint/2010/main" val="943217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Anatomie d’un fichier Docker Compose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service web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image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my-web-app:latest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ports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-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"5000:5000"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environment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- ENVIRONMENT=production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service ﻿web utilise l'image ﻿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my-web-app:latest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port ﻿5000 du conteneur est mappé sur le port ﻿5000 de l'hôte.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 variable d'environnement ﻿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ENVIRONMENT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 pour valeur ﻿production.</a:t>
            </a:r>
          </a:p>
        </p:txBody>
      </p:sp>
    </p:spTree>
    <p:extLst>
      <p:ext uri="{BB962C8B-B14F-4D97-AF65-F5344CB8AC3E}">
        <p14:creationId xmlns:p14="http://schemas.microsoft.com/office/powerpoint/2010/main" val="1304013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Anatomie d’un fichier Docker Compose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service 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db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image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postgres:latest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ports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-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"5432:5432"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service ﻿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db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utilise l'image ﻿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postgres:latest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port ﻿5432 du conteneur est mappé sur le port ﻿5432 de l'hôte.</a:t>
            </a:r>
          </a:p>
        </p:txBody>
      </p:sp>
    </p:spTree>
    <p:extLst>
      <p:ext uri="{BB962C8B-B14F-4D97-AF65-F5344CB8AC3E}">
        <p14:creationId xmlns:p14="http://schemas.microsoft.com/office/powerpoint/2010/main" val="3773616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Anatomie d’un fichier Docker Compose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Créer et démarrer les conteneurs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Pour lancer les services définis dans le fichier ﻿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compose.yaml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naviguez vers le dossier contenant ce fichier, puis exécuter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compose up</a:t>
            </a:r>
          </a:p>
        </p:txBody>
      </p:sp>
    </p:spTree>
    <p:extLst>
      <p:ext uri="{BB962C8B-B14F-4D97-AF65-F5344CB8AC3E}">
        <p14:creationId xmlns:p14="http://schemas.microsoft.com/office/powerpoint/2010/main" val="15818724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Anatomie d’un fichier Docker Compose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Consulter les logs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compose logs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compose logs web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compose logs -f web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compose logs -n 10 web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-f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onsolas" panose="020B0609020204030204" pitchFamily="49" charset="0"/>
              </a:rPr>
              <a:t>,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--follow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onsolas" panose="020B0609020204030204" pitchFamily="49" charset="0"/>
              </a:rPr>
              <a:t> : afficher les logs en temps réel.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-n &lt;n&gt;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,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--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tail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&lt;n&gt;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onsolas" panose="020B0609020204030204" pitchFamily="49" charset="0"/>
              </a:rPr>
              <a:t>: afficher les n dernières lignes des logs.</a:t>
            </a:r>
          </a:p>
        </p:txBody>
      </p:sp>
    </p:spTree>
    <p:extLst>
      <p:ext uri="{BB962C8B-B14F-4D97-AF65-F5344CB8AC3E}">
        <p14:creationId xmlns:p14="http://schemas.microsoft.com/office/powerpoint/2010/main" val="1132187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Anatomie d’un fichier Docker Compose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Arrêter les conteneurs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Pour arrêter les services définis dans le fichier ﻿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compose.yaml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exécuter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compose down</a:t>
            </a:r>
          </a:p>
        </p:txBody>
      </p:sp>
    </p:spTree>
    <p:extLst>
      <p:ext uri="{BB962C8B-B14F-4D97-AF65-F5344CB8AC3E}">
        <p14:creationId xmlns:p14="http://schemas.microsoft.com/office/powerpoint/2010/main" val="3133587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Anatomie d’un fichier Docker Compose</a:t>
            </a:r>
            <a:endParaRPr kumimoji="0" lang="fr-FR" sz="32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078693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6E163-1E71-0AF0-EEDF-C14D40054A5D}"/>
              </a:ext>
            </a:extLst>
          </p:cNvPr>
          <p:cNvSpPr txBox="1">
            <a:spLocks/>
          </p:cNvSpPr>
          <p:nvPr/>
        </p:nvSpPr>
        <p:spPr>
          <a:xfrm>
            <a:off x="831850" y="3618967"/>
            <a:ext cx="10515600" cy="838276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Guide pratique</a:t>
            </a:r>
            <a:endParaRPr kumimoji="0" lang="fr-FR" sz="5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10546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</a:t>
            </a:r>
            <a:r>
              <a:rPr kumimoji="0" lang="fr-F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Guid</a:t>
            </a: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 pratique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5257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Dépendances entre services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DECA22-1364-18B2-040F-9B72C3171217}"/>
              </a:ext>
            </a:extLst>
          </p:cNvPr>
          <p:cNvSpPr txBox="1"/>
          <p:nvPr/>
        </p:nvSpPr>
        <p:spPr>
          <a:xfrm>
            <a:off x="6528062" y="1886010"/>
            <a:ext cx="389798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services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image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webapp:latest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depends_on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-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db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image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postgres:latest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B970A4-F6F3-4F82-BB5A-A4DE59281CA4}"/>
              </a:ext>
            </a:extLst>
          </p:cNvPr>
          <p:cNvSpPr txBox="1"/>
          <p:nvPr/>
        </p:nvSpPr>
        <p:spPr>
          <a:xfrm>
            <a:off x="838200" y="1886010"/>
            <a:ext cx="52577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Avec l'option ﻿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depends_on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vous pouvez spécifier que le service ﻿web dépend du service ﻿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db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compose s'assurera que ﻿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db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est en place avant de lancer ﻿web.</a:t>
            </a:r>
          </a:p>
        </p:txBody>
      </p:sp>
    </p:spTree>
    <p:extLst>
      <p:ext uri="{BB962C8B-B14F-4D97-AF65-F5344CB8AC3E}">
        <p14:creationId xmlns:p14="http://schemas.microsoft.com/office/powerpoint/2010/main" val="40841932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</a:t>
            </a:r>
            <a:r>
              <a:rPr kumimoji="0" lang="fr-F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Guid</a:t>
            </a: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 pratique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8164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Réseau et communication entre services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DECA22-1364-18B2-040F-9B72C3171217}"/>
              </a:ext>
            </a:extLst>
          </p:cNvPr>
          <p:cNvSpPr txBox="1"/>
          <p:nvPr/>
        </p:nvSpPr>
        <p:spPr>
          <a:xfrm>
            <a:off x="6528062" y="1886010"/>
            <a:ext cx="389798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services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image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webapp:latest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networks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- backend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image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postgres:latest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networks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- backend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networks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backend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B970A4-F6F3-4F82-BB5A-A4DE59281CA4}"/>
              </a:ext>
            </a:extLst>
          </p:cNvPr>
          <p:cNvSpPr txBox="1"/>
          <p:nvPr/>
        </p:nvSpPr>
        <p:spPr>
          <a:xfrm>
            <a:off x="838200" y="1886010"/>
            <a:ext cx="525779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Vous pouvez définir des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réseaux personnalisés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assigner les services à ces réseaux.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Ici, ﻿web et ﻿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db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appartiennent au réseau ﻿backend.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services sur le même réseau peuvent communiquer entre eux en utilisant leur nom de service.</a:t>
            </a:r>
          </a:p>
        </p:txBody>
      </p:sp>
    </p:spTree>
    <p:extLst>
      <p:ext uri="{BB962C8B-B14F-4D97-AF65-F5344CB8AC3E}">
        <p14:creationId xmlns:p14="http://schemas.microsoft.com/office/powerpoint/2010/main" val="35482368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</a:t>
            </a:r>
            <a:r>
              <a:rPr kumimoji="0" lang="fr-F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Guid</a:t>
            </a: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 pratique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8164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Utilisation de volumes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DECA22-1364-18B2-040F-9B72C3171217}"/>
              </a:ext>
            </a:extLst>
          </p:cNvPr>
          <p:cNvSpPr txBox="1"/>
          <p:nvPr/>
        </p:nvSpPr>
        <p:spPr>
          <a:xfrm>
            <a:off x="6528061" y="1886010"/>
            <a:ext cx="525779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services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db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image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postgres:latest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volumes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-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db_data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:/var/lib/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postgresql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/data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volumes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db_data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B970A4-F6F3-4F82-BB5A-A4DE59281CA4}"/>
              </a:ext>
            </a:extLst>
          </p:cNvPr>
          <p:cNvSpPr txBox="1"/>
          <p:nvPr/>
        </p:nvSpPr>
        <p:spPr>
          <a:xfrm>
            <a:off x="838200" y="1886010"/>
            <a:ext cx="525779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volumes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sont utilisés pour persister les données générées et utilisées par les conteneurs Docker.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Ici, ﻿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db_data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 un volume qui est monté dans le conteneur ﻿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db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à la l’endroit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﻿/var/lib/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postgresql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/data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76570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</a:t>
            </a:r>
            <a:r>
              <a:rPr kumimoji="0" lang="fr-F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Guid</a:t>
            </a: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 pratique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8164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Variables d'environnement et fichiers .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env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DECA22-1364-18B2-040F-9B72C3171217}"/>
              </a:ext>
            </a:extLst>
          </p:cNvPr>
          <p:cNvSpPr txBox="1"/>
          <p:nvPr/>
        </p:nvSpPr>
        <p:spPr>
          <a:xfrm>
            <a:off x="838200" y="1804693"/>
            <a:ext cx="816439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services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image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webapp:latest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environment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- DATABASE_URL=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postgres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://user:pass@db:5432/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db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B970A4-F6F3-4F82-BB5A-A4DE59281CA4}"/>
              </a:ext>
            </a:extLst>
          </p:cNvPr>
          <p:cNvSpPr txBox="1"/>
          <p:nvPr/>
        </p:nvSpPr>
        <p:spPr>
          <a:xfrm>
            <a:off x="838200" y="3756972"/>
            <a:ext cx="10515599" cy="1925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Vous pouvez définir des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variables d'environnement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directement dans le fichier Compose ou via un fichier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﻿.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env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séparé.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variables d'environnement sont utiles pour gérer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paramètres de configuration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spécifiques à l'environnement.</a:t>
            </a:r>
          </a:p>
        </p:txBody>
      </p:sp>
    </p:spTree>
    <p:extLst>
      <p:ext uri="{BB962C8B-B14F-4D97-AF65-F5344CB8AC3E}">
        <p14:creationId xmlns:p14="http://schemas.microsoft.com/office/powerpoint/2010/main" val="26543910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</a:t>
            </a:r>
            <a:r>
              <a:rPr kumimoji="0" lang="fr-F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Guid</a:t>
            </a: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 pratique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8164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Configuration de la mémoire et du CPU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DECA22-1364-18B2-040F-9B72C3171217}"/>
              </a:ext>
            </a:extLst>
          </p:cNvPr>
          <p:cNvSpPr txBox="1"/>
          <p:nvPr/>
        </p:nvSpPr>
        <p:spPr>
          <a:xfrm>
            <a:off x="6528062" y="1886010"/>
            <a:ext cx="389798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services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image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webapp:latest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deploy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resources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limits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cpus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"0.5"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memory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50M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B970A4-F6F3-4F82-BB5A-A4DE59281CA4}"/>
              </a:ext>
            </a:extLst>
          </p:cNvPr>
          <p:cNvSpPr txBox="1"/>
          <p:nvPr/>
        </p:nvSpPr>
        <p:spPr>
          <a:xfrm>
            <a:off x="838200" y="1886010"/>
            <a:ext cx="52577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Avec l'option ﻿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deploy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vous pouvez spécifier des limites pour l'utilisation de ressources comme la CPU et la mémoire.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service ﻿web ci-dessus a été limité à utiliser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0,5 CPU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50 Mo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 mémoire.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0,5 CPU signifie que le conteneur pourra utiliser au maximum 50% d’un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processeur.</a:t>
            </a:r>
          </a:p>
        </p:txBody>
      </p:sp>
    </p:spTree>
    <p:extLst>
      <p:ext uri="{BB962C8B-B14F-4D97-AF65-F5344CB8AC3E}">
        <p14:creationId xmlns:p14="http://schemas.microsoft.com/office/powerpoint/2010/main" val="6706905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</a:t>
            </a:r>
            <a:r>
              <a:rPr kumimoji="0" lang="fr-F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Guid</a:t>
            </a: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 pratique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8164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Importer des fichiers de configuration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DECA22-1364-18B2-040F-9B72C3171217}"/>
              </a:ext>
            </a:extLst>
          </p:cNvPr>
          <p:cNvSpPr txBox="1"/>
          <p:nvPr/>
        </p:nvSpPr>
        <p:spPr>
          <a:xfrm>
            <a:off x="838200" y="1804693"/>
            <a:ext cx="816439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services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image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webapp:latest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configs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-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source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app_config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target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usr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/app/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config.json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configs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app_config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file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./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config.json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B970A4-F6F3-4F82-BB5A-A4DE59281CA4}"/>
              </a:ext>
            </a:extLst>
          </p:cNvPr>
          <p:cNvSpPr txBox="1"/>
          <p:nvPr/>
        </p:nvSpPr>
        <p:spPr>
          <a:xfrm>
            <a:off x="838201" y="4567645"/>
            <a:ext cx="105155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Compose permet de configurer les applications en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important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les fichiers de configuration.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 définition ﻿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ci-dessus monte le fichier ﻿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config.json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 dossier actuel dans le conteneur ﻿web au chemin spécifié.</a:t>
            </a:r>
          </a:p>
        </p:txBody>
      </p:sp>
    </p:spTree>
    <p:extLst>
      <p:ext uri="{BB962C8B-B14F-4D97-AF65-F5344CB8AC3E}">
        <p14:creationId xmlns:p14="http://schemas.microsoft.com/office/powerpoint/2010/main" val="12531639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</a:t>
            </a:r>
            <a:r>
              <a:rPr kumimoji="0" lang="fr-F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Guid</a:t>
            </a: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 pratique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8164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Surcharger la commande par défaut d’un conteneur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DECA22-1364-18B2-040F-9B72C3171217}"/>
              </a:ext>
            </a:extLst>
          </p:cNvPr>
          <p:cNvSpPr txBox="1"/>
          <p:nvPr/>
        </p:nvSpPr>
        <p:spPr>
          <a:xfrm>
            <a:off x="838200" y="1804693"/>
            <a:ext cx="81643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services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image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webapp:latest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command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python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manage.py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runserver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0.0.0.0:8000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B970A4-F6F3-4F82-BB5A-A4DE59281CA4}"/>
              </a:ext>
            </a:extLst>
          </p:cNvPr>
          <p:cNvSpPr txBox="1"/>
          <p:nvPr/>
        </p:nvSpPr>
        <p:spPr>
          <a:xfrm>
            <a:off x="838201" y="3262259"/>
            <a:ext cx="105155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Compose permet de surcharger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 commande par défaut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spécifiée dans un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Dockerfile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L'exemple ci-dessus surcharge la commande par défaut pour exécuter une autre commande spécifique lorsque le conteneur ﻿web est démarré.</a:t>
            </a:r>
          </a:p>
        </p:txBody>
      </p:sp>
    </p:spTree>
    <p:extLst>
      <p:ext uri="{BB962C8B-B14F-4D97-AF65-F5344CB8AC3E}">
        <p14:creationId xmlns:p14="http://schemas.microsoft.com/office/powerpoint/2010/main" val="11341310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</a:t>
            </a:r>
            <a:r>
              <a:rPr kumimoji="0" lang="fr-F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Guid</a:t>
            </a: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 pratique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8164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Vérifier la "santé" d’un conteneur périodiquement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DECA22-1364-18B2-040F-9B72C3171217}"/>
              </a:ext>
            </a:extLst>
          </p:cNvPr>
          <p:cNvSpPr txBox="1"/>
          <p:nvPr/>
        </p:nvSpPr>
        <p:spPr>
          <a:xfrm>
            <a:off x="838200" y="1804693"/>
            <a:ext cx="816439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services</a:t>
            </a: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</a:t>
            </a: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image</a:t>
            </a: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webapp:latest</a:t>
            </a:r>
            <a:b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healthcheck</a:t>
            </a: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test</a:t>
            </a: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[</a:t>
            </a: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"CMD"</a:t>
            </a: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 </a:t>
            </a: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"curl"</a:t>
            </a: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 </a:t>
            </a: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"-f"</a:t>
            </a: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, </a:t>
            </a: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"http://localhost"</a:t>
            </a: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]</a:t>
            </a:r>
            <a:b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interval</a:t>
            </a: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1m30s</a:t>
            </a:r>
            <a:b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timeout</a:t>
            </a: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10s</a:t>
            </a:r>
            <a:b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retries</a:t>
            </a:r>
            <a:r>
              <a: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B970A4-F6F3-4F82-BB5A-A4DE59281CA4}"/>
              </a:ext>
            </a:extLst>
          </p:cNvPr>
          <p:cNvSpPr txBox="1"/>
          <p:nvPr/>
        </p:nvSpPr>
        <p:spPr>
          <a:xfrm>
            <a:off x="838200" y="4370254"/>
            <a:ext cx="105155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L'exemple ci-dessus effectue une requête 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curl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à l'adresse ﻿http://localhost toutes les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1m30s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considère le conteneur comme "malsain" si la requête échoue trois fois de suite.</a:t>
            </a:r>
          </a:p>
        </p:txBody>
      </p:sp>
    </p:spTree>
    <p:extLst>
      <p:ext uri="{BB962C8B-B14F-4D97-AF65-F5344CB8AC3E}">
        <p14:creationId xmlns:p14="http://schemas.microsoft.com/office/powerpoint/2010/main" val="22265159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</a:t>
            </a:r>
            <a:r>
              <a:rPr kumimoji="0" lang="fr-F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Guid</a:t>
            </a: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 pratique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8164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Secrets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DECA22-1364-18B2-040F-9B72C3171217}"/>
              </a:ext>
            </a:extLst>
          </p:cNvPr>
          <p:cNvSpPr txBox="1"/>
          <p:nvPr/>
        </p:nvSpPr>
        <p:spPr>
          <a:xfrm>
            <a:off x="838200" y="1804693"/>
            <a:ext cx="816439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services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image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webapp:latest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secrets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-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my_secret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secrets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my_secret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file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./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my_secret.txt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B970A4-F6F3-4F82-BB5A-A4DE59281CA4}"/>
              </a:ext>
            </a:extLst>
          </p:cNvPr>
          <p:cNvSpPr txBox="1"/>
          <p:nvPr/>
        </p:nvSpPr>
        <p:spPr>
          <a:xfrm>
            <a:off x="838200" y="4370254"/>
            <a:ext cx="105155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Compose permet de gérer des chaînes de caractères sensibles comme des mots de passe ou des clés API (appelées 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secrets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Ici,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﻿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my_secret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 un secret qui est monté dans le conteneur ﻿web à l’endroit ﻿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/run/secrets/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my_secret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6176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</a:t>
            </a:r>
            <a:r>
              <a:rPr kumimoji="0" lang="fr-F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Guid</a:t>
            </a: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 pratique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8164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Variabiliser le fichier Docker Compose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DECA22-1364-18B2-040F-9B72C3171217}"/>
              </a:ext>
            </a:extLst>
          </p:cNvPr>
          <p:cNvSpPr txBox="1"/>
          <p:nvPr/>
        </p:nvSpPr>
        <p:spPr>
          <a:xfrm>
            <a:off x="838200" y="1804693"/>
            <a:ext cx="81643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services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image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webapp:${TAG}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B970A4-F6F3-4F82-BB5A-A4DE59281CA4}"/>
              </a:ext>
            </a:extLst>
          </p:cNvPr>
          <p:cNvSpPr txBox="1"/>
          <p:nvPr/>
        </p:nvSpPr>
        <p:spPr>
          <a:xfrm>
            <a:off x="838200" y="3229610"/>
            <a:ext cx="1051559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Vous pouvez utiliser des variables d'environnement dans votre fichier Docker Compose.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 procédé est différent à celui qui consiste à passer des variables d’environnement aux conteneurs.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Dans cet exemple, ﻿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TAG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est une variable d'environnement qui détermine la version de l'image ﻿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webapp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à utiliser.</a:t>
            </a:r>
          </a:p>
        </p:txBody>
      </p:sp>
    </p:spTree>
    <p:extLst>
      <p:ext uri="{BB962C8B-B14F-4D97-AF65-F5344CB8AC3E}">
        <p14:creationId xmlns:p14="http://schemas.microsoft.com/office/powerpoint/2010/main" val="14141195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</a:t>
            </a:r>
            <a:r>
              <a:rPr kumimoji="0" lang="fr-F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Guid</a:t>
            </a: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 pratique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8164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Étendre un service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DECA22-1364-18B2-040F-9B72C3171217}"/>
              </a:ext>
            </a:extLst>
          </p:cNvPr>
          <p:cNvSpPr txBox="1"/>
          <p:nvPr/>
        </p:nvSpPr>
        <p:spPr>
          <a:xfrm>
            <a:off x="6503709" y="1730909"/>
            <a:ext cx="448794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services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webapp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image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webapp:latest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ports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-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"8000:8000"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webapp_dev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extends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webapp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build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context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.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dockerfile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Dockerfile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-dev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volumes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- .:/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usr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/app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B970A4-F6F3-4F82-BB5A-A4DE59281CA4}"/>
              </a:ext>
            </a:extLst>
          </p:cNvPr>
          <p:cNvSpPr txBox="1"/>
          <p:nvPr/>
        </p:nvSpPr>
        <p:spPr>
          <a:xfrm>
            <a:off x="838201" y="1730909"/>
            <a:ext cx="52578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Compose permet d’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étendre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services en faisant hériter de leurs configurations.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Ici, ﻿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webapp_dev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partage la configuration de la ﻿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webapp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tout en modifiant certaines options.</a:t>
            </a:r>
          </a:p>
        </p:txBody>
      </p:sp>
    </p:spTree>
    <p:extLst>
      <p:ext uri="{BB962C8B-B14F-4D97-AF65-F5344CB8AC3E}">
        <p14:creationId xmlns:p14="http://schemas.microsoft.com/office/powerpoint/2010/main" val="35298497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</a:t>
            </a:r>
            <a:r>
              <a:rPr kumimoji="0" lang="fr-F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Guid</a:t>
            </a: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 pratique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8164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Redémarrer automatique un conteneur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DECA22-1364-18B2-040F-9B72C3171217}"/>
              </a:ext>
            </a:extLst>
          </p:cNvPr>
          <p:cNvSpPr txBox="1"/>
          <p:nvPr/>
        </p:nvSpPr>
        <p:spPr>
          <a:xfrm>
            <a:off x="838200" y="1804693"/>
            <a:ext cx="102760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services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image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webapp:latest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restart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always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command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-c "python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manage.py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runserver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&amp;&amp; nginx -g 'daemon off;'"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B970A4-F6F3-4F82-BB5A-A4DE59281CA4}"/>
              </a:ext>
            </a:extLst>
          </p:cNvPr>
          <p:cNvSpPr txBox="1"/>
          <p:nvPr/>
        </p:nvSpPr>
        <p:spPr>
          <a:xfrm>
            <a:off x="838200" y="3644389"/>
            <a:ext cx="105155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Compose permet de spécifier la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politique de redémarrage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cas d'arrêt du conteneur.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Ici, ﻿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restart: 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always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indique que le conteneur ﻿web doit toujours être redémarré si il s'arrête.</a:t>
            </a:r>
          </a:p>
        </p:txBody>
      </p:sp>
    </p:spTree>
    <p:extLst>
      <p:ext uri="{BB962C8B-B14F-4D97-AF65-F5344CB8AC3E}">
        <p14:creationId xmlns:p14="http://schemas.microsoft.com/office/powerpoint/2010/main" val="8372486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Guide pratique</a:t>
            </a:r>
            <a:endParaRPr kumimoji="0" lang="fr-FR" sz="32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665868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Drapeau de course avec un remplissage uni">
            <a:extLst>
              <a:ext uri="{FF2B5EF4-FFF2-40B4-BE49-F238E27FC236}">
                <a16:creationId xmlns:a16="http://schemas.microsoft.com/office/drawing/2014/main" id="{31EA9D4C-4724-F749-BAC8-105B32CB0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5431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1959</Words>
  <Application>Microsoft Macintosh PowerPoint</Application>
  <PresentationFormat>Widescreen</PresentationFormat>
  <Paragraphs>210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Consolas</vt:lpstr>
      <vt:lpstr>Thème Office</vt:lpstr>
      <vt:lpstr>4 – Docker Compose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– Docker Compose</dc:title>
  <dc:creator>Alexandre Gressier</dc:creator>
  <cp:lastModifiedBy>Alexandre Gressier</cp:lastModifiedBy>
  <cp:revision>1</cp:revision>
  <dcterms:created xsi:type="dcterms:W3CDTF">2023-10-04T06:51:07Z</dcterms:created>
  <dcterms:modified xsi:type="dcterms:W3CDTF">2023-10-04T06:51:26Z</dcterms:modified>
</cp:coreProperties>
</file>