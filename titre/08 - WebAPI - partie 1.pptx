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3"/>
  </p:notesMasterIdLst>
  <p:sldIdLst>
    <p:sldId id="256" r:id="rId2"/>
    <p:sldId id="257" r:id="rId3"/>
    <p:sldId id="267" r:id="rId4"/>
    <p:sldId id="329" r:id="rId5"/>
    <p:sldId id="330" r:id="rId6"/>
    <p:sldId id="331" r:id="rId7"/>
    <p:sldId id="332" r:id="rId8"/>
    <p:sldId id="333" r:id="rId9"/>
    <p:sldId id="334" r:id="rId10"/>
    <p:sldId id="335" r:id="rId11"/>
    <p:sldId id="336" r:id="rId12"/>
    <p:sldId id="337" r:id="rId13"/>
    <p:sldId id="325" r:id="rId14"/>
    <p:sldId id="262" r:id="rId15"/>
    <p:sldId id="268" r:id="rId16"/>
    <p:sldId id="338" r:id="rId17"/>
    <p:sldId id="339" r:id="rId18"/>
    <p:sldId id="340" r:id="rId19"/>
    <p:sldId id="341" r:id="rId20"/>
    <p:sldId id="342" r:id="rId21"/>
    <p:sldId id="344" r:id="rId22"/>
    <p:sldId id="343" r:id="rId23"/>
    <p:sldId id="345" r:id="rId24"/>
    <p:sldId id="346" r:id="rId25"/>
    <p:sldId id="328" r:id="rId26"/>
    <p:sldId id="263" r:id="rId27"/>
    <p:sldId id="269" r:id="rId28"/>
    <p:sldId id="347" r:id="rId29"/>
    <p:sldId id="348" r:id="rId30"/>
    <p:sldId id="349" r:id="rId31"/>
    <p:sldId id="350" r:id="rId32"/>
    <p:sldId id="351" r:id="rId33"/>
    <p:sldId id="352" r:id="rId34"/>
    <p:sldId id="353" r:id="rId35"/>
    <p:sldId id="354" r:id="rId36"/>
    <p:sldId id="327" r:id="rId37"/>
    <p:sldId id="264" r:id="rId38"/>
    <p:sldId id="270" r:id="rId39"/>
    <p:sldId id="355" r:id="rId40"/>
    <p:sldId id="356" r:id="rId41"/>
    <p:sldId id="357" r:id="rId42"/>
    <p:sldId id="358" r:id="rId43"/>
    <p:sldId id="359" r:id="rId44"/>
    <p:sldId id="360" r:id="rId45"/>
    <p:sldId id="361" r:id="rId46"/>
    <p:sldId id="362" r:id="rId47"/>
    <p:sldId id="363" r:id="rId48"/>
    <p:sldId id="364" r:id="rId49"/>
    <p:sldId id="365" r:id="rId50"/>
    <p:sldId id="366" r:id="rId51"/>
    <p:sldId id="367" r:id="rId52"/>
    <p:sldId id="368" r:id="rId53"/>
    <p:sldId id="369" r:id="rId54"/>
    <p:sldId id="370" r:id="rId55"/>
    <p:sldId id="371" r:id="rId56"/>
    <p:sldId id="372" r:id="rId57"/>
    <p:sldId id="373" r:id="rId58"/>
    <p:sldId id="326" r:id="rId59"/>
    <p:sldId id="377" r:id="rId60"/>
    <p:sldId id="376" r:id="rId61"/>
    <p:sldId id="379" r:id="rId62"/>
    <p:sldId id="380" r:id="rId63"/>
    <p:sldId id="381" r:id="rId64"/>
    <p:sldId id="382" r:id="rId65"/>
    <p:sldId id="383" r:id="rId66"/>
    <p:sldId id="384" r:id="rId67"/>
    <p:sldId id="385" r:id="rId68"/>
    <p:sldId id="386" r:id="rId69"/>
    <p:sldId id="387" r:id="rId70"/>
    <p:sldId id="388" r:id="rId71"/>
    <p:sldId id="389" r:id="rId72"/>
    <p:sldId id="390" r:id="rId73"/>
    <p:sldId id="391" r:id="rId74"/>
    <p:sldId id="392" r:id="rId75"/>
    <p:sldId id="393" r:id="rId76"/>
    <p:sldId id="394" r:id="rId77"/>
    <p:sldId id="395" r:id="rId78"/>
    <p:sldId id="396" r:id="rId79"/>
    <p:sldId id="397" r:id="rId80"/>
    <p:sldId id="378" r:id="rId81"/>
    <p:sldId id="272" r:id="rId8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26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626"/>
  </p:normalViewPr>
  <p:slideViewPr>
    <p:cSldViewPr snapToGrid="0" snapToObjects="1">
      <p:cViewPr>
        <p:scale>
          <a:sx n="66" d="100"/>
          <a:sy n="66" d="100"/>
        </p:scale>
        <p:origin x="1301" y="101"/>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44D0C-1CB1-E645-87B8-5887239B9ECD}" type="datetimeFigureOut">
              <a:rPr lang="fr-FR" smtClean="0"/>
              <a:t>27/08/2024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A1237-63C0-2149-90AD-33FFCF7C8578}" type="slidenum">
              <a:rPr lang="fr-FR" smtClean="0"/>
              <a:t>‹N°›</a:t>
            </a:fld>
            <a:endParaRPr lang="fr-FR"/>
          </a:p>
        </p:txBody>
      </p:sp>
    </p:spTree>
    <p:extLst>
      <p:ext uri="{BB962C8B-B14F-4D97-AF65-F5344CB8AC3E}">
        <p14:creationId xmlns:p14="http://schemas.microsoft.com/office/powerpoint/2010/main" val="777762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SUPINFO</a:t>
            </a:r>
          </a:p>
          <a:p>
            <a:r>
              <a:rPr lang="fr-FR" dirty="0"/>
              <a:t>Auteur </a:t>
            </a:r>
            <a:r>
              <a:rPr lang="fr-FR"/>
              <a:t>: Corentin Zimmermann</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1</a:t>
            </a:fld>
            <a:endParaRPr lang="fr-FR"/>
          </a:p>
        </p:txBody>
      </p:sp>
    </p:spTree>
    <p:extLst>
      <p:ext uri="{BB962C8B-B14F-4D97-AF65-F5344CB8AC3E}">
        <p14:creationId xmlns:p14="http://schemas.microsoft.com/office/powerpoint/2010/main" val="1051732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27</a:t>
            </a:fld>
            <a:endParaRPr lang="fr-FR"/>
          </a:p>
        </p:txBody>
      </p:sp>
    </p:spTree>
    <p:extLst>
      <p:ext uri="{BB962C8B-B14F-4D97-AF65-F5344CB8AC3E}">
        <p14:creationId xmlns:p14="http://schemas.microsoft.com/office/powerpoint/2010/main" val="2021756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28</a:t>
            </a:fld>
            <a:endParaRPr lang="fr-FR"/>
          </a:p>
        </p:txBody>
      </p:sp>
    </p:spTree>
    <p:extLst>
      <p:ext uri="{BB962C8B-B14F-4D97-AF65-F5344CB8AC3E}">
        <p14:creationId xmlns:p14="http://schemas.microsoft.com/office/powerpoint/2010/main" val="3203940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29</a:t>
            </a:fld>
            <a:endParaRPr lang="fr-FR"/>
          </a:p>
        </p:txBody>
      </p:sp>
    </p:spTree>
    <p:extLst>
      <p:ext uri="{BB962C8B-B14F-4D97-AF65-F5344CB8AC3E}">
        <p14:creationId xmlns:p14="http://schemas.microsoft.com/office/powerpoint/2010/main" val="322463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30</a:t>
            </a:fld>
            <a:endParaRPr lang="fr-FR"/>
          </a:p>
        </p:txBody>
      </p:sp>
    </p:spTree>
    <p:extLst>
      <p:ext uri="{BB962C8B-B14F-4D97-AF65-F5344CB8AC3E}">
        <p14:creationId xmlns:p14="http://schemas.microsoft.com/office/powerpoint/2010/main" val="4155360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31</a:t>
            </a:fld>
            <a:endParaRPr lang="fr-FR"/>
          </a:p>
        </p:txBody>
      </p:sp>
    </p:spTree>
    <p:extLst>
      <p:ext uri="{BB962C8B-B14F-4D97-AF65-F5344CB8AC3E}">
        <p14:creationId xmlns:p14="http://schemas.microsoft.com/office/powerpoint/2010/main" val="2695549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32</a:t>
            </a:fld>
            <a:endParaRPr lang="fr-FR"/>
          </a:p>
        </p:txBody>
      </p:sp>
    </p:spTree>
    <p:extLst>
      <p:ext uri="{BB962C8B-B14F-4D97-AF65-F5344CB8AC3E}">
        <p14:creationId xmlns:p14="http://schemas.microsoft.com/office/powerpoint/2010/main" val="3580841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33</a:t>
            </a:fld>
            <a:endParaRPr lang="fr-FR"/>
          </a:p>
        </p:txBody>
      </p:sp>
    </p:spTree>
    <p:extLst>
      <p:ext uri="{BB962C8B-B14F-4D97-AF65-F5344CB8AC3E}">
        <p14:creationId xmlns:p14="http://schemas.microsoft.com/office/powerpoint/2010/main" val="1301439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34</a:t>
            </a:fld>
            <a:endParaRPr lang="fr-FR"/>
          </a:p>
        </p:txBody>
      </p:sp>
    </p:spTree>
    <p:extLst>
      <p:ext uri="{BB962C8B-B14F-4D97-AF65-F5344CB8AC3E}">
        <p14:creationId xmlns:p14="http://schemas.microsoft.com/office/powerpoint/2010/main" val="2520711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35</a:t>
            </a:fld>
            <a:endParaRPr lang="fr-FR"/>
          </a:p>
        </p:txBody>
      </p:sp>
    </p:spTree>
    <p:extLst>
      <p:ext uri="{BB962C8B-B14F-4D97-AF65-F5344CB8AC3E}">
        <p14:creationId xmlns:p14="http://schemas.microsoft.com/office/powerpoint/2010/main" val="3428813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40</a:t>
            </a:fld>
            <a:endParaRPr lang="fr-FR"/>
          </a:p>
        </p:txBody>
      </p:sp>
    </p:spTree>
    <p:extLst>
      <p:ext uri="{BB962C8B-B14F-4D97-AF65-F5344CB8AC3E}">
        <p14:creationId xmlns:p14="http://schemas.microsoft.com/office/powerpoint/2010/main" val="3048323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41</a:t>
            </a:fld>
            <a:endParaRPr lang="fr-FR"/>
          </a:p>
        </p:txBody>
      </p:sp>
    </p:spTree>
    <p:extLst>
      <p:ext uri="{BB962C8B-B14F-4D97-AF65-F5344CB8AC3E}">
        <p14:creationId xmlns:p14="http://schemas.microsoft.com/office/powerpoint/2010/main" val="33358473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42</a:t>
            </a:fld>
            <a:endParaRPr lang="fr-FR"/>
          </a:p>
        </p:txBody>
      </p:sp>
    </p:spTree>
    <p:extLst>
      <p:ext uri="{BB962C8B-B14F-4D97-AF65-F5344CB8AC3E}">
        <p14:creationId xmlns:p14="http://schemas.microsoft.com/office/powerpoint/2010/main" val="15708465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43</a:t>
            </a:fld>
            <a:endParaRPr lang="fr-FR"/>
          </a:p>
        </p:txBody>
      </p:sp>
    </p:spTree>
    <p:extLst>
      <p:ext uri="{BB962C8B-B14F-4D97-AF65-F5344CB8AC3E}">
        <p14:creationId xmlns:p14="http://schemas.microsoft.com/office/powerpoint/2010/main" val="70557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44</a:t>
            </a:fld>
            <a:endParaRPr lang="fr-FR"/>
          </a:p>
        </p:txBody>
      </p:sp>
    </p:spTree>
    <p:extLst>
      <p:ext uri="{BB962C8B-B14F-4D97-AF65-F5344CB8AC3E}">
        <p14:creationId xmlns:p14="http://schemas.microsoft.com/office/powerpoint/2010/main" val="13065239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45</a:t>
            </a:fld>
            <a:endParaRPr lang="fr-FR"/>
          </a:p>
        </p:txBody>
      </p:sp>
    </p:spTree>
    <p:extLst>
      <p:ext uri="{BB962C8B-B14F-4D97-AF65-F5344CB8AC3E}">
        <p14:creationId xmlns:p14="http://schemas.microsoft.com/office/powerpoint/2010/main" val="41147961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46</a:t>
            </a:fld>
            <a:endParaRPr lang="fr-FR"/>
          </a:p>
        </p:txBody>
      </p:sp>
    </p:spTree>
    <p:extLst>
      <p:ext uri="{BB962C8B-B14F-4D97-AF65-F5344CB8AC3E}">
        <p14:creationId xmlns:p14="http://schemas.microsoft.com/office/powerpoint/2010/main" val="1887327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47</a:t>
            </a:fld>
            <a:endParaRPr lang="fr-FR"/>
          </a:p>
        </p:txBody>
      </p:sp>
    </p:spTree>
    <p:extLst>
      <p:ext uri="{BB962C8B-B14F-4D97-AF65-F5344CB8AC3E}">
        <p14:creationId xmlns:p14="http://schemas.microsoft.com/office/powerpoint/2010/main" val="27774455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48</a:t>
            </a:fld>
            <a:endParaRPr lang="fr-FR"/>
          </a:p>
        </p:txBody>
      </p:sp>
    </p:spTree>
    <p:extLst>
      <p:ext uri="{BB962C8B-B14F-4D97-AF65-F5344CB8AC3E}">
        <p14:creationId xmlns:p14="http://schemas.microsoft.com/office/powerpoint/2010/main" val="1913895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49</a:t>
            </a:fld>
            <a:endParaRPr lang="fr-FR"/>
          </a:p>
        </p:txBody>
      </p:sp>
    </p:spTree>
    <p:extLst>
      <p:ext uri="{BB962C8B-B14F-4D97-AF65-F5344CB8AC3E}">
        <p14:creationId xmlns:p14="http://schemas.microsoft.com/office/powerpoint/2010/main" val="2369974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51</a:t>
            </a:fld>
            <a:endParaRPr lang="fr-FR"/>
          </a:p>
        </p:txBody>
      </p:sp>
    </p:spTree>
    <p:extLst>
      <p:ext uri="{BB962C8B-B14F-4D97-AF65-F5344CB8AC3E}">
        <p14:creationId xmlns:p14="http://schemas.microsoft.com/office/powerpoint/2010/main" val="20712489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52</a:t>
            </a:fld>
            <a:endParaRPr lang="fr-FR"/>
          </a:p>
        </p:txBody>
      </p:sp>
    </p:spTree>
    <p:extLst>
      <p:ext uri="{BB962C8B-B14F-4D97-AF65-F5344CB8AC3E}">
        <p14:creationId xmlns:p14="http://schemas.microsoft.com/office/powerpoint/2010/main" val="14274010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53</a:t>
            </a:fld>
            <a:endParaRPr lang="fr-FR"/>
          </a:p>
        </p:txBody>
      </p:sp>
    </p:spTree>
    <p:extLst>
      <p:ext uri="{BB962C8B-B14F-4D97-AF65-F5344CB8AC3E}">
        <p14:creationId xmlns:p14="http://schemas.microsoft.com/office/powerpoint/2010/main" val="5223132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54</a:t>
            </a:fld>
            <a:endParaRPr lang="fr-FR"/>
          </a:p>
        </p:txBody>
      </p:sp>
    </p:spTree>
    <p:extLst>
      <p:ext uri="{BB962C8B-B14F-4D97-AF65-F5344CB8AC3E}">
        <p14:creationId xmlns:p14="http://schemas.microsoft.com/office/powerpoint/2010/main" val="10947443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55</a:t>
            </a:fld>
            <a:endParaRPr lang="fr-FR"/>
          </a:p>
        </p:txBody>
      </p:sp>
    </p:spTree>
    <p:extLst>
      <p:ext uri="{BB962C8B-B14F-4D97-AF65-F5344CB8AC3E}">
        <p14:creationId xmlns:p14="http://schemas.microsoft.com/office/powerpoint/2010/main" val="24536489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56</a:t>
            </a:fld>
            <a:endParaRPr lang="fr-FR"/>
          </a:p>
        </p:txBody>
      </p:sp>
    </p:spTree>
    <p:extLst>
      <p:ext uri="{BB962C8B-B14F-4D97-AF65-F5344CB8AC3E}">
        <p14:creationId xmlns:p14="http://schemas.microsoft.com/office/powerpoint/2010/main" val="11659782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57</a:t>
            </a:fld>
            <a:endParaRPr lang="fr-FR"/>
          </a:p>
        </p:txBody>
      </p:sp>
    </p:spTree>
    <p:extLst>
      <p:ext uri="{BB962C8B-B14F-4D97-AF65-F5344CB8AC3E}">
        <p14:creationId xmlns:p14="http://schemas.microsoft.com/office/powerpoint/2010/main" val="18325680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60</a:t>
            </a:fld>
            <a:endParaRPr lang="fr-FR"/>
          </a:p>
        </p:txBody>
      </p:sp>
    </p:spTree>
    <p:extLst>
      <p:ext uri="{BB962C8B-B14F-4D97-AF65-F5344CB8AC3E}">
        <p14:creationId xmlns:p14="http://schemas.microsoft.com/office/powerpoint/2010/main" val="39619691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61</a:t>
            </a:fld>
            <a:endParaRPr lang="fr-FR"/>
          </a:p>
        </p:txBody>
      </p:sp>
    </p:spTree>
    <p:extLst>
      <p:ext uri="{BB962C8B-B14F-4D97-AF65-F5344CB8AC3E}">
        <p14:creationId xmlns:p14="http://schemas.microsoft.com/office/powerpoint/2010/main" val="10986338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62</a:t>
            </a:fld>
            <a:endParaRPr lang="fr-FR"/>
          </a:p>
        </p:txBody>
      </p:sp>
    </p:spTree>
    <p:extLst>
      <p:ext uri="{BB962C8B-B14F-4D97-AF65-F5344CB8AC3E}">
        <p14:creationId xmlns:p14="http://schemas.microsoft.com/office/powerpoint/2010/main" val="39148819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63</a:t>
            </a:fld>
            <a:endParaRPr lang="fr-FR"/>
          </a:p>
        </p:txBody>
      </p:sp>
    </p:spTree>
    <p:extLst>
      <p:ext uri="{BB962C8B-B14F-4D97-AF65-F5344CB8AC3E}">
        <p14:creationId xmlns:p14="http://schemas.microsoft.com/office/powerpoint/2010/main" val="28828971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64</a:t>
            </a:fld>
            <a:endParaRPr lang="fr-FR"/>
          </a:p>
        </p:txBody>
      </p:sp>
    </p:spTree>
    <p:extLst>
      <p:ext uri="{BB962C8B-B14F-4D97-AF65-F5344CB8AC3E}">
        <p14:creationId xmlns:p14="http://schemas.microsoft.com/office/powerpoint/2010/main" val="39876206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65</a:t>
            </a:fld>
            <a:endParaRPr lang="fr-FR"/>
          </a:p>
        </p:txBody>
      </p:sp>
    </p:spTree>
    <p:extLst>
      <p:ext uri="{BB962C8B-B14F-4D97-AF65-F5344CB8AC3E}">
        <p14:creationId xmlns:p14="http://schemas.microsoft.com/office/powerpoint/2010/main" val="13814992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66</a:t>
            </a:fld>
            <a:endParaRPr lang="fr-FR"/>
          </a:p>
        </p:txBody>
      </p:sp>
    </p:spTree>
    <p:extLst>
      <p:ext uri="{BB962C8B-B14F-4D97-AF65-F5344CB8AC3E}">
        <p14:creationId xmlns:p14="http://schemas.microsoft.com/office/powerpoint/2010/main" val="32280772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67</a:t>
            </a:fld>
            <a:endParaRPr lang="fr-FR"/>
          </a:p>
        </p:txBody>
      </p:sp>
    </p:spTree>
    <p:extLst>
      <p:ext uri="{BB962C8B-B14F-4D97-AF65-F5344CB8AC3E}">
        <p14:creationId xmlns:p14="http://schemas.microsoft.com/office/powerpoint/2010/main" val="19423382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68</a:t>
            </a:fld>
            <a:endParaRPr lang="fr-FR"/>
          </a:p>
        </p:txBody>
      </p:sp>
    </p:spTree>
    <p:extLst>
      <p:ext uri="{BB962C8B-B14F-4D97-AF65-F5344CB8AC3E}">
        <p14:creationId xmlns:p14="http://schemas.microsoft.com/office/powerpoint/2010/main" val="31935881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69</a:t>
            </a:fld>
            <a:endParaRPr lang="fr-FR"/>
          </a:p>
        </p:txBody>
      </p:sp>
    </p:spTree>
    <p:extLst>
      <p:ext uri="{BB962C8B-B14F-4D97-AF65-F5344CB8AC3E}">
        <p14:creationId xmlns:p14="http://schemas.microsoft.com/office/powerpoint/2010/main" val="4855690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70</a:t>
            </a:fld>
            <a:endParaRPr lang="fr-FR"/>
          </a:p>
        </p:txBody>
      </p:sp>
    </p:spTree>
    <p:extLst>
      <p:ext uri="{BB962C8B-B14F-4D97-AF65-F5344CB8AC3E}">
        <p14:creationId xmlns:p14="http://schemas.microsoft.com/office/powerpoint/2010/main" val="27618794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71</a:t>
            </a:fld>
            <a:endParaRPr lang="fr-FR"/>
          </a:p>
        </p:txBody>
      </p:sp>
    </p:spTree>
    <p:extLst>
      <p:ext uri="{BB962C8B-B14F-4D97-AF65-F5344CB8AC3E}">
        <p14:creationId xmlns:p14="http://schemas.microsoft.com/office/powerpoint/2010/main" val="26532162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72</a:t>
            </a:fld>
            <a:endParaRPr lang="fr-FR"/>
          </a:p>
        </p:txBody>
      </p:sp>
    </p:spTree>
    <p:extLst>
      <p:ext uri="{BB962C8B-B14F-4D97-AF65-F5344CB8AC3E}">
        <p14:creationId xmlns:p14="http://schemas.microsoft.com/office/powerpoint/2010/main" val="26488741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73</a:t>
            </a:fld>
            <a:endParaRPr lang="fr-FR"/>
          </a:p>
        </p:txBody>
      </p:sp>
    </p:spTree>
    <p:extLst>
      <p:ext uri="{BB962C8B-B14F-4D97-AF65-F5344CB8AC3E}">
        <p14:creationId xmlns:p14="http://schemas.microsoft.com/office/powerpoint/2010/main" val="41341184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74</a:t>
            </a:fld>
            <a:endParaRPr lang="fr-FR"/>
          </a:p>
        </p:txBody>
      </p:sp>
    </p:spTree>
    <p:extLst>
      <p:ext uri="{BB962C8B-B14F-4D97-AF65-F5344CB8AC3E}">
        <p14:creationId xmlns:p14="http://schemas.microsoft.com/office/powerpoint/2010/main" val="19487802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75</a:t>
            </a:fld>
            <a:endParaRPr lang="fr-FR"/>
          </a:p>
        </p:txBody>
      </p:sp>
    </p:spTree>
    <p:extLst>
      <p:ext uri="{BB962C8B-B14F-4D97-AF65-F5344CB8AC3E}">
        <p14:creationId xmlns:p14="http://schemas.microsoft.com/office/powerpoint/2010/main" val="6193859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76</a:t>
            </a:fld>
            <a:endParaRPr lang="fr-FR"/>
          </a:p>
        </p:txBody>
      </p:sp>
    </p:spTree>
    <p:extLst>
      <p:ext uri="{BB962C8B-B14F-4D97-AF65-F5344CB8AC3E}">
        <p14:creationId xmlns:p14="http://schemas.microsoft.com/office/powerpoint/2010/main" val="34495491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77</a:t>
            </a:fld>
            <a:endParaRPr lang="fr-FR"/>
          </a:p>
        </p:txBody>
      </p:sp>
    </p:spTree>
    <p:extLst>
      <p:ext uri="{BB962C8B-B14F-4D97-AF65-F5344CB8AC3E}">
        <p14:creationId xmlns:p14="http://schemas.microsoft.com/office/powerpoint/2010/main" val="42011054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78</a:t>
            </a:fld>
            <a:endParaRPr lang="fr-FR"/>
          </a:p>
        </p:txBody>
      </p:sp>
    </p:spTree>
    <p:extLst>
      <p:ext uri="{BB962C8B-B14F-4D97-AF65-F5344CB8AC3E}">
        <p14:creationId xmlns:p14="http://schemas.microsoft.com/office/powerpoint/2010/main" val="15793268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89A1237-63C0-2149-90AD-33FFCF7C8578}" type="slidenum">
              <a:rPr lang="fr-FR" smtClean="0"/>
              <a:t>79</a:t>
            </a:fld>
            <a:endParaRPr lang="fr-FR"/>
          </a:p>
        </p:txBody>
      </p:sp>
    </p:spTree>
    <p:extLst>
      <p:ext uri="{BB962C8B-B14F-4D97-AF65-F5344CB8AC3E}">
        <p14:creationId xmlns:p14="http://schemas.microsoft.com/office/powerpoint/2010/main" val="2228933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E35FED-2507-6347-9B57-3FF5AFCD8EC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AD8B847-1B82-BE49-A9A7-C3023CD2D5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B611D94-0717-E14D-B19C-F142F7DBD343}"/>
              </a:ext>
            </a:extLst>
          </p:cNvPr>
          <p:cNvSpPr>
            <a:spLocks noGrp="1"/>
          </p:cNvSpPr>
          <p:nvPr>
            <p:ph type="dt" sz="half" idx="10"/>
          </p:nvPr>
        </p:nvSpPr>
        <p:spPr/>
        <p:txBody>
          <a:bodyPr/>
          <a:lstStyle/>
          <a:p>
            <a:fld id="{760B14F5-1D21-F14F-B36B-BCA0A34A15FF}" type="datetimeFigureOut">
              <a:rPr lang="fr-FR" smtClean="0"/>
              <a:t>27/08/2024</a:t>
            </a:fld>
            <a:endParaRPr lang="fr-FR"/>
          </a:p>
        </p:txBody>
      </p:sp>
      <p:sp>
        <p:nvSpPr>
          <p:cNvPr id="5" name="Espace réservé du pied de page 4">
            <a:extLst>
              <a:ext uri="{FF2B5EF4-FFF2-40B4-BE49-F238E27FC236}">
                <a16:creationId xmlns:a16="http://schemas.microsoft.com/office/drawing/2014/main" id="{DBD62BDA-0F08-504D-9BDA-A04B89E826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0C21CC-1B92-B44B-AE72-CDCCB2D831B7}"/>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2641407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EA51D4-1867-8845-820C-C21D7BCEC9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C3841B2-2299-484D-98D4-2509FDD8732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57F3535-31CB-2243-9FD7-D6385CE3DE0D}"/>
              </a:ext>
            </a:extLst>
          </p:cNvPr>
          <p:cNvSpPr>
            <a:spLocks noGrp="1"/>
          </p:cNvSpPr>
          <p:nvPr>
            <p:ph type="dt" sz="half" idx="10"/>
          </p:nvPr>
        </p:nvSpPr>
        <p:spPr/>
        <p:txBody>
          <a:bodyPr/>
          <a:lstStyle/>
          <a:p>
            <a:fld id="{760B14F5-1D21-F14F-B36B-BCA0A34A15FF}" type="datetimeFigureOut">
              <a:rPr lang="fr-FR" smtClean="0"/>
              <a:t>27/08/2024</a:t>
            </a:fld>
            <a:endParaRPr lang="fr-FR"/>
          </a:p>
        </p:txBody>
      </p:sp>
      <p:sp>
        <p:nvSpPr>
          <p:cNvPr id="5" name="Espace réservé du pied de page 4">
            <a:extLst>
              <a:ext uri="{FF2B5EF4-FFF2-40B4-BE49-F238E27FC236}">
                <a16:creationId xmlns:a16="http://schemas.microsoft.com/office/drawing/2014/main" id="{B1828F9A-0BE6-2040-B200-CA9AD150D7E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553960E-7BA0-5744-B871-2625A924609E}"/>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2797754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D28FD5-3D75-FF4B-8910-57BF5A27805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84D373C-AC4E-4749-AF27-1D4F5473F3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94B37BF-0D5B-EE4F-B5D2-4991975BEABC}"/>
              </a:ext>
            </a:extLst>
          </p:cNvPr>
          <p:cNvSpPr>
            <a:spLocks noGrp="1"/>
          </p:cNvSpPr>
          <p:nvPr>
            <p:ph type="dt" sz="half" idx="10"/>
          </p:nvPr>
        </p:nvSpPr>
        <p:spPr/>
        <p:txBody>
          <a:bodyPr/>
          <a:lstStyle/>
          <a:p>
            <a:fld id="{760B14F5-1D21-F14F-B36B-BCA0A34A15FF}" type="datetimeFigureOut">
              <a:rPr lang="fr-FR" smtClean="0"/>
              <a:t>27/08/2024</a:t>
            </a:fld>
            <a:endParaRPr lang="fr-FR"/>
          </a:p>
        </p:txBody>
      </p:sp>
      <p:sp>
        <p:nvSpPr>
          <p:cNvPr id="5" name="Espace réservé du pied de page 4">
            <a:extLst>
              <a:ext uri="{FF2B5EF4-FFF2-40B4-BE49-F238E27FC236}">
                <a16:creationId xmlns:a16="http://schemas.microsoft.com/office/drawing/2014/main" id="{15CC8B85-AF4B-D347-9A59-97FD4522E62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F0FD24F-150A-1443-9905-84B822D46C9E}"/>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3445405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238437-A9AA-1649-93B3-41C10243C88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E052425-B188-F44E-AE00-4A68E5EA4397}"/>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FC1B7208-E02E-5B44-B5B0-8F7E4329BF9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6479033-F7B2-3340-AA42-C9315CC63A98}"/>
              </a:ext>
            </a:extLst>
          </p:cNvPr>
          <p:cNvSpPr>
            <a:spLocks noGrp="1"/>
          </p:cNvSpPr>
          <p:nvPr>
            <p:ph type="dt" sz="half" idx="10"/>
          </p:nvPr>
        </p:nvSpPr>
        <p:spPr/>
        <p:txBody>
          <a:bodyPr/>
          <a:lstStyle/>
          <a:p>
            <a:fld id="{760B14F5-1D21-F14F-B36B-BCA0A34A15FF}" type="datetimeFigureOut">
              <a:rPr lang="fr-FR" smtClean="0"/>
              <a:t>27/08/2024</a:t>
            </a:fld>
            <a:endParaRPr lang="fr-FR"/>
          </a:p>
        </p:txBody>
      </p:sp>
      <p:sp>
        <p:nvSpPr>
          <p:cNvPr id="6" name="Espace réservé du pied de page 5">
            <a:extLst>
              <a:ext uri="{FF2B5EF4-FFF2-40B4-BE49-F238E27FC236}">
                <a16:creationId xmlns:a16="http://schemas.microsoft.com/office/drawing/2014/main" id="{9BC51178-4562-B14F-81E9-EEB57190DED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ECB1059-2BD2-DE48-8A78-A1F0952EFC47}"/>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3413048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E87D52-2FB1-1B49-AB3F-B878A6C6CEB1}"/>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35322B7-F0A2-534D-A6BC-4D36CFB7E2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A541A8E-94B9-9948-9F7F-B59CE4A7A5D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87F5E04-45D9-0B41-A49B-C539BB2407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45050A4-C507-9A4F-B6CE-71C0EC9B7E7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FAFD617-5DC0-7146-8644-37FDEF3C4611}"/>
              </a:ext>
            </a:extLst>
          </p:cNvPr>
          <p:cNvSpPr>
            <a:spLocks noGrp="1"/>
          </p:cNvSpPr>
          <p:nvPr>
            <p:ph type="dt" sz="half" idx="10"/>
          </p:nvPr>
        </p:nvSpPr>
        <p:spPr/>
        <p:txBody>
          <a:bodyPr/>
          <a:lstStyle/>
          <a:p>
            <a:fld id="{760B14F5-1D21-F14F-B36B-BCA0A34A15FF}" type="datetimeFigureOut">
              <a:rPr lang="fr-FR" smtClean="0"/>
              <a:t>27/08/2024</a:t>
            </a:fld>
            <a:endParaRPr lang="fr-FR"/>
          </a:p>
        </p:txBody>
      </p:sp>
      <p:sp>
        <p:nvSpPr>
          <p:cNvPr id="8" name="Espace réservé du pied de page 7">
            <a:extLst>
              <a:ext uri="{FF2B5EF4-FFF2-40B4-BE49-F238E27FC236}">
                <a16:creationId xmlns:a16="http://schemas.microsoft.com/office/drawing/2014/main" id="{066D3D1A-4433-FB46-BCB3-2FC07477E359}"/>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28BE2A0-7142-7944-9978-9CF0A02E57C9}"/>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1571945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23AE92-F78E-674F-9897-3D26B7A9FDF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AC96ECA-9486-6E4B-B4BC-7E76B34EFF98}"/>
              </a:ext>
            </a:extLst>
          </p:cNvPr>
          <p:cNvSpPr>
            <a:spLocks noGrp="1"/>
          </p:cNvSpPr>
          <p:nvPr>
            <p:ph type="dt" sz="half" idx="10"/>
          </p:nvPr>
        </p:nvSpPr>
        <p:spPr/>
        <p:txBody>
          <a:bodyPr/>
          <a:lstStyle/>
          <a:p>
            <a:fld id="{760B14F5-1D21-F14F-B36B-BCA0A34A15FF}" type="datetimeFigureOut">
              <a:rPr lang="fr-FR" smtClean="0"/>
              <a:t>27/08/2024</a:t>
            </a:fld>
            <a:endParaRPr lang="fr-FR"/>
          </a:p>
        </p:txBody>
      </p:sp>
      <p:sp>
        <p:nvSpPr>
          <p:cNvPr id="4" name="Espace réservé du pied de page 3">
            <a:extLst>
              <a:ext uri="{FF2B5EF4-FFF2-40B4-BE49-F238E27FC236}">
                <a16:creationId xmlns:a16="http://schemas.microsoft.com/office/drawing/2014/main" id="{B8B4D8AF-4BB6-934B-A379-CBF84C9A412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F8E009D-38CE-D34C-82BA-3182CA4F15F6}"/>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2585514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D844418-3E68-CA4E-AC8C-9D66D9255062}"/>
              </a:ext>
            </a:extLst>
          </p:cNvPr>
          <p:cNvSpPr>
            <a:spLocks noGrp="1"/>
          </p:cNvSpPr>
          <p:nvPr>
            <p:ph type="dt" sz="half" idx="10"/>
          </p:nvPr>
        </p:nvSpPr>
        <p:spPr/>
        <p:txBody>
          <a:bodyPr/>
          <a:lstStyle/>
          <a:p>
            <a:fld id="{760B14F5-1D21-F14F-B36B-BCA0A34A15FF}" type="datetimeFigureOut">
              <a:rPr lang="fr-FR" smtClean="0"/>
              <a:t>27/08/2024</a:t>
            </a:fld>
            <a:endParaRPr lang="fr-FR"/>
          </a:p>
        </p:txBody>
      </p:sp>
      <p:sp>
        <p:nvSpPr>
          <p:cNvPr id="3" name="Espace réservé du pied de page 2">
            <a:extLst>
              <a:ext uri="{FF2B5EF4-FFF2-40B4-BE49-F238E27FC236}">
                <a16:creationId xmlns:a16="http://schemas.microsoft.com/office/drawing/2014/main" id="{ACD285BC-A399-C24D-9863-55D71A82555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9BBC877D-0D91-8442-9A72-AF3420B94651}"/>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3340732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9C8412-37C8-4B46-9CE8-3469F1893FC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1A9CD95-5780-714B-A453-63A2F3456E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2D7CA0C-E415-F14F-9EF8-44A9C7CBED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2697766-D919-5247-A55B-2A12BA74BE2E}"/>
              </a:ext>
            </a:extLst>
          </p:cNvPr>
          <p:cNvSpPr>
            <a:spLocks noGrp="1"/>
          </p:cNvSpPr>
          <p:nvPr>
            <p:ph type="dt" sz="half" idx="10"/>
          </p:nvPr>
        </p:nvSpPr>
        <p:spPr/>
        <p:txBody>
          <a:bodyPr/>
          <a:lstStyle/>
          <a:p>
            <a:fld id="{760B14F5-1D21-F14F-B36B-BCA0A34A15FF}" type="datetimeFigureOut">
              <a:rPr lang="fr-FR" smtClean="0"/>
              <a:t>27/08/2024</a:t>
            </a:fld>
            <a:endParaRPr lang="fr-FR"/>
          </a:p>
        </p:txBody>
      </p:sp>
      <p:sp>
        <p:nvSpPr>
          <p:cNvPr id="6" name="Espace réservé du pied de page 5">
            <a:extLst>
              <a:ext uri="{FF2B5EF4-FFF2-40B4-BE49-F238E27FC236}">
                <a16:creationId xmlns:a16="http://schemas.microsoft.com/office/drawing/2014/main" id="{DFB77295-5D11-2841-AC5B-84946CEA3BB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CAF8E56-0D31-804D-9F4F-DD615D5E8564}"/>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4050111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B54B13-E418-4E42-B170-1BC860212DA5}"/>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B349CDA-C85B-4F42-B8C6-26E684EDA6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9E92AAF-FCE8-F84A-8EB9-CC618F3F7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AB83901-E98D-6B44-A440-F9809CD85A51}"/>
              </a:ext>
            </a:extLst>
          </p:cNvPr>
          <p:cNvSpPr>
            <a:spLocks noGrp="1"/>
          </p:cNvSpPr>
          <p:nvPr>
            <p:ph type="dt" sz="half" idx="10"/>
          </p:nvPr>
        </p:nvSpPr>
        <p:spPr/>
        <p:txBody>
          <a:bodyPr/>
          <a:lstStyle/>
          <a:p>
            <a:fld id="{760B14F5-1D21-F14F-B36B-BCA0A34A15FF}" type="datetimeFigureOut">
              <a:rPr lang="fr-FR" smtClean="0"/>
              <a:t>27/08/2024</a:t>
            </a:fld>
            <a:endParaRPr lang="fr-FR"/>
          </a:p>
        </p:txBody>
      </p:sp>
      <p:sp>
        <p:nvSpPr>
          <p:cNvPr id="6" name="Espace réservé du pied de page 5">
            <a:extLst>
              <a:ext uri="{FF2B5EF4-FFF2-40B4-BE49-F238E27FC236}">
                <a16:creationId xmlns:a16="http://schemas.microsoft.com/office/drawing/2014/main" id="{8AB5FCBB-5385-494D-A3C1-C59A68C9E95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24BFBC5-500C-E04C-A17A-AC6C64E82723}"/>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2029208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3EDC94-6368-2D4E-8A75-930EFDF09CE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FEE47BB-5DBD-034C-84DA-C86FA33B908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FE7FE81-3F94-FB4B-AB88-842AE52DCBEE}"/>
              </a:ext>
            </a:extLst>
          </p:cNvPr>
          <p:cNvSpPr>
            <a:spLocks noGrp="1"/>
          </p:cNvSpPr>
          <p:nvPr>
            <p:ph type="dt" sz="half" idx="10"/>
          </p:nvPr>
        </p:nvSpPr>
        <p:spPr/>
        <p:txBody>
          <a:bodyPr/>
          <a:lstStyle/>
          <a:p>
            <a:fld id="{760B14F5-1D21-F14F-B36B-BCA0A34A15FF}" type="datetimeFigureOut">
              <a:rPr lang="fr-FR" smtClean="0"/>
              <a:t>27/08/2024</a:t>
            </a:fld>
            <a:endParaRPr lang="fr-FR"/>
          </a:p>
        </p:txBody>
      </p:sp>
      <p:sp>
        <p:nvSpPr>
          <p:cNvPr id="5" name="Espace réservé du pied de page 4">
            <a:extLst>
              <a:ext uri="{FF2B5EF4-FFF2-40B4-BE49-F238E27FC236}">
                <a16:creationId xmlns:a16="http://schemas.microsoft.com/office/drawing/2014/main" id="{B151EDF4-8F0D-4644-BC7F-8EDA683F62A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D779F0B-3D1B-234B-8E0E-0005BA6EEB77}"/>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3992137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FD2D733-6537-F246-9DD6-47A2CFFE257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FED1EB9-F8C4-6F42-9293-8EFB0A55D05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078BEE2-EC2A-B14D-8087-8A8A25C4DC17}"/>
              </a:ext>
            </a:extLst>
          </p:cNvPr>
          <p:cNvSpPr>
            <a:spLocks noGrp="1"/>
          </p:cNvSpPr>
          <p:nvPr>
            <p:ph type="dt" sz="half" idx="10"/>
          </p:nvPr>
        </p:nvSpPr>
        <p:spPr/>
        <p:txBody>
          <a:bodyPr/>
          <a:lstStyle/>
          <a:p>
            <a:fld id="{760B14F5-1D21-F14F-B36B-BCA0A34A15FF}" type="datetimeFigureOut">
              <a:rPr lang="fr-FR" smtClean="0"/>
              <a:t>27/08/2024</a:t>
            </a:fld>
            <a:endParaRPr lang="fr-FR"/>
          </a:p>
        </p:txBody>
      </p:sp>
      <p:sp>
        <p:nvSpPr>
          <p:cNvPr id="5" name="Espace réservé du pied de page 4">
            <a:extLst>
              <a:ext uri="{FF2B5EF4-FFF2-40B4-BE49-F238E27FC236}">
                <a16:creationId xmlns:a16="http://schemas.microsoft.com/office/drawing/2014/main" id="{26C088C9-8381-E84F-AEB6-0CE68238AFD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FEFA170-D382-C048-933C-9BCF9266E4E1}"/>
              </a:ext>
            </a:extLst>
          </p:cNvPr>
          <p:cNvSpPr>
            <a:spLocks noGrp="1"/>
          </p:cNvSpPr>
          <p:nvPr>
            <p:ph type="sldNum" sz="quarter" idx="12"/>
          </p:nvPr>
        </p:nvSpPr>
        <p:spPr/>
        <p:txBody>
          <a:bodyPr/>
          <a:lstStyle/>
          <a:p>
            <a:fld id="{075FE8A8-8232-1F4D-846D-4EBDDCE93EEF}" type="slidenum">
              <a:rPr lang="fr-FR" smtClean="0"/>
              <a:t>‹N°›</a:t>
            </a:fld>
            <a:endParaRPr lang="fr-FR"/>
          </a:p>
        </p:txBody>
      </p:sp>
    </p:spTree>
    <p:extLst>
      <p:ext uri="{BB962C8B-B14F-4D97-AF65-F5344CB8AC3E}">
        <p14:creationId xmlns:p14="http://schemas.microsoft.com/office/powerpoint/2010/main" val="1402432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1016B3E-7434-F444-85B1-81A3F66D75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6C2A833-B532-5441-8F6F-770D7BDE7E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9AD43F0-39EC-1047-86D5-82DFE14D54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B14F5-1D21-F14F-B36B-BCA0A34A15FF}" type="datetimeFigureOut">
              <a:rPr lang="fr-FR" smtClean="0"/>
              <a:t>27/08/2024</a:t>
            </a:fld>
            <a:endParaRPr lang="fr-FR"/>
          </a:p>
        </p:txBody>
      </p:sp>
      <p:sp>
        <p:nvSpPr>
          <p:cNvPr id="5" name="Espace réservé du pied de page 4">
            <a:extLst>
              <a:ext uri="{FF2B5EF4-FFF2-40B4-BE49-F238E27FC236}">
                <a16:creationId xmlns:a16="http://schemas.microsoft.com/office/drawing/2014/main" id="{D406F5D3-EF53-A447-B4AC-97397E1C33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8542739-B2AF-EA41-A1C0-C7A7135EE3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5FE8A8-8232-1F4D-846D-4EBDDCE93EEF}" type="slidenum">
              <a:rPr lang="fr-FR" smtClean="0"/>
              <a:t>‹N°›</a:t>
            </a:fld>
            <a:endParaRPr lang="fr-FR"/>
          </a:p>
        </p:txBody>
      </p:sp>
    </p:spTree>
    <p:extLst>
      <p:ext uri="{BB962C8B-B14F-4D97-AF65-F5344CB8AC3E}">
        <p14:creationId xmlns:p14="http://schemas.microsoft.com/office/powerpoint/2010/main" val="978103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www.getpostman.com/" TargetMode="External"/><Relationship Id="rId7" Type="http://schemas.openxmlformats.org/officeDocument/2006/relationships/image" Target="../media/image8.jpg"/><Relationship Id="rId2" Type="http://schemas.openxmlformats.org/officeDocument/2006/relationships/hyperlink" Target="http://www.telerik.com/fiddler" TargetMode="Externa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hyperlink" Target="https://www.insomnia.rest/"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hyperlink" Target="http://netschool.net/Classroom/2" TargetMode="External"/><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hyperlink" Target="http://netschool.net/Classroom?floor=2" TargetMode="Externa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36.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hyperlink" Target="http://netschool.lan/Person/1" TargetMode="External"/><Relationship Id="rId1" Type="http://schemas.openxmlformats.org/officeDocument/2006/relationships/slideLayout" Target="../slideLayouts/slideLayout7.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32" Type="http://schemas.openxmlformats.org/officeDocument/2006/relationships/image" Target="../media/image60.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5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8.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6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F8221A-BD6C-D743-8F79-B5CC237B7B3A}"/>
              </a:ext>
            </a:extLst>
          </p:cNvPr>
          <p:cNvSpPr>
            <a:spLocks noGrp="1"/>
          </p:cNvSpPr>
          <p:nvPr>
            <p:ph type="ctrTitle"/>
          </p:nvPr>
        </p:nvSpPr>
        <p:spPr/>
        <p:txBody>
          <a:bodyPr/>
          <a:lstStyle/>
          <a:p>
            <a:r>
              <a:rPr lang="fr-FR" dirty="0" err="1">
                <a:solidFill>
                  <a:schemeClr val="bg1"/>
                </a:solidFill>
              </a:rPr>
              <a:t>WebAPI</a:t>
            </a:r>
            <a:r>
              <a:rPr lang="fr-FR">
                <a:solidFill>
                  <a:schemeClr val="bg1"/>
                </a:solidFill>
              </a:rPr>
              <a:t> – partie 1</a:t>
            </a:r>
            <a:endParaRPr lang="fr-FR" dirty="0">
              <a:solidFill>
                <a:schemeClr val="bg1"/>
              </a:solidFill>
            </a:endParaRPr>
          </a:p>
        </p:txBody>
      </p:sp>
      <p:sp>
        <p:nvSpPr>
          <p:cNvPr id="6" name="Sous-titre 2">
            <a:extLst>
              <a:ext uri="{FF2B5EF4-FFF2-40B4-BE49-F238E27FC236}">
                <a16:creationId xmlns:a16="http://schemas.microsoft.com/office/drawing/2014/main" id="{76B8DA83-B860-924D-B9FE-FE02FD8A3CE7}"/>
              </a:ext>
            </a:extLst>
          </p:cNvPr>
          <p:cNvSpPr>
            <a:spLocks noGrp="1"/>
          </p:cNvSpPr>
          <p:nvPr>
            <p:ph type="subTitle" idx="1"/>
          </p:nvPr>
        </p:nvSpPr>
        <p:spPr>
          <a:xfrm>
            <a:off x="1524000" y="4225983"/>
            <a:ext cx="9144000" cy="1655762"/>
          </a:xfrm>
        </p:spPr>
        <p:txBody>
          <a:bodyPr/>
          <a:lstStyle/>
          <a:p>
            <a:r>
              <a:rPr lang="fr-FR">
                <a:solidFill>
                  <a:schemeClr val="bg1"/>
                </a:solidFill>
              </a:rPr>
              <a:t>3ASP - C# / ASP.NET</a:t>
            </a:r>
            <a:endParaRPr lang="fr-FR" dirty="0">
              <a:solidFill>
                <a:schemeClr val="bg1"/>
              </a:solidFill>
            </a:endParaRPr>
          </a:p>
        </p:txBody>
      </p:sp>
      <p:pic>
        <p:nvPicPr>
          <p:cNvPr id="5" name="Image 4">
            <a:extLst>
              <a:ext uri="{FF2B5EF4-FFF2-40B4-BE49-F238E27FC236}">
                <a16:creationId xmlns:a16="http://schemas.microsoft.com/office/drawing/2014/main" id="{D5A1A31C-D020-0B43-A654-BC830BBC208E}"/>
              </a:ext>
            </a:extLst>
          </p:cNvPr>
          <p:cNvPicPr>
            <a:picLocks noChangeAspect="1"/>
          </p:cNvPicPr>
          <p:nvPr/>
        </p:nvPicPr>
        <p:blipFill>
          <a:blip r:embed="rId3"/>
          <a:stretch>
            <a:fillRect/>
          </a:stretch>
        </p:blipFill>
        <p:spPr>
          <a:xfrm>
            <a:off x="10753200" y="5454000"/>
            <a:ext cx="1080000" cy="1080000"/>
          </a:xfrm>
          <a:prstGeom prst="rect">
            <a:avLst/>
          </a:prstGeom>
        </p:spPr>
      </p:pic>
    </p:spTree>
    <p:extLst>
      <p:ext uri="{BB962C8B-B14F-4D97-AF65-F5344CB8AC3E}">
        <p14:creationId xmlns:p14="http://schemas.microsoft.com/office/powerpoint/2010/main" val="4086462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2554565"/>
            <a:ext cx="10515600" cy="28512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buAutoNum type="arabicPeriod"/>
            </a:pPr>
            <a:r>
              <a:rPr lang="fr-FR" sz="3600" dirty="0">
                <a:solidFill>
                  <a:schemeClr val="bg1"/>
                </a:solidFill>
              </a:rPr>
              <a:t>HTTP</a:t>
            </a:r>
          </a:p>
          <a:p>
            <a:pPr marL="742950" indent="-742950">
              <a:buAutoNum type="arabicPeriod"/>
            </a:pPr>
            <a:r>
              <a:rPr lang="fr-FR" sz="3600" dirty="0">
                <a:solidFill>
                  <a:schemeClr val="bg1"/>
                </a:solidFill>
              </a:rPr>
              <a:t>REST</a:t>
            </a:r>
          </a:p>
          <a:p>
            <a:pPr marL="742950" indent="-742950">
              <a:buAutoNum type="arabicPeriod"/>
            </a:pPr>
            <a:r>
              <a:rPr lang="fr-FR" sz="3600" dirty="0">
                <a:solidFill>
                  <a:schemeClr val="bg1"/>
                </a:solidFill>
              </a:rPr>
              <a:t>Web API</a:t>
            </a:r>
          </a:p>
          <a:p>
            <a:pPr marL="742950" indent="-742950">
              <a:buAutoNum type="arabicPeriod"/>
            </a:pPr>
            <a:r>
              <a:rPr lang="fr-FR" sz="3600" dirty="0">
                <a:solidFill>
                  <a:schemeClr val="bg1"/>
                </a:solidFill>
              </a:rPr>
              <a:t>Startup</a:t>
            </a:r>
          </a:p>
          <a:p>
            <a:pPr marL="742950" indent="-742950">
              <a:buAutoNum type="arabicPeriod"/>
            </a:pPr>
            <a:r>
              <a:rPr lang="fr-FR" sz="3600" dirty="0">
                <a:solidFill>
                  <a:schemeClr val="bg1"/>
                </a:solidFill>
              </a:rPr>
              <a:t>Contrôleurs</a:t>
            </a:r>
          </a:p>
        </p:txBody>
      </p:sp>
      <p:sp>
        <p:nvSpPr>
          <p:cNvPr id="5" name="Titre 1">
            <a:extLst>
              <a:ext uri="{FF2B5EF4-FFF2-40B4-BE49-F238E27FC236}">
                <a16:creationId xmlns:a16="http://schemas.microsoft.com/office/drawing/2014/main" id="{E19DB8DF-56A9-C146-8CC5-1A72BBF66B41}"/>
              </a:ext>
            </a:extLst>
          </p:cNvPr>
          <p:cNvSpPr txBox="1">
            <a:spLocks/>
          </p:cNvSpPr>
          <p:nvPr/>
        </p:nvSpPr>
        <p:spPr>
          <a:xfrm>
            <a:off x="4994689" y="402196"/>
            <a:ext cx="2189922"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200" i="1" dirty="0">
                <a:solidFill>
                  <a:schemeClr val="bg1"/>
                </a:solidFill>
              </a:rPr>
              <a:t>Sommaire</a:t>
            </a:r>
          </a:p>
        </p:txBody>
      </p:sp>
      <p:pic>
        <p:nvPicPr>
          <p:cNvPr id="6" name="Graphique 5" descr="Menu avec un remplissage uni">
            <a:extLst>
              <a:ext uri="{FF2B5EF4-FFF2-40B4-BE49-F238E27FC236}">
                <a16:creationId xmlns:a16="http://schemas.microsoft.com/office/drawing/2014/main" id="{F3640D13-DDD0-8D47-9978-9A138749BA3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40000" y="5040000"/>
            <a:ext cx="1080000" cy="1080000"/>
          </a:xfrm>
          <a:prstGeom prst="rect">
            <a:avLst/>
          </a:prstGeom>
        </p:spPr>
      </p:pic>
    </p:spTree>
    <p:extLst>
      <p:ext uri="{BB962C8B-B14F-4D97-AF65-F5344CB8AC3E}">
        <p14:creationId xmlns:p14="http://schemas.microsoft.com/office/powerpoint/2010/main" val="1271723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1709738"/>
            <a:ext cx="10515600" cy="2851200"/>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5400" dirty="0"/>
          </a:p>
          <a:p>
            <a:endParaRPr lang="fr-FR" sz="5400" dirty="0"/>
          </a:p>
          <a:p>
            <a:endParaRPr lang="fr-FR" sz="5400" dirty="0"/>
          </a:p>
          <a:p>
            <a:r>
              <a:rPr lang="fr-FR" sz="5400" dirty="0">
                <a:solidFill>
                  <a:schemeClr val="bg1"/>
                </a:solidFill>
              </a:rPr>
              <a:t>1. HTTP</a:t>
            </a:r>
          </a:p>
        </p:txBody>
      </p:sp>
    </p:spTree>
    <p:extLst>
      <p:ext uri="{BB962C8B-B14F-4D97-AF65-F5344CB8AC3E}">
        <p14:creationId xmlns:p14="http://schemas.microsoft.com/office/powerpoint/2010/main" val="1118698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HTTP</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901068"/>
          </a:xfrm>
          <a:prstGeom prst="rect">
            <a:avLst/>
          </a:prstGeom>
          <a:noFill/>
        </p:spPr>
        <p:txBody>
          <a:bodyPr wrap="square" rtlCol="0">
            <a:spAutoFit/>
          </a:bodyPr>
          <a:lstStyle/>
          <a:p>
            <a:endParaRPr lang="fr-FR" sz="2400" dirty="0"/>
          </a:p>
          <a:p>
            <a:pPr marL="342900" indent="-342900">
              <a:buFont typeface="Arial" panose="020B0604020202020204" pitchFamily="34" charset="0"/>
              <a:buChar char="•"/>
            </a:pPr>
            <a:r>
              <a:rPr lang="fr-FR" sz="2800" b="1" dirty="0"/>
              <a:t>H</a:t>
            </a:r>
            <a:r>
              <a:rPr lang="fr-FR" sz="2800" dirty="0"/>
              <a:t>yper</a:t>
            </a:r>
            <a:r>
              <a:rPr lang="fr-FR" sz="2800" b="1" dirty="0"/>
              <a:t>T</a:t>
            </a:r>
            <a:r>
              <a:rPr lang="fr-FR" sz="2800" dirty="0"/>
              <a:t>ext </a:t>
            </a:r>
            <a:r>
              <a:rPr lang="fr-FR" sz="2800" b="1" dirty="0"/>
              <a:t>T</a:t>
            </a:r>
            <a:r>
              <a:rPr lang="fr-FR" sz="2800" dirty="0"/>
              <a:t>ransfer </a:t>
            </a:r>
            <a:r>
              <a:rPr lang="fr-FR" sz="2800" b="1" dirty="0"/>
              <a:t>P</a:t>
            </a:r>
            <a:r>
              <a:rPr lang="fr-FR" sz="2800" dirty="0"/>
              <a:t>rotocol</a:t>
            </a:r>
            <a:endParaRPr lang="fr-FR" sz="2400" dirty="0"/>
          </a:p>
          <a:p>
            <a:pPr marL="240665" indent="-227965">
              <a:lnSpc>
                <a:spcPct val="100000"/>
              </a:lnSpc>
              <a:spcBef>
                <a:spcPts val="3160"/>
              </a:spcBef>
              <a:buClr>
                <a:srgbClr val="3B2E92"/>
              </a:buClr>
              <a:buFont typeface="Arial"/>
              <a:buChar char="•"/>
              <a:tabLst>
                <a:tab pos="240665" algn="l"/>
              </a:tabLst>
            </a:pPr>
            <a:r>
              <a:rPr lang="fr-FR" sz="2400" dirty="0">
                <a:latin typeface="Segoe UI"/>
                <a:cs typeface="Segoe UI"/>
              </a:rPr>
              <a:t>Crée</a:t>
            </a:r>
            <a:r>
              <a:rPr lang="fr-FR" sz="2400" spc="-45" dirty="0">
                <a:latin typeface="Segoe UI"/>
                <a:cs typeface="Segoe UI"/>
              </a:rPr>
              <a:t> </a:t>
            </a:r>
            <a:r>
              <a:rPr lang="fr-FR" sz="2400" dirty="0">
                <a:latin typeface="Segoe UI"/>
                <a:cs typeface="Segoe UI"/>
              </a:rPr>
              <a:t>par</a:t>
            </a:r>
            <a:r>
              <a:rPr lang="fr-FR" sz="2400" spc="-30" dirty="0">
                <a:latin typeface="Segoe UI"/>
                <a:cs typeface="Segoe UI"/>
              </a:rPr>
              <a:t> </a:t>
            </a:r>
            <a:r>
              <a:rPr lang="fr-FR" sz="2400" dirty="0">
                <a:latin typeface="Segoe UI"/>
                <a:cs typeface="Segoe UI"/>
              </a:rPr>
              <a:t>Tim</a:t>
            </a:r>
            <a:r>
              <a:rPr lang="fr-FR" sz="2400" spc="-30" dirty="0">
                <a:latin typeface="Segoe UI"/>
                <a:cs typeface="Segoe UI"/>
              </a:rPr>
              <a:t> </a:t>
            </a:r>
            <a:r>
              <a:rPr lang="fr-FR" sz="2400" spc="-10" dirty="0">
                <a:latin typeface="Segoe UI"/>
                <a:cs typeface="Segoe UI"/>
              </a:rPr>
              <a:t>Berners-</a:t>
            </a:r>
            <a:r>
              <a:rPr lang="fr-FR" sz="2400" spc="-25" dirty="0">
                <a:latin typeface="Segoe UI"/>
                <a:cs typeface="Segoe UI"/>
              </a:rPr>
              <a:t>Lee</a:t>
            </a:r>
            <a:endParaRPr lang="fr-FR" sz="2400" dirty="0">
              <a:latin typeface="Segoe UI"/>
              <a:cs typeface="Segoe UI"/>
            </a:endParaRPr>
          </a:p>
          <a:p>
            <a:pPr marL="698500" lvl="1" indent="-228600">
              <a:lnSpc>
                <a:spcPct val="100000"/>
              </a:lnSpc>
              <a:spcBef>
                <a:spcPts val="505"/>
              </a:spcBef>
              <a:buClr>
                <a:srgbClr val="3B2E92"/>
              </a:buClr>
              <a:buFont typeface="Arial"/>
              <a:buChar char="•"/>
              <a:tabLst>
                <a:tab pos="698500" algn="l"/>
              </a:tabLst>
            </a:pPr>
            <a:r>
              <a:rPr lang="fr-FR" sz="2000" dirty="0">
                <a:latin typeface="Segoe UI"/>
                <a:cs typeface="Segoe UI"/>
              </a:rPr>
              <a:t>connu</a:t>
            </a:r>
            <a:r>
              <a:rPr lang="fr-FR" sz="2000" spc="-35" dirty="0">
                <a:latin typeface="Segoe UI"/>
                <a:cs typeface="Segoe UI"/>
              </a:rPr>
              <a:t> </a:t>
            </a:r>
            <a:r>
              <a:rPr lang="fr-FR" sz="2000" dirty="0">
                <a:latin typeface="Segoe UI"/>
                <a:cs typeface="Segoe UI"/>
              </a:rPr>
              <a:t>pour</a:t>
            </a:r>
            <a:r>
              <a:rPr lang="fr-FR" sz="2000" spc="-35" dirty="0">
                <a:latin typeface="Segoe UI"/>
                <a:cs typeface="Segoe UI"/>
              </a:rPr>
              <a:t> </a:t>
            </a:r>
            <a:r>
              <a:rPr lang="fr-FR" sz="2000" dirty="0">
                <a:latin typeface="Segoe UI"/>
                <a:cs typeface="Segoe UI"/>
              </a:rPr>
              <a:t>le</a:t>
            </a:r>
            <a:r>
              <a:rPr lang="fr-FR" sz="2000" spc="-30" dirty="0">
                <a:latin typeface="Segoe UI"/>
                <a:cs typeface="Segoe UI"/>
              </a:rPr>
              <a:t> </a:t>
            </a:r>
            <a:r>
              <a:rPr lang="fr-FR" sz="2000" spc="-25" dirty="0">
                <a:latin typeface="Segoe UI"/>
                <a:cs typeface="Segoe UI"/>
              </a:rPr>
              <a:t>W3C</a:t>
            </a:r>
            <a:endParaRPr lang="fr-FR" sz="2000" dirty="0">
              <a:latin typeface="Segoe UI"/>
              <a:cs typeface="Segoe UI"/>
            </a:endParaRPr>
          </a:p>
          <a:p>
            <a:pPr lvl="1">
              <a:lnSpc>
                <a:spcPct val="100000"/>
              </a:lnSpc>
              <a:spcBef>
                <a:spcPts val="495"/>
              </a:spcBef>
              <a:buClr>
                <a:srgbClr val="3B2E92"/>
              </a:buClr>
              <a:buFont typeface="Arial"/>
              <a:buChar char="•"/>
            </a:pPr>
            <a:endParaRPr lang="fr-FR" sz="2000" dirty="0">
              <a:latin typeface="Segoe UI"/>
              <a:cs typeface="Segoe UI"/>
            </a:endParaRPr>
          </a:p>
          <a:p>
            <a:pPr marL="240665" indent="-227965">
              <a:lnSpc>
                <a:spcPct val="100000"/>
              </a:lnSpc>
              <a:buClr>
                <a:srgbClr val="3B2E92"/>
              </a:buClr>
              <a:buFont typeface="Arial"/>
              <a:buChar char="•"/>
              <a:tabLst>
                <a:tab pos="240665" algn="l"/>
              </a:tabLst>
            </a:pPr>
            <a:r>
              <a:rPr lang="fr-FR" sz="2400" dirty="0">
                <a:latin typeface="Segoe UI"/>
                <a:cs typeface="Segoe UI"/>
              </a:rPr>
              <a:t>Protocole</a:t>
            </a:r>
            <a:r>
              <a:rPr lang="fr-FR" sz="2400" spc="-35" dirty="0">
                <a:latin typeface="Segoe UI"/>
                <a:cs typeface="Segoe UI"/>
              </a:rPr>
              <a:t> </a:t>
            </a:r>
            <a:r>
              <a:rPr lang="fr-FR" sz="2400" dirty="0">
                <a:latin typeface="Segoe UI"/>
                <a:cs typeface="Segoe UI"/>
              </a:rPr>
              <a:t>de</a:t>
            </a:r>
            <a:r>
              <a:rPr lang="fr-FR" sz="2400" spc="-85" dirty="0">
                <a:latin typeface="Segoe UI"/>
                <a:cs typeface="Segoe UI"/>
              </a:rPr>
              <a:t> </a:t>
            </a:r>
            <a:r>
              <a:rPr lang="fr-FR" sz="2400" dirty="0">
                <a:latin typeface="Segoe UI"/>
                <a:cs typeface="Segoe UI"/>
              </a:rPr>
              <a:t>communication</a:t>
            </a:r>
            <a:r>
              <a:rPr lang="fr-FR" sz="2400" spc="-25" dirty="0">
                <a:latin typeface="Segoe UI"/>
                <a:cs typeface="Segoe UI"/>
              </a:rPr>
              <a:t> </a:t>
            </a:r>
            <a:r>
              <a:rPr lang="fr-FR" sz="2400" dirty="0">
                <a:latin typeface="Segoe UI"/>
                <a:cs typeface="Segoe UI"/>
              </a:rPr>
              <a:t>développé</a:t>
            </a:r>
            <a:r>
              <a:rPr lang="fr-FR" sz="2400" spc="-90" dirty="0">
                <a:latin typeface="Segoe UI"/>
                <a:cs typeface="Segoe UI"/>
              </a:rPr>
              <a:t> </a:t>
            </a:r>
            <a:r>
              <a:rPr lang="fr-FR" sz="2400" dirty="0">
                <a:latin typeface="Segoe UI"/>
                <a:cs typeface="Segoe UI"/>
              </a:rPr>
              <a:t>pour</a:t>
            </a:r>
            <a:r>
              <a:rPr lang="fr-FR" sz="2400" spc="-65" dirty="0">
                <a:latin typeface="Segoe UI"/>
                <a:cs typeface="Segoe UI"/>
              </a:rPr>
              <a:t> </a:t>
            </a:r>
            <a:r>
              <a:rPr lang="fr-FR" sz="2400" dirty="0">
                <a:latin typeface="Segoe UI"/>
                <a:cs typeface="Segoe UI"/>
              </a:rPr>
              <a:t>le</a:t>
            </a:r>
            <a:r>
              <a:rPr lang="fr-FR" sz="2400" spc="-70" dirty="0">
                <a:latin typeface="Segoe UI"/>
                <a:cs typeface="Segoe UI"/>
              </a:rPr>
              <a:t> </a:t>
            </a:r>
            <a:r>
              <a:rPr lang="fr-FR" sz="2400" spc="-25" dirty="0">
                <a:latin typeface="Segoe UI"/>
                <a:cs typeface="Segoe UI"/>
              </a:rPr>
              <a:t>Web</a:t>
            </a:r>
            <a:endParaRPr lang="fr-FR" sz="2400" dirty="0">
              <a:latin typeface="Segoe UI"/>
              <a:cs typeface="Segoe UI"/>
            </a:endParaRPr>
          </a:p>
          <a:p>
            <a:pPr marL="698500" lvl="1" indent="-228600">
              <a:lnSpc>
                <a:spcPct val="100000"/>
              </a:lnSpc>
              <a:spcBef>
                <a:spcPts val="505"/>
              </a:spcBef>
              <a:buClr>
                <a:srgbClr val="3B2E92"/>
              </a:buClr>
              <a:buFont typeface="Arial"/>
              <a:buChar char="•"/>
              <a:tabLst>
                <a:tab pos="698500" algn="l"/>
              </a:tabLst>
            </a:pPr>
            <a:r>
              <a:rPr lang="fr-FR" sz="2000" dirty="0">
                <a:latin typeface="Segoe UI"/>
                <a:cs typeface="Segoe UI"/>
              </a:rPr>
              <a:t>Largement</a:t>
            </a:r>
            <a:r>
              <a:rPr lang="fr-FR" sz="2000" spc="-105" dirty="0">
                <a:latin typeface="Segoe UI"/>
                <a:cs typeface="Segoe UI"/>
              </a:rPr>
              <a:t> </a:t>
            </a:r>
            <a:r>
              <a:rPr lang="fr-FR" sz="2000" spc="-10" dirty="0">
                <a:latin typeface="Segoe UI"/>
                <a:cs typeface="Segoe UI"/>
              </a:rPr>
              <a:t>supporté</a:t>
            </a:r>
            <a:endParaRPr lang="fr-FR" sz="2000" dirty="0">
              <a:latin typeface="Segoe UI"/>
              <a:cs typeface="Segoe UI"/>
            </a:endParaRPr>
          </a:p>
          <a:p>
            <a:pPr marL="698500" lvl="1" indent="-228600">
              <a:lnSpc>
                <a:spcPct val="100000"/>
              </a:lnSpc>
              <a:spcBef>
                <a:spcPts val="505"/>
              </a:spcBef>
              <a:buClr>
                <a:srgbClr val="3B2E92"/>
              </a:buClr>
              <a:buFont typeface="Arial"/>
              <a:buChar char="•"/>
              <a:tabLst>
                <a:tab pos="698500" algn="l"/>
              </a:tabLst>
            </a:pPr>
            <a:r>
              <a:rPr lang="fr-FR" sz="2000" spc="-10" dirty="0">
                <a:latin typeface="Segoe UI"/>
                <a:cs typeface="Segoe UI"/>
              </a:rPr>
              <a:t>Simple</a:t>
            </a:r>
            <a:endParaRPr lang="fr-FR" sz="2000" dirty="0">
              <a:latin typeface="Segoe UI"/>
              <a:cs typeface="Segoe UI"/>
            </a:endParaRPr>
          </a:p>
          <a:p>
            <a:pPr marL="698500" lvl="1" indent="-228600">
              <a:lnSpc>
                <a:spcPct val="100000"/>
              </a:lnSpc>
              <a:spcBef>
                <a:spcPts val="505"/>
              </a:spcBef>
              <a:buClr>
                <a:srgbClr val="3B2E92"/>
              </a:buClr>
              <a:buFont typeface="Arial"/>
              <a:buChar char="•"/>
              <a:tabLst>
                <a:tab pos="698500" algn="l"/>
              </a:tabLst>
            </a:pPr>
            <a:r>
              <a:rPr lang="fr-FR" sz="2000" spc="-10" dirty="0">
                <a:latin typeface="Segoe UI"/>
                <a:cs typeface="Segoe UI"/>
              </a:rPr>
              <a:t>Scalable</a:t>
            </a:r>
            <a:endParaRPr lang="fr-FR" sz="2400" dirty="0"/>
          </a:p>
        </p:txBody>
      </p:sp>
    </p:spTree>
    <p:extLst>
      <p:ext uri="{BB962C8B-B14F-4D97-AF65-F5344CB8AC3E}">
        <p14:creationId xmlns:p14="http://schemas.microsoft.com/office/powerpoint/2010/main" val="760696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HTTP</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154984"/>
          </a:xfrm>
          <a:prstGeom prst="rect">
            <a:avLst/>
          </a:prstGeom>
          <a:noFill/>
        </p:spPr>
        <p:txBody>
          <a:bodyPr wrap="square" rtlCol="0">
            <a:spAutoFit/>
          </a:bodyPr>
          <a:lstStyle/>
          <a:p>
            <a:endParaRPr lang="fr-FR" sz="2400" dirty="0"/>
          </a:p>
          <a:p>
            <a:pPr marL="342900" indent="-342900">
              <a:buFont typeface="Arial" panose="020B0604020202020204" pitchFamily="34" charset="0"/>
              <a:buChar char="•"/>
            </a:pPr>
            <a:r>
              <a:rPr lang="fr-FR" sz="2400" dirty="0"/>
              <a:t>TCP</a:t>
            </a:r>
          </a:p>
          <a:p>
            <a:pPr marL="800100" lvl="1" indent="-342900">
              <a:buFont typeface="Arial" panose="020B0604020202020204" pitchFamily="34" charset="0"/>
              <a:buChar char="•"/>
            </a:pPr>
            <a:r>
              <a:rPr lang="fr-FR" sz="2400" dirty="0"/>
              <a:t>HTTP/1</a:t>
            </a:r>
          </a:p>
          <a:p>
            <a:pPr marL="800100" lvl="1" indent="-342900">
              <a:buFont typeface="Arial" panose="020B0604020202020204" pitchFamily="34" charset="0"/>
              <a:buChar char="•"/>
            </a:pPr>
            <a:r>
              <a:rPr lang="fr-FR" sz="2400" dirty="0"/>
              <a:t>HTTP/2</a:t>
            </a:r>
          </a:p>
          <a:p>
            <a:pPr marL="800100" lvl="1"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QUIC</a:t>
            </a:r>
          </a:p>
          <a:p>
            <a:pPr marL="800100" lvl="1" indent="-342900">
              <a:buFont typeface="Arial" panose="020B0604020202020204" pitchFamily="34" charset="0"/>
              <a:buChar char="•"/>
            </a:pPr>
            <a:r>
              <a:rPr lang="fr-FR" sz="2400" dirty="0"/>
              <a:t>HTTP/3</a:t>
            </a:r>
          </a:p>
          <a:p>
            <a:pPr marL="800100" lvl="1" indent="-342900">
              <a:buFont typeface="Arial" panose="020B0604020202020204" pitchFamily="34" charset="0"/>
              <a:buChar char="•"/>
            </a:pPr>
            <a:endParaRPr lang="fr-FR" sz="2400" dirty="0"/>
          </a:p>
          <a:p>
            <a:pPr marL="800100" lvl="1"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dirty="0"/>
              <a:t>HTTP port 80</a:t>
            </a:r>
          </a:p>
          <a:p>
            <a:pPr marL="342900" indent="-342900">
              <a:buFont typeface="Arial" panose="020B0604020202020204" pitchFamily="34" charset="0"/>
              <a:buChar char="•"/>
            </a:pPr>
            <a:r>
              <a:rPr lang="fr-FR" sz="2400" dirty="0"/>
              <a:t>HTTPS port 443</a:t>
            </a:r>
          </a:p>
        </p:txBody>
      </p:sp>
    </p:spTree>
    <p:extLst>
      <p:ext uri="{BB962C8B-B14F-4D97-AF65-F5344CB8AC3E}">
        <p14:creationId xmlns:p14="http://schemas.microsoft.com/office/powerpoint/2010/main" val="2094336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HTTP</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888244"/>
          </a:xfrm>
          <a:prstGeom prst="rect">
            <a:avLst/>
          </a:prstGeom>
          <a:noFill/>
        </p:spPr>
        <p:txBody>
          <a:bodyPr wrap="square" rtlCol="0">
            <a:spAutoFit/>
          </a:bodyPr>
          <a:lstStyle/>
          <a:p>
            <a:pPr marL="240665" indent="-227965">
              <a:lnSpc>
                <a:spcPct val="100000"/>
              </a:lnSpc>
              <a:spcBef>
                <a:spcPts val="705"/>
              </a:spcBef>
              <a:buClr>
                <a:srgbClr val="3B2E92"/>
              </a:buClr>
              <a:buFont typeface="Arial"/>
              <a:buChar char="•"/>
              <a:tabLst>
                <a:tab pos="240665" algn="l"/>
              </a:tabLst>
            </a:pPr>
            <a:endParaRPr lang="fr-FR" sz="2400" dirty="0">
              <a:latin typeface="Segoe UI"/>
              <a:cs typeface="Segoe UI"/>
            </a:endParaRPr>
          </a:p>
          <a:p>
            <a:pPr marL="240665" indent="-227965">
              <a:lnSpc>
                <a:spcPct val="100000"/>
              </a:lnSpc>
              <a:spcBef>
                <a:spcPts val="705"/>
              </a:spcBef>
              <a:buClr>
                <a:srgbClr val="3B2E92"/>
              </a:buClr>
              <a:buFont typeface="Arial"/>
              <a:buChar char="•"/>
              <a:tabLst>
                <a:tab pos="240665" algn="l"/>
              </a:tabLst>
            </a:pPr>
            <a:r>
              <a:rPr lang="fr-FR" sz="2400" dirty="0">
                <a:latin typeface="Segoe UI"/>
                <a:cs typeface="Segoe UI"/>
              </a:rPr>
              <a:t>Principe</a:t>
            </a:r>
            <a:r>
              <a:rPr lang="fr-FR" sz="2400" spc="5" dirty="0">
                <a:latin typeface="Segoe UI"/>
                <a:cs typeface="Segoe UI"/>
              </a:rPr>
              <a:t> </a:t>
            </a:r>
            <a:r>
              <a:rPr lang="fr-FR" sz="2400" dirty="0">
                <a:latin typeface="Segoe UI"/>
                <a:cs typeface="Segoe UI"/>
              </a:rPr>
              <a:t>simple</a:t>
            </a:r>
            <a:r>
              <a:rPr lang="fr-FR" sz="2400" spc="-35" dirty="0">
                <a:latin typeface="Segoe UI"/>
                <a:cs typeface="Segoe UI"/>
              </a:rPr>
              <a:t> </a:t>
            </a:r>
            <a:r>
              <a:rPr lang="fr-FR" sz="2400" dirty="0">
                <a:latin typeface="Segoe UI"/>
                <a:cs typeface="Segoe UI"/>
              </a:rPr>
              <a:t>de</a:t>
            </a:r>
            <a:r>
              <a:rPr lang="fr-FR" sz="2400" spc="-35" dirty="0">
                <a:latin typeface="Segoe UI"/>
                <a:cs typeface="Segoe UI"/>
              </a:rPr>
              <a:t> </a:t>
            </a:r>
            <a:r>
              <a:rPr lang="fr-FR" sz="2400" dirty="0">
                <a:latin typeface="Segoe UI"/>
                <a:cs typeface="Segoe UI"/>
              </a:rPr>
              <a:t>requête</a:t>
            </a:r>
            <a:r>
              <a:rPr lang="fr-FR" sz="2400" spc="-55" dirty="0">
                <a:latin typeface="Segoe UI"/>
                <a:cs typeface="Segoe UI"/>
              </a:rPr>
              <a:t> </a:t>
            </a:r>
            <a:r>
              <a:rPr lang="fr-FR" sz="2400" dirty="0">
                <a:latin typeface="Segoe UI"/>
                <a:cs typeface="Segoe UI"/>
              </a:rPr>
              <a:t>/</a:t>
            </a:r>
            <a:r>
              <a:rPr lang="fr-FR" sz="2400" spc="-30" dirty="0">
                <a:latin typeface="Segoe UI"/>
                <a:cs typeface="Segoe UI"/>
              </a:rPr>
              <a:t> </a:t>
            </a:r>
            <a:r>
              <a:rPr lang="fr-FR" sz="2400" spc="-10" dirty="0">
                <a:latin typeface="Segoe UI"/>
                <a:cs typeface="Segoe UI"/>
              </a:rPr>
              <a:t>réponse</a:t>
            </a:r>
            <a:endParaRPr lang="fr-FR" sz="2400" dirty="0">
              <a:latin typeface="Segoe UI"/>
              <a:cs typeface="Segoe UI"/>
            </a:endParaRPr>
          </a:p>
          <a:p>
            <a:pPr marL="698500" lvl="1" indent="-228600">
              <a:lnSpc>
                <a:spcPct val="100000"/>
              </a:lnSpc>
              <a:spcBef>
                <a:spcPts val="509"/>
              </a:spcBef>
              <a:buClr>
                <a:srgbClr val="3B2E92"/>
              </a:buClr>
              <a:buFont typeface="Arial"/>
              <a:buChar char="•"/>
              <a:tabLst>
                <a:tab pos="698500" algn="l"/>
              </a:tabLst>
            </a:pPr>
            <a:r>
              <a:rPr lang="fr-FR" sz="2000" dirty="0">
                <a:latin typeface="Segoe UI"/>
                <a:cs typeface="Segoe UI"/>
              </a:rPr>
              <a:t>Client</a:t>
            </a:r>
            <a:r>
              <a:rPr lang="fr-FR" sz="2000" spc="-10" dirty="0">
                <a:latin typeface="Segoe UI"/>
                <a:cs typeface="Segoe UI"/>
              </a:rPr>
              <a:t> </a:t>
            </a:r>
            <a:r>
              <a:rPr lang="fr-FR" sz="2000" dirty="0">
                <a:latin typeface="Segoe UI"/>
                <a:cs typeface="Segoe UI"/>
              </a:rPr>
              <a:t>:</a:t>
            </a:r>
            <a:r>
              <a:rPr lang="fr-FR" sz="2000" spc="-20" dirty="0">
                <a:latin typeface="Segoe UI"/>
                <a:cs typeface="Segoe UI"/>
              </a:rPr>
              <a:t> </a:t>
            </a:r>
            <a:r>
              <a:rPr lang="fr-FR" sz="2000" spc="-10" dirty="0">
                <a:latin typeface="Segoe UI"/>
                <a:cs typeface="Segoe UI"/>
              </a:rPr>
              <a:t>navigateur/application</a:t>
            </a:r>
            <a:endParaRPr lang="fr-FR" sz="2000" dirty="0">
              <a:latin typeface="Segoe UI"/>
              <a:cs typeface="Segoe UI"/>
            </a:endParaRPr>
          </a:p>
          <a:p>
            <a:pPr marL="698500" lvl="1" indent="-228600">
              <a:lnSpc>
                <a:spcPct val="100000"/>
              </a:lnSpc>
              <a:spcBef>
                <a:spcPts val="505"/>
              </a:spcBef>
              <a:buClr>
                <a:srgbClr val="3B2E92"/>
              </a:buClr>
              <a:buFont typeface="Arial"/>
              <a:buChar char="•"/>
              <a:tabLst>
                <a:tab pos="698500" algn="l"/>
              </a:tabLst>
            </a:pPr>
            <a:r>
              <a:rPr lang="fr-FR" sz="2000" dirty="0">
                <a:latin typeface="Segoe UI"/>
                <a:cs typeface="Segoe UI"/>
              </a:rPr>
              <a:t>Serveur</a:t>
            </a:r>
            <a:r>
              <a:rPr lang="fr-FR" sz="2000" spc="5" dirty="0">
                <a:latin typeface="Segoe UI"/>
                <a:cs typeface="Segoe UI"/>
              </a:rPr>
              <a:t> </a:t>
            </a:r>
            <a:r>
              <a:rPr lang="fr-FR" sz="2000" dirty="0">
                <a:latin typeface="Segoe UI"/>
                <a:cs typeface="Segoe UI"/>
              </a:rPr>
              <a:t>:</a:t>
            </a:r>
            <a:r>
              <a:rPr lang="fr-FR" sz="2000" spc="-10" dirty="0">
                <a:latin typeface="Segoe UI"/>
                <a:cs typeface="Segoe UI"/>
              </a:rPr>
              <a:t> </a:t>
            </a:r>
            <a:r>
              <a:rPr lang="fr-FR" sz="2000" dirty="0">
                <a:latin typeface="Segoe UI"/>
                <a:cs typeface="Segoe UI"/>
              </a:rPr>
              <a:t>site</a:t>
            </a:r>
            <a:r>
              <a:rPr lang="fr-FR" sz="2000" spc="-5" dirty="0">
                <a:latin typeface="Segoe UI"/>
                <a:cs typeface="Segoe UI"/>
              </a:rPr>
              <a:t> </a:t>
            </a:r>
            <a:r>
              <a:rPr lang="fr-FR" sz="2000" dirty="0">
                <a:latin typeface="Segoe UI"/>
                <a:cs typeface="Segoe UI"/>
              </a:rPr>
              <a:t>web/service</a:t>
            </a:r>
            <a:r>
              <a:rPr lang="fr-FR" sz="2000" spc="-5" dirty="0">
                <a:latin typeface="Segoe UI"/>
                <a:cs typeface="Segoe UI"/>
              </a:rPr>
              <a:t> </a:t>
            </a:r>
            <a:r>
              <a:rPr lang="fr-FR" sz="2000" spc="-25" dirty="0">
                <a:latin typeface="Segoe UI"/>
                <a:cs typeface="Segoe UI"/>
              </a:rPr>
              <a:t>web</a:t>
            </a:r>
            <a:endParaRPr lang="fr-FR" sz="2000" dirty="0">
              <a:latin typeface="Segoe UI"/>
              <a:cs typeface="Segoe UI"/>
            </a:endParaRPr>
          </a:p>
          <a:p>
            <a:pPr lvl="1">
              <a:lnSpc>
                <a:spcPct val="100000"/>
              </a:lnSpc>
              <a:spcBef>
                <a:spcPts val="480"/>
              </a:spcBef>
              <a:buClr>
                <a:srgbClr val="3B2E92"/>
              </a:buClr>
              <a:buFont typeface="Arial"/>
              <a:buChar char="•"/>
            </a:pPr>
            <a:endParaRPr lang="fr-FR" sz="2000" dirty="0">
              <a:latin typeface="Segoe UI"/>
              <a:cs typeface="Segoe UI"/>
            </a:endParaRPr>
          </a:p>
          <a:p>
            <a:pPr marL="240665" indent="-227965">
              <a:lnSpc>
                <a:spcPct val="100000"/>
              </a:lnSpc>
              <a:buClr>
                <a:srgbClr val="3B2E92"/>
              </a:buClr>
              <a:buFont typeface="Arial"/>
              <a:buChar char="•"/>
              <a:tabLst>
                <a:tab pos="240665" algn="l"/>
              </a:tabLst>
            </a:pPr>
            <a:r>
              <a:rPr lang="fr-FR" sz="2400" dirty="0">
                <a:latin typeface="Segoe UI"/>
                <a:cs typeface="Segoe UI"/>
              </a:rPr>
              <a:t>Basé</a:t>
            </a:r>
            <a:r>
              <a:rPr lang="fr-FR" sz="2400" spc="-35" dirty="0">
                <a:latin typeface="Segoe UI"/>
                <a:cs typeface="Segoe UI"/>
              </a:rPr>
              <a:t> </a:t>
            </a:r>
            <a:r>
              <a:rPr lang="fr-FR" sz="2400" dirty="0">
                <a:latin typeface="Segoe UI"/>
                <a:cs typeface="Segoe UI"/>
              </a:rPr>
              <a:t>sur</a:t>
            </a:r>
            <a:r>
              <a:rPr lang="fr-FR" sz="2400" spc="-5" dirty="0">
                <a:latin typeface="Segoe UI"/>
                <a:cs typeface="Segoe UI"/>
              </a:rPr>
              <a:t> </a:t>
            </a:r>
            <a:r>
              <a:rPr lang="fr-FR" sz="2400" dirty="0">
                <a:latin typeface="Segoe UI"/>
                <a:cs typeface="Segoe UI"/>
              </a:rPr>
              <a:t>une</a:t>
            </a:r>
            <a:r>
              <a:rPr lang="fr-FR" sz="2400" spc="5" dirty="0">
                <a:latin typeface="Segoe UI"/>
                <a:cs typeface="Segoe UI"/>
              </a:rPr>
              <a:t> </a:t>
            </a:r>
            <a:r>
              <a:rPr lang="fr-FR" sz="2400" dirty="0">
                <a:latin typeface="Segoe UI"/>
                <a:cs typeface="Segoe UI"/>
              </a:rPr>
              <a:t>logique</a:t>
            </a:r>
            <a:r>
              <a:rPr lang="fr-FR" sz="2400" spc="15" dirty="0">
                <a:latin typeface="Segoe UI"/>
                <a:cs typeface="Segoe UI"/>
              </a:rPr>
              <a:t> </a:t>
            </a:r>
            <a:r>
              <a:rPr lang="fr-FR" sz="2400" dirty="0">
                <a:latin typeface="Segoe UI"/>
                <a:cs typeface="Segoe UI"/>
              </a:rPr>
              <a:t>de</a:t>
            </a:r>
            <a:r>
              <a:rPr lang="fr-FR" sz="2400" spc="-5" dirty="0">
                <a:latin typeface="Segoe UI"/>
                <a:cs typeface="Segoe UI"/>
              </a:rPr>
              <a:t> </a:t>
            </a:r>
            <a:r>
              <a:rPr lang="fr-FR" sz="2400" spc="-10" dirty="0">
                <a:solidFill>
                  <a:srgbClr val="FF0000"/>
                </a:solidFill>
                <a:latin typeface="Segoe UI"/>
                <a:cs typeface="Segoe UI"/>
              </a:rPr>
              <a:t>ressources</a:t>
            </a:r>
            <a:endParaRPr lang="fr-FR" sz="2400" dirty="0">
              <a:latin typeface="Segoe UI"/>
              <a:cs typeface="Segoe UI"/>
            </a:endParaRPr>
          </a:p>
          <a:p>
            <a:pPr marL="698500" lvl="1" indent="-228600">
              <a:lnSpc>
                <a:spcPct val="100000"/>
              </a:lnSpc>
              <a:spcBef>
                <a:spcPts val="525"/>
              </a:spcBef>
              <a:buClr>
                <a:srgbClr val="3B2E92"/>
              </a:buClr>
              <a:buFont typeface="Arial"/>
              <a:buChar char="•"/>
              <a:tabLst>
                <a:tab pos="698500" algn="l"/>
              </a:tabLst>
            </a:pPr>
            <a:r>
              <a:rPr lang="fr-FR" sz="2000" dirty="0">
                <a:latin typeface="Segoe UI"/>
                <a:cs typeface="Segoe UI"/>
              </a:rPr>
              <a:t>À</a:t>
            </a:r>
            <a:r>
              <a:rPr lang="fr-FR" sz="2000" spc="-60" dirty="0">
                <a:latin typeface="Segoe UI"/>
                <a:cs typeface="Segoe UI"/>
              </a:rPr>
              <a:t> </a:t>
            </a:r>
            <a:r>
              <a:rPr lang="fr-FR" sz="2000" dirty="0">
                <a:latin typeface="Segoe UI"/>
                <a:cs typeface="Segoe UI"/>
              </a:rPr>
              <a:t>l’inverse</a:t>
            </a:r>
            <a:r>
              <a:rPr lang="fr-FR" sz="2000" spc="-25" dirty="0">
                <a:latin typeface="Segoe UI"/>
                <a:cs typeface="Segoe UI"/>
              </a:rPr>
              <a:t> </a:t>
            </a:r>
            <a:r>
              <a:rPr lang="fr-FR" sz="2000" dirty="0">
                <a:latin typeface="Segoe UI"/>
                <a:cs typeface="Segoe UI"/>
              </a:rPr>
              <a:t>du</a:t>
            </a:r>
            <a:r>
              <a:rPr lang="fr-FR" sz="2000" spc="-50" dirty="0">
                <a:latin typeface="Segoe UI"/>
                <a:cs typeface="Segoe UI"/>
              </a:rPr>
              <a:t> </a:t>
            </a:r>
            <a:r>
              <a:rPr lang="fr-FR" sz="2000" dirty="0" err="1">
                <a:latin typeface="Segoe UI"/>
                <a:cs typeface="Segoe UI"/>
              </a:rPr>
              <a:t>Remote</a:t>
            </a:r>
            <a:r>
              <a:rPr lang="fr-FR" sz="2000" spc="-75" dirty="0">
                <a:latin typeface="Segoe UI"/>
                <a:cs typeface="Segoe UI"/>
              </a:rPr>
              <a:t> </a:t>
            </a:r>
            <a:r>
              <a:rPr lang="fr-FR" sz="2000" dirty="0" err="1">
                <a:latin typeface="Segoe UI"/>
                <a:cs typeface="Segoe UI"/>
              </a:rPr>
              <a:t>Procedures</a:t>
            </a:r>
            <a:r>
              <a:rPr lang="fr-FR" sz="2000" spc="-45" dirty="0">
                <a:latin typeface="Segoe UI"/>
                <a:cs typeface="Segoe UI"/>
              </a:rPr>
              <a:t> </a:t>
            </a:r>
            <a:r>
              <a:rPr lang="fr-FR" sz="2000" dirty="0">
                <a:latin typeface="Segoe UI"/>
                <a:cs typeface="Segoe UI"/>
              </a:rPr>
              <a:t>Call</a:t>
            </a:r>
            <a:r>
              <a:rPr lang="fr-FR" sz="2000" spc="-55" dirty="0">
                <a:latin typeface="Segoe UI"/>
                <a:cs typeface="Segoe UI"/>
              </a:rPr>
              <a:t> </a:t>
            </a:r>
            <a:r>
              <a:rPr lang="fr-FR" sz="2000" spc="-10" dirty="0">
                <a:latin typeface="Segoe UI"/>
                <a:cs typeface="Segoe UI"/>
              </a:rPr>
              <a:t>(RPC)</a:t>
            </a:r>
            <a:endParaRPr lang="fr-FR" sz="2000" dirty="0">
              <a:latin typeface="Segoe UI"/>
              <a:cs typeface="Segoe UI"/>
            </a:endParaRPr>
          </a:p>
          <a:p>
            <a:pPr lvl="1">
              <a:lnSpc>
                <a:spcPct val="100000"/>
              </a:lnSpc>
              <a:spcBef>
                <a:spcPts val="475"/>
              </a:spcBef>
              <a:buClr>
                <a:srgbClr val="3B2E92"/>
              </a:buClr>
              <a:buFont typeface="Arial"/>
              <a:buChar char="•"/>
            </a:pPr>
            <a:endParaRPr lang="fr-FR" sz="2000" dirty="0">
              <a:latin typeface="Segoe UI"/>
              <a:cs typeface="Segoe UI"/>
            </a:endParaRPr>
          </a:p>
          <a:p>
            <a:pPr marL="240665" indent="-227965">
              <a:lnSpc>
                <a:spcPct val="100000"/>
              </a:lnSpc>
              <a:buClr>
                <a:srgbClr val="3B2E92"/>
              </a:buClr>
              <a:buFont typeface="Arial"/>
              <a:buChar char="•"/>
              <a:tabLst>
                <a:tab pos="240665" algn="l"/>
              </a:tabLst>
            </a:pPr>
            <a:r>
              <a:rPr lang="fr-FR" sz="2400" dirty="0">
                <a:solidFill>
                  <a:srgbClr val="FF0000"/>
                </a:solidFill>
                <a:latin typeface="Segoe UI"/>
                <a:cs typeface="Segoe UI"/>
              </a:rPr>
              <a:t>Sans</a:t>
            </a:r>
            <a:r>
              <a:rPr lang="fr-FR" sz="2400" spc="-55" dirty="0">
                <a:solidFill>
                  <a:srgbClr val="FF0000"/>
                </a:solidFill>
                <a:latin typeface="Segoe UI"/>
                <a:cs typeface="Segoe UI"/>
              </a:rPr>
              <a:t> </a:t>
            </a:r>
            <a:r>
              <a:rPr lang="fr-FR" sz="2400" dirty="0">
                <a:solidFill>
                  <a:srgbClr val="FF0000"/>
                </a:solidFill>
                <a:latin typeface="Segoe UI"/>
                <a:cs typeface="Segoe UI"/>
              </a:rPr>
              <a:t>état</a:t>
            </a:r>
            <a:r>
              <a:rPr lang="fr-FR" sz="2400" spc="-45" dirty="0">
                <a:solidFill>
                  <a:srgbClr val="FF0000"/>
                </a:solidFill>
                <a:latin typeface="Segoe UI"/>
                <a:cs typeface="Segoe UI"/>
              </a:rPr>
              <a:t> </a:t>
            </a:r>
            <a:r>
              <a:rPr lang="fr-FR" sz="2400" spc="-10" dirty="0">
                <a:latin typeface="Segoe UI"/>
                <a:cs typeface="Segoe UI"/>
              </a:rPr>
              <a:t>(</a:t>
            </a:r>
            <a:r>
              <a:rPr lang="fr-FR" sz="2400" spc="-10" dirty="0" err="1">
                <a:latin typeface="Segoe UI"/>
                <a:cs typeface="Segoe UI"/>
              </a:rPr>
              <a:t>Stateless</a:t>
            </a:r>
            <a:r>
              <a:rPr lang="fr-FR" sz="2400" spc="-10" dirty="0">
                <a:latin typeface="Segoe UI"/>
                <a:cs typeface="Segoe UI"/>
              </a:rPr>
              <a:t>)</a:t>
            </a:r>
          </a:p>
          <a:p>
            <a:pPr marL="12700">
              <a:lnSpc>
                <a:spcPct val="100000"/>
              </a:lnSpc>
              <a:buClr>
                <a:srgbClr val="3B2E92"/>
              </a:buClr>
              <a:tabLst>
                <a:tab pos="240665" algn="l"/>
              </a:tabLst>
            </a:pPr>
            <a:endParaRPr lang="fr-FR" sz="2400" dirty="0">
              <a:latin typeface="Segoe UI"/>
              <a:cs typeface="Segoe UI"/>
            </a:endParaRPr>
          </a:p>
        </p:txBody>
      </p:sp>
    </p:spTree>
    <p:extLst>
      <p:ext uri="{BB962C8B-B14F-4D97-AF65-F5344CB8AC3E}">
        <p14:creationId xmlns:p14="http://schemas.microsoft.com/office/powerpoint/2010/main" val="634914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HTTP</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909036"/>
          </a:xfrm>
          <a:prstGeom prst="rect">
            <a:avLst/>
          </a:prstGeom>
          <a:noFill/>
        </p:spPr>
        <p:txBody>
          <a:bodyPr wrap="square" rtlCol="0">
            <a:spAutoFit/>
          </a:bodyPr>
          <a:lstStyle/>
          <a:p>
            <a:r>
              <a:rPr lang="fr-FR" sz="2400" b="1" dirty="0"/>
              <a:t>Composition d’une requête</a:t>
            </a:r>
          </a:p>
          <a:p>
            <a:endParaRPr lang="fr-FR" sz="2400" dirty="0"/>
          </a:p>
          <a:p>
            <a:pPr marL="12700">
              <a:lnSpc>
                <a:spcPct val="100000"/>
              </a:lnSpc>
              <a:spcBef>
                <a:spcPts val="509"/>
              </a:spcBef>
            </a:pPr>
            <a:r>
              <a:rPr lang="fr-FR" sz="2000" b="1" dirty="0">
                <a:latin typeface="Segoe UI"/>
                <a:cs typeface="Segoe UI"/>
              </a:rPr>
              <a:t>Obligatoire</a:t>
            </a:r>
            <a:r>
              <a:rPr lang="fr-FR" sz="2000" b="1" spc="-80" dirty="0">
                <a:latin typeface="Segoe UI"/>
                <a:cs typeface="Segoe UI"/>
              </a:rPr>
              <a:t> </a:t>
            </a:r>
            <a:r>
              <a:rPr lang="fr-FR" sz="2000" spc="-50" dirty="0">
                <a:latin typeface="Segoe UI"/>
                <a:cs typeface="Segoe UI"/>
              </a:rPr>
              <a:t>:</a:t>
            </a:r>
            <a:endParaRPr lang="fr-FR" sz="2000" dirty="0">
              <a:latin typeface="Segoe UI"/>
              <a:cs typeface="Segoe UI"/>
            </a:endParaRPr>
          </a:p>
          <a:p>
            <a:pPr marL="240665" indent="-227965">
              <a:lnSpc>
                <a:spcPct val="100000"/>
              </a:lnSpc>
              <a:spcBef>
                <a:spcPts val="495"/>
              </a:spcBef>
              <a:buClr>
                <a:srgbClr val="391778"/>
              </a:buClr>
              <a:buFont typeface="Arial"/>
              <a:buChar char="•"/>
              <a:tabLst>
                <a:tab pos="240665" algn="l"/>
              </a:tabLst>
            </a:pPr>
            <a:r>
              <a:rPr lang="fr-FR" sz="2400" dirty="0">
                <a:latin typeface="Segoe UI"/>
                <a:cs typeface="Segoe UI"/>
              </a:rPr>
              <a:t>Une</a:t>
            </a:r>
            <a:r>
              <a:rPr lang="fr-FR" sz="2400" spc="-40" dirty="0">
                <a:latin typeface="Segoe UI"/>
                <a:cs typeface="Segoe UI"/>
              </a:rPr>
              <a:t> </a:t>
            </a:r>
            <a:r>
              <a:rPr lang="fr-FR" sz="2400" b="1" dirty="0">
                <a:solidFill>
                  <a:srgbClr val="006FC0"/>
                </a:solidFill>
                <a:latin typeface="Segoe UI"/>
                <a:cs typeface="Segoe UI"/>
              </a:rPr>
              <a:t>ligne</a:t>
            </a:r>
            <a:r>
              <a:rPr lang="fr-FR" sz="2400" b="1" spc="-45" dirty="0">
                <a:solidFill>
                  <a:srgbClr val="006FC0"/>
                </a:solidFill>
                <a:latin typeface="Segoe UI"/>
                <a:cs typeface="Segoe UI"/>
              </a:rPr>
              <a:t> </a:t>
            </a:r>
            <a:r>
              <a:rPr lang="fr-FR" sz="2400" b="1" dirty="0">
                <a:solidFill>
                  <a:srgbClr val="006FC0"/>
                </a:solidFill>
                <a:latin typeface="Segoe UI"/>
                <a:cs typeface="Segoe UI"/>
              </a:rPr>
              <a:t>de</a:t>
            </a:r>
            <a:r>
              <a:rPr lang="fr-FR" sz="2400" b="1" spc="-35" dirty="0">
                <a:solidFill>
                  <a:srgbClr val="006FC0"/>
                </a:solidFill>
                <a:latin typeface="Segoe UI"/>
                <a:cs typeface="Segoe UI"/>
              </a:rPr>
              <a:t> </a:t>
            </a:r>
            <a:r>
              <a:rPr lang="fr-FR" sz="2400" b="1" dirty="0">
                <a:solidFill>
                  <a:srgbClr val="006FC0"/>
                </a:solidFill>
                <a:latin typeface="Segoe UI"/>
                <a:cs typeface="Segoe UI"/>
              </a:rPr>
              <a:t>requête</a:t>
            </a:r>
            <a:r>
              <a:rPr lang="fr-FR" sz="2400" b="1" spc="-30" dirty="0">
                <a:solidFill>
                  <a:srgbClr val="006FC0"/>
                </a:solidFill>
                <a:latin typeface="Segoe UI"/>
                <a:cs typeface="Segoe UI"/>
              </a:rPr>
              <a:t> </a:t>
            </a:r>
            <a:r>
              <a:rPr lang="fr-FR" sz="2400" dirty="0">
                <a:latin typeface="Segoe UI"/>
                <a:cs typeface="Segoe UI"/>
              </a:rPr>
              <a:t>composé</a:t>
            </a:r>
            <a:r>
              <a:rPr lang="fr-FR" sz="2400" spc="-40" dirty="0">
                <a:latin typeface="Segoe UI"/>
                <a:cs typeface="Segoe UI"/>
              </a:rPr>
              <a:t> </a:t>
            </a:r>
            <a:r>
              <a:rPr lang="fr-FR" sz="2400" dirty="0">
                <a:latin typeface="Segoe UI"/>
                <a:cs typeface="Segoe UI"/>
              </a:rPr>
              <a:t>de</a:t>
            </a:r>
            <a:r>
              <a:rPr lang="fr-FR" sz="2400" spc="-45" dirty="0">
                <a:latin typeface="Segoe UI"/>
                <a:cs typeface="Segoe UI"/>
              </a:rPr>
              <a:t> </a:t>
            </a:r>
            <a:r>
              <a:rPr lang="fr-FR" sz="2400" spc="-50" dirty="0">
                <a:latin typeface="Segoe UI"/>
                <a:cs typeface="Segoe UI"/>
              </a:rPr>
              <a:t>:</a:t>
            </a:r>
            <a:endParaRPr lang="fr-FR" sz="2400" dirty="0">
              <a:latin typeface="Segoe UI"/>
              <a:cs typeface="Segoe UI"/>
            </a:endParaRPr>
          </a:p>
          <a:p>
            <a:pPr marL="698500" lvl="1" indent="-228600">
              <a:lnSpc>
                <a:spcPct val="100000"/>
              </a:lnSpc>
              <a:spcBef>
                <a:spcPts val="280"/>
              </a:spcBef>
              <a:buClr>
                <a:srgbClr val="391778"/>
              </a:buClr>
              <a:buFont typeface="Arial"/>
              <a:buChar char="•"/>
              <a:tabLst>
                <a:tab pos="698500" algn="l"/>
              </a:tabLst>
            </a:pPr>
            <a:r>
              <a:rPr lang="fr-FR" sz="2000" dirty="0">
                <a:latin typeface="Segoe UI"/>
                <a:cs typeface="Segoe UI"/>
              </a:rPr>
              <a:t>La</a:t>
            </a:r>
            <a:r>
              <a:rPr lang="fr-FR" sz="2000" spc="-35" dirty="0">
                <a:latin typeface="Segoe UI"/>
                <a:cs typeface="Segoe UI"/>
              </a:rPr>
              <a:t> </a:t>
            </a:r>
            <a:r>
              <a:rPr lang="fr-FR" sz="2000" dirty="0">
                <a:latin typeface="Segoe UI"/>
                <a:cs typeface="Segoe UI"/>
              </a:rPr>
              <a:t>méthode</a:t>
            </a:r>
            <a:r>
              <a:rPr lang="fr-FR" sz="2000" spc="-30" dirty="0">
                <a:latin typeface="Segoe UI"/>
                <a:cs typeface="Segoe UI"/>
              </a:rPr>
              <a:t> </a:t>
            </a:r>
            <a:r>
              <a:rPr lang="fr-FR" sz="2000" dirty="0">
                <a:latin typeface="Segoe UI"/>
                <a:cs typeface="Segoe UI"/>
              </a:rPr>
              <a:t>de</a:t>
            </a:r>
            <a:r>
              <a:rPr lang="fr-FR" sz="2000" spc="-20" dirty="0">
                <a:latin typeface="Segoe UI"/>
                <a:cs typeface="Segoe UI"/>
              </a:rPr>
              <a:t> </a:t>
            </a:r>
            <a:r>
              <a:rPr lang="fr-FR" sz="2000" dirty="0">
                <a:latin typeface="Segoe UI"/>
                <a:cs typeface="Segoe UI"/>
              </a:rPr>
              <a:t>requête</a:t>
            </a:r>
            <a:r>
              <a:rPr lang="fr-FR" sz="2000" spc="-30" dirty="0">
                <a:latin typeface="Segoe UI"/>
                <a:cs typeface="Segoe UI"/>
              </a:rPr>
              <a:t> </a:t>
            </a:r>
            <a:r>
              <a:rPr lang="fr-FR" sz="2000" spc="-10" dirty="0">
                <a:latin typeface="Segoe UI"/>
                <a:cs typeface="Segoe UI"/>
              </a:rPr>
              <a:t>utilisée</a:t>
            </a:r>
            <a:endParaRPr lang="fr-FR" sz="2000" dirty="0">
              <a:latin typeface="Segoe UI"/>
              <a:cs typeface="Segoe UI"/>
            </a:endParaRPr>
          </a:p>
          <a:p>
            <a:pPr marL="698500" lvl="1" indent="-228600">
              <a:lnSpc>
                <a:spcPct val="100000"/>
              </a:lnSpc>
              <a:spcBef>
                <a:spcPts val="250"/>
              </a:spcBef>
              <a:buClr>
                <a:srgbClr val="391778"/>
              </a:buClr>
              <a:buFont typeface="Arial"/>
              <a:buChar char="•"/>
              <a:tabLst>
                <a:tab pos="698500" algn="l"/>
              </a:tabLst>
            </a:pPr>
            <a:r>
              <a:rPr lang="fr-FR" sz="2000" dirty="0">
                <a:latin typeface="Segoe UI"/>
                <a:cs typeface="Segoe UI"/>
              </a:rPr>
              <a:t>La</a:t>
            </a:r>
            <a:r>
              <a:rPr lang="fr-FR" sz="2000" spc="-85" dirty="0">
                <a:latin typeface="Segoe UI"/>
                <a:cs typeface="Segoe UI"/>
              </a:rPr>
              <a:t> </a:t>
            </a:r>
            <a:r>
              <a:rPr lang="fr-FR" sz="2000" dirty="0">
                <a:latin typeface="Segoe UI"/>
                <a:cs typeface="Segoe UI"/>
              </a:rPr>
              <a:t>ressource</a:t>
            </a:r>
            <a:r>
              <a:rPr lang="fr-FR" sz="2000" spc="-65" dirty="0">
                <a:latin typeface="Segoe UI"/>
                <a:cs typeface="Segoe UI"/>
              </a:rPr>
              <a:t> </a:t>
            </a:r>
            <a:r>
              <a:rPr lang="fr-FR" sz="2000" spc="-25" dirty="0">
                <a:latin typeface="Segoe UI"/>
                <a:cs typeface="Segoe UI"/>
              </a:rPr>
              <a:t>URI</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Le</a:t>
            </a:r>
            <a:r>
              <a:rPr lang="fr-FR" sz="2000" spc="-45" dirty="0">
                <a:latin typeface="Segoe UI"/>
                <a:cs typeface="Segoe UI"/>
              </a:rPr>
              <a:t> </a:t>
            </a:r>
            <a:r>
              <a:rPr lang="fr-FR" sz="2000" dirty="0">
                <a:latin typeface="Segoe UI"/>
                <a:cs typeface="Segoe UI"/>
              </a:rPr>
              <a:t>protocole</a:t>
            </a:r>
            <a:r>
              <a:rPr lang="fr-FR" sz="2000" spc="-30" dirty="0">
                <a:latin typeface="Segoe UI"/>
                <a:cs typeface="Segoe UI"/>
              </a:rPr>
              <a:t> </a:t>
            </a:r>
            <a:r>
              <a:rPr lang="fr-FR" sz="2000" dirty="0">
                <a:latin typeface="Segoe UI"/>
                <a:cs typeface="Segoe UI"/>
              </a:rPr>
              <a:t>et</a:t>
            </a:r>
            <a:r>
              <a:rPr lang="fr-FR" sz="2000" spc="-30" dirty="0">
                <a:latin typeface="Segoe UI"/>
                <a:cs typeface="Segoe UI"/>
              </a:rPr>
              <a:t> </a:t>
            </a:r>
            <a:r>
              <a:rPr lang="fr-FR" sz="2000" dirty="0">
                <a:latin typeface="Segoe UI"/>
                <a:cs typeface="Segoe UI"/>
              </a:rPr>
              <a:t>la</a:t>
            </a:r>
            <a:r>
              <a:rPr lang="fr-FR" sz="2000" spc="-35" dirty="0">
                <a:latin typeface="Segoe UI"/>
                <a:cs typeface="Segoe UI"/>
              </a:rPr>
              <a:t> </a:t>
            </a:r>
            <a:r>
              <a:rPr lang="fr-FR" sz="2000" dirty="0">
                <a:latin typeface="Segoe UI"/>
                <a:cs typeface="Segoe UI"/>
              </a:rPr>
              <a:t>version</a:t>
            </a:r>
            <a:r>
              <a:rPr lang="fr-FR" sz="2000" spc="-15" dirty="0">
                <a:latin typeface="Segoe UI"/>
                <a:cs typeface="Segoe UI"/>
              </a:rPr>
              <a:t> </a:t>
            </a:r>
            <a:r>
              <a:rPr lang="fr-FR" sz="2000" spc="-10" dirty="0">
                <a:latin typeface="Segoe UI"/>
                <a:cs typeface="Segoe UI"/>
              </a:rPr>
              <a:t>utilisée</a:t>
            </a:r>
            <a:endParaRPr lang="fr-FR" sz="2000" dirty="0">
              <a:latin typeface="Segoe UI"/>
              <a:cs typeface="Segoe UI"/>
            </a:endParaRPr>
          </a:p>
          <a:p>
            <a:pPr marL="240665" indent="-227965">
              <a:lnSpc>
                <a:spcPct val="100000"/>
              </a:lnSpc>
              <a:spcBef>
                <a:spcPts val="200"/>
              </a:spcBef>
              <a:buClr>
                <a:srgbClr val="391778"/>
              </a:buClr>
              <a:buFont typeface="Arial"/>
              <a:buChar char="•"/>
              <a:tabLst>
                <a:tab pos="240665" algn="l"/>
              </a:tabLst>
            </a:pPr>
            <a:r>
              <a:rPr lang="fr-FR" sz="2400" dirty="0">
                <a:latin typeface="Segoe UI"/>
                <a:cs typeface="Segoe UI"/>
              </a:rPr>
              <a:t>Plusieurs</a:t>
            </a:r>
            <a:r>
              <a:rPr lang="fr-FR" sz="2400" spc="-40" dirty="0">
                <a:latin typeface="Segoe UI"/>
                <a:cs typeface="Segoe UI"/>
              </a:rPr>
              <a:t> </a:t>
            </a:r>
            <a:r>
              <a:rPr lang="fr-FR" sz="2400" b="1" spc="-10" dirty="0">
                <a:solidFill>
                  <a:srgbClr val="00AF50"/>
                </a:solidFill>
                <a:latin typeface="Segoe UI"/>
                <a:cs typeface="Segoe UI"/>
              </a:rPr>
              <a:t>en-</a:t>
            </a:r>
            <a:r>
              <a:rPr lang="fr-FR" sz="2400" b="1" spc="-20" dirty="0">
                <a:solidFill>
                  <a:srgbClr val="00AF50"/>
                </a:solidFill>
                <a:latin typeface="Segoe UI"/>
                <a:cs typeface="Segoe UI"/>
              </a:rPr>
              <a:t>têtes</a:t>
            </a:r>
            <a:endParaRPr lang="fr-FR" sz="2400" dirty="0">
              <a:latin typeface="Segoe UI"/>
              <a:cs typeface="Segoe UI"/>
            </a:endParaRPr>
          </a:p>
          <a:p>
            <a:pPr marL="240665" indent="-227965">
              <a:lnSpc>
                <a:spcPct val="100000"/>
              </a:lnSpc>
              <a:spcBef>
                <a:spcPts val="215"/>
              </a:spcBef>
              <a:buClr>
                <a:srgbClr val="391778"/>
              </a:buClr>
              <a:buFont typeface="Arial"/>
              <a:buChar char="•"/>
              <a:tabLst>
                <a:tab pos="240665" algn="l"/>
              </a:tabLst>
            </a:pPr>
            <a:r>
              <a:rPr lang="fr-FR" sz="2400" dirty="0">
                <a:latin typeface="Segoe UI"/>
                <a:cs typeface="Segoe UI"/>
              </a:rPr>
              <a:t>Une</a:t>
            </a:r>
            <a:r>
              <a:rPr lang="fr-FR" sz="2400" spc="-35" dirty="0">
                <a:latin typeface="Segoe UI"/>
                <a:cs typeface="Segoe UI"/>
              </a:rPr>
              <a:t> </a:t>
            </a:r>
            <a:r>
              <a:rPr lang="fr-FR" sz="2400" b="1" dirty="0">
                <a:latin typeface="Segoe UI"/>
                <a:cs typeface="Segoe UI"/>
              </a:rPr>
              <a:t>ligne</a:t>
            </a:r>
            <a:r>
              <a:rPr lang="fr-FR" sz="2400" b="1" spc="-40" dirty="0">
                <a:latin typeface="Segoe UI"/>
                <a:cs typeface="Segoe UI"/>
              </a:rPr>
              <a:t> </a:t>
            </a:r>
            <a:r>
              <a:rPr lang="fr-FR" sz="2400" b="1" spc="-20" dirty="0">
                <a:latin typeface="Segoe UI"/>
                <a:cs typeface="Segoe UI"/>
              </a:rPr>
              <a:t>vide</a:t>
            </a:r>
            <a:endParaRPr lang="fr-FR" sz="2400" dirty="0">
              <a:latin typeface="Segoe UI"/>
              <a:cs typeface="Segoe UI"/>
            </a:endParaRPr>
          </a:p>
          <a:p>
            <a:pPr marL="12700">
              <a:lnSpc>
                <a:spcPct val="100000"/>
              </a:lnSpc>
              <a:spcBef>
                <a:spcPts val="2935"/>
              </a:spcBef>
            </a:pPr>
            <a:r>
              <a:rPr lang="fr-FR" sz="2000" b="1" dirty="0">
                <a:latin typeface="Segoe UI"/>
                <a:cs typeface="Segoe UI"/>
              </a:rPr>
              <a:t>Optionnel</a:t>
            </a:r>
            <a:r>
              <a:rPr lang="fr-FR" sz="2000" b="1" spc="-80" dirty="0">
                <a:latin typeface="Segoe UI"/>
                <a:cs typeface="Segoe UI"/>
              </a:rPr>
              <a:t> </a:t>
            </a:r>
            <a:r>
              <a:rPr lang="fr-FR" sz="2000" spc="-50" dirty="0">
                <a:latin typeface="Segoe UI"/>
                <a:cs typeface="Segoe UI"/>
              </a:rPr>
              <a:t>:</a:t>
            </a:r>
            <a:endParaRPr lang="fr-FR" sz="2000" dirty="0">
              <a:latin typeface="Segoe UI"/>
              <a:cs typeface="Segoe UI"/>
            </a:endParaRPr>
          </a:p>
          <a:p>
            <a:pPr marL="240665" indent="-227965">
              <a:lnSpc>
                <a:spcPct val="100000"/>
              </a:lnSpc>
              <a:spcBef>
                <a:spcPts val="200"/>
              </a:spcBef>
              <a:buClr>
                <a:srgbClr val="391778"/>
              </a:buClr>
              <a:buFont typeface="Arial"/>
              <a:buChar char="•"/>
              <a:tabLst>
                <a:tab pos="240665" algn="l"/>
              </a:tabLst>
            </a:pPr>
            <a:r>
              <a:rPr lang="fr-FR" sz="2400" dirty="0">
                <a:latin typeface="Segoe UI"/>
                <a:cs typeface="Segoe UI"/>
              </a:rPr>
              <a:t>Un</a:t>
            </a:r>
            <a:r>
              <a:rPr lang="fr-FR" sz="2400" spc="-20" dirty="0">
                <a:latin typeface="Segoe UI"/>
                <a:cs typeface="Segoe UI"/>
              </a:rPr>
              <a:t> </a:t>
            </a:r>
            <a:r>
              <a:rPr lang="fr-FR" sz="2400" b="1" dirty="0">
                <a:solidFill>
                  <a:srgbClr val="FF0000"/>
                </a:solidFill>
                <a:latin typeface="Segoe UI"/>
                <a:cs typeface="Segoe UI"/>
              </a:rPr>
              <a:t>corps</a:t>
            </a:r>
            <a:r>
              <a:rPr lang="fr-FR" sz="2400" b="1" spc="-40" dirty="0">
                <a:solidFill>
                  <a:srgbClr val="FF0000"/>
                </a:solidFill>
                <a:latin typeface="Segoe UI"/>
                <a:cs typeface="Segoe UI"/>
              </a:rPr>
              <a:t> </a:t>
            </a:r>
            <a:r>
              <a:rPr lang="fr-FR" sz="2400" b="1" dirty="0">
                <a:solidFill>
                  <a:srgbClr val="FF0000"/>
                </a:solidFill>
                <a:latin typeface="Segoe UI"/>
                <a:cs typeface="Segoe UI"/>
              </a:rPr>
              <a:t>de</a:t>
            </a:r>
            <a:r>
              <a:rPr lang="fr-FR" sz="2400" b="1" spc="-20" dirty="0">
                <a:solidFill>
                  <a:srgbClr val="FF0000"/>
                </a:solidFill>
                <a:latin typeface="Segoe UI"/>
                <a:cs typeface="Segoe UI"/>
              </a:rPr>
              <a:t> </a:t>
            </a:r>
            <a:r>
              <a:rPr lang="fr-FR" sz="2400" b="1" spc="-10" dirty="0">
                <a:solidFill>
                  <a:srgbClr val="FF0000"/>
                </a:solidFill>
                <a:latin typeface="Segoe UI"/>
                <a:cs typeface="Segoe UI"/>
              </a:rPr>
              <a:t>message</a:t>
            </a:r>
            <a:endParaRPr lang="fr-FR" sz="2400" dirty="0">
              <a:latin typeface="Segoe UI"/>
              <a:cs typeface="Segoe UI"/>
            </a:endParaRPr>
          </a:p>
          <a:p>
            <a:pPr marL="342900" indent="-342900">
              <a:buFont typeface="Arial" panose="020B0604020202020204" pitchFamily="34" charset="0"/>
              <a:buChar char="•"/>
            </a:pPr>
            <a:endParaRPr lang="fr-FR" sz="2400" dirty="0"/>
          </a:p>
        </p:txBody>
      </p:sp>
    </p:spTree>
    <p:extLst>
      <p:ext uri="{BB962C8B-B14F-4D97-AF65-F5344CB8AC3E}">
        <p14:creationId xmlns:p14="http://schemas.microsoft.com/office/powerpoint/2010/main" val="968082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HTTP</a:t>
            </a:r>
          </a:p>
        </p:txBody>
      </p:sp>
      <p:sp>
        <p:nvSpPr>
          <p:cNvPr id="4" name="object 4">
            <a:extLst>
              <a:ext uri="{FF2B5EF4-FFF2-40B4-BE49-F238E27FC236}">
                <a16:creationId xmlns:a16="http://schemas.microsoft.com/office/drawing/2014/main" id="{D9780041-A85C-8146-2B9C-16E387FD9298}"/>
              </a:ext>
            </a:extLst>
          </p:cNvPr>
          <p:cNvSpPr txBox="1"/>
          <p:nvPr/>
        </p:nvSpPr>
        <p:spPr>
          <a:xfrm>
            <a:off x="1783487" y="1853218"/>
            <a:ext cx="8799195" cy="3378200"/>
          </a:xfrm>
          <a:prstGeom prst="rect">
            <a:avLst/>
          </a:prstGeom>
        </p:spPr>
        <p:txBody>
          <a:bodyPr vert="horz" wrap="square" lIns="0" tIns="12700" rIns="0" bIns="0" rtlCol="0">
            <a:spAutoFit/>
          </a:bodyPr>
          <a:lstStyle/>
          <a:p>
            <a:pPr marL="12700" marR="3012440">
              <a:lnSpc>
                <a:spcPct val="113399"/>
              </a:lnSpc>
              <a:spcBef>
                <a:spcPts val="100"/>
              </a:spcBef>
            </a:pPr>
            <a:r>
              <a:rPr sz="1800" dirty="0">
                <a:solidFill>
                  <a:srgbClr val="0000FF"/>
                </a:solidFill>
                <a:latin typeface="Consolas"/>
                <a:cs typeface="Consolas"/>
              </a:rPr>
              <a:t>GET</a:t>
            </a:r>
            <a:r>
              <a:rPr sz="1800" spc="-80" dirty="0">
                <a:solidFill>
                  <a:srgbClr val="0000FF"/>
                </a:solidFill>
                <a:latin typeface="Consolas"/>
                <a:cs typeface="Consolas"/>
              </a:rPr>
              <a:t> </a:t>
            </a:r>
            <a:r>
              <a:rPr sz="1800" dirty="0">
                <a:solidFill>
                  <a:srgbClr val="0000FF"/>
                </a:solidFill>
                <a:latin typeface="Consolas"/>
                <a:cs typeface="Consolas"/>
              </a:rPr>
              <a:t>http://localhost:4392/travelers/1</a:t>
            </a:r>
            <a:r>
              <a:rPr sz="1800" spc="-75" dirty="0">
                <a:solidFill>
                  <a:srgbClr val="0000FF"/>
                </a:solidFill>
                <a:latin typeface="Consolas"/>
                <a:cs typeface="Consolas"/>
              </a:rPr>
              <a:t> </a:t>
            </a:r>
            <a:r>
              <a:rPr sz="1800" spc="-10" dirty="0">
                <a:solidFill>
                  <a:srgbClr val="0000FF"/>
                </a:solidFill>
                <a:latin typeface="Consolas"/>
                <a:cs typeface="Consolas"/>
              </a:rPr>
              <a:t>HTTP/1.1 </a:t>
            </a:r>
            <a:r>
              <a:rPr sz="1800" dirty="0">
                <a:solidFill>
                  <a:srgbClr val="008000"/>
                </a:solidFill>
                <a:latin typeface="Consolas"/>
                <a:cs typeface="Consolas"/>
              </a:rPr>
              <a:t>Accept:</a:t>
            </a:r>
            <a:r>
              <a:rPr sz="1800" spc="-55" dirty="0">
                <a:solidFill>
                  <a:srgbClr val="008000"/>
                </a:solidFill>
                <a:latin typeface="Consolas"/>
                <a:cs typeface="Consolas"/>
              </a:rPr>
              <a:t> </a:t>
            </a:r>
            <a:r>
              <a:rPr sz="1800" dirty="0">
                <a:solidFill>
                  <a:srgbClr val="008000"/>
                </a:solidFill>
                <a:latin typeface="Consolas"/>
                <a:cs typeface="Consolas"/>
              </a:rPr>
              <a:t>text/html,</a:t>
            </a:r>
            <a:r>
              <a:rPr sz="1800" spc="-55" dirty="0">
                <a:solidFill>
                  <a:srgbClr val="008000"/>
                </a:solidFill>
                <a:latin typeface="Consolas"/>
                <a:cs typeface="Consolas"/>
              </a:rPr>
              <a:t> </a:t>
            </a:r>
            <a:r>
              <a:rPr sz="1800" dirty="0">
                <a:solidFill>
                  <a:srgbClr val="008000"/>
                </a:solidFill>
                <a:latin typeface="Consolas"/>
                <a:cs typeface="Consolas"/>
              </a:rPr>
              <a:t>application/xhtml+xml,</a:t>
            </a:r>
            <a:r>
              <a:rPr sz="1800" spc="-50" dirty="0">
                <a:solidFill>
                  <a:srgbClr val="008000"/>
                </a:solidFill>
                <a:latin typeface="Consolas"/>
                <a:cs typeface="Consolas"/>
              </a:rPr>
              <a:t> </a:t>
            </a:r>
            <a:r>
              <a:rPr sz="1800" spc="-25" dirty="0">
                <a:solidFill>
                  <a:srgbClr val="008000"/>
                </a:solidFill>
                <a:latin typeface="Consolas"/>
                <a:cs typeface="Consolas"/>
              </a:rPr>
              <a:t>*/* </a:t>
            </a:r>
            <a:r>
              <a:rPr sz="1800" spc="-10" dirty="0">
                <a:solidFill>
                  <a:srgbClr val="008000"/>
                </a:solidFill>
                <a:latin typeface="Consolas"/>
                <a:cs typeface="Consolas"/>
              </a:rPr>
              <a:t>Accept-</a:t>
            </a:r>
            <a:r>
              <a:rPr sz="1800" dirty="0">
                <a:solidFill>
                  <a:srgbClr val="008000"/>
                </a:solidFill>
                <a:latin typeface="Consolas"/>
                <a:cs typeface="Consolas"/>
              </a:rPr>
              <a:t>Language:</a:t>
            </a:r>
            <a:r>
              <a:rPr sz="1800" spc="5" dirty="0">
                <a:solidFill>
                  <a:srgbClr val="008000"/>
                </a:solidFill>
                <a:latin typeface="Consolas"/>
                <a:cs typeface="Consolas"/>
              </a:rPr>
              <a:t> </a:t>
            </a:r>
            <a:r>
              <a:rPr sz="1800" spc="-10" dirty="0">
                <a:solidFill>
                  <a:srgbClr val="008000"/>
                </a:solidFill>
                <a:latin typeface="Consolas"/>
                <a:cs typeface="Consolas"/>
              </a:rPr>
              <a:t>en-US,en;q=0.7,he;q=0.3</a:t>
            </a:r>
            <a:endParaRPr sz="1800" dirty="0">
              <a:latin typeface="Consolas"/>
              <a:cs typeface="Consolas"/>
            </a:endParaRPr>
          </a:p>
          <a:p>
            <a:pPr marL="241300" marR="5080" indent="-228600">
              <a:lnSpc>
                <a:spcPts val="1939"/>
              </a:lnSpc>
              <a:spcBef>
                <a:spcPts val="525"/>
              </a:spcBef>
            </a:pPr>
            <a:r>
              <a:rPr sz="1800" spc="-10" dirty="0">
                <a:solidFill>
                  <a:srgbClr val="008000"/>
                </a:solidFill>
                <a:latin typeface="Consolas"/>
                <a:cs typeface="Consolas"/>
              </a:rPr>
              <a:t>User-</a:t>
            </a:r>
            <a:r>
              <a:rPr sz="1800" dirty="0">
                <a:solidFill>
                  <a:srgbClr val="008000"/>
                </a:solidFill>
                <a:latin typeface="Consolas"/>
                <a:cs typeface="Consolas"/>
              </a:rPr>
              <a:t>Agent:</a:t>
            </a:r>
            <a:r>
              <a:rPr sz="1800" spc="-40" dirty="0">
                <a:solidFill>
                  <a:srgbClr val="008000"/>
                </a:solidFill>
                <a:latin typeface="Consolas"/>
                <a:cs typeface="Consolas"/>
              </a:rPr>
              <a:t> </a:t>
            </a:r>
            <a:r>
              <a:rPr sz="1800" dirty="0">
                <a:solidFill>
                  <a:srgbClr val="008000"/>
                </a:solidFill>
                <a:latin typeface="Consolas"/>
                <a:cs typeface="Consolas"/>
              </a:rPr>
              <a:t>Mozilla/5.0</a:t>
            </a:r>
            <a:r>
              <a:rPr sz="1800" spc="-25" dirty="0">
                <a:solidFill>
                  <a:srgbClr val="008000"/>
                </a:solidFill>
                <a:latin typeface="Consolas"/>
                <a:cs typeface="Consolas"/>
              </a:rPr>
              <a:t> </a:t>
            </a:r>
            <a:r>
              <a:rPr sz="1800" dirty="0">
                <a:solidFill>
                  <a:srgbClr val="008000"/>
                </a:solidFill>
                <a:latin typeface="Consolas"/>
                <a:cs typeface="Consolas"/>
              </a:rPr>
              <a:t>(compatible;</a:t>
            </a:r>
            <a:r>
              <a:rPr sz="1800" spc="-25" dirty="0">
                <a:solidFill>
                  <a:srgbClr val="008000"/>
                </a:solidFill>
                <a:latin typeface="Consolas"/>
                <a:cs typeface="Consolas"/>
              </a:rPr>
              <a:t> </a:t>
            </a:r>
            <a:r>
              <a:rPr sz="1800" dirty="0">
                <a:solidFill>
                  <a:srgbClr val="008000"/>
                </a:solidFill>
                <a:latin typeface="Consolas"/>
                <a:cs typeface="Consolas"/>
              </a:rPr>
              <a:t>MSIE</a:t>
            </a:r>
            <a:r>
              <a:rPr sz="1800" spc="-25" dirty="0">
                <a:solidFill>
                  <a:srgbClr val="008000"/>
                </a:solidFill>
                <a:latin typeface="Consolas"/>
                <a:cs typeface="Consolas"/>
              </a:rPr>
              <a:t> </a:t>
            </a:r>
            <a:r>
              <a:rPr sz="1800" dirty="0">
                <a:solidFill>
                  <a:srgbClr val="008000"/>
                </a:solidFill>
                <a:latin typeface="Consolas"/>
                <a:cs typeface="Consolas"/>
              </a:rPr>
              <a:t>10.0;</a:t>
            </a:r>
            <a:r>
              <a:rPr sz="1800" spc="-25" dirty="0">
                <a:solidFill>
                  <a:srgbClr val="008000"/>
                </a:solidFill>
                <a:latin typeface="Consolas"/>
                <a:cs typeface="Consolas"/>
              </a:rPr>
              <a:t> </a:t>
            </a:r>
            <a:r>
              <a:rPr sz="1800" dirty="0">
                <a:solidFill>
                  <a:srgbClr val="008000"/>
                </a:solidFill>
                <a:latin typeface="Consolas"/>
                <a:cs typeface="Consolas"/>
              </a:rPr>
              <a:t>Windows</a:t>
            </a:r>
            <a:r>
              <a:rPr sz="1800" spc="-25" dirty="0">
                <a:solidFill>
                  <a:srgbClr val="008000"/>
                </a:solidFill>
                <a:latin typeface="Consolas"/>
                <a:cs typeface="Consolas"/>
              </a:rPr>
              <a:t> </a:t>
            </a:r>
            <a:r>
              <a:rPr sz="1800" dirty="0">
                <a:solidFill>
                  <a:srgbClr val="008000"/>
                </a:solidFill>
                <a:latin typeface="Consolas"/>
                <a:cs typeface="Consolas"/>
              </a:rPr>
              <a:t>NT</a:t>
            </a:r>
            <a:r>
              <a:rPr sz="1800" spc="-35" dirty="0">
                <a:solidFill>
                  <a:srgbClr val="008000"/>
                </a:solidFill>
                <a:latin typeface="Consolas"/>
                <a:cs typeface="Consolas"/>
              </a:rPr>
              <a:t> </a:t>
            </a:r>
            <a:r>
              <a:rPr sz="1800" dirty="0">
                <a:solidFill>
                  <a:srgbClr val="008000"/>
                </a:solidFill>
                <a:latin typeface="Consolas"/>
                <a:cs typeface="Consolas"/>
              </a:rPr>
              <a:t>6.2;</a:t>
            </a:r>
            <a:r>
              <a:rPr sz="1800" spc="-30" dirty="0">
                <a:solidFill>
                  <a:srgbClr val="008000"/>
                </a:solidFill>
                <a:latin typeface="Consolas"/>
                <a:cs typeface="Consolas"/>
              </a:rPr>
              <a:t> </a:t>
            </a:r>
            <a:r>
              <a:rPr sz="1800" spc="-10" dirty="0">
                <a:solidFill>
                  <a:srgbClr val="008000"/>
                </a:solidFill>
                <a:latin typeface="Consolas"/>
                <a:cs typeface="Consolas"/>
              </a:rPr>
              <a:t>WOW64; Trident/6.0)</a:t>
            </a:r>
            <a:endParaRPr sz="1800" dirty="0">
              <a:latin typeface="Consolas"/>
              <a:cs typeface="Consolas"/>
            </a:endParaRPr>
          </a:p>
          <a:p>
            <a:pPr marL="12700">
              <a:lnSpc>
                <a:spcPct val="100000"/>
              </a:lnSpc>
              <a:spcBef>
                <a:spcPts val="265"/>
              </a:spcBef>
            </a:pPr>
            <a:r>
              <a:rPr sz="1800" spc="-10" dirty="0">
                <a:solidFill>
                  <a:srgbClr val="008000"/>
                </a:solidFill>
                <a:latin typeface="Consolas"/>
                <a:cs typeface="Consolas"/>
              </a:rPr>
              <a:t>Accept-</a:t>
            </a:r>
            <a:r>
              <a:rPr sz="1800" dirty="0">
                <a:solidFill>
                  <a:srgbClr val="008000"/>
                </a:solidFill>
                <a:latin typeface="Consolas"/>
                <a:cs typeface="Consolas"/>
              </a:rPr>
              <a:t>Encoding:</a:t>
            </a:r>
            <a:r>
              <a:rPr sz="1800" spc="-35" dirty="0">
                <a:solidFill>
                  <a:srgbClr val="008000"/>
                </a:solidFill>
                <a:latin typeface="Consolas"/>
                <a:cs typeface="Consolas"/>
              </a:rPr>
              <a:t> </a:t>
            </a:r>
            <a:r>
              <a:rPr sz="1800" dirty="0">
                <a:solidFill>
                  <a:srgbClr val="008000"/>
                </a:solidFill>
                <a:latin typeface="Consolas"/>
                <a:cs typeface="Consolas"/>
              </a:rPr>
              <a:t>gzip,</a:t>
            </a:r>
            <a:r>
              <a:rPr sz="1800" spc="-40" dirty="0">
                <a:solidFill>
                  <a:srgbClr val="008000"/>
                </a:solidFill>
                <a:latin typeface="Consolas"/>
                <a:cs typeface="Consolas"/>
              </a:rPr>
              <a:t> </a:t>
            </a:r>
            <a:r>
              <a:rPr sz="1800" spc="-10" dirty="0">
                <a:solidFill>
                  <a:srgbClr val="008000"/>
                </a:solidFill>
                <a:latin typeface="Consolas"/>
                <a:cs typeface="Consolas"/>
              </a:rPr>
              <a:t>deflate</a:t>
            </a:r>
            <a:endParaRPr sz="1800" dirty="0">
              <a:latin typeface="Consolas"/>
              <a:cs typeface="Consolas"/>
            </a:endParaRPr>
          </a:p>
          <a:p>
            <a:pPr marL="12700" marR="6271895">
              <a:lnSpc>
                <a:spcPct val="112799"/>
              </a:lnSpc>
              <a:spcBef>
                <a:spcPts val="10"/>
              </a:spcBef>
            </a:pPr>
            <a:r>
              <a:rPr sz="1800" dirty="0">
                <a:solidFill>
                  <a:srgbClr val="008000"/>
                </a:solidFill>
                <a:latin typeface="Consolas"/>
                <a:cs typeface="Consolas"/>
              </a:rPr>
              <a:t>Host:</a:t>
            </a:r>
            <a:r>
              <a:rPr sz="1800" spc="-25" dirty="0">
                <a:solidFill>
                  <a:srgbClr val="008000"/>
                </a:solidFill>
                <a:latin typeface="Consolas"/>
                <a:cs typeface="Consolas"/>
              </a:rPr>
              <a:t> </a:t>
            </a:r>
            <a:r>
              <a:rPr sz="1800" spc="-10" dirty="0">
                <a:solidFill>
                  <a:srgbClr val="008000"/>
                </a:solidFill>
                <a:latin typeface="Consolas"/>
                <a:cs typeface="Consolas"/>
              </a:rPr>
              <a:t>localhost:4392 </a:t>
            </a:r>
            <a:r>
              <a:rPr sz="1800" dirty="0">
                <a:solidFill>
                  <a:srgbClr val="008000"/>
                </a:solidFill>
                <a:latin typeface="Consolas"/>
                <a:cs typeface="Consolas"/>
              </a:rPr>
              <a:t>DNT:</a:t>
            </a:r>
            <a:r>
              <a:rPr sz="1800" spc="-20" dirty="0">
                <a:solidFill>
                  <a:srgbClr val="008000"/>
                </a:solidFill>
                <a:latin typeface="Consolas"/>
                <a:cs typeface="Consolas"/>
              </a:rPr>
              <a:t> </a:t>
            </a:r>
            <a:r>
              <a:rPr sz="1800" spc="-50" dirty="0">
                <a:solidFill>
                  <a:srgbClr val="008000"/>
                </a:solidFill>
                <a:latin typeface="Consolas"/>
                <a:cs typeface="Consolas"/>
              </a:rPr>
              <a:t>1</a:t>
            </a:r>
            <a:endParaRPr sz="1800" dirty="0">
              <a:latin typeface="Consolas"/>
              <a:cs typeface="Consolas"/>
            </a:endParaRPr>
          </a:p>
          <a:p>
            <a:pPr marL="12700">
              <a:lnSpc>
                <a:spcPct val="100000"/>
              </a:lnSpc>
              <a:spcBef>
                <a:spcPts val="290"/>
              </a:spcBef>
            </a:pPr>
            <a:r>
              <a:rPr sz="1800" dirty="0">
                <a:solidFill>
                  <a:srgbClr val="008000"/>
                </a:solidFill>
                <a:latin typeface="Consolas"/>
                <a:cs typeface="Consolas"/>
              </a:rPr>
              <a:t>Connection:</a:t>
            </a:r>
            <a:r>
              <a:rPr sz="1800" spc="-10" dirty="0">
                <a:solidFill>
                  <a:srgbClr val="008000"/>
                </a:solidFill>
                <a:latin typeface="Consolas"/>
                <a:cs typeface="Consolas"/>
              </a:rPr>
              <a:t> Keep-</a:t>
            </a:r>
            <a:r>
              <a:rPr sz="1800" spc="-20" dirty="0">
                <a:solidFill>
                  <a:srgbClr val="008000"/>
                </a:solidFill>
                <a:latin typeface="Consolas"/>
                <a:cs typeface="Consolas"/>
              </a:rPr>
              <a:t>Alive</a:t>
            </a:r>
            <a:endParaRPr sz="1800" dirty="0">
              <a:latin typeface="Consolas"/>
              <a:cs typeface="Consolas"/>
            </a:endParaRPr>
          </a:p>
          <a:p>
            <a:pPr>
              <a:lnSpc>
                <a:spcPct val="100000"/>
              </a:lnSpc>
              <a:spcBef>
                <a:spcPts val="620"/>
              </a:spcBef>
            </a:pPr>
            <a:endParaRPr sz="1800" dirty="0">
              <a:latin typeface="Consolas"/>
              <a:cs typeface="Consolas"/>
            </a:endParaRPr>
          </a:p>
          <a:p>
            <a:pPr marL="12700">
              <a:lnSpc>
                <a:spcPct val="100000"/>
              </a:lnSpc>
            </a:pPr>
            <a:r>
              <a:rPr sz="1800" dirty="0">
                <a:solidFill>
                  <a:srgbClr val="FF0000"/>
                </a:solidFill>
                <a:latin typeface="Consolas"/>
                <a:cs typeface="Consolas"/>
              </a:rPr>
              <a:t>[corps</a:t>
            </a:r>
            <a:r>
              <a:rPr sz="1800" spc="-30" dirty="0">
                <a:solidFill>
                  <a:srgbClr val="FF0000"/>
                </a:solidFill>
                <a:latin typeface="Consolas"/>
                <a:cs typeface="Consolas"/>
              </a:rPr>
              <a:t> </a:t>
            </a:r>
            <a:r>
              <a:rPr sz="1800" dirty="0">
                <a:solidFill>
                  <a:srgbClr val="FF0000"/>
                </a:solidFill>
                <a:latin typeface="Consolas"/>
                <a:cs typeface="Consolas"/>
              </a:rPr>
              <a:t>du</a:t>
            </a:r>
            <a:r>
              <a:rPr sz="1800" spc="-30" dirty="0">
                <a:solidFill>
                  <a:srgbClr val="FF0000"/>
                </a:solidFill>
                <a:latin typeface="Consolas"/>
                <a:cs typeface="Consolas"/>
              </a:rPr>
              <a:t> </a:t>
            </a:r>
            <a:r>
              <a:rPr sz="1800" dirty="0">
                <a:solidFill>
                  <a:srgbClr val="FF0000"/>
                </a:solidFill>
                <a:latin typeface="Consolas"/>
                <a:cs typeface="Consolas"/>
              </a:rPr>
              <a:t>message</a:t>
            </a:r>
            <a:r>
              <a:rPr sz="1800" spc="-15" dirty="0">
                <a:solidFill>
                  <a:srgbClr val="FF0000"/>
                </a:solidFill>
                <a:latin typeface="Consolas"/>
                <a:cs typeface="Consolas"/>
              </a:rPr>
              <a:t> </a:t>
            </a:r>
            <a:r>
              <a:rPr sz="1800" spc="-10" dirty="0">
                <a:solidFill>
                  <a:srgbClr val="FF0000"/>
                </a:solidFill>
                <a:latin typeface="Consolas"/>
                <a:cs typeface="Consolas"/>
              </a:rPr>
              <a:t>optionnel*]</a:t>
            </a:r>
            <a:endParaRPr sz="1800" dirty="0">
              <a:latin typeface="Consolas"/>
              <a:cs typeface="Consolas"/>
            </a:endParaRPr>
          </a:p>
        </p:txBody>
      </p:sp>
      <p:sp>
        <p:nvSpPr>
          <p:cNvPr id="6" name="ZoneTexte 5">
            <a:extLst>
              <a:ext uri="{FF2B5EF4-FFF2-40B4-BE49-F238E27FC236}">
                <a16:creationId xmlns:a16="http://schemas.microsoft.com/office/drawing/2014/main" id="{5CA88292-B773-FEF1-C571-B216EFBE6466}"/>
              </a:ext>
            </a:extLst>
          </p:cNvPr>
          <p:cNvSpPr txBox="1"/>
          <p:nvPr/>
        </p:nvSpPr>
        <p:spPr>
          <a:xfrm>
            <a:off x="1082247" y="5539505"/>
            <a:ext cx="9150323" cy="369332"/>
          </a:xfrm>
          <a:prstGeom prst="rect">
            <a:avLst/>
          </a:prstGeom>
          <a:noFill/>
        </p:spPr>
        <p:txBody>
          <a:bodyPr wrap="square">
            <a:spAutoFit/>
          </a:bodyPr>
          <a:lstStyle/>
          <a:p>
            <a:pPr marL="12700">
              <a:lnSpc>
                <a:spcPct val="100000"/>
              </a:lnSpc>
              <a:spcBef>
                <a:spcPts val="100"/>
              </a:spcBef>
            </a:pPr>
            <a:r>
              <a:rPr lang="fr-FR" sz="1800" dirty="0">
                <a:latin typeface="Segoe UI"/>
                <a:cs typeface="Segoe UI"/>
              </a:rPr>
              <a:t>*</a:t>
            </a:r>
            <a:r>
              <a:rPr lang="fr-FR" sz="1800" spc="-15" dirty="0">
                <a:latin typeface="Segoe UI"/>
                <a:cs typeface="Segoe UI"/>
              </a:rPr>
              <a:t> </a:t>
            </a:r>
            <a:r>
              <a:rPr lang="fr-FR" sz="1800" dirty="0">
                <a:latin typeface="Segoe UI"/>
                <a:cs typeface="Segoe UI"/>
              </a:rPr>
              <a:t>Le</a:t>
            </a:r>
            <a:r>
              <a:rPr lang="fr-FR" sz="1800" spc="-15" dirty="0">
                <a:latin typeface="Segoe UI"/>
                <a:cs typeface="Segoe UI"/>
              </a:rPr>
              <a:t> </a:t>
            </a:r>
            <a:r>
              <a:rPr lang="fr-FR" sz="1800" dirty="0">
                <a:latin typeface="Segoe UI"/>
                <a:cs typeface="Segoe UI"/>
              </a:rPr>
              <a:t>corps</a:t>
            </a:r>
            <a:r>
              <a:rPr lang="fr-FR" sz="1800" spc="-15" dirty="0">
                <a:latin typeface="Segoe UI"/>
                <a:cs typeface="Segoe UI"/>
              </a:rPr>
              <a:t> </a:t>
            </a:r>
            <a:r>
              <a:rPr lang="fr-FR" sz="1800" dirty="0">
                <a:latin typeface="Segoe UI"/>
                <a:cs typeface="Segoe UI"/>
              </a:rPr>
              <a:t>du</a:t>
            </a:r>
            <a:r>
              <a:rPr lang="fr-FR" sz="1800" spc="-25" dirty="0">
                <a:latin typeface="Segoe UI"/>
                <a:cs typeface="Segoe UI"/>
              </a:rPr>
              <a:t> </a:t>
            </a:r>
            <a:r>
              <a:rPr lang="fr-FR" sz="1800" dirty="0">
                <a:latin typeface="Segoe UI"/>
                <a:cs typeface="Segoe UI"/>
              </a:rPr>
              <a:t>message</a:t>
            </a:r>
            <a:r>
              <a:rPr lang="fr-FR" sz="1800" spc="-15" dirty="0">
                <a:latin typeface="Segoe UI"/>
                <a:cs typeface="Segoe UI"/>
              </a:rPr>
              <a:t> </a:t>
            </a:r>
            <a:r>
              <a:rPr lang="fr-FR" sz="1800" dirty="0">
                <a:latin typeface="Segoe UI"/>
                <a:cs typeface="Segoe UI"/>
              </a:rPr>
              <a:t>est</a:t>
            </a:r>
            <a:r>
              <a:rPr lang="fr-FR" sz="1800" spc="-15" dirty="0">
                <a:latin typeface="Segoe UI"/>
                <a:cs typeface="Segoe UI"/>
              </a:rPr>
              <a:t> </a:t>
            </a:r>
            <a:r>
              <a:rPr lang="fr-FR" sz="1800" dirty="0">
                <a:latin typeface="Segoe UI"/>
                <a:cs typeface="Segoe UI"/>
              </a:rPr>
              <a:t>cependant</a:t>
            </a:r>
            <a:r>
              <a:rPr lang="fr-FR" sz="1800" spc="-20" dirty="0">
                <a:latin typeface="Segoe UI"/>
                <a:cs typeface="Segoe UI"/>
              </a:rPr>
              <a:t> </a:t>
            </a:r>
            <a:r>
              <a:rPr lang="fr-FR" sz="1800" dirty="0">
                <a:latin typeface="Segoe UI"/>
                <a:cs typeface="Segoe UI"/>
              </a:rPr>
              <a:t>important</a:t>
            </a:r>
            <a:r>
              <a:rPr lang="fr-FR" sz="1800" spc="-30" dirty="0">
                <a:latin typeface="Segoe UI"/>
                <a:cs typeface="Segoe UI"/>
              </a:rPr>
              <a:t> </a:t>
            </a:r>
            <a:r>
              <a:rPr lang="fr-FR" sz="1800" dirty="0">
                <a:latin typeface="Segoe UI"/>
                <a:cs typeface="Segoe UI"/>
              </a:rPr>
              <a:t>pour</a:t>
            </a:r>
            <a:r>
              <a:rPr lang="fr-FR" sz="1800" spc="-10" dirty="0">
                <a:latin typeface="Segoe UI"/>
                <a:cs typeface="Segoe UI"/>
              </a:rPr>
              <a:t> </a:t>
            </a:r>
            <a:r>
              <a:rPr lang="fr-FR" sz="1800" dirty="0">
                <a:latin typeface="Segoe UI"/>
                <a:cs typeface="Segoe UI"/>
              </a:rPr>
              <a:t>certains</a:t>
            </a:r>
            <a:r>
              <a:rPr lang="fr-FR" sz="1800" spc="-10" dirty="0">
                <a:latin typeface="Segoe UI"/>
                <a:cs typeface="Segoe UI"/>
              </a:rPr>
              <a:t> </a:t>
            </a:r>
            <a:r>
              <a:rPr lang="fr-FR" sz="1800" dirty="0">
                <a:latin typeface="Segoe UI"/>
                <a:cs typeface="Segoe UI"/>
              </a:rPr>
              <a:t>types</a:t>
            </a:r>
            <a:r>
              <a:rPr lang="fr-FR" sz="1800" spc="-35" dirty="0">
                <a:latin typeface="Segoe UI"/>
                <a:cs typeface="Segoe UI"/>
              </a:rPr>
              <a:t> </a:t>
            </a:r>
            <a:r>
              <a:rPr lang="fr-FR" sz="1800" dirty="0">
                <a:latin typeface="Segoe UI"/>
                <a:cs typeface="Segoe UI"/>
              </a:rPr>
              <a:t>de</a:t>
            </a:r>
            <a:r>
              <a:rPr lang="fr-FR" sz="1800" spc="-25" dirty="0">
                <a:latin typeface="Segoe UI"/>
                <a:cs typeface="Segoe UI"/>
              </a:rPr>
              <a:t> </a:t>
            </a:r>
            <a:r>
              <a:rPr lang="fr-FR" sz="1800" spc="-10" dirty="0">
                <a:latin typeface="Segoe UI"/>
                <a:cs typeface="Segoe UI"/>
              </a:rPr>
              <a:t>requêtes</a:t>
            </a:r>
            <a:endParaRPr lang="fr-FR" sz="1800" dirty="0">
              <a:latin typeface="Segoe UI"/>
              <a:cs typeface="Segoe UI"/>
            </a:endParaRPr>
          </a:p>
        </p:txBody>
      </p:sp>
      <p:sp>
        <p:nvSpPr>
          <p:cNvPr id="7" name="ZoneTexte 6">
            <a:extLst>
              <a:ext uri="{FF2B5EF4-FFF2-40B4-BE49-F238E27FC236}">
                <a16:creationId xmlns:a16="http://schemas.microsoft.com/office/drawing/2014/main" id="{B22A9341-8F65-E919-0E38-23C86FA72912}"/>
              </a:ext>
            </a:extLst>
          </p:cNvPr>
          <p:cNvSpPr txBox="1"/>
          <p:nvPr/>
        </p:nvSpPr>
        <p:spPr>
          <a:xfrm>
            <a:off x="1082247" y="1210423"/>
            <a:ext cx="9150323" cy="369332"/>
          </a:xfrm>
          <a:prstGeom prst="rect">
            <a:avLst/>
          </a:prstGeom>
          <a:noFill/>
        </p:spPr>
        <p:txBody>
          <a:bodyPr wrap="square">
            <a:spAutoFit/>
          </a:bodyPr>
          <a:lstStyle/>
          <a:p>
            <a:pPr marL="12700">
              <a:lnSpc>
                <a:spcPct val="100000"/>
              </a:lnSpc>
              <a:spcBef>
                <a:spcPts val="100"/>
              </a:spcBef>
            </a:pPr>
            <a:r>
              <a:rPr lang="fr-FR" sz="1800" b="1" dirty="0">
                <a:latin typeface="Segoe UI"/>
                <a:cs typeface="Segoe UI"/>
              </a:rPr>
              <a:t>Requête</a:t>
            </a:r>
          </a:p>
        </p:txBody>
      </p:sp>
    </p:spTree>
    <p:extLst>
      <p:ext uri="{BB962C8B-B14F-4D97-AF65-F5344CB8AC3E}">
        <p14:creationId xmlns:p14="http://schemas.microsoft.com/office/powerpoint/2010/main" val="768711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HTTP</a:t>
            </a:r>
          </a:p>
        </p:txBody>
      </p:sp>
      <p:sp>
        <p:nvSpPr>
          <p:cNvPr id="3" name="object 3">
            <a:extLst>
              <a:ext uri="{FF2B5EF4-FFF2-40B4-BE49-F238E27FC236}">
                <a16:creationId xmlns:a16="http://schemas.microsoft.com/office/drawing/2014/main" id="{47B5A0E2-EADE-5C03-9080-D10B10B54A20}"/>
              </a:ext>
            </a:extLst>
          </p:cNvPr>
          <p:cNvSpPr txBox="1"/>
          <p:nvPr/>
        </p:nvSpPr>
        <p:spPr>
          <a:xfrm>
            <a:off x="2604480" y="1769273"/>
            <a:ext cx="5667375" cy="4645660"/>
          </a:xfrm>
          <a:prstGeom prst="rect">
            <a:avLst/>
          </a:prstGeom>
        </p:spPr>
        <p:txBody>
          <a:bodyPr vert="horz" wrap="square" lIns="0" tIns="12700" rIns="0" bIns="0" rtlCol="0">
            <a:spAutoFit/>
          </a:bodyPr>
          <a:lstStyle/>
          <a:p>
            <a:pPr marL="12700">
              <a:lnSpc>
                <a:spcPts val="2090"/>
              </a:lnSpc>
              <a:spcBef>
                <a:spcPts val="100"/>
              </a:spcBef>
            </a:pPr>
            <a:r>
              <a:rPr sz="1800" dirty="0">
                <a:solidFill>
                  <a:srgbClr val="0000FF"/>
                </a:solidFill>
                <a:latin typeface="Consolas"/>
                <a:cs typeface="Consolas"/>
              </a:rPr>
              <a:t>HTTP/1.1</a:t>
            </a:r>
            <a:r>
              <a:rPr sz="1800" spc="-35" dirty="0">
                <a:solidFill>
                  <a:srgbClr val="0000FF"/>
                </a:solidFill>
                <a:latin typeface="Consolas"/>
                <a:cs typeface="Consolas"/>
              </a:rPr>
              <a:t> </a:t>
            </a:r>
            <a:r>
              <a:rPr sz="1800" dirty="0">
                <a:solidFill>
                  <a:srgbClr val="0000FF"/>
                </a:solidFill>
                <a:latin typeface="Consolas"/>
                <a:cs typeface="Consolas"/>
              </a:rPr>
              <a:t>200</a:t>
            </a:r>
            <a:r>
              <a:rPr sz="1800" spc="-25" dirty="0">
                <a:solidFill>
                  <a:srgbClr val="0000FF"/>
                </a:solidFill>
                <a:latin typeface="Consolas"/>
                <a:cs typeface="Consolas"/>
              </a:rPr>
              <a:t> OK</a:t>
            </a:r>
            <a:endParaRPr sz="1800" dirty="0">
              <a:latin typeface="Consolas"/>
              <a:cs typeface="Consolas"/>
            </a:endParaRPr>
          </a:p>
          <a:p>
            <a:pPr marL="12700" marR="257175">
              <a:lnSpc>
                <a:spcPts val="2020"/>
              </a:lnSpc>
              <a:spcBef>
                <a:spcPts val="110"/>
              </a:spcBef>
            </a:pPr>
            <a:r>
              <a:rPr sz="1800" dirty="0">
                <a:solidFill>
                  <a:srgbClr val="008000"/>
                </a:solidFill>
                <a:latin typeface="Consolas"/>
                <a:cs typeface="Consolas"/>
              </a:rPr>
              <a:t>Server:</a:t>
            </a:r>
            <a:r>
              <a:rPr sz="1800" spc="-45" dirty="0">
                <a:solidFill>
                  <a:srgbClr val="008000"/>
                </a:solidFill>
                <a:latin typeface="Consolas"/>
                <a:cs typeface="Consolas"/>
              </a:rPr>
              <a:t> </a:t>
            </a:r>
            <a:r>
              <a:rPr sz="1800" dirty="0">
                <a:solidFill>
                  <a:srgbClr val="008000"/>
                </a:solidFill>
                <a:latin typeface="Consolas"/>
                <a:cs typeface="Consolas"/>
              </a:rPr>
              <a:t>ASP.NET</a:t>
            </a:r>
            <a:r>
              <a:rPr sz="1800" spc="-45" dirty="0">
                <a:solidFill>
                  <a:srgbClr val="008000"/>
                </a:solidFill>
                <a:latin typeface="Consolas"/>
                <a:cs typeface="Consolas"/>
              </a:rPr>
              <a:t> </a:t>
            </a:r>
            <a:r>
              <a:rPr sz="1800" dirty="0">
                <a:solidFill>
                  <a:srgbClr val="008000"/>
                </a:solidFill>
                <a:latin typeface="Consolas"/>
                <a:cs typeface="Consolas"/>
              </a:rPr>
              <a:t>Development</a:t>
            </a:r>
            <a:r>
              <a:rPr sz="1800" spc="-40" dirty="0">
                <a:solidFill>
                  <a:srgbClr val="008000"/>
                </a:solidFill>
                <a:latin typeface="Consolas"/>
                <a:cs typeface="Consolas"/>
              </a:rPr>
              <a:t> </a:t>
            </a:r>
            <a:r>
              <a:rPr sz="1800" spc="-10" dirty="0">
                <a:solidFill>
                  <a:srgbClr val="008000"/>
                </a:solidFill>
                <a:latin typeface="Consolas"/>
                <a:cs typeface="Consolas"/>
              </a:rPr>
              <a:t>Server/11.0.0.0 </a:t>
            </a:r>
            <a:r>
              <a:rPr sz="1800" dirty="0">
                <a:solidFill>
                  <a:srgbClr val="008000"/>
                </a:solidFill>
                <a:latin typeface="Consolas"/>
                <a:cs typeface="Consolas"/>
              </a:rPr>
              <a:t>Date:</a:t>
            </a:r>
            <a:r>
              <a:rPr sz="1800" spc="-30" dirty="0">
                <a:solidFill>
                  <a:srgbClr val="008000"/>
                </a:solidFill>
                <a:latin typeface="Consolas"/>
                <a:cs typeface="Consolas"/>
              </a:rPr>
              <a:t> </a:t>
            </a:r>
            <a:r>
              <a:rPr sz="1800" dirty="0">
                <a:solidFill>
                  <a:srgbClr val="008000"/>
                </a:solidFill>
                <a:latin typeface="Consolas"/>
                <a:cs typeface="Consolas"/>
              </a:rPr>
              <a:t>Tue,</a:t>
            </a:r>
            <a:r>
              <a:rPr sz="1800" spc="-25" dirty="0">
                <a:solidFill>
                  <a:srgbClr val="008000"/>
                </a:solidFill>
                <a:latin typeface="Consolas"/>
                <a:cs typeface="Consolas"/>
              </a:rPr>
              <a:t> </a:t>
            </a:r>
            <a:r>
              <a:rPr sz="1800" dirty="0">
                <a:solidFill>
                  <a:srgbClr val="008000"/>
                </a:solidFill>
                <a:latin typeface="Consolas"/>
                <a:cs typeface="Consolas"/>
              </a:rPr>
              <a:t>13</a:t>
            </a:r>
            <a:r>
              <a:rPr sz="1800" spc="-30" dirty="0">
                <a:solidFill>
                  <a:srgbClr val="008000"/>
                </a:solidFill>
                <a:latin typeface="Consolas"/>
                <a:cs typeface="Consolas"/>
              </a:rPr>
              <a:t> </a:t>
            </a:r>
            <a:r>
              <a:rPr sz="1800" dirty="0">
                <a:solidFill>
                  <a:srgbClr val="008000"/>
                </a:solidFill>
                <a:latin typeface="Consolas"/>
                <a:cs typeface="Consolas"/>
              </a:rPr>
              <a:t>Nov</a:t>
            </a:r>
            <a:r>
              <a:rPr sz="1800" spc="-15" dirty="0">
                <a:solidFill>
                  <a:srgbClr val="008000"/>
                </a:solidFill>
                <a:latin typeface="Consolas"/>
                <a:cs typeface="Consolas"/>
              </a:rPr>
              <a:t> </a:t>
            </a:r>
            <a:r>
              <a:rPr sz="1800" dirty="0">
                <a:solidFill>
                  <a:srgbClr val="008000"/>
                </a:solidFill>
                <a:latin typeface="Consolas"/>
                <a:cs typeface="Consolas"/>
              </a:rPr>
              <a:t>2012</a:t>
            </a:r>
            <a:r>
              <a:rPr sz="1800" spc="-30" dirty="0">
                <a:solidFill>
                  <a:srgbClr val="008000"/>
                </a:solidFill>
                <a:latin typeface="Consolas"/>
                <a:cs typeface="Consolas"/>
              </a:rPr>
              <a:t> </a:t>
            </a:r>
            <a:r>
              <a:rPr sz="1800" dirty="0">
                <a:solidFill>
                  <a:srgbClr val="008000"/>
                </a:solidFill>
                <a:latin typeface="Consolas"/>
                <a:cs typeface="Consolas"/>
              </a:rPr>
              <a:t>18:05:11</a:t>
            </a:r>
            <a:r>
              <a:rPr sz="1800" spc="-15" dirty="0">
                <a:solidFill>
                  <a:srgbClr val="008000"/>
                </a:solidFill>
                <a:latin typeface="Consolas"/>
                <a:cs typeface="Consolas"/>
              </a:rPr>
              <a:t> </a:t>
            </a:r>
            <a:r>
              <a:rPr sz="1800" spc="-25" dirty="0">
                <a:solidFill>
                  <a:srgbClr val="008000"/>
                </a:solidFill>
                <a:latin typeface="Consolas"/>
                <a:cs typeface="Consolas"/>
              </a:rPr>
              <a:t>GMT</a:t>
            </a:r>
            <a:endParaRPr sz="1800" dirty="0">
              <a:latin typeface="Consolas"/>
              <a:cs typeface="Consolas"/>
            </a:endParaRPr>
          </a:p>
          <a:p>
            <a:pPr marL="12700">
              <a:lnSpc>
                <a:spcPts val="1885"/>
              </a:lnSpc>
            </a:pPr>
            <a:r>
              <a:rPr sz="1800" spc="-10" dirty="0">
                <a:solidFill>
                  <a:srgbClr val="008000"/>
                </a:solidFill>
                <a:latin typeface="Consolas"/>
                <a:cs typeface="Consolas"/>
              </a:rPr>
              <a:t>X-AspNet-</a:t>
            </a:r>
            <a:r>
              <a:rPr sz="1800" dirty="0">
                <a:solidFill>
                  <a:srgbClr val="008000"/>
                </a:solidFill>
                <a:latin typeface="Consolas"/>
                <a:cs typeface="Consolas"/>
              </a:rPr>
              <a:t>Version:</a:t>
            </a:r>
            <a:r>
              <a:rPr sz="1800" spc="15" dirty="0">
                <a:solidFill>
                  <a:srgbClr val="008000"/>
                </a:solidFill>
                <a:latin typeface="Consolas"/>
                <a:cs typeface="Consolas"/>
              </a:rPr>
              <a:t> </a:t>
            </a:r>
            <a:r>
              <a:rPr sz="1800" spc="-10" dirty="0">
                <a:solidFill>
                  <a:srgbClr val="008000"/>
                </a:solidFill>
                <a:latin typeface="Consolas"/>
                <a:cs typeface="Consolas"/>
              </a:rPr>
              <a:t>4.0.30319</a:t>
            </a:r>
            <a:endParaRPr sz="1800" dirty="0">
              <a:latin typeface="Consolas"/>
              <a:cs typeface="Consolas"/>
            </a:endParaRPr>
          </a:p>
          <a:p>
            <a:pPr marL="12700" marR="2763520">
              <a:lnSpc>
                <a:spcPct val="93100"/>
              </a:lnSpc>
              <a:spcBef>
                <a:spcPts val="80"/>
              </a:spcBef>
            </a:pPr>
            <a:r>
              <a:rPr sz="1800" spc="-10" dirty="0">
                <a:solidFill>
                  <a:srgbClr val="008000"/>
                </a:solidFill>
                <a:latin typeface="Consolas"/>
                <a:cs typeface="Consolas"/>
              </a:rPr>
              <a:t>Cache-</a:t>
            </a:r>
            <a:r>
              <a:rPr sz="1800" dirty="0">
                <a:solidFill>
                  <a:srgbClr val="008000"/>
                </a:solidFill>
                <a:latin typeface="Consolas"/>
                <a:cs typeface="Consolas"/>
              </a:rPr>
              <a:t>Control:</a:t>
            </a:r>
            <a:r>
              <a:rPr sz="1800" spc="-25" dirty="0">
                <a:solidFill>
                  <a:srgbClr val="008000"/>
                </a:solidFill>
                <a:latin typeface="Consolas"/>
                <a:cs typeface="Consolas"/>
              </a:rPr>
              <a:t> </a:t>
            </a:r>
            <a:r>
              <a:rPr sz="1800" spc="-10" dirty="0">
                <a:solidFill>
                  <a:srgbClr val="008000"/>
                </a:solidFill>
                <a:latin typeface="Consolas"/>
                <a:cs typeface="Consolas"/>
              </a:rPr>
              <a:t>no-</a:t>
            </a:r>
            <a:r>
              <a:rPr sz="1800" spc="-20" dirty="0">
                <a:solidFill>
                  <a:srgbClr val="008000"/>
                </a:solidFill>
                <a:latin typeface="Consolas"/>
                <a:cs typeface="Consolas"/>
              </a:rPr>
              <a:t>cache </a:t>
            </a:r>
            <a:r>
              <a:rPr sz="1800" dirty="0">
                <a:solidFill>
                  <a:srgbClr val="008000"/>
                </a:solidFill>
                <a:latin typeface="Consolas"/>
                <a:cs typeface="Consolas"/>
              </a:rPr>
              <a:t>Pragma:</a:t>
            </a:r>
            <a:r>
              <a:rPr sz="1800" spc="-20" dirty="0">
                <a:solidFill>
                  <a:srgbClr val="008000"/>
                </a:solidFill>
                <a:latin typeface="Consolas"/>
                <a:cs typeface="Consolas"/>
              </a:rPr>
              <a:t> </a:t>
            </a:r>
            <a:r>
              <a:rPr sz="1800" spc="-10" dirty="0">
                <a:solidFill>
                  <a:srgbClr val="008000"/>
                </a:solidFill>
                <a:latin typeface="Consolas"/>
                <a:cs typeface="Consolas"/>
              </a:rPr>
              <a:t>no-cache </a:t>
            </a:r>
            <a:r>
              <a:rPr sz="1800" dirty="0">
                <a:solidFill>
                  <a:srgbClr val="008000"/>
                </a:solidFill>
                <a:latin typeface="Consolas"/>
                <a:cs typeface="Consolas"/>
              </a:rPr>
              <a:t>Expires:</a:t>
            </a:r>
            <a:r>
              <a:rPr sz="1800" spc="-40" dirty="0">
                <a:solidFill>
                  <a:srgbClr val="008000"/>
                </a:solidFill>
                <a:latin typeface="Consolas"/>
                <a:cs typeface="Consolas"/>
              </a:rPr>
              <a:t> </a:t>
            </a:r>
            <a:r>
              <a:rPr sz="1800" spc="-10" dirty="0">
                <a:solidFill>
                  <a:srgbClr val="008000"/>
                </a:solidFill>
                <a:latin typeface="Consolas"/>
                <a:cs typeface="Consolas"/>
              </a:rPr>
              <a:t>-</a:t>
            </a:r>
            <a:r>
              <a:rPr sz="1800" spc="-50" dirty="0">
                <a:solidFill>
                  <a:srgbClr val="008000"/>
                </a:solidFill>
                <a:latin typeface="Consolas"/>
                <a:cs typeface="Consolas"/>
              </a:rPr>
              <a:t>1</a:t>
            </a:r>
            <a:endParaRPr sz="1800" dirty="0">
              <a:latin typeface="Consolas"/>
              <a:cs typeface="Consolas"/>
            </a:endParaRPr>
          </a:p>
          <a:p>
            <a:pPr marL="12700" marR="5080">
              <a:lnSpc>
                <a:spcPts val="2020"/>
              </a:lnSpc>
              <a:spcBef>
                <a:spcPts val="40"/>
              </a:spcBef>
            </a:pPr>
            <a:r>
              <a:rPr sz="1800" spc="-10" dirty="0">
                <a:solidFill>
                  <a:srgbClr val="008000"/>
                </a:solidFill>
                <a:latin typeface="Consolas"/>
                <a:cs typeface="Consolas"/>
              </a:rPr>
              <a:t>Content-</a:t>
            </a:r>
            <a:r>
              <a:rPr sz="1800" dirty="0">
                <a:solidFill>
                  <a:srgbClr val="008000"/>
                </a:solidFill>
                <a:latin typeface="Consolas"/>
                <a:cs typeface="Consolas"/>
              </a:rPr>
              <a:t>Type:</a:t>
            </a:r>
            <a:r>
              <a:rPr sz="1800" spc="25" dirty="0">
                <a:solidFill>
                  <a:srgbClr val="008000"/>
                </a:solidFill>
                <a:latin typeface="Consolas"/>
                <a:cs typeface="Consolas"/>
              </a:rPr>
              <a:t> </a:t>
            </a:r>
            <a:r>
              <a:rPr sz="1800" dirty="0">
                <a:solidFill>
                  <a:srgbClr val="008000"/>
                </a:solidFill>
                <a:latin typeface="Consolas"/>
                <a:cs typeface="Consolas"/>
              </a:rPr>
              <a:t>application/json;</a:t>
            </a:r>
            <a:r>
              <a:rPr sz="1800" spc="25" dirty="0">
                <a:solidFill>
                  <a:srgbClr val="008000"/>
                </a:solidFill>
                <a:latin typeface="Consolas"/>
                <a:cs typeface="Consolas"/>
              </a:rPr>
              <a:t> </a:t>
            </a:r>
            <a:r>
              <a:rPr sz="1800" spc="-10" dirty="0">
                <a:solidFill>
                  <a:srgbClr val="008000"/>
                </a:solidFill>
                <a:latin typeface="Consolas"/>
                <a:cs typeface="Consolas"/>
              </a:rPr>
              <a:t>charset=utf-</a:t>
            </a:r>
            <a:r>
              <a:rPr sz="1800" spc="-50" dirty="0">
                <a:solidFill>
                  <a:srgbClr val="008000"/>
                </a:solidFill>
                <a:latin typeface="Consolas"/>
                <a:cs typeface="Consolas"/>
              </a:rPr>
              <a:t>8 </a:t>
            </a:r>
            <a:r>
              <a:rPr sz="1800" spc="-10" dirty="0">
                <a:solidFill>
                  <a:srgbClr val="008000"/>
                </a:solidFill>
                <a:latin typeface="Consolas"/>
                <a:cs typeface="Consolas"/>
              </a:rPr>
              <a:t>Content-</a:t>
            </a:r>
            <a:r>
              <a:rPr sz="1800" dirty="0">
                <a:solidFill>
                  <a:srgbClr val="008000"/>
                </a:solidFill>
                <a:latin typeface="Consolas"/>
                <a:cs typeface="Consolas"/>
              </a:rPr>
              <a:t>Length:</a:t>
            </a:r>
            <a:r>
              <a:rPr sz="1800" spc="35" dirty="0">
                <a:solidFill>
                  <a:srgbClr val="008000"/>
                </a:solidFill>
                <a:latin typeface="Consolas"/>
                <a:cs typeface="Consolas"/>
              </a:rPr>
              <a:t> </a:t>
            </a:r>
            <a:r>
              <a:rPr sz="1800" spc="-25" dirty="0">
                <a:solidFill>
                  <a:srgbClr val="008000"/>
                </a:solidFill>
                <a:latin typeface="Consolas"/>
                <a:cs typeface="Consolas"/>
              </a:rPr>
              <a:t>188</a:t>
            </a:r>
            <a:endParaRPr sz="1800" dirty="0">
              <a:latin typeface="Consolas"/>
              <a:cs typeface="Consolas"/>
            </a:endParaRPr>
          </a:p>
          <a:p>
            <a:pPr marL="12700">
              <a:lnSpc>
                <a:spcPts val="1955"/>
              </a:lnSpc>
            </a:pPr>
            <a:r>
              <a:rPr sz="1800" dirty="0">
                <a:solidFill>
                  <a:srgbClr val="008000"/>
                </a:solidFill>
                <a:latin typeface="Consolas"/>
                <a:cs typeface="Consolas"/>
              </a:rPr>
              <a:t>Connection:</a:t>
            </a:r>
            <a:r>
              <a:rPr sz="1800" spc="-45" dirty="0">
                <a:solidFill>
                  <a:srgbClr val="008000"/>
                </a:solidFill>
                <a:latin typeface="Consolas"/>
                <a:cs typeface="Consolas"/>
              </a:rPr>
              <a:t> </a:t>
            </a:r>
            <a:r>
              <a:rPr sz="1800" spc="-10" dirty="0">
                <a:solidFill>
                  <a:srgbClr val="008000"/>
                </a:solidFill>
                <a:latin typeface="Consolas"/>
                <a:cs typeface="Consolas"/>
              </a:rPr>
              <a:t>Close</a:t>
            </a:r>
            <a:endParaRPr sz="1800" dirty="0">
              <a:latin typeface="Consolas"/>
              <a:cs typeface="Consolas"/>
            </a:endParaRPr>
          </a:p>
          <a:p>
            <a:pPr marL="241300" marR="1031240" indent="-228600">
              <a:lnSpc>
                <a:spcPct val="93100"/>
              </a:lnSpc>
              <a:spcBef>
                <a:spcPts val="2020"/>
              </a:spcBef>
            </a:pPr>
            <a:r>
              <a:rPr sz="1800" spc="-10" dirty="0">
                <a:solidFill>
                  <a:srgbClr val="FF0000"/>
                </a:solidFill>
                <a:latin typeface="Consolas"/>
                <a:cs typeface="Consolas"/>
              </a:rPr>
              <a:t>{"TravelerId":1, "TravelerUserIdentity":"aaabbbccc", "FirstName":"John",</a:t>
            </a:r>
            <a:endParaRPr sz="1800" dirty="0">
              <a:latin typeface="Consolas"/>
              <a:cs typeface="Consolas"/>
            </a:endParaRPr>
          </a:p>
          <a:p>
            <a:pPr marL="241300" marR="1407795">
              <a:lnSpc>
                <a:spcPct val="93200"/>
              </a:lnSpc>
              <a:spcBef>
                <a:spcPts val="5"/>
              </a:spcBef>
            </a:pPr>
            <a:r>
              <a:rPr sz="1800" spc="-10" dirty="0">
                <a:solidFill>
                  <a:srgbClr val="FF0000"/>
                </a:solidFill>
                <a:latin typeface="Consolas"/>
                <a:cs typeface="Consolas"/>
              </a:rPr>
              <a:t>"LastName":"Doe", "MobilePhone":"555-555-5555", </a:t>
            </a:r>
            <a:r>
              <a:rPr sz="1800" dirty="0">
                <a:solidFill>
                  <a:srgbClr val="FF0000"/>
                </a:solidFill>
                <a:latin typeface="Consolas"/>
                <a:cs typeface="Consolas"/>
              </a:rPr>
              <a:t>"HomeAddress":"123</a:t>
            </a:r>
            <a:r>
              <a:rPr sz="1800" spc="-65" dirty="0">
                <a:solidFill>
                  <a:srgbClr val="FF0000"/>
                </a:solidFill>
                <a:latin typeface="Consolas"/>
                <a:cs typeface="Consolas"/>
              </a:rPr>
              <a:t> </a:t>
            </a:r>
            <a:r>
              <a:rPr sz="1800" dirty="0">
                <a:solidFill>
                  <a:srgbClr val="FF0000"/>
                </a:solidFill>
                <a:latin typeface="Consolas"/>
                <a:cs typeface="Consolas"/>
              </a:rPr>
              <a:t>Main</a:t>
            </a:r>
            <a:r>
              <a:rPr sz="1800" spc="-40" dirty="0">
                <a:solidFill>
                  <a:srgbClr val="FF0000"/>
                </a:solidFill>
                <a:latin typeface="Consolas"/>
                <a:cs typeface="Consolas"/>
              </a:rPr>
              <a:t> </a:t>
            </a:r>
            <a:r>
              <a:rPr sz="1800" spc="-10" dirty="0">
                <a:solidFill>
                  <a:srgbClr val="FF0000"/>
                </a:solidFill>
                <a:latin typeface="Consolas"/>
                <a:cs typeface="Consolas"/>
              </a:rPr>
              <a:t>Street", "Passport":"AB123456789"}</a:t>
            </a:r>
            <a:endParaRPr sz="1800" dirty="0">
              <a:latin typeface="Consolas"/>
              <a:cs typeface="Consolas"/>
            </a:endParaRPr>
          </a:p>
        </p:txBody>
      </p:sp>
      <p:sp>
        <p:nvSpPr>
          <p:cNvPr id="5" name="ZoneTexte 4">
            <a:extLst>
              <a:ext uri="{FF2B5EF4-FFF2-40B4-BE49-F238E27FC236}">
                <a16:creationId xmlns:a16="http://schemas.microsoft.com/office/drawing/2014/main" id="{26AC7389-08C4-2A45-B3A2-B4BA5620D7FD}"/>
              </a:ext>
            </a:extLst>
          </p:cNvPr>
          <p:cNvSpPr txBox="1"/>
          <p:nvPr/>
        </p:nvSpPr>
        <p:spPr>
          <a:xfrm>
            <a:off x="1082247" y="1210423"/>
            <a:ext cx="9150323" cy="369332"/>
          </a:xfrm>
          <a:prstGeom prst="rect">
            <a:avLst/>
          </a:prstGeom>
          <a:noFill/>
        </p:spPr>
        <p:txBody>
          <a:bodyPr wrap="square">
            <a:spAutoFit/>
          </a:bodyPr>
          <a:lstStyle/>
          <a:p>
            <a:pPr marL="12700">
              <a:lnSpc>
                <a:spcPct val="100000"/>
              </a:lnSpc>
              <a:spcBef>
                <a:spcPts val="100"/>
              </a:spcBef>
            </a:pPr>
            <a:r>
              <a:rPr lang="fr-FR" sz="1800" b="1" dirty="0">
                <a:latin typeface="Segoe UI"/>
                <a:cs typeface="Segoe UI"/>
              </a:rPr>
              <a:t>Réponse</a:t>
            </a:r>
          </a:p>
        </p:txBody>
      </p:sp>
    </p:spTree>
    <p:extLst>
      <p:ext uri="{BB962C8B-B14F-4D97-AF65-F5344CB8AC3E}">
        <p14:creationId xmlns:p14="http://schemas.microsoft.com/office/powerpoint/2010/main" val="2120049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HTTP</a:t>
            </a:r>
          </a:p>
        </p:txBody>
      </p:sp>
      <p:sp>
        <p:nvSpPr>
          <p:cNvPr id="3" name="object 3">
            <a:extLst>
              <a:ext uri="{FF2B5EF4-FFF2-40B4-BE49-F238E27FC236}">
                <a16:creationId xmlns:a16="http://schemas.microsoft.com/office/drawing/2014/main" id="{47B5A0E2-EADE-5C03-9080-D10B10B54A20}"/>
              </a:ext>
            </a:extLst>
          </p:cNvPr>
          <p:cNvSpPr txBox="1"/>
          <p:nvPr/>
        </p:nvSpPr>
        <p:spPr>
          <a:xfrm>
            <a:off x="2604480" y="1769273"/>
            <a:ext cx="5667375" cy="4645660"/>
          </a:xfrm>
          <a:prstGeom prst="rect">
            <a:avLst/>
          </a:prstGeom>
        </p:spPr>
        <p:txBody>
          <a:bodyPr vert="horz" wrap="square" lIns="0" tIns="12700" rIns="0" bIns="0" rtlCol="0">
            <a:spAutoFit/>
          </a:bodyPr>
          <a:lstStyle/>
          <a:p>
            <a:pPr marL="12700">
              <a:lnSpc>
                <a:spcPts val="2090"/>
              </a:lnSpc>
              <a:spcBef>
                <a:spcPts val="100"/>
              </a:spcBef>
            </a:pPr>
            <a:r>
              <a:rPr sz="1800" dirty="0">
                <a:solidFill>
                  <a:srgbClr val="0000FF"/>
                </a:solidFill>
                <a:latin typeface="Consolas"/>
                <a:cs typeface="Consolas"/>
              </a:rPr>
              <a:t>HTTP/1.1</a:t>
            </a:r>
            <a:r>
              <a:rPr sz="1800" spc="-35" dirty="0">
                <a:solidFill>
                  <a:srgbClr val="0000FF"/>
                </a:solidFill>
                <a:latin typeface="Consolas"/>
                <a:cs typeface="Consolas"/>
              </a:rPr>
              <a:t> </a:t>
            </a:r>
            <a:r>
              <a:rPr sz="1800" dirty="0">
                <a:solidFill>
                  <a:srgbClr val="0000FF"/>
                </a:solidFill>
                <a:latin typeface="Consolas"/>
                <a:cs typeface="Consolas"/>
              </a:rPr>
              <a:t>200</a:t>
            </a:r>
            <a:r>
              <a:rPr sz="1800" spc="-25" dirty="0">
                <a:solidFill>
                  <a:srgbClr val="0000FF"/>
                </a:solidFill>
                <a:latin typeface="Consolas"/>
                <a:cs typeface="Consolas"/>
              </a:rPr>
              <a:t> OK</a:t>
            </a:r>
            <a:endParaRPr sz="1800" dirty="0">
              <a:latin typeface="Consolas"/>
              <a:cs typeface="Consolas"/>
            </a:endParaRPr>
          </a:p>
          <a:p>
            <a:pPr marL="12700" marR="257175">
              <a:lnSpc>
                <a:spcPts val="2020"/>
              </a:lnSpc>
              <a:spcBef>
                <a:spcPts val="110"/>
              </a:spcBef>
            </a:pPr>
            <a:r>
              <a:rPr sz="1800" dirty="0">
                <a:solidFill>
                  <a:srgbClr val="008000"/>
                </a:solidFill>
                <a:latin typeface="Consolas"/>
                <a:cs typeface="Consolas"/>
              </a:rPr>
              <a:t>Server:</a:t>
            </a:r>
            <a:r>
              <a:rPr sz="1800" spc="-45" dirty="0">
                <a:solidFill>
                  <a:srgbClr val="008000"/>
                </a:solidFill>
                <a:latin typeface="Consolas"/>
                <a:cs typeface="Consolas"/>
              </a:rPr>
              <a:t> </a:t>
            </a:r>
            <a:r>
              <a:rPr sz="1800" dirty="0">
                <a:solidFill>
                  <a:srgbClr val="008000"/>
                </a:solidFill>
                <a:latin typeface="Consolas"/>
                <a:cs typeface="Consolas"/>
              </a:rPr>
              <a:t>ASP.NET</a:t>
            </a:r>
            <a:r>
              <a:rPr sz="1800" spc="-45" dirty="0">
                <a:solidFill>
                  <a:srgbClr val="008000"/>
                </a:solidFill>
                <a:latin typeface="Consolas"/>
                <a:cs typeface="Consolas"/>
              </a:rPr>
              <a:t> </a:t>
            </a:r>
            <a:r>
              <a:rPr sz="1800" dirty="0">
                <a:solidFill>
                  <a:srgbClr val="008000"/>
                </a:solidFill>
                <a:latin typeface="Consolas"/>
                <a:cs typeface="Consolas"/>
              </a:rPr>
              <a:t>Development</a:t>
            </a:r>
            <a:r>
              <a:rPr sz="1800" spc="-40" dirty="0">
                <a:solidFill>
                  <a:srgbClr val="008000"/>
                </a:solidFill>
                <a:latin typeface="Consolas"/>
                <a:cs typeface="Consolas"/>
              </a:rPr>
              <a:t> </a:t>
            </a:r>
            <a:r>
              <a:rPr sz="1800" spc="-10" dirty="0">
                <a:solidFill>
                  <a:srgbClr val="008000"/>
                </a:solidFill>
                <a:latin typeface="Consolas"/>
                <a:cs typeface="Consolas"/>
              </a:rPr>
              <a:t>Server/11.0.0.0 </a:t>
            </a:r>
            <a:r>
              <a:rPr sz="1800" dirty="0">
                <a:solidFill>
                  <a:srgbClr val="008000"/>
                </a:solidFill>
                <a:latin typeface="Consolas"/>
                <a:cs typeface="Consolas"/>
              </a:rPr>
              <a:t>Date:</a:t>
            </a:r>
            <a:r>
              <a:rPr sz="1800" spc="-30" dirty="0">
                <a:solidFill>
                  <a:srgbClr val="008000"/>
                </a:solidFill>
                <a:latin typeface="Consolas"/>
                <a:cs typeface="Consolas"/>
              </a:rPr>
              <a:t> </a:t>
            </a:r>
            <a:r>
              <a:rPr sz="1800" dirty="0">
                <a:solidFill>
                  <a:srgbClr val="008000"/>
                </a:solidFill>
                <a:latin typeface="Consolas"/>
                <a:cs typeface="Consolas"/>
              </a:rPr>
              <a:t>Tue,</a:t>
            </a:r>
            <a:r>
              <a:rPr sz="1800" spc="-25" dirty="0">
                <a:solidFill>
                  <a:srgbClr val="008000"/>
                </a:solidFill>
                <a:latin typeface="Consolas"/>
                <a:cs typeface="Consolas"/>
              </a:rPr>
              <a:t> </a:t>
            </a:r>
            <a:r>
              <a:rPr sz="1800" dirty="0">
                <a:solidFill>
                  <a:srgbClr val="008000"/>
                </a:solidFill>
                <a:latin typeface="Consolas"/>
                <a:cs typeface="Consolas"/>
              </a:rPr>
              <a:t>13</a:t>
            </a:r>
            <a:r>
              <a:rPr sz="1800" spc="-30" dirty="0">
                <a:solidFill>
                  <a:srgbClr val="008000"/>
                </a:solidFill>
                <a:latin typeface="Consolas"/>
                <a:cs typeface="Consolas"/>
              </a:rPr>
              <a:t> </a:t>
            </a:r>
            <a:r>
              <a:rPr sz="1800" dirty="0">
                <a:solidFill>
                  <a:srgbClr val="008000"/>
                </a:solidFill>
                <a:latin typeface="Consolas"/>
                <a:cs typeface="Consolas"/>
              </a:rPr>
              <a:t>Nov</a:t>
            </a:r>
            <a:r>
              <a:rPr sz="1800" spc="-15" dirty="0">
                <a:solidFill>
                  <a:srgbClr val="008000"/>
                </a:solidFill>
                <a:latin typeface="Consolas"/>
                <a:cs typeface="Consolas"/>
              </a:rPr>
              <a:t> </a:t>
            </a:r>
            <a:r>
              <a:rPr sz="1800" dirty="0">
                <a:solidFill>
                  <a:srgbClr val="008000"/>
                </a:solidFill>
                <a:latin typeface="Consolas"/>
                <a:cs typeface="Consolas"/>
              </a:rPr>
              <a:t>2012</a:t>
            </a:r>
            <a:r>
              <a:rPr sz="1800" spc="-30" dirty="0">
                <a:solidFill>
                  <a:srgbClr val="008000"/>
                </a:solidFill>
                <a:latin typeface="Consolas"/>
                <a:cs typeface="Consolas"/>
              </a:rPr>
              <a:t> </a:t>
            </a:r>
            <a:r>
              <a:rPr sz="1800" dirty="0">
                <a:solidFill>
                  <a:srgbClr val="008000"/>
                </a:solidFill>
                <a:latin typeface="Consolas"/>
                <a:cs typeface="Consolas"/>
              </a:rPr>
              <a:t>18:05:11</a:t>
            </a:r>
            <a:r>
              <a:rPr sz="1800" spc="-15" dirty="0">
                <a:solidFill>
                  <a:srgbClr val="008000"/>
                </a:solidFill>
                <a:latin typeface="Consolas"/>
                <a:cs typeface="Consolas"/>
              </a:rPr>
              <a:t> </a:t>
            </a:r>
            <a:r>
              <a:rPr sz="1800" spc="-25" dirty="0">
                <a:solidFill>
                  <a:srgbClr val="008000"/>
                </a:solidFill>
                <a:latin typeface="Consolas"/>
                <a:cs typeface="Consolas"/>
              </a:rPr>
              <a:t>GMT</a:t>
            </a:r>
            <a:endParaRPr sz="1800" dirty="0">
              <a:latin typeface="Consolas"/>
              <a:cs typeface="Consolas"/>
            </a:endParaRPr>
          </a:p>
          <a:p>
            <a:pPr marL="12700">
              <a:lnSpc>
                <a:spcPts val="1885"/>
              </a:lnSpc>
            </a:pPr>
            <a:r>
              <a:rPr sz="1800" spc="-10" dirty="0">
                <a:solidFill>
                  <a:srgbClr val="008000"/>
                </a:solidFill>
                <a:latin typeface="Consolas"/>
                <a:cs typeface="Consolas"/>
              </a:rPr>
              <a:t>X-AspNet-</a:t>
            </a:r>
            <a:r>
              <a:rPr sz="1800" dirty="0">
                <a:solidFill>
                  <a:srgbClr val="008000"/>
                </a:solidFill>
                <a:latin typeface="Consolas"/>
                <a:cs typeface="Consolas"/>
              </a:rPr>
              <a:t>Version:</a:t>
            </a:r>
            <a:r>
              <a:rPr sz="1800" spc="15" dirty="0">
                <a:solidFill>
                  <a:srgbClr val="008000"/>
                </a:solidFill>
                <a:latin typeface="Consolas"/>
                <a:cs typeface="Consolas"/>
              </a:rPr>
              <a:t> </a:t>
            </a:r>
            <a:r>
              <a:rPr sz="1800" spc="-10" dirty="0">
                <a:solidFill>
                  <a:srgbClr val="008000"/>
                </a:solidFill>
                <a:latin typeface="Consolas"/>
                <a:cs typeface="Consolas"/>
              </a:rPr>
              <a:t>4.0.30319</a:t>
            </a:r>
            <a:endParaRPr sz="1800" dirty="0">
              <a:latin typeface="Consolas"/>
              <a:cs typeface="Consolas"/>
            </a:endParaRPr>
          </a:p>
          <a:p>
            <a:pPr marL="12700" marR="2763520">
              <a:lnSpc>
                <a:spcPct val="93100"/>
              </a:lnSpc>
              <a:spcBef>
                <a:spcPts val="80"/>
              </a:spcBef>
            </a:pPr>
            <a:r>
              <a:rPr sz="1800" spc="-10" dirty="0">
                <a:solidFill>
                  <a:srgbClr val="008000"/>
                </a:solidFill>
                <a:latin typeface="Consolas"/>
                <a:cs typeface="Consolas"/>
              </a:rPr>
              <a:t>Cache-</a:t>
            </a:r>
            <a:r>
              <a:rPr sz="1800" dirty="0">
                <a:solidFill>
                  <a:srgbClr val="008000"/>
                </a:solidFill>
                <a:latin typeface="Consolas"/>
                <a:cs typeface="Consolas"/>
              </a:rPr>
              <a:t>Control:</a:t>
            </a:r>
            <a:r>
              <a:rPr sz="1800" spc="-25" dirty="0">
                <a:solidFill>
                  <a:srgbClr val="008000"/>
                </a:solidFill>
                <a:latin typeface="Consolas"/>
                <a:cs typeface="Consolas"/>
              </a:rPr>
              <a:t> </a:t>
            </a:r>
            <a:r>
              <a:rPr sz="1800" spc="-10" dirty="0">
                <a:solidFill>
                  <a:srgbClr val="008000"/>
                </a:solidFill>
                <a:latin typeface="Consolas"/>
                <a:cs typeface="Consolas"/>
              </a:rPr>
              <a:t>no-</a:t>
            </a:r>
            <a:r>
              <a:rPr sz="1800" spc="-20" dirty="0">
                <a:solidFill>
                  <a:srgbClr val="008000"/>
                </a:solidFill>
                <a:latin typeface="Consolas"/>
                <a:cs typeface="Consolas"/>
              </a:rPr>
              <a:t>cache </a:t>
            </a:r>
            <a:r>
              <a:rPr sz="1800" dirty="0">
                <a:solidFill>
                  <a:srgbClr val="008000"/>
                </a:solidFill>
                <a:latin typeface="Consolas"/>
                <a:cs typeface="Consolas"/>
              </a:rPr>
              <a:t>Pragma:</a:t>
            </a:r>
            <a:r>
              <a:rPr sz="1800" spc="-20" dirty="0">
                <a:solidFill>
                  <a:srgbClr val="008000"/>
                </a:solidFill>
                <a:latin typeface="Consolas"/>
                <a:cs typeface="Consolas"/>
              </a:rPr>
              <a:t> </a:t>
            </a:r>
            <a:r>
              <a:rPr sz="1800" spc="-10" dirty="0">
                <a:solidFill>
                  <a:srgbClr val="008000"/>
                </a:solidFill>
                <a:latin typeface="Consolas"/>
                <a:cs typeface="Consolas"/>
              </a:rPr>
              <a:t>no-cache </a:t>
            </a:r>
            <a:r>
              <a:rPr sz="1800" dirty="0">
                <a:solidFill>
                  <a:srgbClr val="008000"/>
                </a:solidFill>
                <a:latin typeface="Consolas"/>
                <a:cs typeface="Consolas"/>
              </a:rPr>
              <a:t>Expires:</a:t>
            </a:r>
            <a:r>
              <a:rPr sz="1800" spc="-40" dirty="0">
                <a:solidFill>
                  <a:srgbClr val="008000"/>
                </a:solidFill>
                <a:latin typeface="Consolas"/>
                <a:cs typeface="Consolas"/>
              </a:rPr>
              <a:t> </a:t>
            </a:r>
            <a:r>
              <a:rPr sz="1800" spc="-10" dirty="0">
                <a:solidFill>
                  <a:srgbClr val="008000"/>
                </a:solidFill>
                <a:latin typeface="Consolas"/>
                <a:cs typeface="Consolas"/>
              </a:rPr>
              <a:t>-</a:t>
            </a:r>
            <a:r>
              <a:rPr sz="1800" spc="-50" dirty="0">
                <a:solidFill>
                  <a:srgbClr val="008000"/>
                </a:solidFill>
                <a:latin typeface="Consolas"/>
                <a:cs typeface="Consolas"/>
              </a:rPr>
              <a:t>1</a:t>
            </a:r>
            <a:endParaRPr sz="1800" dirty="0">
              <a:latin typeface="Consolas"/>
              <a:cs typeface="Consolas"/>
            </a:endParaRPr>
          </a:p>
          <a:p>
            <a:pPr marL="12700" marR="5080">
              <a:lnSpc>
                <a:spcPts val="2020"/>
              </a:lnSpc>
              <a:spcBef>
                <a:spcPts val="40"/>
              </a:spcBef>
            </a:pPr>
            <a:r>
              <a:rPr sz="1800" spc="-10" dirty="0">
                <a:solidFill>
                  <a:srgbClr val="008000"/>
                </a:solidFill>
                <a:latin typeface="Consolas"/>
                <a:cs typeface="Consolas"/>
              </a:rPr>
              <a:t>Content-</a:t>
            </a:r>
            <a:r>
              <a:rPr sz="1800" dirty="0">
                <a:solidFill>
                  <a:srgbClr val="008000"/>
                </a:solidFill>
                <a:latin typeface="Consolas"/>
                <a:cs typeface="Consolas"/>
              </a:rPr>
              <a:t>Type:</a:t>
            </a:r>
            <a:r>
              <a:rPr sz="1800" spc="25" dirty="0">
                <a:solidFill>
                  <a:srgbClr val="008000"/>
                </a:solidFill>
                <a:latin typeface="Consolas"/>
                <a:cs typeface="Consolas"/>
              </a:rPr>
              <a:t> </a:t>
            </a:r>
            <a:r>
              <a:rPr sz="1800" dirty="0">
                <a:solidFill>
                  <a:srgbClr val="008000"/>
                </a:solidFill>
                <a:latin typeface="Consolas"/>
                <a:cs typeface="Consolas"/>
              </a:rPr>
              <a:t>application/json;</a:t>
            </a:r>
            <a:r>
              <a:rPr sz="1800" spc="25" dirty="0">
                <a:solidFill>
                  <a:srgbClr val="008000"/>
                </a:solidFill>
                <a:latin typeface="Consolas"/>
                <a:cs typeface="Consolas"/>
              </a:rPr>
              <a:t> </a:t>
            </a:r>
            <a:r>
              <a:rPr sz="1800" spc="-10" dirty="0">
                <a:solidFill>
                  <a:srgbClr val="008000"/>
                </a:solidFill>
                <a:latin typeface="Consolas"/>
                <a:cs typeface="Consolas"/>
              </a:rPr>
              <a:t>charset=utf-</a:t>
            </a:r>
            <a:r>
              <a:rPr sz="1800" spc="-50" dirty="0">
                <a:solidFill>
                  <a:srgbClr val="008000"/>
                </a:solidFill>
                <a:latin typeface="Consolas"/>
                <a:cs typeface="Consolas"/>
              </a:rPr>
              <a:t>8 </a:t>
            </a:r>
            <a:r>
              <a:rPr sz="1800" spc="-10" dirty="0">
                <a:solidFill>
                  <a:srgbClr val="008000"/>
                </a:solidFill>
                <a:latin typeface="Consolas"/>
                <a:cs typeface="Consolas"/>
              </a:rPr>
              <a:t>Content-</a:t>
            </a:r>
            <a:r>
              <a:rPr sz="1800" dirty="0">
                <a:solidFill>
                  <a:srgbClr val="008000"/>
                </a:solidFill>
                <a:latin typeface="Consolas"/>
                <a:cs typeface="Consolas"/>
              </a:rPr>
              <a:t>Length:</a:t>
            </a:r>
            <a:r>
              <a:rPr sz="1800" spc="35" dirty="0">
                <a:solidFill>
                  <a:srgbClr val="008000"/>
                </a:solidFill>
                <a:latin typeface="Consolas"/>
                <a:cs typeface="Consolas"/>
              </a:rPr>
              <a:t> </a:t>
            </a:r>
            <a:r>
              <a:rPr sz="1800" spc="-25" dirty="0">
                <a:solidFill>
                  <a:srgbClr val="008000"/>
                </a:solidFill>
                <a:latin typeface="Consolas"/>
                <a:cs typeface="Consolas"/>
              </a:rPr>
              <a:t>188</a:t>
            </a:r>
            <a:endParaRPr sz="1800" dirty="0">
              <a:latin typeface="Consolas"/>
              <a:cs typeface="Consolas"/>
            </a:endParaRPr>
          </a:p>
          <a:p>
            <a:pPr marL="12700">
              <a:lnSpc>
                <a:spcPts val="1955"/>
              </a:lnSpc>
            </a:pPr>
            <a:r>
              <a:rPr sz="1800" dirty="0">
                <a:solidFill>
                  <a:srgbClr val="008000"/>
                </a:solidFill>
                <a:latin typeface="Consolas"/>
                <a:cs typeface="Consolas"/>
              </a:rPr>
              <a:t>Connection:</a:t>
            </a:r>
            <a:r>
              <a:rPr sz="1800" spc="-45" dirty="0">
                <a:solidFill>
                  <a:srgbClr val="008000"/>
                </a:solidFill>
                <a:latin typeface="Consolas"/>
                <a:cs typeface="Consolas"/>
              </a:rPr>
              <a:t> </a:t>
            </a:r>
            <a:r>
              <a:rPr sz="1800" spc="-10" dirty="0">
                <a:solidFill>
                  <a:srgbClr val="008000"/>
                </a:solidFill>
                <a:latin typeface="Consolas"/>
                <a:cs typeface="Consolas"/>
              </a:rPr>
              <a:t>Close</a:t>
            </a:r>
            <a:endParaRPr sz="1800" dirty="0">
              <a:latin typeface="Consolas"/>
              <a:cs typeface="Consolas"/>
            </a:endParaRPr>
          </a:p>
          <a:p>
            <a:pPr marL="241300" marR="1031240" indent="-228600">
              <a:lnSpc>
                <a:spcPct val="93100"/>
              </a:lnSpc>
              <a:spcBef>
                <a:spcPts val="2020"/>
              </a:spcBef>
            </a:pPr>
            <a:r>
              <a:rPr sz="1800" spc="-10" dirty="0">
                <a:solidFill>
                  <a:srgbClr val="FF0000"/>
                </a:solidFill>
                <a:latin typeface="Consolas"/>
                <a:cs typeface="Consolas"/>
              </a:rPr>
              <a:t>{"TravelerId":1, "TravelerUserIdentity":"aaabbbccc", "FirstName":"John",</a:t>
            </a:r>
            <a:endParaRPr sz="1800" dirty="0">
              <a:latin typeface="Consolas"/>
              <a:cs typeface="Consolas"/>
            </a:endParaRPr>
          </a:p>
          <a:p>
            <a:pPr marL="241300" marR="1407795">
              <a:lnSpc>
                <a:spcPct val="93200"/>
              </a:lnSpc>
              <a:spcBef>
                <a:spcPts val="5"/>
              </a:spcBef>
            </a:pPr>
            <a:r>
              <a:rPr sz="1800" spc="-10" dirty="0">
                <a:solidFill>
                  <a:srgbClr val="FF0000"/>
                </a:solidFill>
                <a:latin typeface="Consolas"/>
                <a:cs typeface="Consolas"/>
              </a:rPr>
              <a:t>"LastName":"Doe", "MobilePhone":"555-555-5555", </a:t>
            </a:r>
            <a:r>
              <a:rPr sz="1800" dirty="0">
                <a:solidFill>
                  <a:srgbClr val="FF0000"/>
                </a:solidFill>
                <a:latin typeface="Consolas"/>
                <a:cs typeface="Consolas"/>
              </a:rPr>
              <a:t>"HomeAddress":"123</a:t>
            </a:r>
            <a:r>
              <a:rPr sz="1800" spc="-65" dirty="0">
                <a:solidFill>
                  <a:srgbClr val="FF0000"/>
                </a:solidFill>
                <a:latin typeface="Consolas"/>
                <a:cs typeface="Consolas"/>
              </a:rPr>
              <a:t> </a:t>
            </a:r>
            <a:r>
              <a:rPr sz="1800" dirty="0">
                <a:solidFill>
                  <a:srgbClr val="FF0000"/>
                </a:solidFill>
                <a:latin typeface="Consolas"/>
                <a:cs typeface="Consolas"/>
              </a:rPr>
              <a:t>Main</a:t>
            </a:r>
            <a:r>
              <a:rPr sz="1800" spc="-40" dirty="0">
                <a:solidFill>
                  <a:srgbClr val="FF0000"/>
                </a:solidFill>
                <a:latin typeface="Consolas"/>
                <a:cs typeface="Consolas"/>
              </a:rPr>
              <a:t> </a:t>
            </a:r>
            <a:r>
              <a:rPr sz="1800" spc="-10" dirty="0">
                <a:solidFill>
                  <a:srgbClr val="FF0000"/>
                </a:solidFill>
                <a:latin typeface="Consolas"/>
                <a:cs typeface="Consolas"/>
              </a:rPr>
              <a:t>Street", "Passport":"AB123456789"}</a:t>
            </a:r>
            <a:endParaRPr sz="1800" dirty="0">
              <a:latin typeface="Consolas"/>
              <a:cs typeface="Consolas"/>
            </a:endParaRPr>
          </a:p>
        </p:txBody>
      </p:sp>
      <p:sp>
        <p:nvSpPr>
          <p:cNvPr id="5" name="ZoneTexte 4">
            <a:extLst>
              <a:ext uri="{FF2B5EF4-FFF2-40B4-BE49-F238E27FC236}">
                <a16:creationId xmlns:a16="http://schemas.microsoft.com/office/drawing/2014/main" id="{26AC7389-08C4-2A45-B3A2-B4BA5620D7FD}"/>
              </a:ext>
            </a:extLst>
          </p:cNvPr>
          <p:cNvSpPr txBox="1"/>
          <p:nvPr/>
        </p:nvSpPr>
        <p:spPr>
          <a:xfrm>
            <a:off x="1082247" y="1210423"/>
            <a:ext cx="9150323" cy="369332"/>
          </a:xfrm>
          <a:prstGeom prst="rect">
            <a:avLst/>
          </a:prstGeom>
          <a:noFill/>
        </p:spPr>
        <p:txBody>
          <a:bodyPr wrap="square">
            <a:spAutoFit/>
          </a:bodyPr>
          <a:lstStyle/>
          <a:p>
            <a:pPr marL="12700">
              <a:lnSpc>
                <a:spcPct val="100000"/>
              </a:lnSpc>
              <a:spcBef>
                <a:spcPts val="100"/>
              </a:spcBef>
            </a:pPr>
            <a:r>
              <a:rPr lang="fr-FR" sz="1800" b="1" dirty="0">
                <a:latin typeface="Segoe UI"/>
                <a:cs typeface="Segoe UI"/>
              </a:rPr>
              <a:t>Réponse</a:t>
            </a:r>
          </a:p>
        </p:txBody>
      </p:sp>
    </p:spTree>
    <p:extLst>
      <p:ext uri="{BB962C8B-B14F-4D97-AF65-F5344CB8AC3E}">
        <p14:creationId xmlns:p14="http://schemas.microsoft.com/office/powerpoint/2010/main" val="1667887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HTTP</a:t>
            </a:r>
          </a:p>
        </p:txBody>
      </p:sp>
      <p:sp>
        <p:nvSpPr>
          <p:cNvPr id="5" name="ZoneTexte 4">
            <a:extLst>
              <a:ext uri="{FF2B5EF4-FFF2-40B4-BE49-F238E27FC236}">
                <a16:creationId xmlns:a16="http://schemas.microsoft.com/office/drawing/2014/main" id="{26AC7389-08C4-2A45-B3A2-B4BA5620D7FD}"/>
              </a:ext>
            </a:extLst>
          </p:cNvPr>
          <p:cNvSpPr txBox="1"/>
          <p:nvPr/>
        </p:nvSpPr>
        <p:spPr>
          <a:xfrm>
            <a:off x="1082247" y="1210423"/>
            <a:ext cx="9150323" cy="2782813"/>
          </a:xfrm>
          <a:prstGeom prst="rect">
            <a:avLst/>
          </a:prstGeom>
          <a:noFill/>
        </p:spPr>
        <p:txBody>
          <a:bodyPr wrap="square">
            <a:spAutoFit/>
          </a:bodyPr>
          <a:lstStyle/>
          <a:p>
            <a:pPr marL="12700">
              <a:lnSpc>
                <a:spcPct val="100000"/>
              </a:lnSpc>
              <a:spcBef>
                <a:spcPts val="100"/>
              </a:spcBef>
            </a:pPr>
            <a:r>
              <a:rPr lang="fr-FR" sz="1800" b="1" dirty="0">
                <a:latin typeface="Segoe UI"/>
                <a:cs typeface="Segoe UI"/>
              </a:rPr>
              <a:t>Verbes HTTP</a:t>
            </a:r>
          </a:p>
          <a:p>
            <a:pPr marL="12700">
              <a:lnSpc>
                <a:spcPct val="100000"/>
              </a:lnSpc>
              <a:spcBef>
                <a:spcPts val="100"/>
              </a:spcBef>
            </a:pPr>
            <a:endParaRPr lang="fr-FR" b="1" dirty="0">
              <a:latin typeface="Segoe UI"/>
              <a:cs typeface="Segoe UI"/>
            </a:endParaRPr>
          </a:p>
          <a:p>
            <a:pPr marL="240029" indent="-227329">
              <a:lnSpc>
                <a:spcPct val="100000"/>
              </a:lnSpc>
              <a:spcBef>
                <a:spcPts val="100"/>
              </a:spcBef>
              <a:buClr>
                <a:srgbClr val="391778"/>
              </a:buClr>
              <a:buFont typeface="Arial"/>
              <a:buChar char="•"/>
              <a:tabLst>
                <a:tab pos="240029" algn="l"/>
              </a:tabLst>
            </a:pPr>
            <a:r>
              <a:rPr lang="fr-FR" sz="2000" dirty="0">
                <a:latin typeface="Segoe UI"/>
                <a:cs typeface="Segoe UI"/>
              </a:rPr>
              <a:t>Les</a:t>
            </a:r>
            <a:r>
              <a:rPr lang="fr-FR" sz="2000" spc="-40" dirty="0">
                <a:latin typeface="Segoe UI"/>
                <a:cs typeface="Segoe UI"/>
              </a:rPr>
              <a:t> </a:t>
            </a:r>
            <a:r>
              <a:rPr lang="fr-FR" sz="2000" dirty="0">
                <a:latin typeface="Segoe UI"/>
                <a:cs typeface="Segoe UI"/>
              </a:rPr>
              <a:t>“Verbes”</a:t>
            </a:r>
            <a:r>
              <a:rPr lang="fr-FR" sz="2000" spc="-35" dirty="0">
                <a:latin typeface="Segoe UI"/>
                <a:cs typeface="Segoe UI"/>
              </a:rPr>
              <a:t> </a:t>
            </a:r>
            <a:r>
              <a:rPr lang="fr-FR" sz="2000" dirty="0">
                <a:latin typeface="Segoe UI"/>
                <a:cs typeface="Segoe UI"/>
              </a:rPr>
              <a:t>sont</a:t>
            </a:r>
            <a:r>
              <a:rPr lang="fr-FR" sz="2000" spc="-15" dirty="0">
                <a:latin typeface="Segoe UI"/>
                <a:cs typeface="Segoe UI"/>
              </a:rPr>
              <a:t> </a:t>
            </a:r>
            <a:r>
              <a:rPr lang="fr-FR" sz="2000" dirty="0">
                <a:latin typeface="Segoe UI"/>
                <a:cs typeface="Segoe UI"/>
              </a:rPr>
              <a:t>définis</a:t>
            </a:r>
            <a:r>
              <a:rPr lang="fr-FR" sz="2000" spc="-10" dirty="0">
                <a:latin typeface="Segoe UI"/>
                <a:cs typeface="Segoe UI"/>
              </a:rPr>
              <a:t> </a:t>
            </a:r>
            <a:r>
              <a:rPr lang="fr-FR" sz="2000" dirty="0">
                <a:latin typeface="Segoe UI"/>
                <a:cs typeface="Segoe UI"/>
              </a:rPr>
              <a:t>au</a:t>
            </a:r>
            <a:r>
              <a:rPr lang="fr-FR" sz="2000" spc="-20" dirty="0">
                <a:latin typeface="Segoe UI"/>
                <a:cs typeface="Segoe UI"/>
              </a:rPr>
              <a:t> </a:t>
            </a:r>
            <a:r>
              <a:rPr lang="fr-FR" sz="2000" dirty="0">
                <a:latin typeface="Segoe UI"/>
                <a:cs typeface="Segoe UI"/>
              </a:rPr>
              <a:t>début</a:t>
            </a:r>
            <a:r>
              <a:rPr lang="fr-FR" sz="2000" spc="-15" dirty="0">
                <a:latin typeface="Segoe UI"/>
                <a:cs typeface="Segoe UI"/>
              </a:rPr>
              <a:t> </a:t>
            </a:r>
            <a:r>
              <a:rPr lang="fr-FR" sz="2000" dirty="0">
                <a:latin typeface="Segoe UI"/>
                <a:cs typeface="Segoe UI"/>
              </a:rPr>
              <a:t>de</a:t>
            </a:r>
            <a:r>
              <a:rPr lang="fr-FR" sz="2000" spc="-20" dirty="0">
                <a:latin typeface="Segoe UI"/>
                <a:cs typeface="Segoe UI"/>
              </a:rPr>
              <a:t> </a:t>
            </a:r>
            <a:r>
              <a:rPr lang="fr-FR" sz="2000" dirty="0">
                <a:latin typeface="Segoe UI"/>
                <a:cs typeface="Segoe UI"/>
              </a:rPr>
              <a:t>la requête</a:t>
            </a:r>
            <a:r>
              <a:rPr lang="fr-FR" sz="2000" spc="-50" dirty="0">
                <a:latin typeface="Segoe UI"/>
                <a:cs typeface="Segoe UI"/>
              </a:rPr>
              <a:t> :</a:t>
            </a:r>
            <a:endParaRPr lang="fr-FR" sz="2000" dirty="0">
              <a:latin typeface="Segoe UI"/>
              <a:cs typeface="Segoe UI"/>
            </a:endParaRPr>
          </a:p>
          <a:p>
            <a:pPr marL="927100">
              <a:lnSpc>
                <a:spcPct val="100000"/>
              </a:lnSpc>
              <a:spcBef>
                <a:spcPts val="3135"/>
              </a:spcBef>
            </a:pPr>
            <a:r>
              <a:rPr lang="fr-FR" sz="2000" dirty="0">
                <a:solidFill>
                  <a:srgbClr val="FF0000"/>
                </a:solidFill>
                <a:latin typeface="Segoe UI"/>
                <a:cs typeface="Segoe UI"/>
              </a:rPr>
              <a:t>GET</a:t>
            </a:r>
            <a:r>
              <a:rPr lang="fr-FR" sz="2000" spc="25" dirty="0">
                <a:solidFill>
                  <a:srgbClr val="FF0000"/>
                </a:solidFill>
                <a:latin typeface="Segoe UI"/>
                <a:cs typeface="Segoe UI"/>
              </a:rPr>
              <a:t> </a:t>
            </a:r>
            <a:r>
              <a:rPr lang="fr-FR" sz="2000" u="sng" spc="-10" dirty="0">
                <a:solidFill>
                  <a:srgbClr val="0462C1"/>
                </a:solidFill>
                <a:uFill>
                  <a:solidFill>
                    <a:srgbClr val="0462C1"/>
                  </a:solidFill>
                </a:uFill>
                <a:latin typeface="Segoe UI"/>
                <a:cs typeface="Segoe UI"/>
              </a:rPr>
              <a:t>http://localhost:4392/travelers/1</a:t>
            </a:r>
            <a:r>
              <a:rPr lang="fr-FR" sz="2000" spc="50" dirty="0">
                <a:solidFill>
                  <a:srgbClr val="0462C1"/>
                </a:solidFill>
                <a:latin typeface="Segoe UI"/>
                <a:cs typeface="Segoe UI"/>
              </a:rPr>
              <a:t> </a:t>
            </a:r>
            <a:r>
              <a:rPr lang="fr-FR" sz="2000" spc="-10" dirty="0">
                <a:latin typeface="Segoe UI"/>
                <a:cs typeface="Segoe UI"/>
              </a:rPr>
              <a:t>HTTP/1.1</a:t>
            </a:r>
            <a:endParaRPr lang="fr-FR" sz="2000" dirty="0">
              <a:latin typeface="Segoe UI"/>
              <a:cs typeface="Segoe UI"/>
            </a:endParaRPr>
          </a:p>
          <a:p>
            <a:pPr>
              <a:lnSpc>
                <a:spcPct val="100000"/>
              </a:lnSpc>
              <a:spcBef>
                <a:spcPts val="1505"/>
              </a:spcBef>
            </a:pPr>
            <a:endParaRPr lang="fr-FR" sz="2000" dirty="0">
              <a:latin typeface="Segoe UI"/>
              <a:cs typeface="Segoe UI"/>
            </a:endParaRPr>
          </a:p>
          <a:p>
            <a:pPr marL="240029" indent="-227329">
              <a:lnSpc>
                <a:spcPct val="100000"/>
              </a:lnSpc>
              <a:buClr>
                <a:srgbClr val="391778"/>
              </a:buClr>
              <a:buFont typeface="Arial"/>
              <a:buChar char="•"/>
              <a:tabLst>
                <a:tab pos="240029" algn="l"/>
              </a:tabLst>
            </a:pPr>
            <a:r>
              <a:rPr lang="fr-FR" sz="2000" dirty="0">
                <a:latin typeface="Segoe UI"/>
                <a:cs typeface="Segoe UI"/>
              </a:rPr>
              <a:t>En</a:t>
            </a:r>
            <a:r>
              <a:rPr lang="fr-FR" sz="2000" spc="-20" dirty="0">
                <a:latin typeface="Segoe UI"/>
                <a:cs typeface="Segoe UI"/>
              </a:rPr>
              <a:t> </a:t>
            </a:r>
            <a:r>
              <a:rPr lang="fr-FR" sz="2000" dirty="0">
                <a:latin typeface="Segoe UI"/>
                <a:cs typeface="Segoe UI"/>
              </a:rPr>
              <a:t>HTTP</a:t>
            </a:r>
            <a:r>
              <a:rPr lang="fr-FR" sz="2000" spc="-15" dirty="0">
                <a:latin typeface="Segoe UI"/>
                <a:cs typeface="Segoe UI"/>
              </a:rPr>
              <a:t> </a:t>
            </a:r>
            <a:r>
              <a:rPr lang="fr-FR" sz="2000" dirty="0">
                <a:latin typeface="Segoe UI"/>
                <a:cs typeface="Segoe UI"/>
              </a:rPr>
              <a:t>1.1</a:t>
            </a:r>
            <a:r>
              <a:rPr lang="fr-FR" sz="2000" spc="-15" dirty="0">
                <a:latin typeface="Segoe UI"/>
                <a:cs typeface="Segoe UI"/>
              </a:rPr>
              <a:t> </a:t>
            </a:r>
            <a:r>
              <a:rPr lang="fr-FR" sz="2000" dirty="0">
                <a:latin typeface="Segoe UI"/>
                <a:cs typeface="Segoe UI"/>
              </a:rPr>
              <a:t>et</a:t>
            </a:r>
            <a:r>
              <a:rPr lang="fr-FR" sz="2000" spc="-25" dirty="0">
                <a:latin typeface="Segoe UI"/>
                <a:cs typeface="Segoe UI"/>
              </a:rPr>
              <a:t> </a:t>
            </a:r>
            <a:r>
              <a:rPr lang="fr-FR" sz="2000" dirty="0">
                <a:latin typeface="Segoe UI"/>
                <a:cs typeface="Segoe UI"/>
              </a:rPr>
              <a:t>HTTP</a:t>
            </a:r>
            <a:r>
              <a:rPr lang="fr-FR" sz="2000" spc="-15" dirty="0">
                <a:latin typeface="Segoe UI"/>
                <a:cs typeface="Segoe UI"/>
              </a:rPr>
              <a:t> </a:t>
            </a:r>
            <a:r>
              <a:rPr lang="fr-FR" sz="2000" dirty="0">
                <a:latin typeface="Segoe UI"/>
                <a:cs typeface="Segoe UI"/>
              </a:rPr>
              <a:t>2.0,</a:t>
            </a:r>
            <a:r>
              <a:rPr lang="fr-FR" sz="2000" spc="-10" dirty="0">
                <a:latin typeface="Segoe UI"/>
                <a:cs typeface="Segoe UI"/>
              </a:rPr>
              <a:t> </a:t>
            </a:r>
            <a:r>
              <a:rPr lang="fr-FR" sz="2000" dirty="0">
                <a:latin typeface="Segoe UI"/>
                <a:cs typeface="Segoe UI"/>
              </a:rPr>
              <a:t>il existe</a:t>
            </a:r>
            <a:r>
              <a:rPr lang="fr-FR" sz="2000" spc="-40" dirty="0">
                <a:latin typeface="Segoe UI"/>
                <a:cs typeface="Segoe UI"/>
              </a:rPr>
              <a:t> 8 verbes « populaires » </a:t>
            </a:r>
            <a:r>
              <a:rPr lang="fr-FR" sz="2000" spc="-50" dirty="0">
                <a:latin typeface="Segoe UI"/>
                <a:cs typeface="Segoe UI"/>
              </a:rPr>
              <a:t>:</a:t>
            </a:r>
            <a:endParaRPr lang="fr-FR" sz="2000" dirty="0">
              <a:latin typeface="Segoe UI"/>
              <a:cs typeface="Segoe UI"/>
            </a:endParaRPr>
          </a:p>
          <a:p>
            <a:pPr marL="12700">
              <a:lnSpc>
                <a:spcPct val="100000"/>
              </a:lnSpc>
              <a:spcBef>
                <a:spcPts val="100"/>
              </a:spcBef>
            </a:pPr>
            <a:endParaRPr lang="fr-FR" sz="1800" b="1" dirty="0">
              <a:latin typeface="Segoe UI"/>
              <a:cs typeface="Segoe UI"/>
            </a:endParaRPr>
          </a:p>
        </p:txBody>
      </p:sp>
      <p:sp>
        <p:nvSpPr>
          <p:cNvPr id="7" name="object 4">
            <a:extLst>
              <a:ext uri="{FF2B5EF4-FFF2-40B4-BE49-F238E27FC236}">
                <a16:creationId xmlns:a16="http://schemas.microsoft.com/office/drawing/2014/main" id="{85723D37-1198-A083-3F8B-C6158FA0A40C}"/>
              </a:ext>
            </a:extLst>
          </p:cNvPr>
          <p:cNvSpPr txBox="1"/>
          <p:nvPr/>
        </p:nvSpPr>
        <p:spPr>
          <a:xfrm>
            <a:off x="3137662" y="4109694"/>
            <a:ext cx="1070610" cy="1497965"/>
          </a:xfrm>
          <a:prstGeom prst="rect">
            <a:avLst/>
          </a:prstGeom>
        </p:spPr>
        <p:txBody>
          <a:bodyPr vert="horz" wrap="square" lIns="0" tIns="74930" rIns="0" bIns="0" rtlCol="0">
            <a:spAutoFit/>
          </a:bodyPr>
          <a:lstStyle/>
          <a:p>
            <a:pPr marL="241300" indent="-228600">
              <a:lnSpc>
                <a:spcPct val="100000"/>
              </a:lnSpc>
              <a:spcBef>
                <a:spcPts val="590"/>
              </a:spcBef>
              <a:buClr>
                <a:srgbClr val="391778"/>
              </a:buClr>
              <a:buFont typeface="Wingdings"/>
              <a:buChar char=""/>
              <a:tabLst>
                <a:tab pos="241300" algn="l"/>
              </a:tabLst>
            </a:pPr>
            <a:r>
              <a:rPr sz="2000" spc="-25" dirty="0">
                <a:latin typeface="Segoe UI"/>
                <a:cs typeface="Segoe UI"/>
              </a:rPr>
              <a:t>GET</a:t>
            </a:r>
            <a:endParaRPr sz="2000" dirty="0">
              <a:latin typeface="Segoe UI"/>
              <a:cs typeface="Segoe UI"/>
            </a:endParaRPr>
          </a:p>
          <a:p>
            <a:pPr marL="241300" indent="-228600">
              <a:lnSpc>
                <a:spcPct val="100000"/>
              </a:lnSpc>
              <a:spcBef>
                <a:spcPts val="490"/>
              </a:spcBef>
              <a:buClr>
                <a:srgbClr val="391778"/>
              </a:buClr>
              <a:buFont typeface="Wingdings"/>
              <a:buChar char=""/>
              <a:tabLst>
                <a:tab pos="241300" algn="l"/>
              </a:tabLst>
            </a:pPr>
            <a:r>
              <a:rPr sz="2000" spc="-20" dirty="0">
                <a:latin typeface="Segoe UI"/>
                <a:cs typeface="Segoe UI"/>
              </a:rPr>
              <a:t>POST</a:t>
            </a:r>
            <a:endParaRPr sz="2000" dirty="0">
              <a:latin typeface="Segoe UI"/>
              <a:cs typeface="Segoe UI"/>
            </a:endParaRPr>
          </a:p>
          <a:p>
            <a:pPr marL="240665" indent="-227965">
              <a:lnSpc>
                <a:spcPct val="100000"/>
              </a:lnSpc>
              <a:spcBef>
                <a:spcPts val="505"/>
              </a:spcBef>
              <a:buClr>
                <a:srgbClr val="391778"/>
              </a:buClr>
              <a:buFont typeface="Wingdings"/>
              <a:buChar char=""/>
              <a:tabLst>
                <a:tab pos="240665" algn="l"/>
              </a:tabLst>
            </a:pPr>
            <a:r>
              <a:rPr sz="2000" spc="-25" dirty="0">
                <a:latin typeface="Segoe UI"/>
                <a:cs typeface="Segoe UI"/>
              </a:rPr>
              <a:t>PUT</a:t>
            </a:r>
            <a:endParaRPr sz="2000" dirty="0">
              <a:latin typeface="Segoe UI"/>
              <a:cs typeface="Segoe UI"/>
            </a:endParaRPr>
          </a:p>
          <a:p>
            <a:pPr marL="241300" indent="-228600">
              <a:lnSpc>
                <a:spcPct val="100000"/>
              </a:lnSpc>
              <a:spcBef>
                <a:spcPts val="509"/>
              </a:spcBef>
              <a:buClr>
                <a:srgbClr val="391778"/>
              </a:buClr>
              <a:buFont typeface="Wingdings"/>
              <a:buChar char=""/>
              <a:tabLst>
                <a:tab pos="241300" algn="l"/>
              </a:tabLst>
            </a:pPr>
            <a:r>
              <a:rPr sz="2000" spc="-10" dirty="0">
                <a:latin typeface="Segoe UI"/>
                <a:cs typeface="Segoe UI"/>
              </a:rPr>
              <a:t>DELETE</a:t>
            </a:r>
            <a:endParaRPr sz="2000" dirty="0">
              <a:latin typeface="Segoe UI"/>
              <a:cs typeface="Segoe UI"/>
            </a:endParaRPr>
          </a:p>
        </p:txBody>
      </p:sp>
      <p:sp>
        <p:nvSpPr>
          <p:cNvPr id="8" name="object 7">
            <a:extLst>
              <a:ext uri="{FF2B5EF4-FFF2-40B4-BE49-F238E27FC236}">
                <a16:creationId xmlns:a16="http://schemas.microsoft.com/office/drawing/2014/main" id="{95EAC066-490C-E5A2-BDE3-5F1C473A7CDC}"/>
              </a:ext>
            </a:extLst>
          </p:cNvPr>
          <p:cNvSpPr txBox="1"/>
          <p:nvPr/>
        </p:nvSpPr>
        <p:spPr>
          <a:xfrm>
            <a:off x="5331078" y="4099406"/>
            <a:ext cx="1403350" cy="1499235"/>
          </a:xfrm>
          <a:prstGeom prst="rect">
            <a:avLst/>
          </a:prstGeom>
        </p:spPr>
        <p:txBody>
          <a:bodyPr vert="horz" wrap="square" lIns="0" tIns="76200" rIns="0" bIns="0" rtlCol="0">
            <a:spAutoFit/>
          </a:bodyPr>
          <a:lstStyle/>
          <a:p>
            <a:pPr marL="240665" indent="-227965">
              <a:lnSpc>
                <a:spcPct val="100000"/>
              </a:lnSpc>
              <a:spcBef>
                <a:spcPts val="600"/>
              </a:spcBef>
              <a:buClr>
                <a:srgbClr val="391778"/>
              </a:buClr>
              <a:buFont typeface="Wingdings"/>
              <a:buChar char=""/>
              <a:tabLst>
                <a:tab pos="240665" algn="l"/>
              </a:tabLst>
            </a:pPr>
            <a:r>
              <a:rPr sz="2000" spc="-20" dirty="0">
                <a:latin typeface="Segoe UI"/>
                <a:cs typeface="Segoe UI"/>
              </a:rPr>
              <a:t>HEAD</a:t>
            </a:r>
            <a:endParaRPr sz="2000" dirty="0">
              <a:latin typeface="Segoe UI"/>
              <a:cs typeface="Segoe UI"/>
            </a:endParaRPr>
          </a:p>
          <a:p>
            <a:pPr marL="240665" indent="-227965">
              <a:lnSpc>
                <a:spcPct val="100000"/>
              </a:lnSpc>
              <a:spcBef>
                <a:spcPts val="505"/>
              </a:spcBef>
              <a:buClr>
                <a:srgbClr val="391778"/>
              </a:buClr>
              <a:buFont typeface="Wingdings"/>
              <a:buChar char=""/>
              <a:tabLst>
                <a:tab pos="240665" algn="l"/>
              </a:tabLst>
            </a:pPr>
            <a:r>
              <a:rPr sz="2000" spc="-10" dirty="0">
                <a:latin typeface="Segoe UI"/>
                <a:cs typeface="Segoe UI"/>
              </a:rPr>
              <a:t>OPTIONS</a:t>
            </a:r>
            <a:endParaRPr sz="2000" dirty="0">
              <a:latin typeface="Segoe UI"/>
              <a:cs typeface="Segoe UI"/>
            </a:endParaRPr>
          </a:p>
          <a:p>
            <a:pPr marL="240665" indent="-227965">
              <a:lnSpc>
                <a:spcPct val="100000"/>
              </a:lnSpc>
              <a:spcBef>
                <a:spcPts val="505"/>
              </a:spcBef>
              <a:buClr>
                <a:srgbClr val="391778"/>
              </a:buClr>
              <a:buFont typeface="Wingdings"/>
              <a:buChar char=""/>
              <a:tabLst>
                <a:tab pos="240665" algn="l"/>
              </a:tabLst>
            </a:pPr>
            <a:r>
              <a:rPr sz="2000" spc="-10" dirty="0">
                <a:latin typeface="Segoe UI"/>
                <a:cs typeface="Segoe UI"/>
              </a:rPr>
              <a:t>CONNECT</a:t>
            </a:r>
            <a:endParaRPr sz="2000" dirty="0">
              <a:latin typeface="Segoe UI"/>
              <a:cs typeface="Segoe UI"/>
            </a:endParaRPr>
          </a:p>
          <a:p>
            <a:pPr marL="240665" indent="-227965">
              <a:lnSpc>
                <a:spcPct val="100000"/>
              </a:lnSpc>
              <a:spcBef>
                <a:spcPts val="490"/>
              </a:spcBef>
              <a:buClr>
                <a:srgbClr val="391778"/>
              </a:buClr>
              <a:buFont typeface="Wingdings"/>
              <a:buChar char=""/>
              <a:tabLst>
                <a:tab pos="240665" algn="l"/>
              </a:tabLst>
            </a:pPr>
            <a:r>
              <a:rPr sz="2000" spc="-10" dirty="0">
                <a:latin typeface="Segoe UI"/>
                <a:cs typeface="Segoe UI"/>
              </a:rPr>
              <a:t>TRACE</a:t>
            </a:r>
            <a:endParaRPr sz="2000" dirty="0">
              <a:latin typeface="Segoe UI"/>
              <a:cs typeface="Segoe UI"/>
            </a:endParaRPr>
          </a:p>
        </p:txBody>
      </p:sp>
      <p:sp>
        <p:nvSpPr>
          <p:cNvPr id="10" name="ZoneTexte 9">
            <a:extLst>
              <a:ext uri="{FF2B5EF4-FFF2-40B4-BE49-F238E27FC236}">
                <a16:creationId xmlns:a16="http://schemas.microsoft.com/office/drawing/2014/main" id="{AD42DFFA-0FA2-AF08-3ABA-885671340743}"/>
              </a:ext>
            </a:extLst>
          </p:cNvPr>
          <p:cNvSpPr txBox="1"/>
          <p:nvPr/>
        </p:nvSpPr>
        <p:spPr>
          <a:xfrm>
            <a:off x="1300201" y="5903464"/>
            <a:ext cx="8061753" cy="369332"/>
          </a:xfrm>
          <a:prstGeom prst="rect">
            <a:avLst/>
          </a:prstGeom>
          <a:noFill/>
        </p:spPr>
        <p:txBody>
          <a:bodyPr wrap="square">
            <a:spAutoFit/>
          </a:bodyPr>
          <a:lstStyle/>
          <a:p>
            <a:pPr marL="12700">
              <a:lnSpc>
                <a:spcPct val="100000"/>
              </a:lnSpc>
              <a:spcBef>
                <a:spcPts val="100"/>
              </a:spcBef>
            </a:pPr>
            <a:r>
              <a:rPr lang="fr-FR" sz="1800" dirty="0">
                <a:latin typeface="Segoe UI"/>
                <a:cs typeface="Segoe UI"/>
              </a:rPr>
              <a:t>Il</a:t>
            </a:r>
            <a:r>
              <a:rPr lang="fr-FR" sz="1800" spc="-20" dirty="0">
                <a:latin typeface="Segoe UI"/>
                <a:cs typeface="Segoe UI"/>
              </a:rPr>
              <a:t> </a:t>
            </a:r>
            <a:r>
              <a:rPr lang="fr-FR" sz="1800" dirty="0">
                <a:latin typeface="Segoe UI"/>
                <a:cs typeface="Segoe UI"/>
              </a:rPr>
              <a:t>existe</a:t>
            </a:r>
            <a:r>
              <a:rPr lang="fr-FR" sz="1800" spc="-15" dirty="0">
                <a:latin typeface="Segoe UI"/>
                <a:cs typeface="Segoe UI"/>
              </a:rPr>
              <a:t> </a:t>
            </a:r>
            <a:r>
              <a:rPr lang="fr-FR" sz="1800" dirty="0">
                <a:latin typeface="Segoe UI"/>
                <a:cs typeface="Segoe UI"/>
              </a:rPr>
              <a:t>d’autres</a:t>
            </a:r>
            <a:r>
              <a:rPr lang="fr-FR" sz="1800" spc="-15" dirty="0">
                <a:latin typeface="Segoe UI"/>
                <a:cs typeface="Segoe UI"/>
              </a:rPr>
              <a:t> </a:t>
            </a:r>
            <a:r>
              <a:rPr lang="fr-FR" sz="1800" dirty="0">
                <a:latin typeface="Segoe UI"/>
                <a:cs typeface="Segoe UI"/>
              </a:rPr>
              <a:t>méthodes</a:t>
            </a:r>
            <a:r>
              <a:rPr lang="fr-FR" sz="1800" spc="-15" dirty="0">
                <a:latin typeface="Segoe UI"/>
                <a:cs typeface="Segoe UI"/>
              </a:rPr>
              <a:t> </a:t>
            </a:r>
            <a:r>
              <a:rPr lang="fr-FR" sz="1800" dirty="0">
                <a:latin typeface="Segoe UI"/>
                <a:cs typeface="Segoe UI"/>
              </a:rPr>
              <a:t>moins</a:t>
            </a:r>
            <a:r>
              <a:rPr lang="fr-FR" sz="1800" spc="-10" dirty="0">
                <a:latin typeface="Segoe UI"/>
                <a:cs typeface="Segoe UI"/>
              </a:rPr>
              <a:t> </a:t>
            </a:r>
            <a:r>
              <a:rPr lang="fr-FR" sz="1800" dirty="0">
                <a:latin typeface="Segoe UI"/>
                <a:cs typeface="Segoe UI"/>
              </a:rPr>
              <a:t>standards</a:t>
            </a:r>
            <a:r>
              <a:rPr lang="fr-FR" sz="1800" spc="-50" dirty="0">
                <a:latin typeface="Segoe UI"/>
                <a:cs typeface="Segoe UI"/>
              </a:rPr>
              <a:t> </a:t>
            </a:r>
            <a:r>
              <a:rPr lang="fr-FR" sz="1800" spc="-10" dirty="0">
                <a:latin typeface="Segoe UI"/>
                <a:cs typeface="Segoe UI"/>
              </a:rPr>
              <a:t>(MERGE/PATCH…)</a:t>
            </a:r>
            <a:endParaRPr lang="fr-FR" sz="1800" dirty="0">
              <a:latin typeface="Segoe UI"/>
              <a:cs typeface="Segoe UI"/>
            </a:endParaRPr>
          </a:p>
        </p:txBody>
      </p:sp>
    </p:spTree>
    <p:extLst>
      <p:ext uri="{BB962C8B-B14F-4D97-AF65-F5344CB8AC3E}">
        <p14:creationId xmlns:p14="http://schemas.microsoft.com/office/powerpoint/2010/main" val="287741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1. HTTP</a:t>
            </a:r>
          </a:p>
        </p:txBody>
      </p:sp>
      <p:sp>
        <p:nvSpPr>
          <p:cNvPr id="5" name="ZoneTexte 4">
            <a:extLst>
              <a:ext uri="{FF2B5EF4-FFF2-40B4-BE49-F238E27FC236}">
                <a16:creationId xmlns:a16="http://schemas.microsoft.com/office/drawing/2014/main" id="{26AC7389-08C4-2A45-B3A2-B4BA5620D7FD}"/>
              </a:ext>
            </a:extLst>
          </p:cNvPr>
          <p:cNvSpPr txBox="1"/>
          <p:nvPr/>
        </p:nvSpPr>
        <p:spPr>
          <a:xfrm>
            <a:off x="1082247" y="1210423"/>
            <a:ext cx="9498667" cy="3942105"/>
          </a:xfrm>
          <a:prstGeom prst="rect">
            <a:avLst/>
          </a:prstGeom>
          <a:noFill/>
        </p:spPr>
        <p:txBody>
          <a:bodyPr wrap="square">
            <a:spAutoFit/>
          </a:bodyPr>
          <a:lstStyle/>
          <a:p>
            <a:pPr marL="12700">
              <a:lnSpc>
                <a:spcPct val="100000"/>
              </a:lnSpc>
              <a:spcBef>
                <a:spcPts val="100"/>
              </a:spcBef>
            </a:pPr>
            <a:r>
              <a:rPr lang="fr-FR" sz="1800" b="1" dirty="0">
                <a:latin typeface="Segoe UI"/>
                <a:cs typeface="Segoe UI"/>
              </a:rPr>
              <a:t>Codes </a:t>
            </a:r>
            <a:r>
              <a:rPr lang="fr-FR" sz="1800" b="1" dirty="0" err="1">
                <a:latin typeface="Segoe UI"/>
                <a:cs typeface="Segoe UI"/>
              </a:rPr>
              <a:t>status</a:t>
            </a:r>
            <a:endParaRPr lang="fr-FR" sz="1800" b="1" dirty="0">
              <a:latin typeface="Segoe UI"/>
              <a:cs typeface="Segoe UI"/>
            </a:endParaRPr>
          </a:p>
          <a:p>
            <a:pPr marL="12700">
              <a:lnSpc>
                <a:spcPct val="100000"/>
              </a:lnSpc>
              <a:spcBef>
                <a:spcPts val="100"/>
              </a:spcBef>
            </a:pPr>
            <a:endParaRPr lang="fr-FR" b="1" dirty="0">
              <a:latin typeface="Segoe UI"/>
              <a:cs typeface="Segoe UI"/>
            </a:endParaRPr>
          </a:p>
          <a:p>
            <a:pPr marL="240029" indent="-227329">
              <a:lnSpc>
                <a:spcPct val="100000"/>
              </a:lnSpc>
              <a:spcBef>
                <a:spcPts val="100"/>
              </a:spcBef>
              <a:buClr>
                <a:srgbClr val="391778"/>
              </a:buClr>
              <a:buFont typeface="Arial"/>
              <a:buChar char="•"/>
              <a:tabLst>
                <a:tab pos="240029" algn="l"/>
              </a:tabLst>
            </a:pPr>
            <a:r>
              <a:rPr lang="fr-FR" sz="2400" dirty="0">
                <a:latin typeface="Segoe UI"/>
                <a:cs typeface="Segoe UI"/>
              </a:rPr>
              <a:t>Les</a:t>
            </a:r>
            <a:r>
              <a:rPr lang="fr-FR" sz="2400" spc="-45" dirty="0">
                <a:latin typeface="Segoe UI"/>
                <a:cs typeface="Segoe UI"/>
              </a:rPr>
              <a:t> </a:t>
            </a:r>
            <a:r>
              <a:rPr lang="fr-FR" sz="2400" dirty="0">
                <a:latin typeface="Segoe UI"/>
                <a:cs typeface="Segoe UI"/>
              </a:rPr>
              <a:t>code</a:t>
            </a:r>
            <a:r>
              <a:rPr lang="fr-FR" sz="2400" spc="-5" dirty="0">
                <a:latin typeface="Segoe UI"/>
                <a:cs typeface="Segoe UI"/>
              </a:rPr>
              <a:t> </a:t>
            </a:r>
            <a:r>
              <a:rPr lang="fr-FR" sz="2400" dirty="0">
                <a:latin typeface="Segoe UI"/>
                <a:cs typeface="Segoe UI"/>
              </a:rPr>
              <a:t>de</a:t>
            </a:r>
            <a:r>
              <a:rPr lang="fr-FR" sz="2400" spc="-20" dirty="0">
                <a:latin typeface="Segoe UI"/>
                <a:cs typeface="Segoe UI"/>
              </a:rPr>
              <a:t> </a:t>
            </a:r>
            <a:r>
              <a:rPr lang="fr-FR" sz="2400" dirty="0">
                <a:latin typeface="Segoe UI"/>
                <a:cs typeface="Segoe UI"/>
              </a:rPr>
              <a:t>statuts</a:t>
            </a:r>
            <a:r>
              <a:rPr lang="fr-FR" sz="2400" spc="-25" dirty="0">
                <a:latin typeface="Segoe UI"/>
                <a:cs typeface="Segoe UI"/>
              </a:rPr>
              <a:t> </a:t>
            </a:r>
            <a:r>
              <a:rPr lang="fr-FR" sz="2400" dirty="0">
                <a:latin typeface="Segoe UI"/>
                <a:cs typeface="Segoe UI"/>
              </a:rPr>
              <a:t>décrivent</a:t>
            </a:r>
            <a:r>
              <a:rPr lang="fr-FR" sz="2400" spc="-30" dirty="0">
                <a:latin typeface="Segoe UI"/>
                <a:cs typeface="Segoe UI"/>
              </a:rPr>
              <a:t> </a:t>
            </a:r>
            <a:r>
              <a:rPr lang="fr-FR" sz="2400" dirty="0">
                <a:latin typeface="Segoe UI"/>
                <a:cs typeface="Segoe UI"/>
              </a:rPr>
              <a:t>le</a:t>
            </a:r>
            <a:r>
              <a:rPr lang="fr-FR" sz="2400" spc="-20" dirty="0">
                <a:latin typeface="Segoe UI"/>
                <a:cs typeface="Segoe UI"/>
              </a:rPr>
              <a:t> </a:t>
            </a:r>
            <a:r>
              <a:rPr lang="fr-FR" sz="2400" dirty="0">
                <a:latin typeface="Segoe UI"/>
                <a:cs typeface="Segoe UI"/>
              </a:rPr>
              <a:t>résultat</a:t>
            </a:r>
            <a:r>
              <a:rPr lang="fr-FR" sz="2400" spc="-30" dirty="0">
                <a:latin typeface="Segoe UI"/>
                <a:cs typeface="Segoe UI"/>
              </a:rPr>
              <a:t> </a:t>
            </a:r>
            <a:r>
              <a:rPr lang="fr-FR" sz="2400" dirty="0">
                <a:latin typeface="Segoe UI"/>
                <a:cs typeface="Segoe UI"/>
              </a:rPr>
              <a:t>de</a:t>
            </a:r>
            <a:r>
              <a:rPr lang="fr-FR" sz="2400" spc="-15" dirty="0">
                <a:latin typeface="Segoe UI"/>
                <a:cs typeface="Segoe UI"/>
              </a:rPr>
              <a:t> </a:t>
            </a:r>
            <a:r>
              <a:rPr lang="fr-FR" sz="2400" dirty="0">
                <a:latin typeface="Segoe UI"/>
                <a:cs typeface="Segoe UI"/>
              </a:rPr>
              <a:t>la</a:t>
            </a:r>
            <a:r>
              <a:rPr lang="fr-FR" sz="2400" spc="-10" dirty="0">
                <a:latin typeface="Segoe UI"/>
                <a:cs typeface="Segoe UI"/>
              </a:rPr>
              <a:t> requête</a:t>
            </a:r>
            <a:endParaRPr lang="fr-FR" sz="2400" dirty="0">
              <a:latin typeface="Segoe UI"/>
              <a:cs typeface="Segoe UI"/>
            </a:endParaRPr>
          </a:p>
          <a:p>
            <a:pPr>
              <a:lnSpc>
                <a:spcPct val="100000"/>
              </a:lnSpc>
              <a:spcBef>
                <a:spcPts val="1105"/>
              </a:spcBef>
              <a:buClr>
                <a:srgbClr val="391778"/>
              </a:buClr>
              <a:buFont typeface="Arial"/>
              <a:buChar char="•"/>
            </a:pPr>
            <a:endParaRPr lang="fr-FR" sz="2400" dirty="0">
              <a:latin typeface="Segoe UI"/>
              <a:cs typeface="Segoe UI"/>
            </a:endParaRPr>
          </a:p>
          <a:p>
            <a:pPr marL="240029" indent="-227329">
              <a:lnSpc>
                <a:spcPct val="100000"/>
              </a:lnSpc>
              <a:buClr>
                <a:srgbClr val="391778"/>
              </a:buClr>
              <a:buFont typeface="Arial"/>
              <a:buChar char="•"/>
              <a:tabLst>
                <a:tab pos="240029" algn="l"/>
              </a:tabLst>
            </a:pPr>
            <a:r>
              <a:rPr lang="fr-FR" sz="2400" dirty="0">
                <a:latin typeface="Segoe UI"/>
                <a:cs typeface="Segoe UI"/>
              </a:rPr>
              <a:t>HTTP</a:t>
            </a:r>
            <a:r>
              <a:rPr lang="fr-FR" sz="2400" spc="-15" dirty="0">
                <a:latin typeface="Segoe UI"/>
                <a:cs typeface="Segoe UI"/>
              </a:rPr>
              <a:t> </a:t>
            </a:r>
            <a:r>
              <a:rPr lang="fr-FR" sz="2400" dirty="0">
                <a:latin typeface="Segoe UI"/>
                <a:cs typeface="Segoe UI"/>
              </a:rPr>
              <a:t>possède</a:t>
            </a:r>
            <a:r>
              <a:rPr lang="fr-FR" sz="2400" spc="-60" dirty="0">
                <a:latin typeface="Segoe UI"/>
                <a:cs typeface="Segoe UI"/>
              </a:rPr>
              <a:t> </a:t>
            </a:r>
            <a:r>
              <a:rPr lang="fr-FR" sz="2400" dirty="0">
                <a:latin typeface="Segoe UI"/>
                <a:cs typeface="Segoe UI"/>
              </a:rPr>
              <a:t>cinq</a:t>
            </a:r>
            <a:r>
              <a:rPr lang="fr-FR" sz="2400" spc="-10" dirty="0">
                <a:latin typeface="Segoe UI"/>
                <a:cs typeface="Segoe UI"/>
              </a:rPr>
              <a:t> </a:t>
            </a:r>
            <a:r>
              <a:rPr lang="fr-FR" sz="2400" dirty="0">
                <a:latin typeface="Segoe UI"/>
                <a:cs typeface="Segoe UI"/>
              </a:rPr>
              <a:t>catégories</a:t>
            </a:r>
            <a:r>
              <a:rPr lang="fr-FR" sz="2400" spc="-30" dirty="0">
                <a:latin typeface="Segoe UI"/>
                <a:cs typeface="Segoe UI"/>
              </a:rPr>
              <a:t> </a:t>
            </a:r>
            <a:r>
              <a:rPr lang="fr-FR" sz="2400" dirty="0">
                <a:latin typeface="Segoe UI"/>
                <a:cs typeface="Segoe UI"/>
              </a:rPr>
              <a:t>de</a:t>
            </a:r>
            <a:r>
              <a:rPr lang="fr-FR" sz="2400" spc="-40" dirty="0">
                <a:latin typeface="Segoe UI"/>
                <a:cs typeface="Segoe UI"/>
              </a:rPr>
              <a:t> </a:t>
            </a:r>
            <a:r>
              <a:rPr lang="fr-FR" sz="2400" dirty="0">
                <a:latin typeface="Segoe UI"/>
                <a:cs typeface="Segoe UI"/>
              </a:rPr>
              <a:t>statuts</a:t>
            </a:r>
            <a:r>
              <a:rPr lang="fr-FR" sz="2400" spc="-45" dirty="0">
                <a:latin typeface="Segoe UI"/>
                <a:cs typeface="Segoe UI"/>
              </a:rPr>
              <a:t> </a:t>
            </a:r>
            <a:r>
              <a:rPr lang="fr-FR" sz="2400" dirty="0">
                <a:latin typeface="Segoe UI"/>
                <a:cs typeface="Segoe UI"/>
              </a:rPr>
              <a:t>et</a:t>
            </a:r>
            <a:r>
              <a:rPr lang="fr-FR" sz="2400" spc="-35" dirty="0">
                <a:latin typeface="Segoe UI"/>
                <a:cs typeface="Segoe UI"/>
              </a:rPr>
              <a:t> </a:t>
            </a:r>
            <a:r>
              <a:rPr lang="fr-FR" sz="2400" dirty="0">
                <a:latin typeface="Segoe UI"/>
                <a:cs typeface="Segoe UI"/>
              </a:rPr>
              <a:t>messages</a:t>
            </a:r>
            <a:r>
              <a:rPr lang="fr-FR" sz="2400" spc="-75" dirty="0">
                <a:latin typeface="Segoe UI"/>
                <a:cs typeface="Segoe UI"/>
              </a:rPr>
              <a:t> </a:t>
            </a:r>
            <a:r>
              <a:rPr lang="fr-FR" sz="2400" dirty="0">
                <a:latin typeface="Segoe UI"/>
                <a:cs typeface="Segoe UI"/>
              </a:rPr>
              <a:t>de réponses</a:t>
            </a:r>
            <a:r>
              <a:rPr lang="fr-FR" sz="2400" spc="-45" dirty="0">
                <a:latin typeface="Segoe UI"/>
                <a:cs typeface="Segoe UI"/>
              </a:rPr>
              <a:t> </a:t>
            </a:r>
            <a:r>
              <a:rPr lang="fr-FR" sz="2400" spc="-50" dirty="0">
                <a:latin typeface="Segoe UI"/>
                <a:cs typeface="Segoe UI"/>
              </a:rPr>
              <a:t>:</a:t>
            </a:r>
            <a:endParaRPr lang="fr-FR" sz="2400" dirty="0">
              <a:latin typeface="Segoe UI"/>
              <a:cs typeface="Segoe UI"/>
            </a:endParaRPr>
          </a:p>
          <a:p>
            <a:pPr marL="698500" lvl="1" indent="-228600">
              <a:lnSpc>
                <a:spcPct val="100000"/>
              </a:lnSpc>
              <a:spcBef>
                <a:spcPts val="280"/>
              </a:spcBef>
              <a:buClr>
                <a:srgbClr val="391778"/>
              </a:buClr>
              <a:buFont typeface="Arial"/>
              <a:buChar char="•"/>
              <a:tabLst>
                <a:tab pos="698500" algn="l"/>
              </a:tabLst>
            </a:pPr>
            <a:r>
              <a:rPr lang="fr-FR" sz="2000" dirty="0">
                <a:latin typeface="Segoe UI"/>
                <a:cs typeface="Segoe UI"/>
              </a:rPr>
              <a:t>1xx</a:t>
            </a:r>
            <a:r>
              <a:rPr lang="fr-FR" sz="2000" spc="-25" dirty="0">
                <a:latin typeface="Segoe UI"/>
                <a:cs typeface="Segoe UI"/>
              </a:rPr>
              <a:t> </a:t>
            </a:r>
            <a:r>
              <a:rPr lang="fr-FR" sz="2000" dirty="0">
                <a:latin typeface="Segoe UI"/>
                <a:cs typeface="Segoe UI"/>
              </a:rPr>
              <a:t>–</a:t>
            </a:r>
            <a:r>
              <a:rPr lang="fr-FR" sz="2000" spc="10" dirty="0">
                <a:latin typeface="Segoe UI"/>
                <a:cs typeface="Segoe UI"/>
              </a:rPr>
              <a:t> </a:t>
            </a:r>
            <a:r>
              <a:rPr lang="fr-FR" sz="2000" spc="-10" dirty="0">
                <a:latin typeface="Segoe UI"/>
                <a:cs typeface="Segoe UI"/>
              </a:rPr>
              <a:t>Information</a:t>
            </a:r>
            <a:endParaRPr lang="fr-FR" sz="2000" dirty="0">
              <a:latin typeface="Segoe UI"/>
              <a:cs typeface="Segoe UI"/>
            </a:endParaRPr>
          </a:p>
          <a:p>
            <a:pPr marL="698500" lvl="1" indent="-228600">
              <a:lnSpc>
                <a:spcPct val="100000"/>
              </a:lnSpc>
              <a:spcBef>
                <a:spcPts val="250"/>
              </a:spcBef>
              <a:buClr>
                <a:srgbClr val="391778"/>
              </a:buClr>
              <a:buFont typeface="Arial"/>
              <a:buChar char="•"/>
              <a:tabLst>
                <a:tab pos="698500" algn="l"/>
              </a:tabLst>
            </a:pPr>
            <a:r>
              <a:rPr lang="fr-FR" sz="2000" dirty="0">
                <a:latin typeface="Segoe UI"/>
                <a:cs typeface="Segoe UI"/>
              </a:rPr>
              <a:t>2xx</a:t>
            </a:r>
            <a:r>
              <a:rPr lang="fr-FR" sz="2000" spc="-30" dirty="0">
                <a:latin typeface="Segoe UI"/>
                <a:cs typeface="Segoe UI"/>
              </a:rPr>
              <a:t> </a:t>
            </a:r>
            <a:r>
              <a:rPr lang="fr-FR" sz="2000" dirty="0">
                <a:latin typeface="Segoe UI"/>
                <a:cs typeface="Segoe UI"/>
              </a:rPr>
              <a:t>–</a:t>
            </a:r>
            <a:r>
              <a:rPr lang="fr-FR" sz="2000" spc="5" dirty="0">
                <a:latin typeface="Segoe UI"/>
                <a:cs typeface="Segoe UI"/>
              </a:rPr>
              <a:t> </a:t>
            </a:r>
            <a:r>
              <a:rPr lang="fr-FR" sz="2000" spc="-10" dirty="0" err="1">
                <a:latin typeface="Segoe UI"/>
                <a:cs typeface="Segoe UI"/>
              </a:rPr>
              <a:t>Succes</a:t>
            </a:r>
            <a:endParaRPr lang="fr-FR" sz="20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dirty="0">
                <a:latin typeface="Segoe UI"/>
                <a:cs typeface="Segoe UI"/>
              </a:rPr>
              <a:t>3xx</a:t>
            </a:r>
            <a:r>
              <a:rPr lang="fr-FR" sz="2000" spc="-25" dirty="0">
                <a:latin typeface="Segoe UI"/>
                <a:cs typeface="Segoe UI"/>
              </a:rPr>
              <a:t> </a:t>
            </a:r>
            <a:r>
              <a:rPr lang="fr-FR" sz="2000" dirty="0">
                <a:latin typeface="Segoe UI"/>
                <a:cs typeface="Segoe UI"/>
              </a:rPr>
              <a:t>–</a:t>
            </a:r>
            <a:r>
              <a:rPr lang="fr-FR" sz="2000" spc="10" dirty="0">
                <a:latin typeface="Segoe UI"/>
                <a:cs typeface="Segoe UI"/>
              </a:rPr>
              <a:t> </a:t>
            </a:r>
            <a:r>
              <a:rPr lang="fr-FR" sz="2000" spc="-10" dirty="0">
                <a:latin typeface="Segoe UI"/>
                <a:cs typeface="Segoe UI"/>
              </a:rPr>
              <a:t>Redirection</a:t>
            </a:r>
            <a:endParaRPr lang="fr-FR" sz="2000" dirty="0">
              <a:latin typeface="Segoe UI"/>
              <a:cs typeface="Segoe UI"/>
            </a:endParaRPr>
          </a:p>
          <a:p>
            <a:pPr marL="698500" lvl="1" indent="-228600">
              <a:lnSpc>
                <a:spcPct val="100000"/>
              </a:lnSpc>
              <a:spcBef>
                <a:spcPts val="260"/>
              </a:spcBef>
              <a:buClr>
                <a:srgbClr val="391778"/>
              </a:buClr>
              <a:buFont typeface="Arial"/>
              <a:buChar char="•"/>
              <a:tabLst>
                <a:tab pos="698500" algn="l"/>
              </a:tabLst>
            </a:pPr>
            <a:r>
              <a:rPr lang="fr-FR" sz="2000" dirty="0">
                <a:latin typeface="Segoe UI"/>
                <a:cs typeface="Segoe UI"/>
              </a:rPr>
              <a:t>4xx</a:t>
            </a:r>
            <a:r>
              <a:rPr lang="fr-FR" sz="2000" spc="-45" dirty="0">
                <a:latin typeface="Segoe UI"/>
                <a:cs typeface="Segoe UI"/>
              </a:rPr>
              <a:t> </a:t>
            </a:r>
            <a:r>
              <a:rPr lang="fr-FR" sz="2000" dirty="0">
                <a:latin typeface="Segoe UI"/>
                <a:cs typeface="Segoe UI"/>
              </a:rPr>
              <a:t>–</a:t>
            </a:r>
            <a:r>
              <a:rPr lang="fr-FR" sz="2000" spc="-15" dirty="0">
                <a:latin typeface="Segoe UI"/>
                <a:cs typeface="Segoe UI"/>
              </a:rPr>
              <a:t> </a:t>
            </a:r>
            <a:r>
              <a:rPr lang="fr-FR" sz="2000" dirty="0">
                <a:latin typeface="Segoe UI"/>
                <a:cs typeface="Segoe UI"/>
              </a:rPr>
              <a:t>Erreur </a:t>
            </a:r>
            <a:r>
              <a:rPr lang="fr-FR" sz="2000" spc="-10" dirty="0">
                <a:latin typeface="Segoe UI"/>
                <a:cs typeface="Segoe UI"/>
              </a:rPr>
              <a:t>Client</a:t>
            </a:r>
            <a:endParaRPr lang="fr-FR" sz="2000" dirty="0">
              <a:latin typeface="Segoe UI"/>
              <a:cs typeface="Segoe UI"/>
            </a:endParaRPr>
          </a:p>
          <a:p>
            <a:pPr marL="698500" lvl="1" indent="-228600">
              <a:lnSpc>
                <a:spcPct val="100000"/>
              </a:lnSpc>
              <a:spcBef>
                <a:spcPts val="254"/>
              </a:spcBef>
              <a:buClr>
                <a:srgbClr val="391778"/>
              </a:buClr>
              <a:buFont typeface="Arial"/>
              <a:buChar char="•"/>
              <a:tabLst>
                <a:tab pos="698500" algn="l"/>
              </a:tabLst>
            </a:pPr>
            <a:r>
              <a:rPr lang="fr-FR" sz="2000" dirty="0">
                <a:latin typeface="Segoe UI"/>
                <a:cs typeface="Segoe UI"/>
              </a:rPr>
              <a:t>5xx</a:t>
            </a:r>
            <a:r>
              <a:rPr lang="fr-FR" sz="2000" spc="-45" dirty="0">
                <a:latin typeface="Segoe UI"/>
                <a:cs typeface="Segoe UI"/>
              </a:rPr>
              <a:t> </a:t>
            </a:r>
            <a:r>
              <a:rPr lang="fr-FR" sz="2000" dirty="0">
                <a:latin typeface="Segoe UI"/>
                <a:cs typeface="Segoe UI"/>
              </a:rPr>
              <a:t>–</a:t>
            </a:r>
            <a:r>
              <a:rPr lang="fr-FR" sz="2000" spc="-15" dirty="0">
                <a:latin typeface="Segoe UI"/>
                <a:cs typeface="Segoe UI"/>
              </a:rPr>
              <a:t> </a:t>
            </a:r>
            <a:r>
              <a:rPr lang="fr-FR" sz="2000" dirty="0">
                <a:latin typeface="Segoe UI"/>
                <a:cs typeface="Segoe UI"/>
              </a:rPr>
              <a:t>Erreur </a:t>
            </a:r>
            <a:r>
              <a:rPr lang="fr-FR" sz="2000" spc="-10" dirty="0">
                <a:latin typeface="Segoe UI"/>
                <a:cs typeface="Segoe UI"/>
              </a:rPr>
              <a:t>Serveur</a:t>
            </a:r>
            <a:endParaRPr lang="fr-FR" sz="2000" dirty="0">
              <a:latin typeface="Segoe UI"/>
              <a:cs typeface="Segoe UI"/>
            </a:endParaRPr>
          </a:p>
          <a:p>
            <a:pPr marL="12700">
              <a:lnSpc>
                <a:spcPct val="100000"/>
              </a:lnSpc>
              <a:spcBef>
                <a:spcPts val="100"/>
              </a:spcBef>
            </a:pPr>
            <a:endParaRPr lang="fr-FR" sz="1800" b="1" dirty="0">
              <a:latin typeface="Segoe UI"/>
              <a:cs typeface="Segoe UI"/>
            </a:endParaRPr>
          </a:p>
        </p:txBody>
      </p:sp>
    </p:spTree>
    <p:extLst>
      <p:ext uri="{BB962C8B-B14F-4D97-AF65-F5344CB8AC3E}">
        <p14:creationId xmlns:p14="http://schemas.microsoft.com/office/powerpoint/2010/main" val="3994897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117F3F9E-E45E-9844-8215-AA148A5923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6000" y="1989000"/>
            <a:ext cx="2880000" cy="2880000"/>
          </a:xfrm>
          <a:prstGeom prst="rect">
            <a:avLst/>
          </a:prstGeom>
        </p:spPr>
      </p:pic>
      <p:sp>
        <p:nvSpPr>
          <p:cNvPr id="6" name="Titre 1">
            <a:extLst>
              <a:ext uri="{FF2B5EF4-FFF2-40B4-BE49-F238E27FC236}">
                <a16:creationId xmlns:a16="http://schemas.microsoft.com/office/drawing/2014/main" id="{6784514D-DFE8-6540-A8D9-ED1329C44D3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solidFill>
                  <a:schemeClr val="bg1"/>
                </a:solidFill>
              </a:rPr>
              <a:t>1. HTTP</a:t>
            </a:r>
          </a:p>
        </p:txBody>
      </p:sp>
    </p:spTree>
    <p:extLst>
      <p:ext uri="{BB962C8B-B14F-4D97-AF65-F5344CB8AC3E}">
        <p14:creationId xmlns:p14="http://schemas.microsoft.com/office/powerpoint/2010/main" val="1926402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1709738"/>
            <a:ext cx="10515600" cy="2851200"/>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5400" dirty="0"/>
          </a:p>
          <a:p>
            <a:endParaRPr lang="fr-FR" sz="5400" dirty="0"/>
          </a:p>
          <a:p>
            <a:endParaRPr lang="fr-FR" sz="5400" dirty="0"/>
          </a:p>
          <a:p>
            <a:r>
              <a:rPr lang="fr-FR" sz="5400" dirty="0">
                <a:solidFill>
                  <a:schemeClr val="bg1"/>
                </a:solidFill>
              </a:rPr>
              <a:t>2. REST</a:t>
            </a:r>
          </a:p>
        </p:txBody>
      </p:sp>
    </p:spTree>
    <p:extLst>
      <p:ext uri="{BB962C8B-B14F-4D97-AF65-F5344CB8AC3E}">
        <p14:creationId xmlns:p14="http://schemas.microsoft.com/office/powerpoint/2010/main" val="227131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REST</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862596"/>
          </a:xfrm>
          <a:prstGeom prst="rect">
            <a:avLst/>
          </a:prstGeom>
          <a:noFill/>
        </p:spPr>
        <p:txBody>
          <a:bodyPr wrap="square" rtlCol="0">
            <a:spAutoFit/>
          </a:bodyPr>
          <a:lstStyle/>
          <a:p>
            <a:pPr marL="240029" indent="-227329">
              <a:lnSpc>
                <a:spcPct val="100000"/>
              </a:lnSpc>
              <a:spcBef>
                <a:spcPts val="100"/>
              </a:spcBef>
              <a:buClr>
                <a:srgbClr val="391778"/>
              </a:buClr>
              <a:buFont typeface="Arial"/>
              <a:buChar char="•"/>
              <a:tabLst>
                <a:tab pos="240029" algn="l"/>
                <a:tab pos="2690495" algn="l"/>
              </a:tabLst>
            </a:pPr>
            <a:endParaRPr lang="fr-FR" sz="2400" b="1" spc="-10" dirty="0">
              <a:latin typeface="Segoe UI"/>
              <a:cs typeface="Segoe UI"/>
            </a:endParaRPr>
          </a:p>
          <a:p>
            <a:pPr marL="240029" indent="-227329">
              <a:lnSpc>
                <a:spcPct val="100000"/>
              </a:lnSpc>
              <a:spcBef>
                <a:spcPts val="100"/>
              </a:spcBef>
              <a:buClr>
                <a:srgbClr val="391778"/>
              </a:buClr>
              <a:buFont typeface="Arial"/>
              <a:buChar char="•"/>
              <a:tabLst>
                <a:tab pos="240029" algn="l"/>
                <a:tab pos="2690495" algn="l"/>
              </a:tabLst>
            </a:pPr>
            <a:r>
              <a:rPr lang="fr-FR" sz="2400" b="1" spc="-10" dirty="0" err="1">
                <a:latin typeface="Segoe UI"/>
                <a:cs typeface="Segoe UI"/>
              </a:rPr>
              <a:t>RE</a:t>
            </a:r>
            <a:r>
              <a:rPr lang="fr-FR" sz="2400" spc="-10" dirty="0" err="1">
                <a:latin typeface="Segoe UI"/>
                <a:cs typeface="Segoe UI"/>
              </a:rPr>
              <a:t>presentational</a:t>
            </a:r>
            <a:r>
              <a:rPr lang="fr-FR" sz="2400" dirty="0">
                <a:latin typeface="Segoe UI"/>
                <a:cs typeface="Segoe UI"/>
              </a:rPr>
              <a:t>	</a:t>
            </a:r>
            <a:r>
              <a:rPr lang="fr-FR" sz="2400" b="1" dirty="0">
                <a:latin typeface="Segoe UI"/>
                <a:cs typeface="Segoe UI"/>
              </a:rPr>
              <a:t>S</a:t>
            </a:r>
            <a:r>
              <a:rPr lang="fr-FR" sz="2400" dirty="0">
                <a:latin typeface="Segoe UI"/>
                <a:cs typeface="Segoe UI"/>
              </a:rPr>
              <a:t>tate</a:t>
            </a:r>
            <a:r>
              <a:rPr lang="fr-FR" sz="2400" spc="-55" dirty="0">
                <a:latin typeface="Segoe UI"/>
                <a:cs typeface="Segoe UI"/>
              </a:rPr>
              <a:t> </a:t>
            </a:r>
            <a:r>
              <a:rPr lang="fr-FR" sz="2400" b="1" spc="-10" dirty="0">
                <a:latin typeface="Segoe UI"/>
                <a:cs typeface="Segoe UI"/>
              </a:rPr>
              <a:t>T</a:t>
            </a:r>
            <a:r>
              <a:rPr lang="fr-FR" sz="2400" spc="-10" dirty="0">
                <a:latin typeface="Segoe UI"/>
                <a:cs typeface="Segoe UI"/>
              </a:rPr>
              <a:t>ransfer</a:t>
            </a:r>
            <a:endParaRPr lang="fr-FR" sz="2400" dirty="0">
              <a:latin typeface="Segoe UI"/>
              <a:cs typeface="Segoe UI"/>
            </a:endParaRPr>
          </a:p>
          <a:p>
            <a:pPr>
              <a:lnSpc>
                <a:spcPct val="100000"/>
              </a:lnSpc>
              <a:spcBef>
                <a:spcPts val="1115"/>
              </a:spcBef>
              <a:buClr>
                <a:srgbClr val="391778"/>
              </a:buClr>
              <a:buFont typeface="Arial"/>
              <a:buChar char="•"/>
            </a:pPr>
            <a:endParaRPr lang="fr-FR" sz="2400" dirty="0">
              <a:latin typeface="Segoe UI"/>
              <a:cs typeface="Segoe UI"/>
            </a:endParaRPr>
          </a:p>
          <a:p>
            <a:pPr marL="240029" indent="-227329">
              <a:lnSpc>
                <a:spcPct val="100000"/>
              </a:lnSpc>
              <a:buClr>
                <a:srgbClr val="391778"/>
              </a:buClr>
              <a:buFont typeface="Arial"/>
              <a:buChar char="•"/>
              <a:tabLst>
                <a:tab pos="240029" algn="l"/>
              </a:tabLst>
            </a:pPr>
            <a:r>
              <a:rPr lang="fr-FR" sz="2400" spc="-10" dirty="0">
                <a:latin typeface="Segoe UI"/>
                <a:cs typeface="Segoe UI"/>
              </a:rPr>
              <a:t>C’est</a:t>
            </a:r>
            <a:r>
              <a:rPr lang="fr-FR" sz="2400" spc="-70" dirty="0">
                <a:latin typeface="Segoe UI"/>
                <a:cs typeface="Segoe UI"/>
              </a:rPr>
              <a:t> </a:t>
            </a:r>
            <a:r>
              <a:rPr lang="fr-FR" sz="2400" dirty="0">
                <a:latin typeface="Segoe UI"/>
                <a:cs typeface="Segoe UI"/>
              </a:rPr>
              <a:t>un</a:t>
            </a:r>
            <a:r>
              <a:rPr lang="fr-FR" sz="2400" spc="-40" dirty="0">
                <a:latin typeface="Segoe UI"/>
                <a:cs typeface="Segoe UI"/>
              </a:rPr>
              <a:t> </a:t>
            </a:r>
            <a:r>
              <a:rPr lang="fr-FR" sz="2400" dirty="0">
                <a:latin typeface="Segoe UI"/>
                <a:cs typeface="Segoe UI"/>
              </a:rPr>
              <a:t>style</a:t>
            </a:r>
            <a:r>
              <a:rPr lang="fr-FR" sz="2400" spc="-60" dirty="0">
                <a:latin typeface="Segoe UI"/>
                <a:cs typeface="Segoe UI"/>
              </a:rPr>
              <a:t> </a:t>
            </a:r>
            <a:r>
              <a:rPr lang="fr-FR" sz="2400" dirty="0">
                <a:latin typeface="Segoe UI"/>
                <a:cs typeface="Segoe UI"/>
              </a:rPr>
              <a:t>d’</a:t>
            </a:r>
            <a:r>
              <a:rPr lang="fr-FR" sz="2400" u="sng" dirty="0">
                <a:uFill>
                  <a:solidFill>
                    <a:srgbClr val="000000"/>
                  </a:solidFill>
                </a:uFill>
                <a:latin typeface="Segoe UI"/>
                <a:cs typeface="Segoe UI"/>
              </a:rPr>
              <a:t>architecture</a:t>
            </a:r>
            <a:r>
              <a:rPr lang="fr-FR" sz="2400" spc="-20" dirty="0">
                <a:latin typeface="Segoe UI"/>
                <a:cs typeface="Segoe UI"/>
              </a:rPr>
              <a:t> </a:t>
            </a:r>
            <a:r>
              <a:rPr lang="fr-FR" sz="2400" dirty="0">
                <a:latin typeface="Segoe UI"/>
                <a:cs typeface="Segoe UI"/>
              </a:rPr>
              <a:t>de</a:t>
            </a:r>
            <a:r>
              <a:rPr lang="fr-FR" sz="2400" spc="-50" dirty="0">
                <a:latin typeface="Segoe UI"/>
                <a:cs typeface="Segoe UI"/>
              </a:rPr>
              <a:t> </a:t>
            </a:r>
            <a:r>
              <a:rPr lang="fr-FR" sz="2400" dirty="0">
                <a:latin typeface="Segoe UI"/>
                <a:cs typeface="Segoe UI"/>
              </a:rPr>
              <a:t>services</a:t>
            </a:r>
            <a:r>
              <a:rPr lang="fr-FR" sz="2400" spc="-60" dirty="0">
                <a:latin typeface="Segoe UI"/>
                <a:cs typeface="Segoe UI"/>
              </a:rPr>
              <a:t> </a:t>
            </a:r>
            <a:r>
              <a:rPr lang="fr-FR" sz="2400" spc="-25" dirty="0">
                <a:latin typeface="Segoe UI"/>
                <a:cs typeface="Segoe UI"/>
              </a:rPr>
              <a:t>web</a:t>
            </a:r>
            <a:endParaRPr lang="fr-FR" sz="2400" dirty="0">
              <a:latin typeface="Segoe UI"/>
              <a:cs typeface="Segoe UI"/>
            </a:endParaRPr>
          </a:p>
          <a:p>
            <a:pPr>
              <a:lnSpc>
                <a:spcPct val="100000"/>
              </a:lnSpc>
              <a:spcBef>
                <a:spcPts val="1105"/>
              </a:spcBef>
              <a:buClr>
                <a:srgbClr val="391778"/>
              </a:buClr>
              <a:buFont typeface="Arial"/>
              <a:buChar char="•"/>
            </a:pPr>
            <a:endParaRPr lang="fr-FR" sz="2400" dirty="0">
              <a:latin typeface="Segoe UI"/>
              <a:cs typeface="Segoe UI"/>
            </a:endParaRPr>
          </a:p>
          <a:p>
            <a:pPr marL="240029" indent="-227329">
              <a:lnSpc>
                <a:spcPct val="100000"/>
              </a:lnSpc>
              <a:buClr>
                <a:srgbClr val="391778"/>
              </a:buClr>
              <a:buFont typeface="Arial"/>
              <a:buChar char="•"/>
              <a:tabLst>
                <a:tab pos="240029" algn="l"/>
              </a:tabLst>
            </a:pPr>
            <a:r>
              <a:rPr lang="fr-FR" sz="2400" dirty="0">
                <a:latin typeface="Segoe UI"/>
                <a:cs typeface="Segoe UI"/>
              </a:rPr>
              <a:t>Conçu</a:t>
            </a:r>
            <a:r>
              <a:rPr lang="fr-FR" sz="2400" spc="-50" dirty="0">
                <a:latin typeface="Segoe UI"/>
                <a:cs typeface="Segoe UI"/>
              </a:rPr>
              <a:t> </a:t>
            </a:r>
            <a:r>
              <a:rPr lang="fr-FR" sz="2400" dirty="0">
                <a:latin typeface="Segoe UI"/>
                <a:cs typeface="Segoe UI"/>
              </a:rPr>
              <a:t>pour</a:t>
            </a:r>
            <a:r>
              <a:rPr lang="fr-FR" sz="2400" spc="-65" dirty="0">
                <a:latin typeface="Segoe UI"/>
                <a:cs typeface="Segoe UI"/>
              </a:rPr>
              <a:t> </a:t>
            </a:r>
            <a:r>
              <a:rPr lang="fr-FR" sz="2400" dirty="0">
                <a:latin typeface="Segoe UI"/>
                <a:cs typeface="Segoe UI"/>
              </a:rPr>
              <a:t>utiliser</a:t>
            </a:r>
            <a:r>
              <a:rPr lang="fr-FR" sz="2400" spc="-60" dirty="0">
                <a:latin typeface="Segoe UI"/>
                <a:cs typeface="Segoe UI"/>
              </a:rPr>
              <a:t> </a:t>
            </a:r>
            <a:r>
              <a:rPr lang="fr-FR" sz="2400" dirty="0">
                <a:latin typeface="Segoe UI"/>
                <a:cs typeface="Segoe UI"/>
              </a:rPr>
              <a:t>les</a:t>
            </a:r>
            <a:r>
              <a:rPr lang="fr-FR" sz="2400" spc="-80" dirty="0">
                <a:latin typeface="Segoe UI"/>
                <a:cs typeface="Segoe UI"/>
              </a:rPr>
              <a:t> </a:t>
            </a:r>
            <a:r>
              <a:rPr lang="fr-FR" sz="2400" dirty="0">
                <a:latin typeface="Segoe UI"/>
                <a:cs typeface="Segoe UI"/>
              </a:rPr>
              <a:t>capacités</a:t>
            </a:r>
            <a:r>
              <a:rPr lang="fr-FR" sz="2400" spc="-50" dirty="0">
                <a:latin typeface="Segoe UI"/>
                <a:cs typeface="Segoe UI"/>
              </a:rPr>
              <a:t> </a:t>
            </a:r>
            <a:r>
              <a:rPr lang="fr-FR" sz="2400" dirty="0">
                <a:latin typeface="Segoe UI"/>
                <a:cs typeface="Segoe UI"/>
              </a:rPr>
              <a:t>du</a:t>
            </a:r>
            <a:r>
              <a:rPr lang="fr-FR" sz="2400" spc="-75" dirty="0">
                <a:latin typeface="Segoe UI"/>
                <a:cs typeface="Segoe UI"/>
              </a:rPr>
              <a:t> </a:t>
            </a:r>
            <a:r>
              <a:rPr lang="fr-FR" sz="2400" dirty="0">
                <a:latin typeface="Segoe UI"/>
                <a:cs typeface="Segoe UI"/>
              </a:rPr>
              <a:t>protocole</a:t>
            </a:r>
            <a:r>
              <a:rPr lang="fr-FR" sz="2400" spc="-40" dirty="0">
                <a:latin typeface="Segoe UI"/>
                <a:cs typeface="Segoe UI"/>
              </a:rPr>
              <a:t> </a:t>
            </a:r>
            <a:r>
              <a:rPr lang="fr-FR" sz="2400" spc="-20" dirty="0">
                <a:latin typeface="Segoe UI"/>
                <a:cs typeface="Segoe UI"/>
              </a:rPr>
              <a:t>HTTP</a:t>
            </a:r>
            <a:endParaRPr lang="fr-FR" sz="2400" dirty="0">
              <a:latin typeface="Segoe UI"/>
              <a:cs typeface="Segoe UI"/>
            </a:endParaRPr>
          </a:p>
          <a:p>
            <a:pPr>
              <a:lnSpc>
                <a:spcPct val="100000"/>
              </a:lnSpc>
              <a:spcBef>
                <a:spcPts val="1120"/>
              </a:spcBef>
              <a:buClr>
                <a:srgbClr val="391778"/>
              </a:buClr>
              <a:buFont typeface="Arial"/>
              <a:buChar char="•"/>
            </a:pPr>
            <a:endParaRPr lang="fr-FR" sz="2400" dirty="0">
              <a:latin typeface="Segoe UI"/>
              <a:cs typeface="Segoe UI"/>
            </a:endParaRPr>
          </a:p>
          <a:p>
            <a:pPr marL="240029" indent="-227329">
              <a:lnSpc>
                <a:spcPct val="100000"/>
              </a:lnSpc>
              <a:buClr>
                <a:srgbClr val="391778"/>
              </a:buClr>
              <a:buFont typeface="Arial"/>
              <a:buChar char="•"/>
              <a:tabLst>
                <a:tab pos="240029" algn="l"/>
              </a:tabLst>
            </a:pPr>
            <a:r>
              <a:rPr lang="fr-FR" sz="2400" dirty="0">
                <a:latin typeface="Segoe UI"/>
                <a:cs typeface="Segoe UI"/>
              </a:rPr>
              <a:t>Développé</a:t>
            </a:r>
            <a:r>
              <a:rPr lang="fr-FR" sz="2400" spc="-55" dirty="0">
                <a:latin typeface="Segoe UI"/>
                <a:cs typeface="Segoe UI"/>
              </a:rPr>
              <a:t> </a:t>
            </a:r>
            <a:r>
              <a:rPr lang="fr-FR" sz="2400" dirty="0">
                <a:latin typeface="Segoe UI"/>
                <a:cs typeface="Segoe UI"/>
              </a:rPr>
              <a:t>par</a:t>
            </a:r>
            <a:r>
              <a:rPr lang="fr-FR" sz="2400" spc="-40" dirty="0">
                <a:latin typeface="Segoe UI"/>
                <a:cs typeface="Segoe UI"/>
              </a:rPr>
              <a:t> </a:t>
            </a:r>
            <a:r>
              <a:rPr lang="fr-FR" sz="2400" dirty="0">
                <a:latin typeface="Segoe UI"/>
                <a:cs typeface="Segoe UI"/>
              </a:rPr>
              <a:t>Roy</a:t>
            </a:r>
            <a:r>
              <a:rPr lang="fr-FR" sz="2400" spc="-40" dirty="0">
                <a:latin typeface="Segoe UI"/>
                <a:cs typeface="Segoe UI"/>
              </a:rPr>
              <a:t> </a:t>
            </a:r>
            <a:r>
              <a:rPr lang="fr-FR" sz="2400" spc="-10" dirty="0">
                <a:latin typeface="Segoe UI"/>
                <a:cs typeface="Segoe UI"/>
              </a:rPr>
              <a:t>Fielding</a:t>
            </a:r>
            <a:endParaRPr lang="fr-FR" sz="2400" dirty="0">
              <a:latin typeface="Segoe UI"/>
              <a:cs typeface="Segoe UI"/>
            </a:endParaRPr>
          </a:p>
          <a:p>
            <a:pPr marL="12700">
              <a:lnSpc>
                <a:spcPct val="100000"/>
              </a:lnSpc>
              <a:spcBef>
                <a:spcPts val="805"/>
              </a:spcBef>
            </a:pPr>
            <a:r>
              <a:rPr lang="fr-FR" sz="1800" dirty="0">
                <a:latin typeface="Segoe UI"/>
                <a:cs typeface="Segoe UI"/>
              </a:rPr>
              <a:t>(un</a:t>
            </a:r>
            <a:r>
              <a:rPr lang="fr-FR" sz="1800" spc="-65" dirty="0">
                <a:latin typeface="Segoe UI"/>
                <a:cs typeface="Segoe UI"/>
              </a:rPr>
              <a:t> </a:t>
            </a:r>
            <a:r>
              <a:rPr lang="fr-FR" sz="1800" dirty="0">
                <a:latin typeface="Segoe UI"/>
                <a:cs typeface="Segoe UI"/>
              </a:rPr>
              <a:t>des</a:t>
            </a:r>
            <a:r>
              <a:rPr lang="fr-FR" sz="1800" spc="-25" dirty="0">
                <a:latin typeface="Segoe UI"/>
                <a:cs typeface="Segoe UI"/>
              </a:rPr>
              <a:t> </a:t>
            </a:r>
            <a:r>
              <a:rPr lang="fr-FR" sz="1800" dirty="0">
                <a:latin typeface="Segoe UI"/>
                <a:cs typeface="Segoe UI"/>
              </a:rPr>
              <a:t>créateurs</a:t>
            </a:r>
            <a:r>
              <a:rPr lang="fr-FR" sz="1800" spc="-40" dirty="0">
                <a:latin typeface="Segoe UI"/>
                <a:cs typeface="Segoe UI"/>
              </a:rPr>
              <a:t> </a:t>
            </a:r>
            <a:r>
              <a:rPr lang="fr-FR" sz="1800" dirty="0">
                <a:latin typeface="Segoe UI"/>
                <a:cs typeface="Segoe UI"/>
              </a:rPr>
              <a:t>de</a:t>
            </a:r>
            <a:r>
              <a:rPr lang="fr-FR" sz="1800" spc="-40" dirty="0">
                <a:latin typeface="Segoe UI"/>
                <a:cs typeface="Segoe UI"/>
              </a:rPr>
              <a:t> </a:t>
            </a:r>
            <a:r>
              <a:rPr lang="fr-FR" sz="1800" dirty="0">
                <a:latin typeface="Segoe UI"/>
                <a:cs typeface="Segoe UI"/>
              </a:rPr>
              <a:t>la</a:t>
            </a:r>
            <a:r>
              <a:rPr lang="fr-FR" sz="1800" spc="-40" dirty="0">
                <a:latin typeface="Segoe UI"/>
                <a:cs typeface="Segoe UI"/>
              </a:rPr>
              <a:t> </a:t>
            </a:r>
            <a:r>
              <a:rPr lang="fr-FR" sz="1800" dirty="0">
                <a:latin typeface="Segoe UI"/>
                <a:cs typeface="Segoe UI"/>
              </a:rPr>
              <a:t>spécification</a:t>
            </a:r>
            <a:r>
              <a:rPr lang="fr-FR" sz="1800" spc="-15" dirty="0">
                <a:latin typeface="Segoe UI"/>
                <a:cs typeface="Segoe UI"/>
              </a:rPr>
              <a:t> </a:t>
            </a:r>
            <a:r>
              <a:rPr lang="fr-FR" sz="1800" spc="-10" dirty="0">
                <a:latin typeface="Segoe UI"/>
                <a:cs typeface="Segoe UI"/>
              </a:rPr>
              <a:t>HTTP)</a:t>
            </a:r>
            <a:endParaRPr lang="fr-FR" sz="1800" dirty="0">
              <a:latin typeface="Segoe UI"/>
              <a:cs typeface="Segoe UI"/>
            </a:endParaRPr>
          </a:p>
        </p:txBody>
      </p:sp>
    </p:spTree>
    <p:extLst>
      <p:ext uri="{BB962C8B-B14F-4D97-AF65-F5344CB8AC3E}">
        <p14:creationId xmlns:p14="http://schemas.microsoft.com/office/powerpoint/2010/main" val="3812561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REST</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483005"/>
          </a:xfrm>
          <a:prstGeom prst="rect">
            <a:avLst/>
          </a:prstGeom>
          <a:noFill/>
        </p:spPr>
        <p:txBody>
          <a:bodyPr wrap="square" rtlCol="0">
            <a:spAutoFit/>
          </a:bodyPr>
          <a:lstStyle/>
          <a:p>
            <a:pPr marL="240029" indent="-227329">
              <a:lnSpc>
                <a:spcPct val="100000"/>
              </a:lnSpc>
              <a:spcBef>
                <a:spcPts val="100"/>
              </a:spcBef>
              <a:buClr>
                <a:srgbClr val="391778"/>
              </a:buClr>
              <a:buFont typeface="Arial"/>
              <a:buChar char="•"/>
              <a:tabLst>
                <a:tab pos="240029" algn="l"/>
              </a:tabLst>
            </a:pPr>
            <a:endParaRPr lang="fr-FR" sz="2400" dirty="0">
              <a:latin typeface="Segoe UI"/>
              <a:cs typeface="Segoe UI"/>
            </a:endParaRPr>
          </a:p>
          <a:p>
            <a:pPr marL="240029" indent="-227329">
              <a:lnSpc>
                <a:spcPct val="100000"/>
              </a:lnSpc>
              <a:spcBef>
                <a:spcPts val="100"/>
              </a:spcBef>
              <a:buClr>
                <a:srgbClr val="391778"/>
              </a:buClr>
              <a:buFont typeface="Arial"/>
              <a:buChar char="•"/>
              <a:tabLst>
                <a:tab pos="240029" algn="l"/>
              </a:tabLst>
            </a:pPr>
            <a:r>
              <a:rPr lang="fr-FR" sz="2400" dirty="0">
                <a:latin typeface="Segoe UI"/>
                <a:cs typeface="Segoe UI"/>
              </a:rPr>
              <a:t>REST</a:t>
            </a:r>
            <a:r>
              <a:rPr lang="fr-FR" sz="2400" spc="-75" dirty="0">
                <a:latin typeface="Segoe UI"/>
                <a:cs typeface="Segoe UI"/>
              </a:rPr>
              <a:t> </a:t>
            </a:r>
            <a:r>
              <a:rPr lang="fr-FR" sz="2400" spc="-10" dirty="0">
                <a:latin typeface="Segoe UI"/>
                <a:cs typeface="Segoe UI"/>
              </a:rPr>
              <a:t>n’est</a:t>
            </a:r>
            <a:r>
              <a:rPr lang="fr-FR" sz="2400" spc="-75" dirty="0">
                <a:latin typeface="Segoe UI"/>
                <a:cs typeface="Segoe UI"/>
              </a:rPr>
              <a:t> </a:t>
            </a:r>
            <a:r>
              <a:rPr lang="fr-FR" sz="2400" dirty="0">
                <a:latin typeface="Segoe UI"/>
                <a:cs typeface="Segoe UI"/>
              </a:rPr>
              <a:t>pas</a:t>
            </a:r>
            <a:r>
              <a:rPr lang="fr-FR" sz="2400" spc="-75" dirty="0">
                <a:latin typeface="Segoe UI"/>
                <a:cs typeface="Segoe UI"/>
              </a:rPr>
              <a:t> </a:t>
            </a:r>
            <a:r>
              <a:rPr lang="fr-FR" sz="2400" dirty="0">
                <a:latin typeface="Segoe UI"/>
                <a:cs typeface="Segoe UI"/>
              </a:rPr>
              <a:t>un</a:t>
            </a:r>
            <a:r>
              <a:rPr lang="fr-FR" sz="2400" spc="-60" dirty="0">
                <a:latin typeface="Segoe UI"/>
                <a:cs typeface="Segoe UI"/>
              </a:rPr>
              <a:t> </a:t>
            </a:r>
            <a:r>
              <a:rPr lang="fr-FR" sz="2400" spc="-10" dirty="0">
                <a:latin typeface="Segoe UI"/>
                <a:cs typeface="Segoe UI"/>
              </a:rPr>
              <a:t>protocole</a:t>
            </a:r>
            <a:endParaRPr lang="fr-FR" sz="2400" dirty="0">
              <a:latin typeface="Segoe UI"/>
              <a:cs typeface="Segoe UI"/>
            </a:endParaRPr>
          </a:p>
          <a:p>
            <a:pPr>
              <a:lnSpc>
                <a:spcPct val="100000"/>
              </a:lnSpc>
              <a:spcBef>
                <a:spcPts val="1115"/>
              </a:spcBef>
              <a:buClr>
                <a:srgbClr val="391778"/>
              </a:buClr>
              <a:buFont typeface="Arial"/>
              <a:buChar char="•"/>
            </a:pPr>
            <a:endParaRPr lang="fr-FR" sz="2400" dirty="0">
              <a:latin typeface="Segoe UI"/>
              <a:cs typeface="Segoe UI"/>
            </a:endParaRPr>
          </a:p>
          <a:p>
            <a:pPr marL="240029" indent="-227329">
              <a:lnSpc>
                <a:spcPct val="100000"/>
              </a:lnSpc>
              <a:buClr>
                <a:srgbClr val="391778"/>
              </a:buClr>
              <a:buFont typeface="Arial"/>
              <a:buChar char="•"/>
              <a:tabLst>
                <a:tab pos="240029" algn="l"/>
              </a:tabLst>
            </a:pPr>
            <a:r>
              <a:rPr lang="fr-FR" sz="2400" dirty="0">
                <a:latin typeface="Segoe UI"/>
                <a:cs typeface="Segoe UI"/>
              </a:rPr>
              <a:t>Requêtes</a:t>
            </a:r>
            <a:r>
              <a:rPr lang="fr-FR" sz="2400" spc="-55" dirty="0">
                <a:latin typeface="Segoe UI"/>
                <a:cs typeface="Segoe UI"/>
              </a:rPr>
              <a:t> </a:t>
            </a:r>
            <a:r>
              <a:rPr lang="fr-FR" sz="2400" dirty="0">
                <a:solidFill>
                  <a:srgbClr val="FF0000"/>
                </a:solidFill>
                <a:latin typeface="Segoe UI"/>
                <a:cs typeface="Segoe UI"/>
              </a:rPr>
              <a:t>sans</a:t>
            </a:r>
            <a:r>
              <a:rPr lang="fr-FR" sz="2400" spc="-50" dirty="0">
                <a:solidFill>
                  <a:srgbClr val="FF0000"/>
                </a:solidFill>
                <a:latin typeface="Segoe UI"/>
                <a:cs typeface="Segoe UI"/>
              </a:rPr>
              <a:t> </a:t>
            </a:r>
            <a:r>
              <a:rPr lang="fr-FR" sz="2400" dirty="0">
                <a:solidFill>
                  <a:srgbClr val="FF0000"/>
                </a:solidFill>
                <a:latin typeface="Segoe UI"/>
                <a:cs typeface="Segoe UI"/>
              </a:rPr>
              <a:t>états</a:t>
            </a:r>
            <a:r>
              <a:rPr lang="fr-FR" sz="2400" spc="-45" dirty="0">
                <a:solidFill>
                  <a:srgbClr val="FF0000"/>
                </a:solidFill>
                <a:latin typeface="Segoe UI"/>
                <a:cs typeface="Segoe UI"/>
              </a:rPr>
              <a:t> </a:t>
            </a:r>
            <a:r>
              <a:rPr lang="fr-FR" sz="2400" spc="-10" dirty="0">
                <a:latin typeface="Segoe UI"/>
                <a:cs typeface="Segoe UI"/>
              </a:rPr>
              <a:t>(</a:t>
            </a:r>
            <a:r>
              <a:rPr lang="fr-FR" sz="2400" spc="-10" dirty="0" err="1">
                <a:latin typeface="Segoe UI"/>
                <a:cs typeface="Segoe UI"/>
              </a:rPr>
              <a:t>stateless</a:t>
            </a:r>
            <a:r>
              <a:rPr lang="fr-FR" sz="2400" spc="-10" dirty="0">
                <a:latin typeface="Segoe UI"/>
                <a:cs typeface="Segoe UI"/>
              </a:rPr>
              <a:t>)</a:t>
            </a:r>
            <a:endParaRPr lang="fr-FR" sz="2400" dirty="0">
              <a:latin typeface="Segoe UI"/>
              <a:cs typeface="Segoe UI"/>
            </a:endParaRPr>
          </a:p>
          <a:p>
            <a:pPr>
              <a:lnSpc>
                <a:spcPct val="100000"/>
              </a:lnSpc>
              <a:spcBef>
                <a:spcPts val="1105"/>
              </a:spcBef>
              <a:buClr>
                <a:srgbClr val="391778"/>
              </a:buClr>
              <a:buFont typeface="Arial"/>
              <a:buChar char="•"/>
            </a:pPr>
            <a:endParaRPr lang="fr-FR" sz="2400" dirty="0">
              <a:latin typeface="Segoe UI"/>
              <a:cs typeface="Segoe UI"/>
            </a:endParaRPr>
          </a:p>
          <a:p>
            <a:pPr marL="240029" indent="-227329">
              <a:lnSpc>
                <a:spcPct val="100000"/>
              </a:lnSpc>
              <a:buClr>
                <a:srgbClr val="391778"/>
              </a:buClr>
              <a:buFont typeface="Arial"/>
              <a:buChar char="•"/>
              <a:tabLst>
                <a:tab pos="240029" algn="l"/>
              </a:tabLst>
            </a:pPr>
            <a:r>
              <a:rPr lang="fr-FR" sz="2400" dirty="0">
                <a:latin typeface="Segoe UI"/>
                <a:cs typeface="Segoe UI"/>
              </a:rPr>
              <a:t>Une</a:t>
            </a:r>
            <a:r>
              <a:rPr lang="fr-FR" sz="2400" spc="-60" dirty="0">
                <a:latin typeface="Segoe UI"/>
                <a:cs typeface="Segoe UI"/>
              </a:rPr>
              <a:t> </a:t>
            </a:r>
            <a:r>
              <a:rPr lang="fr-FR" sz="2400" dirty="0">
                <a:latin typeface="Segoe UI"/>
                <a:cs typeface="Segoe UI"/>
              </a:rPr>
              <a:t>URI</a:t>
            </a:r>
            <a:r>
              <a:rPr lang="fr-FR" sz="2400" spc="-60" dirty="0">
                <a:latin typeface="Segoe UI"/>
                <a:cs typeface="Segoe UI"/>
              </a:rPr>
              <a:t> </a:t>
            </a:r>
            <a:r>
              <a:rPr lang="fr-FR" sz="2400" dirty="0">
                <a:latin typeface="Segoe UI"/>
                <a:cs typeface="Segoe UI"/>
              </a:rPr>
              <a:t>représente</a:t>
            </a:r>
            <a:r>
              <a:rPr lang="fr-FR" sz="2400" spc="-85" dirty="0">
                <a:latin typeface="Segoe UI"/>
                <a:cs typeface="Segoe UI"/>
              </a:rPr>
              <a:t> </a:t>
            </a:r>
            <a:r>
              <a:rPr lang="fr-FR" sz="2400" dirty="0">
                <a:latin typeface="Segoe UI"/>
                <a:cs typeface="Segoe UI"/>
              </a:rPr>
              <a:t>une</a:t>
            </a:r>
            <a:r>
              <a:rPr lang="fr-FR" sz="2400" spc="-45" dirty="0">
                <a:latin typeface="Segoe UI"/>
                <a:cs typeface="Segoe UI"/>
              </a:rPr>
              <a:t> </a:t>
            </a:r>
            <a:r>
              <a:rPr lang="fr-FR" sz="2400" spc="-10" dirty="0">
                <a:solidFill>
                  <a:srgbClr val="FF0000"/>
                </a:solidFill>
                <a:latin typeface="Segoe UI"/>
                <a:cs typeface="Segoe UI"/>
              </a:rPr>
              <a:t>ressource</a:t>
            </a:r>
            <a:endParaRPr lang="fr-FR" sz="2400" dirty="0">
              <a:latin typeface="Segoe UI"/>
              <a:cs typeface="Segoe UI"/>
            </a:endParaRPr>
          </a:p>
          <a:p>
            <a:pPr>
              <a:lnSpc>
                <a:spcPct val="100000"/>
              </a:lnSpc>
              <a:spcBef>
                <a:spcPts val="1120"/>
              </a:spcBef>
              <a:buClr>
                <a:srgbClr val="391778"/>
              </a:buClr>
              <a:buFont typeface="Arial"/>
              <a:buChar char="•"/>
            </a:pPr>
            <a:endParaRPr lang="fr-FR" sz="2400" dirty="0">
              <a:latin typeface="Segoe UI"/>
              <a:cs typeface="Segoe UI"/>
            </a:endParaRPr>
          </a:p>
          <a:p>
            <a:pPr marL="240029" indent="-227329">
              <a:lnSpc>
                <a:spcPct val="100000"/>
              </a:lnSpc>
              <a:buClr>
                <a:srgbClr val="391778"/>
              </a:buClr>
              <a:buFont typeface="Arial"/>
              <a:buChar char="•"/>
              <a:tabLst>
                <a:tab pos="240029" algn="l"/>
              </a:tabLst>
            </a:pPr>
            <a:r>
              <a:rPr lang="fr-FR" sz="2400" dirty="0">
                <a:latin typeface="Segoe UI"/>
                <a:cs typeface="Segoe UI"/>
              </a:rPr>
              <a:t>Utilise</a:t>
            </a:r>
            <a:r>
              <a:rPr lang="fr-FR" sz="2400" spc="-25" dirty="0">
                <a:latin typeface="Segoe UI"/>
                <a:cs typeface="Segoe UI"/>
              </a:rPr>
              <a:t> </a:t>
            </a:r>
            <a:r>
              <a:rPr lang="fr-FR" sz="2400" dirty="0">
                <a:latin typeface="Segoe UI"/>
                <a:cs typeface="Segoe UI"/>
              </a:rPr>
              <a:t>le</a:t>
            </a:r>
            <a:r>
              <a:rPr lang="fr-FR" sz="2400" spc="-50" dirty="0">
                <a:latin typeface="Segoe UI"/>
                <a:cs typeface="Segoe UI"/>
              </a:rPr>
              <a:t> </a:t>
            </a:r>
            <a:r>
              <a:rPr lang="fr-FR" sz="2400" dirty="0">
                <a:latin typeface="Segoe UI"/>
                <a:cs typeface="Segoe UI"/>
              </a:rPr>
              <a:t>protocole</a:t>
            </a:r>
            <a:r>
              <a:rPr lang="fr-FR" sz="2400" spc="-10" dirty="0">
                <a:latin typeface="Segoe UI"/>
                <a:cs typeface="Segoe UI"/>
              </a:rPr>
              <a:t> </a:t>
            </a:r>
            <a:r>
              <a:rPr lang="fr-FR" sz="2400" dirty="0">
                <a:latin typeface="Segoe UI"/>
                <a:cs typeface="Segoe UI"/>
              </a:rPr>
              <a:t>HTTP</a:t>
            </a:r>
            <a:r>
              <a:rPr lang="fr-FR" sz="2400" spc="-40" dirty="0">
                <a:latin typeface="Segoe UI"/>
                <a:cs typeface="Segoe UI"/>
              </a:rPr>
              <a:t> </a:t>
            </a:r>
            <a:r>
              <a:rPr lang="fr-FR" sz="2400" dirty="0">
                <a:latin typeface="Segoe UI"/>
                <a:cs typeface="Segoe UI"/>
              </a:rPr>
              <a:t>et</a:t>
            </a:r>
            <a:r>
              <a:rPr lang="fr-FR" sz="2400" spc="-55" dirty="0">
                <a:latin typeface="Segoe UI"/>
                <a:cs typeface="Segoe UI"/>
              </a:rPr>
              <a:t> </a:t>
            </a:r>
            <a:r>
              <a:rPr lang="fr-FR" sz="2400" dirty="0">
                <a:latin typeface="Segoe UI"/>
                <a:cs typeface="Segoe UI"/>
              </a:rPr>
              <a:t>ses</a:t>
            </a:r>
            <a:r>
              <a:rPr lang="fr-FR" sz="2400" spc="-50" dirty="0">
                <a:latin typeface="Segoe UI"/>
                <a:cs typeface="Segoe UI"/>
              </a:rPr>
              <a:t> </a:t>
            </a:r>
            <a:r>
              <a:rPr lang="fr-FR" sz="2400" spc="-10" dirty="0">
                <a:solidFill>
                  <a:srgbClr val="FF0000"/>
                </a:solidFill>
                <a:latin typeface="Segoe UI"/>
                <a:cs typeface="Segoe UI"/>
              </a:rPr>
              <a:t>verbes</a:t>
            </a:r>
            <a:endParaRPr lang="fr-FR" sz="2400" dirty="0">
              <a:latin typeface="Segoe UI"/>
              <a:cs typeface="Segoe UI"/>
            </a:endParaRPr>
          </a:p>
        </p:txBody>
      </p:sp>
    </p:spTree>
    <p:extLst>
      <p:ext uri="{BB962C8B-B14F-4D97-AF65-F5344CB8AC3E}">
        <p14:creationId xmlns:p14="http://schemas.microsoft.com/office/powerpoint/2010/main" val="2661216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REST</a:t>
            </a:r>
          </a:p>
        </p:txBody>
      </p:sp>
      <p:sp>
        <p:nvSpPr>
          <p:cNvPr id="5" name="ZoneTexte 4">
            <a:extLst>
              <a:ext uri="{FF2B5EF4-FFF2-40B4-BE49-F238E27FC236}">
                <a16:creationId xmlns:a16="http://schemas.microsoft.com/office/drawing/2014/main" id="{26AC7389-08C4-2A45-B3A2-B4BA5620D7FD}"/>
              </a:ext>
            </a:extLst>
          </p:cNvPr>
          <p:cNvSpPr txBox="1"/>
          <p:nvPr/>
        </p:nvSpPr>
        <p:spPr>
          <a:xfrm>
            <a:off x="1082247" y="1210423"/>
            <a:ext cx="9498667" cy="1846659"/>
          </a:xfrm>
          <a:prstGeom prst="rect">
            <a:avLst/>
          </a:prstGeom>
          <a:noFill/>
        </p:spPr>
        <p:txBody>
          <a:bodyPr wrap="square">
            <a:spAutoFit/>
          </a:bodyPr>
          <a:lstStyle/>
          <a:p>
            <a:pPr marL="12700">
              <a:lnSpc>
                <a:spcPct val="100000"/>
              </a:lnSpc>
              <a:spcBef>
                <a:spcPts val="100"/>
              </a:spcBef>
            </a:pPr>
            <a:r>
              <a:rPr lang="fr-FR" sz="1800" b="1" dirty="0">
                <a:latin typeface="Segoe UI"/>
                <a:cs typeface="Segoe UI"/>
              </a:rPr>
              <a:t>Richardson </a:t>
            </a:r>
            <a:r>
              <a:rPr lang="fr-FR" sz="1800" b="1" dirty="0" err="1">
                <a:latin typeface="Segoe UI"/>
                <a:cs typeface="Segoe UI"/>
              </a:rPr>
              <a:t>Maturity</a:t>
            </a:r>
            <a:r>
              <a:rPr lang="fr-FR" sz="1800" b="1" dirty="0">
                <a:latin typeface="Segoe UI"/>
                <a:cs typeface="Segoe UI"/>
              </a:rPr>
              <a:t> Model</a:t>
            </a:r>
          </a:p>
          <a:p>
            <a:pPr marL="12700">
              <a:lnSpc>
                <a:spcPct val="100000"/>
              </a:lnSpc>
              <a:spcBef>
                <a:spcPts val="415"/>
              </a:spcBef>
              <a:buClr>
                <a:srgbClr val="391778"/>
              </a:buClr>
              <a:tabLst>
                <a:tab pos="240029" algn="l"/>
              </a:tabLst>
            </a:pPr>
            <a:endParaRPr lang="fr-FR" sz="2400" dirty="0">
              <a:latin typeface="Segoe UI"/>
              <a:cs typeface="Segoe UI"/>
            </a:endParaRPr>
          </a:p>
          <a:p>
            <a:pPr marL="240029" indent="-227329">
              <a:lnSpc>
                <a:spcPct val="100000"/>
              </a:lnSpc>
              <a:spcBef>
                <a:spcPts val="415"/>
              </a:spcBef>
              <a:buClr>
                <a:srgbClr val="391778"/>
              </a:buClr>
              <a:buFont typeface="Arial"/>
              <a:buChar char="•"/>
              <a:tabLst>
                <a:tab pos="240029" algn="l"/>
              </a:tabLst>
            </a:pPr>
            <a:r>
              <a:rPr lang="fr-FR" sz="2400" dirty="0">
                <a:latin typeface="Segoe UI"/>
                <a:cs typeface="Segoe UI"/>
              </a:rPr>
              <a:t>Le</a:t>
            </a:r>
            <a:r>
              <a:rPr lang="fr-FR" sz="2400" spc="-40" dirty="0">
                <a:latin typeface="Segoe UI"/>
                <a:cs typeface="Segoe UI"/>
              </a:rPr>
              <a:t> </a:t>
            </a:r>
            <a:r>
              <a:rPr lang="fr-FR" sz="2400" dirty="0">
                <a:latin typeface="Segoe UI"/>
                <a:cs typeface="Segoe UI"/>
              </a:rPr>
              <a:t>“Richardson </a:t>
            </a:r>
            <a:r>
              <a:rPr lang="fr-FR" sz="2400" dirty="0" err="1">
                <a:latin typeface="Segoe UI"/>
                <a:cs typeface="Segoe UI"/>
              </a:rPr>
              <a:t>Maturity</a:t>
            </a:r>
            <a:r>
              <a:rPr lang="fr-FR" sz="2400" spc="-30" dirty="0">
                <a:latin typeface="Segoe UI"/>
                <a:cs typeface="Segoe UI"/>
              </a:rPr>
              <a:t> </a:t>
            </a:r>
            <a:r>
              <a:rPr lang="fr-FR" sz="2400" dirty="0">
                <a:latin typeface="Segoe UI"/>
                <a:cs typeface="Segoe UI"/>
              </a:rPr>
              <a:t>Model”</a:t>
            </a:r>
            <a:r>
              <a:rPr lang="fr-FR" sz="2400" spc="-50" dirty="0">
                <a:latin typeface="Segoe UI"/>
                <a:cs typeface="Segoe UI"/>
              </a:rPr>
              <a:t> </a:t>
            </a:r>
            <a:r>
              <a:rPr lang="fr-FR" sz="2400" dirty="0">
                <a:latin typeface="Segoe UI"/>
                <a:cs typeface="Segoe UI"/>
              </a:rPr>
              <a:t>permet</a:t>
            </a:r>
            <a:r>
              <a:rPr lang="fr-FR" sz="2400" spc="-65" dirty="0">
                <a:latin typeface="Segoe UI"/>
                <a:cs typeface="Segoe UI"/>
              </a:rPr>
              <a:t> </a:t>
            </a:r>
            <a:r>
              <a:rPr lang="fr-FR" sz="2400" dirty="0">
                <a:latin typeface="Segoe UI"/>
                <a:cs typeface="Segoe UI"/>
              </a:rPr>
              <a:t>d’évaluer</a:t>
            </a:r>
            <a:r>
              <a:rPr lang="fr-FR" sz="2400" spc="-35" dirty="0">
                <a:latin typeface="Segoe UI"/>
                <a:cs typeface="Segoe UI"/>
              </a:rPr>
              <a:t> </a:t>
            </a:r>
            <a:r>
              <a:rPr lang="fr-FR" sz="2400" dirty="0">
                <a:latin typeface="Segoe UI"/>
                <a:cs typeface="Segoe UI"/>
              </a:rPr>
              <a:t>un</a:t>
            </a:r>
            <a:r>
              <a:rPr lang="fr-FR" sz="2400" spc="-30" dirty="0">
                <a:latin typeface="Segoe UI"/>
                <a:cs typeface="Segoe UI"/>
              </a:rPr>
              <a:t> </a:t>
            </a:r>
            <a:r>
              <a:rPr lang="fr-FR" sz="2400" dirty="0">
                <a:latin typeface="Segoe UI"/>
                <a:cs typeface="Segoe UI"/>
              </a:rPr>
              <a:t>service</a:t>
            </a:r>
            <a:r>
              <a:rPr lang="fr-FR" sz="2400" spc="-40" dirty="0">
                <a:latin typeface="Segoe UI"/>
                <a:cs typeface="Segoe UI"/>
              </a:rPr>
              <a:t> </a:t>
            </a:r>
            <a:r>
              <a:rPr lang="fr-FR" sz="2400" spc="-25" dirty="0">
                <a:latin typeface="Segoe UI"/>
                <a:cs typeface="Segoe UI"/>
              </a:rPr>
              <a:t>web</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dirty="0">
                <a:latin typeface="Segoe UI"/>
                <a:cs typeface="Segoe UI"/>
              </a:rPr>
              <a:t>Le</a:t>
            </a:r>
            <a:r>
              <a:rPr lang="fr-FR" sz="2000" spc="-25" dirty="0">
                <a:latin typeface="Segoe UI"/>
                <a:cs typeface="Segoe UI"/>
              </a:rPr>
              <a:t> </a:t>
            </a:r>
            <a:r>
              <a:rPr lang="fr-FR" sz="2000" dirty="0">
                <a:latin typeface="Segoe UI"/>
                <a:cs typeface="Segoe UI"/>
              </a:rPr>
              <a:t>service</a:t>
            </a:r>
            <a:r>
              <a:rPr lang="fr-FR" sz="2000" spc="20" dirty="0">
                <a:latin typeface="Segoe UI"/>
                <a:cs typeface="Segoe UI"/>
              </a:rPr>
              <a:t> </a:t>
            </a:r>
            <a:r>
              <a:rPr lang="fr-FR" sz="2000" dirty="0">
                <a:latin typeface="Segoe UI"/>
                <a:cs typeface="Segoe UI"/>
              </a:rPr>
              <a:t>est-il</a:t>
            </a:r>
            <a:r>
              <a:rPr lang="fr-FR" sz="2000" spc="-10" dirty="0">
                <a:latin typeface="Segoe UI"/>
                <a:cs typeface="Segoe UI"/>
              </a:rPr>
              <a:t> </a:t>
            </a:r>
            <a:r>
              <a:rPr lang="fr-FR" sz="2000" dirty="0">
                <a:latin typeface="Segoe UI"/>
                <a:cs typeface="Segoe UI"/>
              </a:rPr>
              <a:t>REST</a:t>
            </a:r>
            <a:r>
              <a:rPr lang="fr-FR" sz="2000" spc="10" dirty="0">
                <a:latin typeface="Segoe UI"/>
                <a:cs typeface="Segoe UI"/>
              </a:rPr>
              <a:t> </a:t>
            </a:r>
            <a:r>
              <a:rPr lang="fr-FR" sz="2000" spc="-50" dirty="0">
                <a:latin typeface="Segoe UI"/>
                <a:cs typeface="Segoe UI"/>
              </a:rPr>
              <a:t>?</a:t>
            </a:r>
            <a:endParaRPr lang="fr-FR" sz="2000" dirty="0">
              <a:latin typeface="Segoe UI"/>
              <a:cs typeface="Segoe UI"/>
            </a:endParaRPr>
          </a:p>
          <a:p>
            <a:pPr marL="12700">
              <a:lnSpc>
                <a:spcPct val="100000"/>
              </a:lnSpc>
              <a:spcBef>
                <a:spcPts val="100"/>
              </a:spcBef>
            </a:pPr>
            <a:endParaRPr lang="fr-FR" sz="1800" b="1" dirty="0">
              <a:latin typeface="Segoe UI"/>
              <a:cs typeface="Segoe UI"/>
            </a:endParaRPr>
          </a:p>
        </p:txBody>
      </p:sp>
      <p:sp>
        <p:nvSpPr>
          <p:cNvPr id="3" name="object 4">
            <a:extLst>
              <a:ext uri="{FF2B5EF4-FFF2-40B4-BE49-F238E27FC236}">
                <a16:creationId xmlns:a16="http://schemas.microsoft.com/office/drawing/2014/main" id="{A17004BE-F3E0-0C61-8043-6D477C6E8975}"/>
              </a:ext>
            </a:extLst>
          </p:cNvPr>
          <p:cNvSpPr/>
          <p:nvPr/>
        </p:nvSpPr>
        <p:spPr>
          <a:xfrm>
            <a:off x="4175759" y="2816351"/>
            <a:ext cx="3339465" cy="3339465"/>
          </a:xfrm>
          <a:custGeom>
            <a:avLst/>
            <a:gdLst/>
            <a:ahLst/>
            <a:cxnLst/>
            <a:rect l="l" t="t" r="r" b="b"/>
            <a:pathLst>
              <a:path w="3339465" h="3339465">
                <a:moveTo>
                  <a:pt x="1669541" y="0"/>
                </a:moveTo>
                <a:lnTo>
                  <a:pt x="0" y="3339084"/>
                </a:lnTo>
                <a:lnTo>
                  <a:pt x="3339084" y="3339084"/>
                </a:lnTo>
                <a:lnTo>
                  <a:pt x="1669541" y="0"/>
                </a:lnTo>
                <a:close/>
              </a:path>
            </a:pathLst>
          </a:custGeom>
          <a:solidFill>
            <a:srgbClr val="006FC0"/>
          </a:solidFill>
        </p:spPr>
        <p:txBody>
          <a:bodyPr wrap="square" lIns="0" tIns="0" rIns="0" bIns="0" rtlCol="0"/>
          <a:lstStyle/>
          <a:p>
            <a:endParaRPr/>
          </a:p>
        </p:txBody>
      </p:sp>
      <p:sp>
        <p:nvSpPr>
          <p:cNvPr id="4" name="object 5">
            <a:extLst>
              <a:ext uri="{FF2B5EF4-FFF2-40B4-BE49-F238E27FC236}">
                <a16:creationId xmlns:a16="http://schemas.microsoft.com/office/drawing/2014/main" id="{A9A902CF-4FA3-3D9C-9A14-F51076E1F080}"/>
              </a:ext>
            </a:extLst>
          </p:cNvPr>
          <p:cNvSpPr txBox="1"/>
          <p:nvPr/>
        </p:nvSpPr>
        <p:spPr>
          <a:xfrm>
            <a:off x="5846064" y="3153155"/>
            <a:ext cx="2170430" cy="789940"/>
          </a:xfrm>
          <a:prstGeom prst="rect">
            <a:avLst/>
          </a:prstGeom>
          <a:solidFill>
            <a:srgbClr val="7BBE33">
              <a:alpha val="89802"/>
            </a:srgbClr>
          </a:solidFill>
          <a:ln w="6350">
            <a:solidFill>
              <a:srgbClr val="649C3E"/>
            </a:solidFill>
          </a:ln>
        </p:spPr>
        <p:txBody>
          <a:bodyPr vert="horz" wrap="square" lIns="0" tIns="163830" rIns="0" bIns="0" rtlCol="0">
            <a:spAutoFit/>
          </a:bodyPr>
          <a:lstStyle/>
          <a:p>
            <a:pPr marL="129539">
              <a:lnSpc>
                <a:spcPct val="100000"/>
              </a:lnSpc>
              <a:spcBef>
                <a:spcPts val="1290"/>
              </a:spcBef>
            </a:pPr>
            <a:r>
              <a:rPr sz="2800" spc="-10" dirty="0">
                <a:solidFill>
                  <a:srgbClr val="FFFFFF"/>
                </a:solidFill>
                <a:latin typeface="Segoe UI"/>
                <a:cs typeface="Segoe UI"/>
              </a:rPr>
              <a:t>Hypermedia</a:t>
            </a:r>
            <a:endParaRPr sz="2800">
              <a:latin typeface="Segoe UI"/>
              <a:cs typeface="Segoe UI"/>
            </a:endParaRPr>
          </a:p>
        </p:txBody>
      </p:sp>
      <p:sp>
        <p:nvSpPr>
          <p:cNvPr id="6" name="object 6">
            <a:extLst>
              <a:ext uri="{FF2B5EF4-FFF2-40B4-BE49-F238E27FC236}">
                <a16:creationId xmlns:a16="http://schemas.microsoft.com/office/drawing/2014/main" id="{EBC8490C-E19F-ECEC-0E3D-94BE87920FA3}"/>
              </a:ext>
            </a:extLst>
          </p:cNvPr>
          <p:cNvSpPr txBox="1"/>
          <p:nvPr/>
        </p:nvSpPr>
        <p:spPr>
          <a:xfrm>
            <a:off x="5846064" y="4041647"/>
            <a:ext cx="2170430" cy="791210"/>
          </a:xfrm>
          <a:prstGeom prst="rect">
            <a:avLst/>
          </a:prstGeom>
          <a:solidFill>
            <a:srgbClr val="7BBE33">
              <a:alpha val="89802"/>
            </a:srgbClr>
          </a:solidFill>
          <a:ln w="6350">
            <a:solidFill>
              <a:srgbClr val="85B86A"/>
            </a:solidFill>
          </a:ln>
        </p:spPr>
        <p:txBody>
          <a:bodyPr vert="horz" wrap="square" lIns="0" tIns="164465" rIns="0" bIns="0" rtlCol="0">
            <a:spAutoFit/>
          </a:bodyPr>
          <a:lstStyle/>
          <a:p>
            <a:pPr marL="670560">
              <a:lnSpc>
                <a:spcPct val="100000"/>
              </a:lnSpc>
              <a:spcBef>
                <a:spcPts val="1295"/>
              </a:spcBef>
            </a:pPr>
            <a:r>
              <a:rPr sz="2800" spc="-20" dirty="0">
                <a:solidFill>
                  <a:srgbClr val="FFFFFF"/>
                </a:solidFill>
                <a:latin typeface="Segoe UI"/>
                <a:cs typeface="Segoe UI"/>
              </a:rPr>
              <a:t>HTTP</a:t>
            </a:r>
            <a:endParaRPr sz="2800">
              <a:latin typeface="Segoe UI"/>
              <a:cs typeface="Segoe UI"/>
            </a:endParaRPr>
          </a:p>
        </p:txBody>
      </p:sp>
      <p:sp>
        <p:nvSpPr>
          <p:cNvPr id="7" name="object 7">
            <a:extLst>
              <a:ext uri="{FF2B5EF4-FFF2-40B4-BE49-F238E27FC236}">
                <a16:creationId xmlns:a16="http://schemas.microsoft.com/office/drawing/2014/main" id="{61B53ADE-8F7E-C7CF-33FD-BE8148E3D604}"/>
              </a:ext>
            </a:extLst>
          </p:cNvPr>
          <p:cNvSpPr txBox="1"/>
          <p:nvPr/>
        </p:nvSpPr>
        <p:spPr>
          <a:xfrm>
            <a:off x="5846064" y="4931664"/>
            <a:ext cx="2170430" cy="789940"/>
          </a:xfrm>
          <a:prstGeom prst="rect">
            <a:avLst/>
          </a:prstGeom>
          <a:solidFill>
            <a:srgbClr val="7BBE33">
              <a:alpha val="89802"/>
            </a:srgbClr>
          </a:solidFill>
          <a:ln w="6350">
            <a:solidFill>
              <a:srgbClr val="ACC99E"/>
            </a:solidFill>
          </a:ln>
        </p:spPr>
        <p:txBody>
          <a:bodyPr vert="horz" wrap="square" lIns="0" tIns="164465" rIns="0" bIns="0" rtlCol="0">
            <a:spAutoFit/>
          </a:bodyPr>
          <a:lstStyle/>
          <a:p>
            <a:pPr algn="ctr">
              <a:lnSpc>
                <a:spcPct val="100000"/>
              </a:lnSpc>
              <a:spcBef>
                <a:spcPts val="1295"/>
              </a:spcBef>
            </a:pPr>
            <a:r>
              <a:rPr sz="2800" spc="-25" dirty="0">
                <a:solidFill>
                  <a:srgbClr val="FFFFFF"/>
                </a:solidFill>
                <a:latin typeface="Segoe UI"/>
                <a:cs typeface="Segoe UI"/>
              </a:rPr>
              <a:t>URI</a:t>
            </a:r>
            <a:endParaRPr sz="2800">
              <a:latin typeface="Segoe UI"/>
              <a:cs typeface="Segoe UI"/>
            </a:endParaRPr>
          </a:p>
        </p:txBody>
      </p:sp>
    </p:spTree>
    <p:extLst>
      <p:ext uri="{BB962C8B-B14F-4D97-AF65-F5344CB8AC3E}">
        <p14:creationId xmlns:p14="http://schemas.microsoft.com/office/powerpoint/2010/main" val="416235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REST</a:t>
            </a:r>
          </a:p>
        </p:txBody>
      </p:sp>
      <p:sp>
        <p:nvSpPr>
          <p:cNvPr id="5" name="ZoneTexte 4">
            <a:extLst>
              <a:ext uri="{FF2B5EF4-FFF2-40B4-BE49-F238E27FC236}">
                <a16:creationId xmlns:a16="http://schemas.microsoft.com/office/drawing/2014/main" id="{26AC7389-08C4-2A45-B3A2-B4BA5620D7FD}"/>
              </a:ext>
            </a:extLst>
          </p:cNvPr>
          <p:cNvSpPr txBox="1"/>
          <p:nvPr/>
        </p:nvSpPr>
        <p:spPr>
          <a:xfrm>
            <a:off x="1082247" y="1210423"/>
            <a:ext cx="9498667" cy="1846659"/>
          </a:xfrm>
          <a:prstGeom prst="rect">
            <a:avLst/>
          </a:prstGeom>
          <a:noFill/>
        </p:spPr>
        <p:txBody>
          <a:bodyPr wrap="square">
            <a:spAutoFit/>
          </a:bodyPr>
          <a:lstStyle/>
          <a:p>
            <a:pPr marL="12700">
              <a:lnSpc>
                <a:spcPct val="100000"/>
              </a:lnSpc>
              <a:spcBef>
                <a:spcPts val="100"/>
              </a:spcBef>
            </a:pPr>
            <a:r>
              <a:rPr lang="fr-FR" sz="1800" b="1" dirty="0">
                <a:latin typeface="Segoe UI"/>
                <a:cs typeface="Segoe UI"/>
              </a:rPr>
              <a:t>Niveau 0</a:t>
            </a:r>
          </a:p>
          <a:p>
            <a:pPr marL="12700">
              <a:lnSpc>
                <a:spcPct val="100000"/>
              </a:lnSpc>
              <a:spcBef>
                <a:spcPts val="415"/>
              </a:spcBef>
              <a:buClr>
                <a:srgbClr val="391778"/>
              </a:buClr>
              <a:tabLst>
                <a:tab pos="240029" algn="l"/>
              </a:tabLst>
            </a:pPr>
            <a:endParaRPr lang="fr-FR" sz="2400" dirty="0">
              <a:latin typeface="Segoe UI"/>
              <a:cs typeface="Segoe UI"/>
            </a:endParaRPr>
          </a:p>
          <a:p>
            <a:pPr marL="240029" indent="-227329">
              <a:lnSpc>
                <a:spcPct val="100000"/>
              </a:lnSpc>
              <a:spcBef>
                <a:spcPts val="415"/>
              </a:spcBef>
              <a:buClr>
                <a:srgbClr val="391778"/>
              </a:buClr>
              <a:buFont typeface="Arial"/>
              <a:buChar char="•"/>
              <a:tabLst>
                <a:tab pos="240029" algn="l"/>
              </a:tabLst>
            </a:pPr>
            <a:r>
              <a:rPr lang="fr-FR" sz="2400" dirty="0">
                <a:latin typeface="Segoe UI"/>
                <a:cs typeface="Segoe UI"/>
              </a:rPr>
              <a:t>HTTP ne sert que de transport :</a:t>
            </a:r>
          </a:p>
          <a:p>
            <a:pPr marL="698500" lvl="1" indent="-228600">
              <a:lnSpc>
                <a:spcPct val="100000"/>
              </a:lnSpc>
              <a:spcBef>
                <a:spcPts val="270"/>
              </a:spcBef>
              <a:buClr>
                <a:srgbClr val="391778"/>
              </a:buClr>
              <a:buFont typeface="Arial"/>
              <a:buChar char="•"/>
              <a:tabLst>
                <a:tab pos="698500" algn="l"/>
              </a:tabLst>
            </a:pPr>
            <a:endParaRPr lang="fr-FR" sz="2000" dirty="0">
              <a:latin typeface="Segoe UI"/>
              <a:cs typeface="Segoe UI"/>
            </a:endParaRPr>
          </a:p>
          <a:p>
            <a:pPr marL="12700">
              <a:lnSpc>
                <a:spcPct val="100000"/>
              </a:lnSpc>
              <a:spcBef>
                <a:spcPts val="100"/>
              </a:spcBef>
            </a:pPr>
            <a:endParaRPr lang="fr-FR" sz="1800" b="1" dirty="0">
              <a:latin typeface="Segoe UI"/>
              <a:cs typeface="Segoe UI"/>
            </a:endParaRPr>
          </a:p>
        </p:txBody>
      </p:sp>
      <p:graphicFrame>
        <p:nvGraphicFramePr>
          <p:cNvPr id="10" name="object 4">
            <a:extLst>
              <a:ext uri="{FF2B5EF4-FFF2-40B4-BE49-F238E27FC236}">
                <a16:creationId xmlns:a16="http://schemas.microsoft.com/office/drawing/2014/main" id="{1AA0098A-79A6-AC64-BC1A-0F3AEEAE3F03}"/>
              </a:ext>
            </a:extLst>
          </p:cNvPr>
          <p:cNvGraphicFramePr>
            <a:graphicFrameLocks noGrp="1"/>
          </p:cNvGraphicFramePr>
          <p:nvPr>
            <p:extLst>
              <p:ext uri="{D42A27DB-BD31-4B8C-83A1-F6EECF244321}">
                <p14:modId xmlns:p14="http://schemas.microsoft.com/office/powerpoint/2010/main" val="1015645518"/>
              </p:ext>
            </p:extLst>
          </p:nvPr>
        </p:nvGraphicFramePr>
        <p:xfrm>
          <a:off x="683260" y="2885476"/>
          <a:ext cx="10825480" cy="1992630"/>
        </p:xfrm>
        <a:graphic>
          <a:graphicData uri="http://schemas.openxmlformats.org/drawingml/2006/table">
            <a:tbl>
              <a:tblPr firstRow="1" bandRow="1">
                <a:tableStyleId>{2D5ABB26-0587-4C30-8999-92F81FD0307C}</a:tableStyleId>
              </a:tblPr>
              <a:tblGrid>
                <a:gridCol w="5412740">
                  <a:extLst>
                    <a:ext uri="{9D8B030D-6E8A-4147-A177-3AD203B41FA5}">
                      <a16:colId xmlns:a16="http://schemas.microsoft.com/office/drawing/2014/main" val="20000"/>
                    </a:ext>
                  </a:extLst>
                </a:gridCol>
                <a:gridCol w="5412740">
                  <a:extLst>
                    <a:ext uri="{9D8B030D-6E8A-4147-A177-3AD203B41FA5}">
                      <a16:colId xmlns:a16="http://schemas.microsoft.com/office/drawing/2014/main" val="20001"/>
                    </a:ext>
                  </a:extLst>
                </a:gridCol>
              </a:tblGrid>
              <a:tr h="398145">
                <a:tc>
                  <a:txBody>
                    <a:bodyPr/>
                    <a:lstStyle/>
                    <a:p>
                      <a:pPr marL="91440">
                        <a:lnSpc>
                          <a:spcPct val="100000"/>
                        </a:lnSpc>
                        <a:spcBef>
                          <a:spcPts val="240"/>
                        </a:spcBef>
                      </a:pPr>
                      <a:r>
                        <a:rPr sz="1800" b="1" spc="-25" dirty="0">
                          <a:solidFill>
                            <a:srgbClr val="FFFFFF"/>
                          </a:solidFill>
                          <a:latin typeface="Calibri"/>
                          <a:cs typeface="Calibri"/>
                        </a:rPr>
                        <a:t>URI</a:t>
                      </a:r>
                      <a:endParaRPr sz="1800" dirty="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spc="-10" dirty="0">
                          <a:solidFill>
                            <a:srgbClr val="FFFFFF"/>
                          </a:solidFill>
                          <a:latin typeface="Calibri"/>
                          <a:cs typeface="Calibri"/>
                        </a:rPr>
                        <a:t>Description</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98780">
                <a:tc>
                  <a:txBody>
                    <a:bodyPr/>
                    <a:lstStyle/>
                    <a:p>
                      <a:pPr marL="91440">
                        <a:lnSpc>
                          <a:spcPct val="100000"/>
                        </a:lnSpc>
                        <a:spcBef>
                          <a:spcPts val="245"/>
                        </a:spcBef>
                      </a:pPr>
                      <a:r>
                        <a:rPr sz="1800" spc="-10" dirty="0">
                          <a:latin typeface="Calibri"/>
                          <a:cs typeface="Calibri"/>
                        </a:rPr>
                        <a:t>/University.svc/GetAllStudents</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spc="-30" dirty="0">
                          <a:latin typeface="Calibri"/>
                          <a:cs typeface="Calibri"/>
                        </a:rPr>
                        <a:t>Tous</a:t>
                      </a:r>
                      <a:r>
                        <a:rPr sz="1800" spc="-40" dirty="0">
                          <a:latin typeface="Calibri"/>
                          <a:cs typeface="Calibri"/>
                        </a:rPr>
                        <a:t> </a:t>
                      </a:r>
                      <a:r>
                        <a:rPr sz="1800" dirty="0">
                          <a:latin typeface="Calibri"/>
                          <a:cs typeface="Calibri"/>
                        </a:rPr>
                        <a:t>les</a:t>
                      </a:r>
                      <a:r>
                        <a:rPr sz="1800" spc="-50" dirty="0">
                          <a:latin typeface="Calibri"/>
                          <a:cs typeface="Calibri"/>
                        </a:rPr>
                        <a:t> </a:t>
                      </a:r>
                      <a:r>
                        <a:rPr sz="1800" spc="-10" dirty="0">
                          <a:latin typeface="Calibri"/>
                          <a:cs typeface="Calibri"/>
                        </a:rPr>
                        <a:t>étudiants</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98145">
                <a:tc>
                  <a:txBody>
                    <a:bodyPr/>
                    <a:lstStyle/>
                    <a:p>
                      <a:pPr marL="91440">
                        <a:lnSpc>
                          <a:spcPct val="100000"/>
                        </a:lnSpc>
                        <a:spcBef>
                          <a:spcPts val="245"/>
                        </a:spcBef>
                      </a:pPr>
                      <a:r>
                        <a:rPr sz="1800" spc="-10" dirty="0">
                          <a:latin typeface="Calibri"/>
                          <a:cs typeface="Calibri"/>
                        </a:rPr>
                        <a:t>/University.svc/GetStudent?id=25</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latin typeface="Calibri"/>
                          <a:cs typeface="Calibri"/>
                        </a:rPr>
                        <a:t>Un</a:t>
                      </a:r>
                      <a:r>
                        <a:rPr sz="1800" spc="-45" dirty="0">
                          <a:latin typeface="Calibri"/>
                          <a:cs typeface="Calibri"/>
                        </a:rPr>
                        <a:t> </a:t>
                      </a:r>
                      <a:r>
                        <a:rPr sz="1800" dirty="0">
                          <a:latin typeface="Calibri"/>
                          <a:cs typeface="Calibri"/>
                        </a:rPr>
                        <a:t>étudiant</a:t>
                      </a:r>
                      <a:r>
                        <a:rPr sz="1800" spc="-40" dirty="0">
                          <a:latin typeface="Calibri"/>
                          <a:cs typeface="Calibri"/>
                        </a:rPr>
                        <a:t> </a:t>
                      </a:r>
                      <a:r>
                        <a:rPr sz="1800" dirty="0">
                          <a:latin typeface="Calibri"/>
                          <a:cs typeface="Calibri"/>
                        </a:rPr>
                        <a:t>en</a:t>
                      </a:r>
                      <a:r>
                        <a:rPr sz="1800" spc="-30" dirty="0">
                          <a:latin typeface="Calibri"/>
                          <a:cs typeface="Calibri"/>
                        </a:rPr>
                        <a:t> </a:t>
                      </a:r>
                      <a:r>
                        <a:rPr sz="1800" spc="-10" dirty="0">
                          <a:latin typeface="Calibri"/>
                          <a:cs typeface="Calibri"/>
                        </a:rPr>
                        <a:t>particulier</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98780">
                <a:tc>
                  <a:txBody>
                    <a:bodyPr/>
                    <a:lstStyle/>
                    <a:p>
                      <a:pPr marL="91440">
                        <a:lnSpc>
                          <a:spcPct val="100000"/>
                        </a:lnSpc>
                        <a:spcBef>
                          <a:spcPts val="250"/>
                        </a:spcBef>
                      </a:pPr>
                      <a:r>
                        <a:rPr sz="1800" spc="-10" dirty="0">
                          <a:latin typeface="Calibri"/>
                          <a:cs typeface="Calibri"/>
                        </a:rPr>
                        <a:t>/University.svc/GetAllCourses?studentid=25</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50"/>
                        </a:spcBef>
                      </a:pPr>
                      <a:r>
                        <a:rPr sz="1800" spc="-30" dirty="0">
                          <a:latin typeface="Calibri"/>
                          <a:cs typeface="Calibri"/>
                        </a:rPr>
                        <a:t>Toutes</a:t>
                      </a:r>
                      <a:r>
                        <a:rPr sz="1800" spc="-60" dirty="0">
                          <a:latin typeface="Calibri"/>
                          <a:cs typeface="Calibri"/>
                        </a:rPr>
                        <a:t> </a:t>
                      </a:r>
                      <a:r>
                        <a:rPr sz="1800" dirty="0">
                          <a:latin typeface="Calibri"/>
                          <a:cs typeface="Calibri"/>
                        </a:rPr>
                        <a:t>les</a:t>
                      </a:r>
                      <a:r>
                        <a:rPr sz="1800" spc="-60" dirty="0">
                          <a:latin typeface="Calibri"/>
                          <a:cs typeface="Calibri"/>
                        </a:rPr>
                        <a:t> </a:t>
                      </a:r>
                      <a:r>
                        <a:rPr sz="1800" dirty="0">
                          <a:latin typeface="Calibri"/>
                          <a:cs typeface="Calibri"/>
                        </a:rPr>
                        <a:t>cours</a:t>
                      </a:r>
                      <a:r>
                        <a:rPr sz="1800" spc="-45" dirty="0">
                          <a:latin typeface="Calibri"/>
                          <a:cs typeface="Calibri"/>
                        </a:rPr>
                        <a:t> </a:t>
                      </a:r>
                      <a:r>
                        <a:rPr sz="1800" dirty="0">
                          <a:latin typeface="Calibri"/>
                          <a:cs typeface="Calibri"/>
                        </a:rPr>
                        <a:t>d’un</a:t>
                      </a:r>
                      <a:r>
                        <a:rPr sz="1800" spc="-55" dirty="0">
                          <a:latin typeface="Calibri"/>
                          <a:cs typeface="Calibri"/>
                        </a:rPr>
                        <a:t> </a:t>
                      </a:r>
                      <a:r>
                        <a:rPr sz="1800" spc="-10" dirty="0">
                          <a:latin typeface="Calibri"/>
                          <a:cs typeface="Calibri"/>
                        </a:rPr>
                        <a:t>étudiant</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98780">
                <a:tc>
                  <a:txBody>
                    <a:bodyPr/>
                    <a:lstStyle/>
                    <a:p>
                      <a:pPr marL="91440">
                        <a:lnSpc>
                          <a:spcPct val="100000"/>
                        </a:lnSpc>
                        <a:spcBef>
                          <a:spcPts val="245"/>
                        </a:spcBef>
                      </a:pPr>
                      <a:r>
                        <a:rPr sz="1800" spc="-10" dirty="0">
                          <a:latin typeface="Calibri"/>
                          <a:cs typeface="Calibri"/>
                        </a:rPr>
                        <a:t>/University.svc/GetCourse?studentid=25&amp;course=13</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latin typeface="Calibri"/>
                          <a:cs typeface="Calibri"/>
                        </a:rPr>
                        <a:t>Un</a:t>
                      </a:r>
                      <a:r>
                        <a:rPr sz="1800" spc="-60" dirty="0">
                          <a:latin typeface="Calibri"/>
                          <a:cs typeface="Calibri"/>
                        </a:rPr>
                        <a:t> </a:t>
                      </a:r>
                      <a:r>
                        <a:rPr sz="1800" dirty="0">
                          <a:latin typeface="Calibri"/>
                          <a:cs typeface="Calibri"/>
                        </a:rPr>
                        <a:t>cours</a:t>
                      </a:r>
                      <a:r>
                        <a:rPr sz="1800" spc="-45" dirty="0">
                          <a:latin typeface="Calibri"/>
                          <a:cs typeface="Calibri"/>
                        </a:rPr>
                        <a:t> </a:t>
                      </a:r>
                      <a:r>
                        <a:rPr sz="1800" dirty="0">
                          <a:latin typeface="Calibri"/>
                          <a:cs typeface="Calibri"/>
                        </a:rPr>
                        <a:t>d’un</a:t>
                      </a:r>
                      <a:r>
                        <a:rPr sz="1800" spc="-50" dirty="0">
                          <a:latin typeface="Calibri"/>
                          <a:cs typeface="Calibri"/>
                        </a:rPr>
                        <a:t> </a:t>
                      </a:r>
                      <a:r>
                        <a:rPr sz="1800" spc="-10" dirty="0">
                          <a:latin typeface="Calibri"/>
                          <a:cs typeface="Calibri"/>
                        </a:rPr>
                        <a:t>étudiant</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24227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REST</a:t>
            </a:r>
          </a:p>
        </p:txBody>
      </p:sp>
      <p:sp>
        <p:nvSpPr>
          <p:cNvPr id="5" name="ZoneTexte 4">
            <a:extLst>
              <a:ext uri="{FF2B5EF4-FFF2-40B4-BE49-F238E27FC236}">
                <a16:creationId xmlns:a16="http://schemas.microsoft.com/office/drawing/2014/main" id="{26AC7389-08C4-2A45-B3A2-B4BA5620D7FD}"/>
              </a:ext>
            </a:extLst>
          </p:cNvPr>
          <p:cNvSpPr txBox="1"/>
          <p:nvPr/>
        </p:nvSpPr>
        <p:spPr>
          <a:xfrm>
            <a:off x="1082247" y="1210423"/>
            <a:ext cx="9498667" cy="1461939"/>
          </a:xfrm>
          <a:prstGeom prst="rect">
            <a:avLst/>
          </a:prstGeom>
          <a:noFill/>
        </p:spPr>
        <p:txBody>
          <a:bodyPr wrap="square">
            <a:spAutoFit/>
          </a:bodyPr>
          <a:lstStyle/>
          <a:p>
            <a:pPr marL="12700">
              <a:lnSpc>
                <a:spcPct val="100000"/>
              </a:lnSpc>
              <a:spcBef>
                <a:spcPts val="100"/>
              </a:spcBef>
            </a:pPr>
            <a:r>
              <a:rPr lang="fr-FR" sz="1800" b="1" dirty="0">
                <a:latin typeface="Segoe UI"/>
                <a:cs typeface="Segoe UI"/>
              </a:rPr>
              <a:t>Niveau 1</a:t>
            </a:r>
          </a:p>
          <a:p>
            <a:pPr marL="12700">
              <a:lnSpc>
                <a:spcPct val="100000"/>
              </a:lnSpc>
              <a:spcBef>
                <a:spcPts val="415"/>
              </a:spcBef>
              <a:buClr>
                <a:srgbClr val="391778"/>
              </a:buClr>
              <a:tabLst>
                <a:tab pos="240029" algn="l"/>
              </a:tabLst>
            </a:pPr>
            <a:endParaRPr lang="fr-FR" sz="2400" dirty="0">
              <a:latin typeface="Segoe UI"/>
              <a:cs typeface="Segoe UI"/>
            </a:endParaRPr>
          </a:p>
          <a:p>
            <a:pPr marL="240029" indent="-227329">
              <a:lnSpc>
                <a:spcPct val="100000"/>
              </a:lnSpc>
              <a:spcBef>
                <a:spcPts val="100"/>
              </a:spcBef>
              <a:buClr>
                <a:srgbClr val="391778"/>
              </a:buClr>
              <a:buFont typeface="Arial"/>
              <a:buChar char="•"/>
              <a:tabLst>
                <a:tab pos="240029" algn="l"/>
              </a:tabLst>
            </a:pPr>
            <a:r>
              <a:rPr lang="fr-FR" sz="2400" spc="-20" dirty="0">
                <a:latin typeface="Segoe UI"/>
                <a:cs typeface="Segoe UI"/>
              </a:rPr>
              <a:t>L’URI</a:t>
            </a:r>
            <a:r>
              <a:rPr lang="fr-FR" sz="2400" spc="-55" dirty="0">
                <a:latin typeface="Segoe UI"/>
                <a:cs typeface="Segoe UI"/>
              </a:rPr>
              <a:t> </a:t>
            </a:r>
            <a:r>
              <a:rPr lang="fr-FR" sz="2400" dirty="0">
                <a:latin typeface="Segoe UI"/>
                <a:cs typeface="Segoe UI"/>
              </a:rPr>
              <a:t>permet</a:t>
            </a:r>
            <a:r>
              <a:rPr lang="fr-FR" sz="2400" spc="-95" dirty="0">
                <a:latin typeface="Segoe UI"/>
                <a:cs typeface="Segoe UI"/>
              </a:rPr>
              <a:t> </a:t>
            </a:r>
            <a:r>
              <a:rPr lang="fr-FR" sz="2400" dirty="0">
                <a:latin typeface="Segoe UI"/>
                <a:cs typeface="Segoe UI"/>
              </a:rPr>
              <a:t>une</a:t>
            </a:r>
            <a:r>
              <a:rPr lang="fr-FR" sz="2400" spc="-60" dirty="0">
                <a:latin typeface="Segoe UI"/>
                <a:cs typeface="Segoe UI"/>
              </a:rPr>
              <a:t> </a:t>
            </a:r>
            <a:r>
              <a:rPr lang="fr-FR" sz="2400" dirty="0">
                <a:latin typeface="Segoe UI"/>
                <a:cs typeface="Segoe UI"/>
              </a:rPr>
              <a:t>identification</a:t>
            </a:r>
            <a:r>
              <a:rPr lang="fr-FR" sz="2400" spc="-15" dirty="0">
                <a:latin typeface="Segoe UI"/>
                <a:cs typeface="Segoe UI"/>
              </a:rPr>
              <a:t> </a:t>
            </a:r>
            <a:r>
              <a:rPr lang="fr-FR" sz="2400" dirty="0">
                <a:latin typeface="Segoe UI"/>
                <a:cs typeface="Segoe UI"/>
              </a:rPr>
              <a:t>de</a:t>
            </a:r>
            <a:r>
              <a:rPr lang="fr-FR" sz="2400" spc="-65" dirty="0">
                <a:latin typeface="Segoe UI"/>
                <a:cs typeface="Segoe UI"/>
              </a:rPr>
              <a:t> </a:t>
            </a:r>
            <a:r>
              <a:rPr lang="fr-FR" sz="2400" dirty="0">
                <a:latin typeface="Segoe UI"/>
                <a:cs typeface="Segoe UI"/>
              </a:rPr>
              <a:t>la</a:t>
            </a:r>
            <a:r>
              <a:rPr lang="fr-FR" sz="2400" spc="-55" dirty="0">
                <a:latin typeface="Segoe UI"/>
                <a:cs typeface="Segoe UI"/>
              </a:rPr>
              <a:t> </a:t>
            </a:r>
            <a:r>
              <a:rPr lang="fr-FR" sz="2400" dirty="0">
                <a:latin typeface="Segoe UI"/>
                <a:cs typeface="Segoe UI"/>
              </a:rPr>
              <a:t>ressource</a:t>
            </a:r>
            <a:r>
              <a:rPr lang="fr-FR" sz="2400" spc="-60" dirty="0">
                <a:latin typeface="Segoe UI"/>
                <a:cs typeface="Segoe UI"/>
              </a:rPr>
              <a:t> </a:t>
            </a:r>
            <a:r>
              <a:rPr lang="fr-FR" sz="2400" spc="-50" dirty="0">
                <a:latin typeface="Segoe UI"/>
                <a:cs typeface="Segoe UI"/>
              </a:rPr>
              <a:t>:</a:t>
            </a:r>
            <a:endParaRPr lang="fr-FR" sz="2400" dirty="0">
              <a:latin typeface="Segoe UI"/>
              <a:cs typeface="Segoe UI"/>
            </a:endParaRPr>
          </a:p>
          <a:p>
            <a:pPr marL="12700">
              <a:lnSpc>
                <a:spcPct val="100000"/>
              </a:lnSpc>
              <a:spcBef>
                <a:spcPts val="100"/>
              </a:spcBef>
            </a:pPr>
            <a:endParaRPr lang="fr-FR" sz="1800" b="1" dirty="0">
              <a:latin typeface="Segoe UI"/>
              <a:cs typeface="Segoe UI"/>
            </a:endParaRPr>
          </a:p>
        </p:txBody>
      </p:sp>
      <p:graphicFrame>
        <p:nvGraphicFramePr>
          <p:cNvPr id="3" name="object 4">
            <a:extLst>
              <a:ext uri="{FF2B5EF4-FFF2-40B4-BE49-F238E27FC236}">
                <a16:creationId xmlns:a16="http://schemas.microsoft.com/office/drawing/2014/main" id="{AC7BA0A4-DD37-8204-FC55-BA5D2A857A0C}"/>
              </a:ext>
            </a:extLst>
          </p:cNvPr>
          <p:cNvGraphicFramePr>
            <a:graphicFrameLocks noGrp="1"/>
          </p:cNvGraphicFramePr>
          <p:nvPr>
            <p:extLst>
              <p:ext uri="{D42A27DB-BD31-4B8C-83A1-F6EECF244321}">
                <p14:modId xmlns:p14="http://schemas.microsoft.com/office/powerpoint/2010/main" val="626835065"/>
              </p:ext>
            </p:extLst>
          </p:nvPr>
        </p:nvGraphicFramePr>
        <p:xfrm>
          <a:off x="681570" y="2896360"/>
          <a:ext cx="10825480" cy="1992630"/>
        </p:xfrm>
        <a:graphic>
          <a:graphicData uri="http://schemas.openxmlformats.org/drawingml/2006/table">
            <a:tbl>
              <a:tblPr firstRow="1" bandRow="1">
                <a:tableStyleId>{2D5ABB26-0587-4C30-8999-92F81FD0307C}</a:tableStyleId>
              </a:tblPr>
              <a:tblGrid>
                <a:gridCol w="5412740">
                  <a:extLst>
                    <a:ext uri="{9D8B030D-6E8A-4147-A177-3AD203B41FA5}">
                      <a16:colId xmlns:a16="http://schemas.microsoft.com/office/drawing/2014/main" val="20000"/>
                    </a:ext>
                  </a:extLst>
                </a:gridCol>
                <a:gridCol w="5412740">
                  <a:extLst>
                    <a:ext uri="{9D8B030D-6E8A-4147-A177-3AD203B41FA5}">
                      <a16:colId xmlns:a16="http://schemas.microsoft.com/office/drawing/2014/main" val="20001"/>
                    </a:ext>
                  </a:extLst>
                </a:gridCol>
              </a:tblGrid>
              <a:tr h="398145">
                <a:tc>
                  <a:txBody>
                    <a:bodyPr/>
                    <a:lstStyle/>
                    <a:p>
                      <a:pPr marL="91440">
                        <a:lnSpc>
                          <a:spcPct val="100000"/>
                        </a:lnSpc>
                        <a:spcBef>
                          <a:spcPts val="240"/>
                        </a:spcBef>
                      </a:pPr>
                      <a:r>
                        <a:rPr sz="1800" b="1" spc="-25" dirty="0">
                          <a:solidFill>
                            <a:srgbClr val="FFFFFF"/>
                          </a:solidFill>
                          <a:latin typeface="Calibri"/>
                          <a:cs typeface="Calibri"/>
                        </a:rPr>
                        <a:t>URI</a:t>
                      </a:r>
                      <a:endParaRPr sz="1800" dirty="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spc="-10" dirty="0">
                          <a:solidFill>
                            <a:srgbClr val="FFFFFF"/>
                          </a:solidFill>
                          <a:latin typeface="Calibri"/>
                          <a:cs typeface="Calibri"/>
                        </a:rPr>
                        <a:t>Description</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98780">
                <a:tc>
                  <a:txBody>
                    <a:bodyPr/>
                    <a:lstStyle/>
                    <a:p>
                      <a:pPr marL="91440">
                        <a:lnSpc>
                          <a:spcPct val="100000"/>
                        </a:lnSpc>
                        <a:spcBef>
                          <a:spcPts val="245"/>
                        </a:spcBef>
                      </a:pPr>
                      <a:r>
                        <a:rPr sz="1800" spc="-10" dirty="0">
                          <a:latin typeface="Calibri"/>
                          <a:cs typeface="Calibri"/>
                        </a:rPr>
                        <a:t>/students</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spc="-30" dirty="0">
                          <a:latin typeface="Calibri"/>
                          <a:cs typeface="Calibri"/>
                        </a:rPr>
                        <a:t>Tous</a:t>
                      </a:r>
                      <a:r>
                        <a:rPr sz="1800" spc="-40" dirty="0">
                          <a:latin typeface="Calibri"/>
                          <a:cs typeface="Calibri"/>
                        </a:rPr>
                        <a:t> </a:t>
                      </a:r>
                      <a:r>
                        <a:rPr sz="1800" dirty="0">
                          <a:latin typeface="Calibri"/>
                          <a:cs typeface="Calibri"/>
                        </a:rPr>
                        <a:t>les</a:t>
                      </a:r>
                      <a:r>
                        <a:rPr sz="1800" spc="-50" dirty="0">
                          <a:latin typeface="Calibri"/>
                          <a:cs typeface="Calibri"/>
                        </a:rPr>
                        <a:t> </a:t>
                      </a:r>
                      <a:r>
                        <a:rPr sz="1800" spc="-10" dirty="0">
                          <a:latin typeface="Calibri"/>
                          <a:cs typeface="Calibri"/>
                        </a:rPr>
                        <a:t>étudiants</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98145">
                <a:tc>
                  <a:txBody>
                    <a:bodyPr/>
                    <a:lstStyle/>
                    <a:p>
                      <a:pPr marL="91440">
                        <a:lnSpc>
                          <a:spcPct val="100000"/>
                        </a:lnSpc>
                        <a:spcBef>
                          <a:spcPts val="245"/>
                        </a:spcBef>
                      </a:pPr>
                      <a:r>
                        <a:rPr sz="1800" spc="-10" dirty="0">
                          <a:latin typeface="Calibri"/>
                          <a:cs typeface="Calibri"/>
                        </a:rPr>
                        <a:t>/students/25</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latin typeface="Calibri"/>
                          <a:cs typeface="Calibri"/>
                        </a:rPr>
                        <a:t>Un</a:t>
                      </a:r>
                      <a:r>
                        <a:rPr sz="1800" spc="-45" dirty="0">
                          <a:latin typeface="Calibri"/>
                          <a:cs typeface="Calibri"/>
                        </a:rPr>
                        <a:t> </a:t>
                      </a:r>
                      <a:r>
                        <a:rPr sz="1800" dirty="0">
                          <a:latin typeface="Calibri"/>
                          <a:cs typeface="Calibri"/>
                        </a:rPr>
                        <a:t>étudiant</a:t>
                      </a:r>
                      <a:r>
                        <a:rPr sz="1800" spc="-40" dirty="0">
                          <a:latin typeface="Calibri"/>
                          <a:cs typeface="Calibri"/>
                        </a:rPr>
                        <a:t> </a:t>
                      </a:r>
                      <a:r>
                        <a:rPr sz="1800" dirty="0">
                          <a:latin typeface="Calibri"/>
                          <a:cs typeface="Calibri"/>
                        </a:rPr>
                        <a:t>en</a:t>
                      </a:r>
                      <a:r>
                        <a:rPr sz="1800" spc="-30" dirty="0">
                          <a:latin typeface="Calibri"/>
                          <a:cs typeface="Calibri"/>
                        </a:rPr>
                        <a:t> </a:t>
                      </a:r>
                      <a:r>
                        <a:rPr sz="1800" spc="-10" dirty="0">
                          <a:latin typeface="Calibri"/>
                          <a:cs typeface="Calibri"/>
                        </a:rPr>
                        <a:t>particulier</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98780">
                <a:tc>
                  <a:txBody>
                    <a:bodyPr/>
                    <a:lstStyle/>
                    <a:p>
                      <a:pPr marL="91440">
                        <a:lnSpc>
                          <a:spcPct val="100000"/>
                        </a:lnSpc>
                        <a:spcBef>
                          <a:spcPts val="250"/>
                        </a:spcBef>
                      </a:pPr>
                      <a:r>
                        <a:rPr sz="1800" spc="-10" dirty="0">
                          <a:latin typeface="Calibri"/>
                          <a:cs typeface="Calibri"/>
                        </a:rPr>
                        <a:t>/students/25/courses</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50"/>
                        </a:spcBef>
                      </a:pPr>
                      <a:r>
                        <a:rPr sz="1800" spc="-30" dirty="0">
                          <a:latin typeface="Calibri"/>
                          <a:cs typeface="Calibri"/>
                        </a:rPr>
                        <a:t>Toutes</a:t>
                      </a:r>
                      <a:r>
                        <a:rPr sz="1800" spc="-60" dirty="0">
                          <a:latin typeface="Calibri"/>
                          <a:cs typeface="Calibri"/>
                        </a:rPr>
                        <a:t> </a:t>
                      </a:r>
                      <a:r>
                        <a:rPr sz="1800" dirty="0">
                          <a:latin typeface="Calibri"/>
                          <a:cs typeface="Calibri"/>
                        </a:rPr>
                        <a:t>les</a:t>
                      </a:r>
                      <a:r>
                        <a:rPr sz="1800" spc="-60" dirty="0">
                          <a:latin typeface="Calibri"/>
                          <a:cs typeface="Calibri"/>
                        </a:rPr>
                        <a:t> </a:t>
                      </a:r>
                      <a:r>
                        <a:rPr sz="1800" dirty="0">
                          <a:latin typeface="Calibri"/>
                          <a:cs typeface="Calibri"/>
                        </a:rPr>
                        <a:t>cours</a:t>
                      </a:r>
                      <a:r>
                        <a:rPr sz="1800" spc="-45" dirty="0">
                          <a:latin typeface="Calibri"/>
                          <a:cs typeface="Calibri"/>
                        </a:rPr>
                        <a:t> </a:t>
                      </a:r>
                      <a:r>
                        <a:rPr sz="1800" dirty="0">
                          <a:latin typeface="Calibri"/>
                          <a:cs typeface="Calibri"/>
                        </a:rPr>
                        <a:t>d’un</a:t>
                      </a:r>
                      <a:r>
                        <a:rPr sz="1800" spc="-55" dirty="0">
                          <a:latin typeface="Calibri"/>
                          <a:cs typeface="Calibri"/>
                        </a:rPr>
                        <a:t> </a:t>
                      </a:r>
                      <a:r>
                        <a:rPr sz="1800" spc="-10" dirty="0">
                          <a:latin typeface="Calibri"/>
                          <a:cs typeface="Calibri"/>
                        </a:rPr>
                        <a:t>étudiant</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98780">
                <a:tc>
                  <a:txBody>
                    <a:bodyPr/>
                    <a:lstStyle/>
                    <a:p>
                      <a:pPr marL="91440">
                        <a:lnSpc>
                          <a:spcPct val="100000"/>
                        </a:lnSpc>
                        <a:spcBef>
                          <a:spcPts val="245"/>
                        </a:spcBef>
                      </a:pPr>
                      <a:r>
                        <a:rPr sz="1800" spc="-10" dirty="0">
                          <a:latin typeface="Calibri"/>
                          <a:cs typeface="Calibri"/>
                        </a:rPr>
                        <a:t>/students/25/courses/13</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latin typeface="Calibri"/>
                          <a:cs typeface="Calibri"/>
                        </a:rPr>
                        <a:t>Un</a:t>
                      </a:r>
                      <a:r>
                        <a:rPr sz="1800" spc="-60" dirty="0">
                          <a:latin typeface="Calibri"/>
                          <a:cs typeface="Calibri"/>
                        </a:rPr>
                        <a:t> </a:t>
                      </a:r>
                      <a:r>
                        <a:rPr sz="1800" dirty="0">
                          <a:latin typeface="Calibri"/>
                          <a:cs typeface="Calibri"/>
                        </a:rPr>
                        <a:t>cours</a:t>
                      </a:r>
                      <a:r>
                        <a:rPr sz="1800" spc="-45" dirty="0">
                          <a:latin typeface="Calibri"/>
                          <a:cs typeface="Calibri"/>
                        </a:rPr>
                        <a:t> </a:t>
                      </a:r>
                      <a:r>
                        <a:rPr sz="1800" dirty="0">
                          <a:latin typeface="Calibri"/>
                          <a:cs typeface="Calibri"/>
                        </a:rPr>
                        <a:t>d’un</a:t>
                      </a:r>
                      <a:r>
                        <a:rPr sz="1800" spc="-50" dirty="0">
                          <a:latin typeface="Calibri"/>
                          <a:cs typeface="Calibri"/>
                        </a:rPr>
                        <a:t> </a:t>
                      </a:r>
                      <a:r>
                        <a:rPr sz="1800" spc="-10" dirty="0">
                          <a:latin typeface="Calibri"/>
                          <a:cs typeface="Calibri"/>
                        </a:rPr>
                        <a:t>étudiant</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88663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REST</a:t>
            </a:r>
          </a:p>
        </p:txBody>
      </p:sp>
      <p:sp>
        <p:nvSpPr>
          <p:cNvPr id="5" name="ZoneTexte 4">
            <a:extLst>
              <a:ext uri="{FF2B5EF4-FFF2-40B4-BE49-F238E27FC236}">
                <a16:creationId xmlns:a16="http://schemas.microsoft.com/office/drawing/2014/main" id="{26AC7389-08C4-2A45-B3A2-B4BA5620D7FD}"/>
              </a:ext>
            </a:extLst>
          </p:cNvPr>
          <p:cNvSpPr txBox="1"/>
          <p:nvPr/>
        </p:nvSpPr>
        <p:spPr>
          <a:xfrm>
            <a:off x="1082247" y="1210423"/>
            <a:ext cx="9498667" cy="1461939"/>
          </a:xfrm>
          <a:prstGeom prst="rect">
            <a:avLst/>
          </a:prstGeom>
          <a:noFill/>
        </p:spPr>
        <p:txBody>
          <a:bodyPr wrap="square">
            <a:spAutoFit/>
          </a:bodyPr>
          <a:lstStyle/>
          <a:p>
            <a:pPr marL="12700">
              <a:lnSpc>
                <a:spcPct val="100000"/>
              </a:lnSpc>
              <a:spcBef>
                <a:spcPts val="100"/>
              </a:spcBef>
            </a:pPr>
            <a:r>
              <a:rPr lang="fr-FR" sz="1800" b="1" dirty="0">
                <a:latin typeface="Segoe UI"/>
                <a:cs typeface="Segoe UI"/>
              </a:rPr>
              <a:t>Niveau 2</a:t>
            </a:r>
          </a:p>
          <a:p>
            <a:pPr marL="12700">
              <a:lnSpc>
                <a:spcPct val="100000"/>
              </a:lnSpc>
              <a:spcBef>
                <a:spcPts val="415"/>
              </a:spcBef>
              <a:buClr>
                <a:srgbClr val="391778"/>
              </a:buClr>
              <a:tabLst>
                <a:tab pos="240029" algn="l"/>
              </a:tabLst>
            </a:pPr>
            <a:endParaRPr lang="fr-FR" sz="2400" dirty="0">
              <a:latin typeface="Segoe UI"/>
              <a:cs typeface="Segoe UI"/>
            </a:endParaRPr>
          </a:p>
          <a:p>
            <a:pPr marL="240029" indent="-227329">
              <a:lnSpc>
                <a:spcPct val="100000"/>
              </a:lnSpc>
              <a:spcBef>
                <a:spcPts val="100"/>
              </a:spcBef>
              <a:buClr>
                <a:srgbClr val="391778"/>
              </a:buClr>
              <a:buFont typeface="Arial"/>
              <a:buChar char="•"/>
              <a:tabLst>
                <a:tab pos="240029" algn="l"/>
              </a:tabLst>
            </a:pPr>
            <a:r>
              <a:rPr lang="fr-FR" sz="2400" dirty="0">
                <a:latin typeface="Segoe UI"/>
                <a:cs typeface="Segoe UI"/>
              </a:rPr>
              <a:t>Le verbe indique l’action :</a:t>
            </a:r>
          </a:p>
          <a:p>
            <a:pPr marL="12700">
              <a:lnSpc>
                <a:spcPct val="100000"/>
              </a:lnSpc>
              <a:spcBef>
                <a:spcPts val="100"/>
              </a:spcBef>
            </a:pPr>
            <a:endParaRPr lang="fr-FR" sz="1800" b="1" dirty="0">
              <a:latin typeface="Segoe UI"/>
              <a:cs typeface="Segoe UI"/>
            </a:endParaRPr>
          </a:p>
        </p:txBody>
      </p:sp>
      <p:graphicFrame>
        <p:nvGraphicFramePr>
          <p:cNvPr id="4" name="object 4">
            <a:extLst>
              <a:ext uri="{FF2B5EF4-FFF2-40B4-BE49-F238E27FC236}">
                <a16:creationId xmlns:a16="http://schemas.microsoft.com/office/drawing/2014/main" id="{6A5BB3FE-7EB9-DB5B-EFBD-8DC45F9E248A}"/>
              </a:ext>
            </a:extLst>
          </p:cNvPr>
          <p:cNvGraphicFramePr>
            <a:graphicFrameLocks noGrp="1"/>
          </p:cNvGraphicFramePr>
          <p:nvPr>
            <p:extLst>
              <p:ext uri="{D42A27DB-BD31-4B8C-83A1-F6EECF244321}">
                <p14:modId xmlns:p14="http://schemas.microsoft.com/office/powerpoint/2010/main" val="3454125710"/>
              </p:ext>
            </p:extLst>
          </p:nvPr>
        </p:nvGraphicFramePr>
        <p:xfrm>
          <a:off x="681571" y="2896361"/>
          <a:ext cx="10825480" cy="1992630"/>
        </p:xfrm>
        <a:graphic>
          <a:graphicData uri="http://schemas.openxmlformats.org/drawingml/2006/table">
            <a:tbl>
              <a:tblPr firstRow="1" bandRow="1">
                <a:tableStyleId>{2D5ABB26-0587-4C30-8999-92F81FD0307C}</a:tableStyleId>
              </a:tblPr>
              <a:tblGrid>
                <a:gridCol w="5412740">
                  <a:extLst>
                    <a:ext uri="{9D8B030D-6E8A-4147-A177-3AD203B41FA5}">
                      <a16:colId xmlns:a16="http://schemas.microsoft.com/office/drawing/2014/main" val="20000"/>
                    </a:ext>
                  </a:extLst>
                </a:gridCol>
                <a:gridCol w="5412740">
                  <a:extLst>
                    <a:ext uri="{9D8B030D-6E8A-4147-A177-3AD203B41FA5}">
                      <a16:colId xmlns:a16="http://schemas.microsoft.com/office/drawing/2014/main" val="20001"/>
                    </a:ext>
                  </a:extLst>
                </a:gridCol>
              </a:tblGrid>
              <a:tr h="398145">
                <a:tc>
                  <a:txBody>
                    <a:bodyPr/>
                    <a:lstStyle/>
                    <a:p>
                      <a:pPr marL="91440">
                        <a:lnSpc>
                          <a:spcPct val="100000"/>
                        </a:lnSpc>
                        <a:spcBef>
                          <a:spcPts val="240"/>
                        </a:spcBef>
                      </a:pPr>
                      <a:r>
                        <a:rPr sz="1800" b="1" dirty="0">
                          <a:solidFill>
                            <a:srgbClr val="FFFFFF"/>
                          </a:solidFill>
                          <a:latin typeface="Calibri"/>
                          <a:cs typeface="Calibri"/>
                        </a:rPr>
                        <a:t>En</a:t>
                      </a:r>
                      <a:r>
                        <a:rPr sz="1800" b="1" spc="-15" dirty="0">
                          <a:solidFill>
                            <a:srgbClr val="FFFFFF"/>
                          </a:solidFill>
                          <a:latin typeface="Calibri"/>
                          <a:cs typeface="Calibri"/>
                        </a:rPr>
                        <a:t> </a:t>
                      </a:r>
                      <a:r>
                        <a:rPr sz="1800" b="1" spc="-20" dirty="0">
                          <a:solidFill>
                            <a:srgbClr val="FFFFFF"/>
                          </a:solidFill>
                          <a:latin typeface="Calibri"/>
                          <a:cs typeface="Calibri"/>
                        </a:rPr>
                        <a:t>tête</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40"/>
                        </a:spcBef>
                      </a:pPr>
                      <a:r>
                        <a:rPr sz="1800" b="1" spc="-10" dirty="0">
                          <a:solidFill>
                            <a:srgbClr val="FFFFFF"/>
                          </a:solidFill>
                          <a:latin typeface="Calibri"/>
                          <a:cs typeface="Calibri"/>
                        </a:rPr>
                        <a:t>Description</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98780">
                <a:tc>
                  <a:txBody>
                    <a:bodyPr/>
                    <a:lstStyle/>
                    <a:p>
                      <a:pPr marL="91440">
                        <a:lnSpc>
                          <a:spcPct val="100000"/>
                        </a:lnSpc>
                        <a:spcBef>
                          <a:spcPts val="245"/>
                        </a:spcBef>
                      </a:pPr>
                      <a:r>
                        <a:rPr sz="1800" dirty="0">
                          <a:latin typeface="Calibri"/>
                          <a:cs typeface="Calibri"/>
                        </a:rPr>
                        <a:t>GET</a:t>
                      </a:r>
                      <a:r>
                        <a:rPr sz="1800" spc="-15" dirty="0">
                          <a:latin typeface="Calibri"/>
                          <a:cs typeface="Calibri"/>
                        </a:rPr>
                        <a:t> </a:t>
                      </a:r>
                      <a:r>
                        <a:rPr sz="1800" spc="-10" dirty="0">
                          <a:latin typeface="Calibri"/>
                          <a:cs typeface="Calibri"/>
                        </a:rPr>
                        <a:t>/students</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45"/>
                        </a:spcBef>
                      </a:pPr>
                      <a:r>
                        <a:rPr sz="1800" dirty="0">
                          <a:latin typeface="Calibri"/>
                          <a:cs typeface="Calibri"/>
                        </a:rPr>
                        <a:t>Afficher</a:t>
                      </a:r>
                      <a:r>
                        <a:rPr sz="1800" spc="-50" dirty="0">
                          <a:latin typeface="Calibri"/>
                          <a:cs typeface="Calibri"/>
                        </a:rPr>
                        <a:t> </a:t>
                      </a:r>
                      <a:r>
                        <a:rPr sz="1800" dirty="0">
                          <a:latin typeface="Calibri"/>
                          <a:cs typeface="Calibri"/>
                        </a:rPr>
                        <a:t>tous</a:t>
                      </a:r>
                      <a:r>
                        <a:rPr sz="1800" spc="-40" dirty="0">
                          <a:latin typeface="Calibri"/>
                          <a:cs typeface="Calibri"/>
                        </a:rPr>
                        <a:t> </a:t>
                      </a:r>
                      <a:r>
                        <a:rPr sz="1800" dirty="0">
                          <a:latin typeface="Calibri"/>
                          <a:cs typeface="Calibri"/>
                        </a:rPr>
                        <a:t>les</a:t>
                      </a:r>
                      <a:r>
                        <a:rPr sz="1800" spc="-40" dirty="0">
                          <a:latin typeface="Calibri"/>
                          <a:cs typeface="Calibri"/>
                        </a:rPr>
                        <a:t> </a:t>
                      </a:r>
                      <a:r>
                        <a:rPr sz="1800" spc="-10" dirty="0">
                          <a:latin typeface="Calibri"/>
                          <a:cs typeface="Calibri"/>
                        </a:rPr>
                        <a:t>étudiants</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98145">
                <a:tc>
                  <a:txBody>
                    <a:bodyPr/>
                    <a:lstStyle/>
                    <a:p>
                      <a:pPr marL="91440">
                        <a:lnSpc>
                          <a:spcPct val="100000"/>
                        </a:lnSpc>
                        <a:spcBef>
                          <a:spcPts val="245"/>
                        </a:spcBef>
                      </a:pPr>
                      <a:r>
                        <a:rPr sz="1800" dirty="0">
                          <a:latin typeface="Calibri"/>
                          <a:cs typeface="Calibri"/>
                        </a:rPr>
                        <a:t>POST</a:t>
                      </a:r>
                      <a:r>
                        <a:rPr sz="1800" spc="-40" dirty="0">
                          <a:latin typeface="Calibri"/>
                          <a:cs typeface="Calibri"/>
                        </a:rPr>
                        <a:t> </a:t>
                      </a:r>
                      <a:r>
                        <a:rPr sz="1800" spc="-10" dirty="0">
                          <a:latin typeface="Calibri"/>
                          <a:cs typeface="Calibri"/>
                        </a:rPr>
                        <a:t>/students</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latin typeface="Calibri"/>
                          <a:cs typeface="Calibri"/>
                        </a:rPr>
                        <a:t>Créer</a:t>
                      </a:r>
                      <a:r>
                        <a:rPr sz="1800" spc="-40" dirty="0">
                          <a:latin typeface="Calibri"/>
                          <a:cs typeface="Calibri"/>
                        </a:rPr>
                        <a:t> </a:t>
                      </a:r>
                      <a:r>
                        <a:rPr sz="1800" dirty="0">
                          <a:latin typeface="Calibri"/>
                          <a:cs typeface="Calibri"/>
                        </a:rPr>
                        <a:t>un</a:t>
                      </a:r>
                      <a:r>
                        <a:rPr sz="1800" spc="-35" dirty="0">
                          <a:latin typeface="Calibri"/>
                          <a:cs typeface="Calibri"/>
                        </a:rPr>
                        <a:t> </a:t>
                      </a:r>
                      <a:r>
                        <a:rPr sz="1800" spc="-10" dirty="0">
                          <a:latin typeface="Calibri"/>
                          <a:cs typeface="Calibri"/>
                        </a:rPr>
                        <a:t>étudiant</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98780">
                <a:tc>
                  <a:txBody>
                    <a:bodyPr/>
                    <a:lstStyle/>
                    <a:p>
                      <a:pPr marL="91440">
                        <a:lnSpc>
                          <a:spcPct val="100000"/>
                        </a:lnSpc>
                        <a:spcBef>
                          <a:spcPts val="250"/>
                        </a:spcBef>
                      </a:pPr>
                      <a:r>
                        <a:rPr sz="1800" dirty="0">
                          <a:latin typeface="Calibri"/>
                          <a:cs typeface="Calibri"/>
                        </a:rPr>
                        <a:t>PUT</a:t>
                      </a:r>
                      <a:r>
                        <a:rPr sz="1800" spc="-20" dirty="0">
                          <a:latin typeface="Calibri"/>
                          <a:cs typeface="Calibri"/>
                        </a:rPr>
                        <a:t> </a:t>
                      </a:r>
                      <a:r>
                        <a:rPr sz="1800" spc="-10" dirty="0">
                          <a:latin typeface="Calibri"/>
                          <a:cs typeface="Calibri"/>
                        </a:rPr>
                        <a:t>/students/25</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2075">
                        <a:lnSpc>
                          <a:spcPct val="100000"/>
                        </a:lnSpc>
                        <a:spcBef>
                          <a:spcPts val="250"/>
                        </a:spcBef>
                      </a:pPr>
                      <a:r>
                        <a:rPr sz="1800" dirty="0">
                          <a:latin typeface="Calibri"/>
                          <a:cs typeface="Calibri"/>
                        </a:rPr>
                        <a:t>Mettre</a:t>
                      </a:r>
                      <a:r>
                        <a:rPr sz="1800" spc="-25" dirty="0">
                          <a:latin typeface="Calibri"/>
                          <a:cs typeface="Calibri"/>
                        </a:rPr>
                        <a:t> </a:t>
                      </a:r>
                      <a:r>
                        <a:rPr sz="1800" dirty="0">
                          <a:latin typeface="Calibri"/>
                          <a:cs typeface="Calibri"/>
                        </a:rPr>
                        <a:t>à</a:t>
                      </a:r>
                      <a:r>
                        <a:rPr sz="1800" spc="-40" dirty="0">
                          <a:latin typeface="Calibri"/>
                          <a:cs typeface="Calibri"/>
                        </a:rPr>
                        <a:t> </a:t>
                      </a:r>
                      <a:r>
                        <a:rPr sz="1800" dirty="0">
                          <a:latin typeface="Calibri"/>
                          <a:cs typeface="Calibri"/>
                        </a:rPr>
                        <a:t>jour</a:t>
                      </a:r>
                      <a:r>
                        <a:rPr sz="1800" spc="-35" dirty="0">
                          <a:latin typeface="Calibri"/>
                          <a:cs typeface="Calibri"/>
                        </a:rPr>
                        <a:t> </a:t>
                      </a:r>
                      <a:r>
                        <a:rPr sz="1800" dirty="0">
                          <a:latin typeface="Calibri"/>
                          <a:cs typeface="Calibri"/>
                        </a:rPr>
                        <a:t>un</a:t>
                      </a:r>
                      <a:r>
                        <a:rPr sz="1800" spc="-25" dirty="0">
                          <a:latin typeface="Calibri"/>
                          <a:cs typeface="Calibri"/>
                        </a:rPr>
                        <a:t> </a:t>
                      </a:r>
                      <a:r>
                        <a:rPr sz="1800" spc="-10" dirty="0">
                          <a:latin typeface="Calibri"/>
                          <a:cs typeface="Calibri"/>
                        </a:rPr>
                        <a:t>étudiant</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98780">
                <a:tc>
                  <a:txBody>
                    <a:bodyPr/>
                    <a:lstStyle/>
                    <a:p>
                      <a:pPr marL="91440">
                        <a:lnSpc>
                          <a:spcPct val="100000"/>
                        </a:lnSpc>
                        <a:spcBef>
                          <a:spcPts val="245"/>
                        </a:spcBef>
                      </a:pPr>
                      <a:r>
                        <a:rPr sz="1800" dirty="0">
                          <a:latin typeface="Calibri"/>
                          <a:cs typeface="Calibri"/>
                        </a:rPr>
                        <a:t>DELETE</a:t>
                      </a:r>
                      <a:r>
                        <a:rPr sz="1800" spc="-45" dirty="0">
                          <a:latin typeface="Calibri"/>
                          <a:cs typeface="Calibri"/>
                        </a:rPr>
                        <a:t> </a:t>
                      </a:r>
                      <a:r>
                        <a:rPr sz="1800" spc="-10" dirty="0">
                          <a:latin typeface="Calibri"/>
                          <a:cs typeface="Calibri"/>
                        </a:rPr>
                        <a:t>/students/25</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2075">
                        <a:lnSpc>
                          <a:spcPct val="100000"/>
                        </a:lnSpc>
                        <a:spcBef>
                          <a:spcPts val="245"/>
                        </a:spcBef>
                      </a:pPr>
                      <a:r>
                        <a:rPr sz="1800" dirty="0">
                          <a:latin typeface="Calibri"/>
                          <a:cs typeface="Calibri"/>
                        </a:rPr>
                        <a:t>Supprimer</a:t>
                      </a:r>
                      <a:r>
                        <a:rPr sz="1800" spc="-55" dirty="0">
                          <a:latin typeface="Calibri"/>
                          <a:cs typeface="Calibri"/>
                        </a:rPr>
                        <a:t> </a:t>
                      </a:r>
                      <a:r>
                        <a:rPr sz="1800" dirty="0">
                          <a:latin typeface="Calibri"/>
                          <a:cs typeface="Calibri"/>
                        </a:rPr>
                        <a:t>un</a:t>
                      </a:r>
                      <a:r>
                        <a:rPr sz="1800" spc="-50" dirty="0">
                          <a:latin typeface="Calibri"/>
                          <a:cs typeface="Calibri"/>
                        </a:rPr>
                        <a:t> </a:t>
                      </a:r>
                      <a:r>
                        <a:rPr sz="1800" spc="-10" dirty="0">
                          <a:latin typeface="Calibri"/>
                          <a:cs typeface="Calibri"/>
                        </a:rPr>
                        <a:t>étudiant</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84418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REST</a:t>
            </a:r>
          </a:p>
        </p:txBody>
      </p:sp>
      <p:sp>
        <p:nvSpPr>
          <p:cNvPr id="5" name="ZoneTexte 4">
            <a:extLst>
              <a:ext uri="{FF2B5EF4-FFF2-40B4-BE49-F238E27FC236}">
                <a16:creationId xmlns:a16="http://schemas.microsoft.com/office/drawing/2014/main" id="{26AC7389-08C4-2A45-B3A2-B4BA5620D7FD}"/>
              </a:ext>
            </a:extLst>
          </p:cNvPr>
          <p:cNvSpPr txBox="1"/>
          <p:nvPr/>
        </p:nvSpPr>
        <p:spPr>
          <a:xfrm>
            <a:off x="1082247" y="1210423"/>
            <a:ext cx="9498667" cy="4508927"/>
          </a:xfrm>
          <a:prstGeom prst="rect">
            <a:avLst/>
          </a:prstGeom>
          <a:noFill/>
        </p:spPr>
        <p:txBody>
          <a:bodyPr wrap="square">
            <a:spAutoFit/>
          </a:bodyPr>
          <a:lstStyle/>
          <a:p>
            <a:pPr marL="12700">
              <a:lnSpc>
                <a:spcPct val="100000"/>
              </a:lnSpc>
              <a:spcBef>
                <a:spcPts val="100"/>
              </a:spcBef>
            </a:pPr>
            <a:r>
              <a:rPr lang="fr-FR" sz="1800" b="1" dirty="0">
                <a:latin typeface="Segoe UI"/>
                <a:cs typeface="Segoe UI"/>
              </a:rPr>
              <a:t>Niveau 3</a:t>
            </a:r>
          </a:p>
          <a:p>
            <a:pPr marL="12700">
              <a:lnSpc>
                <a:spcPct val="100000"/>
              </a:lnSpc>
              <a:spcBef>
                <a:spcPts val="415"/>
              </a:spcBef>
              <a:buClr>
                <a:srgbClr val="391778"/>
              </a:buClr>
              <a:tabLst>
                <a:tab pos="240029" algn="l"/>
              </a:tabLst>
            </a:pPr>
            <a:endParaRPr lang="fr-FR" sz="2400" dirty="0">
              <a:latin typeface="Segoe UI"/>
              <a:cs typeface="Segoe UI"/>
            </a:endParaRPr>
          </a:p>
          <a:p>
            <a:pPr marL="240029" indent="-227329">
              <a:lnSpc>
                <a:spcPct val="100000"/>
              </a:lnSpc>
              <a:spcBef>
                <a:spcPts val="409"/>
              </a:spcBef>
              <a:buClr>
                <a:srgbClr val="391778"/>
              </a:buClr>
              <a:buFont typeface="Arial"/>
              <a:buChar char="•"/>
              <a:tabLst>
                <a:tab pos="240029" algn="l"/>
              </a:tabLst>
            </a:pPr>
            <a:r>
              <a:rPr lang="fr-FR" sz="2400" dirty="0">
                <a:latin typeface="Segoe UI"/>
                <a:cs typeface="Segoe UI"/>
              </a:rPr>
              <a:t>L’«</a:t>
            </a:r>
            <a:r>
              <a:rPr lang="fr-FR" sz="2400" spc="-80" dirty="0">
                <a:latin typeface="Segoe UI"/>
                <a:cs typeface="Segoe UI"/>
              </a:rPr>
              <a:t> </a:t>
            </a:r>
            <a:r>
              <a:rPr lang="fr-FR" sz="2400" dirty="0">
                <a:latin typeface="Segoe UI"/>
                <a:cs typeface="Segoe UI"/>
              </a:rPr>
              <a:t>hypermédia</a:t>
            </a:r>
            <a:r>
              <a:rPr lang="fr-FR" sz="2400" spc="-85" dirty="0">
                <a:latin typeface="Segoe UI"/>
                <a:cs typeface="Segoe UI"/>
              </a:rPr>
              <a:t> </a:t>
            </a:r>
            <a:r>
              <a:rPr lang="fr-FR" sz="2400" dirty="0">
                <a:latin typeface="Segoe UI"/>
                <a:cs typeface="Segoe UI"/>
              </a:rPr>
              <a:t>»</a:t>
            </a:r>
            <a:r>
              <a:rPr lang="fr-FR" sz="2400" spc="-70" dirty="0">
                <a:latin typeface="Segoe UI"/>
                <a:cs typeface="Segoe UI"/>
              </a:rPr>
              <a:t> </a:t>
            </a:r>
            <a:r>
              <a:rPr lang="fr-FR" sz="2400" spc="-50" dirty="0">
                <a:latin typeface="Segoe UI"/>
                <a:cs typeface="Segoe UI"/>
              </a:rPr>
              <a:t>:</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dirty="0">
                <a:latin typeface="Segoe UI"/>
                <a:cs typeface="Segoe UI"/>
              </a:rPr>
              <a:t>HTTP</a:t>
            </a:r>
            <a:r>
              <a:rPr lang="fr-FR" sz="2000" spc="-20" dirty="0">
                <a:latin typeface="Segoe UI"/>
                <a:cs typeface="Segoe UI"/>
              </a:rPr>
              <a:t> </a:t>
            </a:r>
            <a:r>
              <a:rPr lang="fr-FR" sz="2000" dirty="0">
                <a:latin typeface="Segoe UI"/>
                <a:cs typeface="Segoe UI"/>
              </a:rPr>
              <a:t>a</a:t>
            </a:r>
            <a:r>
              <a:rPr lang="fr-FR" sz="2000" spc="-20" dirty="0">
                <a:latin typeface="Segoe UI"/>
                <a:cs typeface="Segoe UI"/>
              </a:rPr>
              <a:t> </a:t>
            </a:r>
            <a:r>
              <a:rPr lang="fr-FR" sz="2000" dirty="0">
                <a:latin typeface="Segoe UI"/>
                <a:cs typeface="Segoe UI"/>
              </a:rPr>
              <a:t>été</a:t>
            </a:r>
            <a:r>
              <a:rPr lang="fr-FR" sz="2000" spc="-25" dirty="0">
                <a:latin typeface="Segoe UI"/>
                <a:cs typeface="Segoe UI"/>
              </a:rPr>
              <a:t> </a:t>
            </a:r>
            <a:r>
              <a:rPr lang="fr-FR" sz="2000" dirty="0">
                <a:latin typeface="Segoe UI"/>
                <a:cs typeface="Segoe UI"/>
              </a:rPr>
              <a:t>conçu</a:t>
            </a:r>
            <a:r>
              <a:rPr lang="fr-FR" sz="2000" spc="-25" dirty="0">
                <a:latin typeface="Segoe UI"/>
                <a:cs typeface="Segoe UI"/>
              </a:rPr>
              <a:t> </a:t>
            </a:r>
            <a:r>
              <a:rPr lang="fr-FR" sz="2000" dirty="0">
                <a:latin typeface="Segoe UI"/>
                <a:cs typeface="Segoe UI"/>
              </a:rPr>
              <a:t>pour</a:t>
            </a:r>
            <a:r>
              <a:rPr lang="fr-FR" sz="2000" spc="-20" dirty="0">
                <a:latin typeface="Segoe UI"/>
                <a:cs typeface="Segoe UI"/>
              </a:rPr>
              <a:t> </a:t>
            </a:r>
            <a:r>
              <a:rPr lang="fr-FR" sz="2000" dirty="0">
                <a:latin typeface="Segoe UI"/>
                <a:cs typeface="Segoe UI"/>
              </a:rPr>
              <a:t>utiliser</a:t>
            </a:r>
            <a:r>
              <a:rPr lang="fr-FR" sz="2000" spc="-15" dirty="0">
                <a:latin typeface="Segoe UI"/>
                <a:cs typeface="Segoe UI"/>
              </a:rPr>
              <a:t> </a:t>
            </a:r>
            <a:r>
              <a:rPr lang="fr-FR" sz="2000" dirty="0">
                <a:latin typeface="Segoe UI"/>
                <a:cs typeface="Segoe UI"/>
              </a:rPr>
              <a:t>de</a:t>
            </a:r>
            <a:r>
              <a:rPr lang="fr-FR" sz="2000" spc="-20" dirty="0">
                <a:latin typeface="Segoe UI"/>
                <a:cs typeface="Segoe UI"/>
              </a:rPr>
              <a:t> </a:t>
            </a:r>
            <a:r>
              <a:rPr lang="fr-FR" sz="2000" dirty="0">
                <a:latin typeface="Segoe UI"/>
                <a:cs typeface="Segoe UI"/>
              </a:rPr>
              <a:t>l’hypertexte</a:t>
            </a:r>
            <a:r>
              <a:rPr lang="fr-FR" sz="2000" spc="-35" dirty="0">
                <a:latin typeface="Segoe UI"/>
                <a:cs typeface="Segoe UI"/>
              </a:rPr>
              <a:t> </a:t>
            </a:r>
            <a:r>
              <a:rPr lang="fr-FR" sz="2000" spc="-10" dirty="0">
                <a:latin typeface="Segoe UI"/>
                <a:cs typeface="Segoe UI"/>
              </a:rPr>
              <a:t>(liens)</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Les</a:t>
            </a:r>
            <a:r>
              <a:rPr lang="fr-FR" sz="2000" spc="-55" dirty="0">
                <a:latin typeface="Segoe UI"/>
                <a:cs typeface="Segoe UI"/>
              </a:rPr>
              <a:t> </a:t>
            </a:r>
            <a:r>
              <a:rPr lang="fr-FR" sz="2000" dirty="0">
                <a:latin typeface="Segoe UI"/>
                <a:cs typeface="Segoe UI"/>
              </a:rPr>
              <a:t>ressources</a:t>
            </a:r>
            <a:r>
              <a:rPr lang="fr-FR" sz="2000" spc="-35" dirty="0">
                <a:latin typeface="Segoe UI"/>
                <a:cs typeface="Segoe UI"/>
              </a:rPr>
              <a:t> </a:t>
            </a:r>
            <a:r>
              <a:rPr lang="fr-FR" sz="2000" dirty="0">
                <a:latin typeface="Segoe UI"/>
                <a:cs typeface="Segoe UI"/>
              </a:rPr>
              <a:t>contiennent</a:t>
            </a:r>
            <a:r>
              <a:rPr lang="fr-FR" sz="2000" spc="-50" dirty="0">
                <a:latin typeface="Segoe UI"/>
                <a:cs typeface="Segoe UI"/>
              </a:rPr>
              <a:t> </a:t>
            </a:r>
            <a:r>
              <a:rPr lang="fr-FR" sz="2000" dirty="0">
                <a:latin typeface="Segoe UI"/>
                <a:cs typeface="Segoe UI"/>
              </a:rPr>
              <a:t>des</a:t>
            </a:r>
            <a:r>
              <a:rPr lang="fr-FR" sz="2000" spc="-45" dirty="0">
                <a:latin typeface="Segoe UI"/>
                <a:cs typeface="Segoe UI"/>
              </a:rPr>
              <a:t> </a:t>
            </a:r>
            <a:r>
              <a:rPr lang="fr-FR" sz="2000" dirty="0">
                <a:latin typeface="Segoe UI"/>
                <a:cs typeface="Segoe UI"/>
              </a:rPr>
              <a:t>liens</a:t>
            </a:r>
            <a:r>
              <a:rPr lang="fr-FR" sz="2000" spc="-20" dirty="0">
                <a:latin typeface="Segoe UI"/>
                <a:cs typeface="Segoe UI"/>
              </a:rPr>
              <a:t> </a:t>
            </a:r>
            <a:r>
              <a:rPr lang="fr-FR" sz="2000" dirty="0">
                <a:latin typeface="Segoe UI"/>
                <a:cs typeface="Segoe UI"/>
              </a:rPr>
              <a:t>vers</a:t>
            </a:r>
            <a:r>
              <a:rPr lang="fr-FR" sz="2000" spc="-45" dirty="0">
                <a:latin typeface="Segoe UI"/>
                <a:cs typeface="Segoe UI"/>
              </a:rPr>
              <a:t> </a:t>
            </a:r>
            <a:r>
              <a:rPr lang="fr-FR" sz="2000" dirty="0">
                <a:latin typeface="Segoe UI"/>
                <a:cs typeface="Segoe UI"/>
              </a:rPr>
              <a:t>d’autres</a:t>
            </a:r>
            <a:r>
              <a:rPr lang="fr-FR" sz="2000" spc="-45" dirty="0">
                <a:latin typeface="Segoe UI"/>
                <a:cs typeface="Segoe UI"/>
              </a:rPr>
              <a:t> </a:t>
            </a:r>
            <a:r>
              <a:rPr lang="fr-FR" sz="2000" spc="-10" dirty="0">
                <a:latin typeface="Segoe UI"/>
                <a:cs typeface="Segoe UI"/>
              </a:rPr>
              <a:t>ressources</a:t>
            </a:r>
            <a:endParaRPr lang="fr-FR" sz="2000" dirty="0">
              <a:latin typeface="Segoe UI"/>
              <a:cs typeface="Segoe UI"/>
            </a:endParaRPr>
          </a:p>
          <a:p>
            <a:pPr marL="698500" lvl="1" indent="-228600">
              <a:lnSpc>
                <a:spcPct val="100000"/>
              </a:lnSpc>
              <a:spcBef>
                <a:spcPts val="254"/>
              </a:spcBef>
              <a:buClr>
                <a:srgbClr val="391778"/>
              </a:buClr>
              <a:buFont typeface="Arial"/>
              <a:buChar char="•"/>
              <a:tabLst>
                <a:tab pos="698500" algn="l"/>
              </a:tabLst>
            </a:pPr>
            <a:r>
              <a:rPr lang="fr-FR" sz="2000" dirty="0">
                <a:latin typeface="Segoe UI"/>
                <a:cs typeface="Segoe UI"/>
              </a:rPr>
              <a:t>Il</a:t>
            </a:r>
            <a:r>
              <a:rPr lang="fr-FR" sz="2000" spc="-25" dirty="0">
                <a:latin typeface="Segoe UI"/>
                <a:cs typeface="Segoe UI"/>
              </a:rPr>
              <a:t> </a:t>
            </a:r>
            <a:r>
              <a:rPr lang="fr-FR" sz="2000" dirty="0">
                <a:latin typeface="Segoe UI"/>
                <a:cs typeface="Segoe UI"/>
              </a:rPr>
              <a:t>existe</a:t>
            </a:r>
            <a:r>
              <a:rPr lang="fr-FR" sz="2000" spc="-25" dirty="0">
                <a:latin typeface="Segoe UI"/>
                <a:cs typeface="Segoe UI"/>
              </a:rPr>
              <a:t> </a:t>
            </a:r>
            <a:r>
              <a:rPr lang="fr-FR" sz="2000" dirty="0">
                <a:latin typeface="Segoe UI"/>
                <a:cs typeface="Segoe UI"/>
              </a:rPr>
              <a:t>plusieurs</a:t>
            </a:r>
            <a:r>
              <a:rPr lang="fr-FR" sz="2000" spc="-5" dirty="0">
                <a:latin typeface="Segoe UI"/>
                <a:cs typeface="Segoe UI"/>
              </a:rPr>
              <a:t> </a:t>
            </a:r>
            <a:r>
              <a:rPr lang="fr-FR" sz="2000" dirty="0">
                <a:latin typeface="Segoe UI"/>
                <a:cs typeface="Segoe UI"/>
              </a:rPr>
              <a:t>types</a:t>
            </a:r>
            <a:r>
              <a:rPr lang="fr-FR" sz="2000" spc="-45" dirty="0">
                <a:latin typeface="Segoe UI"/>
                <a:cs typeface="Segoe UI"/>
              </a:rPr>
              <a:t> </a:t>
            </a:r>
            <a:r>
              <a:rPr lang="fr-FR" sz="2000" dirty="0">
                <a:latin typeface="Segoe UI"/>
                <a:cs typeface="Segoe UI"/>
              </a:rPr>
              <a:t>de</a:t>
            </a:r>
            <a:r>
              <a:rPr lang="fr-FR" sz="2000" spc="-15" dirty="0">
                <a:latin typeface="Segoe UI"/>
                <a:cs typeface="Segoe UI"/>
              </a:rPr>
              <a:t> </a:t>
            </a:r>
            <a:r>
              <a:rPr lang="fr-FR" sz="2000" spc="-10" dirty="0">
                <a:latin typeface="Segoe UI"/>
                <a:cs typeface="Segoe UI"/>
              </a:rPr>
              <a:t>ressources</a:t>
            </a:r>
            <a:endParaRPr lang="fr-FR" sz="2000" dirty="0">
              <a:latin typeface="Segoe UI"/>
              <a:cs typeface="Segoe UI"/>
            </a:endParaRPr>
          </a:p>
          <a:p>
            <a:pPr lvl="1">
              <a:lnSpc>
                <a:spcPct val="100000"/>
              </a:lnSpc>
              <a:spcBef>
                <a:spcPts val="705"/>
              </a:spcBef>
              <a:buClr>
                <a:srgbClr val="391778"/>
              </a:buClr>
              <a:buFont typeface="Arial"/>
              <a:buChar char="•"/>
            </a:pPr>
            <a:endParaRPr lang="fr-FR" sz="2000" dirty="0">
              <a:latin typeface="Segoe UI"/>
              <a:cs typeface="Segoe UI"/>
            </a:endParaRPr>
          </a:p>
          <a:p>
            <a:pPr marL="240029" indent="-227329">
              <a:lnSpc>
                <a:spcPts val="2735"/>
              </a:lnSpc>
              <a:spcBef>
                <a:spcPts val="5"/>
              </a:spcBef>
              <a:buClr>
                <a:srgbClr val="391778"/>
              </a:buClr>
              <a:buFont typeface="Arial"/>
              <a:buChar char="•"/>
              <a:tabLst>
                <a:tab pos="240029" algn="l"/>
              </a:tabLst>
            </a:pPr>
            <a:r>
              <a:rPr lang="fr-FR" sz="2400" dirty="0">
                <a:latin typeface="Segoe UI"/>
                <a:cs typeface="Segoe UI"/>
              </a:rPr>
              <a:t>Multipurpose</a:t>
            </a:r>
            <a:r>
              <a:rPr lang="fr-FR" sz="2400" spc="-45" dirty="0">
                <a:latin typeface="Segoe UI"/>
                <a:cs typeface="Segoe UI"/>
              </a:rPr>
              <a:t> </a:t>
            </a:r>
            <a:r>
              <a:rPr lang="fr-FR" sz="2400" dirty="0">
                <a:latin typeface="Segoe UI"/>
                <a:cs typeface="Segoe UI"/>
              </a:rPr>
              <a:t>Internet</a:t>
            </a:r>
            <a:r>
              <a:rPr lang="fr-FR" sz="2400" spc="-45" dirty="0">
                <a:latin typeface="Segoe UI"/>
                <a:cs typeface="Segoe UI"/>
              </a:rPr>
              <a:t> </a:t>
            </a:r>
            <a:r>
              <a:rPr lang="fr-FR" sz="2400" dirty="0">
                <a:latin typeface="Segoe UI"/>
                <a:cs typeface="Segoe UI"/>
              </a:rPr>
              <a:t>Mail</a:t>
            </a:r>
            <a:r>
              <a:rPr lang="fr-FR" sz="2400" spc="-50" dirty="0">
                <a:latin typeface="Segoe UI"/>
                <a:cs typeface="Segoe UI"/>
              </a:rPr>
              <a:t> </a:t>
            </a:r>
            <a:r>
              <a:rPr lang="fr-FR" sz="2400" dirty="0">
                <a:latin typeface="Segoe UI"/>
                <a:cs typeface="Segoe UI"/>
              </a:rPr>
              <a:t>Extensions</a:t>
            </a:r>
            <a:r>
              <a:rPr lang="fr-FR" sz="2400" spc="-50" dirty="0">
                <a:latin typeface="Segoe UI"/>
                <a:cs typeface="Segoe UI"/>
              </a:rPr>
              <a:t> </a:t>
            </a:r>
            <a:r>
              <a:rPr lang="fr-FR" sz="2400" dirty="0">
                <a:latin typeface="Segoe UI"/>
                <a:cs typeface="Segoe UI"/>
              </a:rPr>
              <a:t>(ou</a:t>
            </a:r>
            <a:r>
              <a:rPr lang="fr-FR" sz="2400" spc="-35" dirty="0">
                <a:latin typeface="Segoe UI"/>
                <a:cs typeface="Segoe UI"/>
              </a:rPr>
              <a:t> </a:t>
            </a:r>
            <a:r>
              <a:rPr lang="fr-FR" sz="2400" dirty="0">
                <a:latin typeface="Segoe UI"/>
                <a:cs typeface="Segoe UI"/>
              </a:rPr>
              <a:t>plus</a:t>
            </a:r>
            <a:r>
              <a:rPr lang="fr-FR" sz="2400" spc="-35" dirty="0">
                <a:latin typeface="Segoe UI"/>
                <a:cs typeface="Segoe UI"/>
              </a:rPr>
              <a:t> </a:t>
            </a:r>
            <a:r>
              <a:rPr lang="fr-FR" sz="2400" dirty="0">
                <a:latin typeface="Segoe UI"/>
                <a:cs typeface="Segoe UI"/>
              </a:rPr>
              <a:t>simplement</a:t>
            </a:r>
            <a:r>
              <a:rPr lang="fr-FR" sz="2400" spc="-55" dirty="0">
                <a:latin typeface="Segoe UI"/>
                <a:cs typeface="Segoe UI"/>
              </a:rPr>
              <a:t> </a:t>
            </a:r>
            <a:r>
              <a:rPr lang="fr-FR" sz="2400" spc="-10" dirty="0">
                <a:latin typeface="Segoe UI"/>
                <a:cs typeface="Segoe UI"/>
              </a:rPr>
              <a:t>MIME)</a:t>
            </a:r>
            <a:endParaRPr lang="fr-FR" sz="2400" dirty="0">
              <a:latin typeface="Segoe UI"/>
              <a:cs typeface="Segoe UI"/>
            </a:endParaRPr>
          </a:p>
          <a:p>
            <a:pPr marL="241300">
              <a:lnSpc>
                <a:spcPts val="2735"/>
              </a:lnSpc>
            </a:pPr>
            <a:r>
              <a:rPr lang="fr-FR" sz="2400" dirty="0">
                <a:latin typeface="Segoe UI"/>
                <a:cs typeface="Segoe UI"/>
              </a:rPr>
              <a:t>permet</a:t>
            </a:r>
            <a:r>
              <a:rPr lang="fr-FR" sz="2400" spc="-50" dirty="0">
                <a:latin typeface="Segoe UI"/>
                <a:cs typeface="Segoe UI"/>
              </a:rPr>
              <a:t> </a:t>
            </a:r>
            <a:r>
              <a:rPr lang="fr-FR" sz="2400" dirty="0">
                <a:latin typeface="Segoe UI"/>
                <a:cs typeface="Segoe UI"/>
              </a:rPr>
              <a:t>d’indiquer</a:t>
            </a:r>
            <a:r>
              <a:rPr lang="fr-FR" sz="2400" spc="-10" dirty="0">
                <a:latin typeface="Segoe UI"/>
                <a:cs typeface="Segoe UI"/>
              </a:rPr>
              <a:t> </a:t>
            </a:r>
            <a:r>
              <a:rPr lang="fr-FR" sz="2400" dirty="0">
                <a:latin typeface="Segoe UI"/>
                <a:cs typeface="Segoe UI"/>
              </a:rPr>
              <a:t>le</a:t>
            </a:r>
            <a:r>
              <a:rPr lang="fr-FR" sz="2400" spc="-25" dirty="0">
                <a:latin typeface="Segoe UI"/>
                <a:cs typeface="Segoe UI"/>
              </a:rPr>
              <a:t> </a:t>
            </a:r>
            <a:r>
              <a:rPr lang="fr-FR" sz="2400" dirty="0">
                <a:latin typeface="Segoe UI"/>
                <a:cs typeface="Segoe UI"/>
              </a:rPr>
              <a:t>type</a:t>
            </a:r>
            <a:r>
              <a:rPr lang="fr-FR" sz="2400" spc="-30" dirty="0">
                <a:latin typeface="Segoe UI"/>
                <a:cs typeface="Segoe UI"/>
              </a:rPr>
              <a:t> </a:t>
            </a:r>
            <a:r>
              <a:rPr lang="fr-FR" sz="2400" dirty="0">
                <a:latin typeface="Segoe UI"/>
                <a:cs typeface="Segoe UI"/>
              </a:rPr>
              <a:t>de</a:t>
            </a:r>
            <a:r>
              <a:rPr lang="fr-FR" sz="2400" spc="-20" dirty="0">
                <a:latin typeface="Segoe UI"/>
                <a:cs typeface="Segoe UI"/>
              </a:rPr>
              <a:t> </a:t>
            </a:r>
            <a:r>
              <a:rPr lang="fr-FR" sz="2400" dirty="0" err="1">
                <a:latin typeface="Segoe UI"/>
                <a:cs typeface="Segoe UI"/>
              </a:rPr>
              <a:t>medias</a:t>
            </a:r>
            <a:r>
              <a:rPr lang="fr-FR" sz="2400" spc="-35" dirty="0">
                <a:latin typeface="Segoe UI"/>
                <a:cs typeface="Segoe UI"/>
              </a:rPr>
              <a:t> </a:t>
            </a:r>
            <a:r>
              <a:rPr lang="fr-FR" sz="2400" spc="-50" dirty="0">
                <a:latin typeface="Segoe UI"/>
                <a:cs typeface="Segoe UI"/>
              </a:rPr>
              <a:t>:</a:t>
            </a:r>
            <a:endParaRPr lang="fr-FR" sz="2400" dirty="0">
              <a:latin typeface="Segoe UI"/>
              <a:cs typeface="Segoe UI"/>
            </a:endParaRPr>
          </a:p>
          <a:p>
            <a:pPr>
              <a:lnSpc>
                <a:spcPct val="100000"/>
              </a:lnSpc>
              <a:spcBef>
                <a:spcPts val="1055"/>
              </a:spcBef>
            </a:pPr>
            <a:endParaRPr lang="fr-FR" sz="2400" dirty="0">
              <a:latin typeface="Segoe UI"/>
              <a:cs typeface="Segoe UI"/>
            </a:endParaRPr>
          </a:p>
          <a:p>
            <a:pPr marL="86360" algn="ctr">
              <a:lnSpc>
                <a:spcPct val="100000"/>
              </a:lnSpc>
            </a:pPr>
            <a:r>
              <a:rPr lang="fr-FR" sz="2400" dirty="0" err="1">
                <a:solidFill>
                  <a:srgbClr val="6F2F9F"/>
                </a:solidFill>
                <a:latin typeface="Consolas"/>
                <a:cs typeface="Consolas"/>
              </a:rPr>
              <a:t>text</a:t>
            </a:r>
            <a:r>
              <a:rPr lang="fr-FR" sz="2400" dirty="0">
                <a:solidFill>
                  <a:srgbClr val="6F2F9F"/>
                </a:solidFill>
                <a:latin typeface="Consolas"/>
                <a:cs typeface="Consolas"/>
              </a:rPr>
              <a:t>/html</a:t>
            </a:r>
            <a:r>
              <a:rPr lang="fr-FR" sz="2400" dirty="0">
                <a:latin typeface="Consolas"/>
                <a:cs typeface="Consolas"/>
              </a:rPr>
              <a:t>;</a:t>
            </a:r>
            <a:r>
              <a:rPr lang="fr-FR" sz="2400" spc="-30" dirty="0">
                <a:latin typeface="Consolas"/>
                <a:cs typeface="Consolas"/>
              </a:rPr>
              <a:t> </a:t>
            </a:r>
            <a:r>
              <a:rPr lang="fr-FR" sz="2400" spc="-25" dirty="0" err="1">
                <a:solidFill>
                  <a:srgbClr val="001F5F"/>
                </a:solidFill>
                <a:latin typeface="Consolas"/>
                <a:cs typeface="Consolas"/>
              </a:rPr>
              <a:t>charset</a:t>
            </a:r>
            <a:r>
              <a:rPr lang="fr-FR" sz="2400" spc="-25" dirty="0">
                <a:solidFill>
                  <a:srgbClr val="001F5F"/>
                </a:solidFill>
                <a:latin typeface="Consolas"/>
                <a:cs typeface="Consolas"/>
              </a:rPr>
              <a:t>=UTF-</a:t>
            </a:r>
            <a:r>
              <a:rPr lang="fr-FR" sz="2400" spc="-50" dirty="0">
                <a:solidFill>
                  <a:srgbClr val="001F5F"/>
                </a:solidFill>
                <a:latin typeface="Consolas"/>
                <a:cs typeface="Consolas"/>
              </a:rPr>
              <a:t>8</a:t>
            </a:r>
            <a:endParaRPr lang="fr-FR" sz="2400" dirty="0">
              <a:latin typeface="Consolas"/>
              <a:cs typeface="Consolas"/>
            </a:endParaRPr>
          </a:p>
          <a:p>
            <a:pPr marL="12700">
              <a:lnSpc>
                <a:spcPct val="100000"/>
              </a:lnSpc>
              <a:spcBef>
                <a:spcPts val="100"/>
              </a:spcBef>
            </a:pPr>
            <a:endParaRPr lang="fr-FR" sz="1800" b="1" dirty="0">
              <a:latin typeface="Segoe UI"/>
              <a:cs typeface="Segoe UI"/>
            </a:endParaRPr>
          </a:p>
        </p:txBody>
      </p:sp>
      <p:sp>
        <p:nvSpPr>
          <p:cNvPr id="3" name="object 4">
            <a:extLst>
              <a:ext uri="{FF2B5EF4-FFF2-40B4-BE49-F238E27FC236}">
                <a16:creationId xmlns:a16="http://schemas.microsoft.com/office/drawing/2014/main" id="{4959C413-C50B-1771-971A-62CD63312A97}"/>
              </a:ext>
            </a:extLst>
          </p:cNvPr>
          <p:cNvSpPr/>
          <p:nvPr/>
        </p:nvSpPr>
        <p:spPr>
          <a:xfrm>
            <a:off x="3952057" y="5336285"/>
            <a:ext cx="536575" cy="127000"/>
          </a:xfrm>
          <a:custGeom>
            <a:avLst/>
            <a:gdLst/>
            <a:ahLst/>
            <a:cxnLst/>
            <a:rect l="l" t="t" r="r" b="b"/>
            <a:pathLst>
              <a:path w="536575" h="127000">
                <a:moveTo>
                  <a:pt x="536448" y="0"/>
                </a:moveTo>
                <a:lnTo>
                  <a:pt x="526414" y="24616"/>
                </a:lnTo>
                <a:lnTo>
                  <a:pt x="499046" y="44719"/>
                </a:lnTo>
                <a:lnTo>
                  <a:pt x="458438" y="58275"/>
                </a:lnTo>
                <a:lnTo>
                  <a:pt x="408686" y="63245"/>
                </a:lnTo>
                <a:lnTo>
                  <a:pt x="395986" y="63245"/>
                </a:lnTo>
                <a:lnTo>
                  <a:pt x="346233" y="68216"/>
                </a:lnTo>
                <a:lnTo>
                  <a:pt x="305625" y="81772"/>
                </a:lnTo>
                <a:lnTo>
                  <a:pt x="278257" y="101875"/>
                </a:lnTo>
                <a:lnTo>
                  <a:pt x="268224" y="126491"/>
                </a:lnTo>
                <a:lnTo>
                  <a:pt x="258190" y="101875"/>
                </a:lnTo>
                <a:lnTo>
                  <a:pt x="230822" y="81772"/>
                </a:lnTo>
                <a:lnTo>
                  <a:pt x="190214" y="68216"/>
                </a:lnTo>
                <a:lnTo>
                  <a:pt x="140462" y="63245"/>
                </a:lnTo>
                <a:lnTo>
                  <a:pt x="127762" y="63245"/>
                </a:lnTo>
                <a:lnTo>
                  <a:pt x="78009" y="58275"/>
                </a:lnTo>
                <a:lnTo>
                  <a:pt x="37401" y="44719"/>
                </a:lnTo>
                <a:lnTo>
                  <a:pt x="10033" y="24616"/>
                </a:lnTo>
                <a:lnTo>
                  <a:pt x="0" y="0"/>
                </a:lnTo>
              </a:path>
            </a:pathLst>
          </a:custGeom>
          <a:ln w="38100">
            <a:solidFill>
              <a:srgbClr val="FF0000"/>
            </a:solidFill>
          </a:ln>
        </p:spPr>
        <p:txBody>
          <a:bodyPr wrap="square" lIns="0" tIns="0" rIns="0" bIns="0" rtlCol="0"/>
          <a:lstStyle/>
          <a:p>
            <a:endParaRPr/>
          </a:p>
        </p:txBody>
      </p:sp>
      <p:sp>
        <p:nvSpPr>
          <p:cNvPr id="6" name="object 5">
            <a:extLst>
              <a:ext uri="{FF2B5EF4-FFF2-40B4-BE49-F238E27FC236}">
                <a16:creationId xmlns:a16="http://schemas.microsoft.com/office/drawing/2014/main" id="{CA093D23-833A-C507-2482-1952B0B48180}"/>
              </a:ext>
            </a:extLst>
          </p:cNvPr>
          <p:cNvSpPr txBox="1"/>
          <p:nvPr/>
        </p:nvSpPr>
        <p:spPr>
          <a:xfrm>
            <a:off x="3946216" y="5881522"/>
            <a:ext cx="444500" cy="269240"/>
          </a:xfrm>
          <a:prstGeom prst="rect">
            <a:avLst/>
          </a:prstGeom>
        </p:spPr>
        <p:txBody>
          <a:bodyPr vert="horz" wrap="square" lIns="0" tIns="12065" rIns="0" bIns="0" rtlCol="0">
            <a:spAutoFit/>
          </a:bodyPr>
          <a:lstStyle/>
          <a:p>
            <a:pPr marL="12700">
              <a:lnSpc>
                <a:spcPct val="100000"/>
              </a:lnSpc>
              <a:spcBef>
                <a:spcPts val="95"/>
              </a:spcBef>
            </a:pPr>
            <a:r>
              <a:rPr sz="1600" spc="-20" dirty="0">
                <a:solidFill>
                  <a:srgbClr val="FF0000"/>
                </a:solidFill>
                <a:latin typeface="Segoe UI"/>
                <a:cs typeface="Segoe UI"/>
              </a:rPr>
              <a:t>Type</a:t>
            </a:r>
            <a:endParaRPr sz="1600">
              <a:latin typeface="Segoe UI"/>
              <a:cs typeface="Segoe UI"/>
            </a:endParaRPr>
          </a:p>
        </p:txBody>
      </p:sp>
      <p:sp>
        <p:nvSpPr>
          <p:cNvPr id="7" name="object 6">
            <a:extLst>
              <a:ext uri="{FF2B5EF4-FFF2-40B4-BE49-F238E27FC236}">
                <a16:creationId xmlns:a16="http://schemas.microsoft.com/office/drawing/2014/main" id="{08CFF008-169B-3CFC-1AB9-C2F336304CD7}"/>
              </a:ext>
            </a:extLst>
          </p:cNvPr>
          <p:cNvSpPr/>
          <p:nvPr/>
        </p:nvSpPr>
        <p:spPr>
          <a:xfrm>
            <a:off x="4726249" y="5336285"/>
            <a:ext cx="608330" cy="127000"/>
          </a:xfrm>
          <a:custGeom>
            <a:avLst/>
            <a:gdLst/>
            <a:ahLst/>
            <a:cxnLst/>
            <a:rect l="l" t="t" r="r" b="b"/>
            <a:pathLst>
              <a:path w="608329" h="127000">
                <a:moveTo>
                  <a:pt x="608076" y="0"/>
                </a:moveTo>
                <a:lnTo>
                  <a:pt x="598042" y="24616"/>
                </a:lnTo>
                <a:lnTo>
                  <a:pt x="570674" y="44719"/>
                </a:lnTo>
                <a:lnTo>
                  <a:pt x="530066" y="58275"/>
                </a:lnTo>
                <a:lnTo>
                  <a:pt x="480313" y="63245"/>
                </a:lnTo>
                <a:lnTo>
                  <a:pt x="431800" y="63245"/>
                </a:lnTo>
                <a:lnTo>
                  <a:pt x="382047" y="68216"/>
                </a:lnTo>
                <a:lnTo>
                  <a:pt x="341439" y="81772"/>
                </a:lnTo>
                <a:lnTo>
                  <a:pt x="314071" y="101875"/>
                </a:lnTo>
                <a:lnTo>
                  <a:pt x="304038" y="126491"/>
                </a:lnTo>
                <a:lnTo>
                  <a:pt x="294004" y="101875"/>
                </a:lnTo>
                <a:lnTo>
                  <a:pt x="266636" y="81772"/>
                </a:lnTo>
                <a:lnTo>
                  <a:pt x="226028" y="68216"/>
                </a:lnTo>
                <a:lnTo>
                  <a:pt x="176275" y="63245"/>
                </a:lnTo>
                <a:lnTo>
                  <a:pt x="127762" y="63245"/>
                </a:lnTo>
                <a:lnTo>
                  <a:pt x="78009" y="58275"/>
                </a:lnTo>
                <a:lnTo>
                  <a:pt x="37401" y="44719"/>
                </a:lnTo>
                <a:lnTo>
                  <a:pt x="10033" y="24616"/>
                </a:lnTo>
                <a:lnTo>
                  <a:pt x="0" y="0"/>
                </a:lnTo>
              </a:path>
            </a:pathLst>
          </a:custGeom>
          <a:ln w="38100">
            <a:solidFill>
              <a:srgbClr val="FF0000"/>
            </a:solidFill>
          </a:ln>
        </p:spPr>
        <p:txBody>
          <a:bodyPr wrap="square" lIns="0" tIns="0" rIns="0" bIns="0" rtlCol="0"/>
          <a:lstStyle/>
          <a:p>
            <a:endParaRPr/>
          </a:p>
        </p:txBody>
      </p:sp>
      <p:sp>
        <p:nvSpPr>
          <p:cNvPr id="8" name="object 7">
            <a:extLst>
              <a:ext uri="{FF2B5EF4-FFF2-40B4-BE49-F238E27FC236}">
                <a16:creationId xmlns:a16="http://schemas.microsoft.com/office/drawing/2014/main" id="{A2F5F0C1-FD01-5BDE-1C20-41C057468CEE}"/>
              </a:ext>
            </a:extLst>
          </p:cNvPr>
          <p:cNvSpPr txBox="1"/>
          <p:nvPr/>
        </p:nvSpPr>
        <p:spPr>
          <a:xfrm>
            <a:off x="4763333" y="5758383"/>
            <a:ext cx="533400" cy="513080"/>
          </a:xfrm>
          <a:prstGeom prst="rect">
            <a:avLst/>
          </a:prstGeom>
        </p:spPr>
        <p:txBody>
          <a:bodyPr vert="horz" wrap="square" lIns="0" tIns="12065" rIns="0" bIns="0" rtlCol="0">
            <a:spAutoFit/>
          </a:bodyPr>
          <a:lstStyle/>
          <a:p>
            <a:pPr marL="70485" marR="5080" indent="-58419">
              <a:lnSpc>
                <a:spcPct val="100000"/>
              </a:lnSpc>
              <a:spcBef>
                <a:spcPts val="95"/>
              </a:spcBef>
            </a:pPr>
            <a:r>
              <a:rPr sz="1600" spc="-10" dirty="0">
                <a:solidFill>
                  <a:srgbClr val="FF0000"/>
                </a:solidFill>
                <a:latin typeface="Segoe UI"/>
                <a:cs typeface="Segoe UI"/>
              </a:rPr>
              <a:t>Sous- </a:t>
            </a:r>
            <a:r>
              <a:rPr sz="1600" spc="-20" dirty="0">
                <a:solidFill>
                  <a:srgbClr val="FF0000"/>
                </a:solidFill>
                <a:latin typeface="Segoe UI"/>
                <a:cs typeface="Segoe UI"/>
              </a:rPr>
              <a:t>type</a:t>
            </a:r>
            <a:endParaRPr sz="1600">
              <a:latin typeface="Segoe UI"/>
              <a:cs typeface="Segoe UI"/>
            </a:endParaRPr>
          </a:p>
        </p:txBody>
      </p:sp>
      <p:sp>
        <p:nvSpPr>
          <p:cNvPr id="9" name="object 8">
            <a:extLst>
              <a:ext uri="{FF2B5EF4-FFF2-40B4-BE49-F238E27FC236}">
                <a16:creationId xmlns:a16="http://schemas.microsoft.com/office/drawing/2014/main" id="{4393020A-332D-7DB5-95E8-FE17E2ACEA3D}"/>
              </a:ext>
            </a:extLst>
          </p:cNvPr>
          <p:cNvSpPr/>
          <p:nvPr/>
        </p:nvSpPr>
        <p:spPr>
          <a:xfrm>
            <a:off x="5680274" y="5336285"/>
            <a:ext cx="2246630" cy="127000"/>
          </a:xfrm>
          <a:custGeom>
            <a:avLst/>
            <a:gdLst/>
            <a:ahLst/>
            <a:cxnLst/>
            <a:rect l="l" t="t" r="r" b="b"/>
            <a:pathLst>
              <a:path w="2246629" h="127000">
                <a:moveTo>
                  <a:pt x="2246376" y="0"/>
                </a:moveTo>
                <a:lnTo>
                  <a:pt x="2236343" y="24616"/>
                </a:lnTo>
                <a:lnTo>
                  <a:pt x="2208974" y="44719"/>
                </a:lnTo>
                <a:lnTo>
                  <a:pt x="2168366" y="58275"/>
                </a:lnTo>
                <a:lnTo>
                  <a:pt x="2118613" y="63245"/>
                </a:lnTo>
                <a:lnTo>
                  <a:pt x="1250950" y="63245"/>
                </a:lnTo>
                <a:lnTo>
                  <a:pt x="1201197" y="68216"/>
                </a:lnTo>
                <a:lnTo>
                  <a:pt x="1160589" y="81772"/>
                </a:lnTo>
                <a:lnTo>
                  <a:pt x="1133221" y="101875"/>
                </a:lnTo>
                <a:lnTo>
                  <a:pt x="1123187" y="126491"/>
                </a:lnTo>
                <a:lnTo>
                  <a:pt x="1113154" y="101875"/>
                </a:lnTo>
                <a:lnTo>
                  <a:pt x="1085786" y="81772"/>
                </a:lnTo>
                <a:lnTo>
                  <a:pt x="1045178" y="68216"/>
                </a:lnTo>
                <a:lnTo>
                  <a:pt x="995426" y="63245"/>
                </a:lnTo>
                <a:lnTo>
                  <a:pt x="127762" y="63245"/>
                </a:lnTo>
                <a:lnTo>
                  <a:pt x="78009" y="58275"/>
                </a:lnTo>
                <a:lnTo>
                  <a:pt x="37401" y="44719"/>
                </a:lnTo>
                <a:lnTo>
                  <a:pt x="10033" y="24616"/>
                </a:lnTo>
                <a:lnTo>
                  <a:pt x="0" y="0"/>
                </a:lnTo>
              </a:path>
            </a:pathLst>
          </a:custGeom>
          <a:ln w="38100">
            <a:solidFill>
              <a:srgbClr val="FF0000"/>
            </a:solidFill>
          </a:ln>
        </p:spPr>
        <p:txBody>
          <a:bodyPr wrap="square" lIns="0" tIns="0" rIns="0" bIns="0" rtlCol="0"/>
          <a:lstStyle/>
          <a:p>
            <a:endParaRPr/>
          </a:p>
        </p:txBody>
      </p:sp>
      <p:sp>
        <p:nvSpPr>
          <p:cNvPr id="10" name="object 9">
            <a:extLst>
              <a:ext uri="{FF2B5EF4-FFF2-40B4-BE49-F238E27FC236}">
                <a16:creationId xmlns:a16="http://schemas.microsoft.com/office/drawing/2014/main" id="{C5031C31-D9F2-29D6-0C27-35B04D68A452}"/>
              </a:ext>
            </a:extLst>
          </p:cNvPr>
          <p:cNvSpPr txBox="1"/>
          <p:nvPr/>
        </p:nvSpPr>
        <p:spPr>
          <a:xfrm>
            <a:off x="5691449" y="5901944"/>
            <a:ext cx="2207895" cy="513080"/>
          </a:xfrm>
          <a:prstGeom prst="rect">
            <a:avLst/>
          </a:prstGeom>
        </p:spPr>
        <p:txBody>
          <a:bodyPr vert="horz" wrap="square" lIns="0" tIns="12065" rIns="0" bIns="0" rtlCol="0">
            <a:spAutoFit/>
          </a:bodyPr>
          <a:lstStyle/>
          <a:p>
            <a:pPr algn="ctr">
              <a:lnSpc>
                <a:spcPct val="100000"/>
              </a:lnSpc>
              <a:spcBef>
                <a:spcPts val="95"/>
              </a:spcBef>
            </a:pPr>
            <a:r>
              <a:rPr sz="1600" dirty="0">
                <a:solidFill>
                  <a:srgbClr val="FF0000"/>
                </a:solidFill>
                <a:latin typeface="Segoe UI"/>
                <a:cs typeface="Segoe UI"/>
              </a:rPr>
              <a:t>Informations</a:t>
            </a:r>
            <a:r>
              <a:rPr sz="1600" spc="-65" dirty="0">
                <a:solidFill>
                  <a:srgbClr val="FF0000"/>
                </a:solidFill>
                <a:latin typeface="Segoe UI"/>
                <a:cs typeface="Segoe UI"/>
              </a:rPr>
              <a:t> </a:t>
            </a:r>
            <a:r>
              <a:rPr sz="1600" spc="-10" dirty="0">
                <a:solidFill>
                  <a:srgbClr val="FF0000"/>
                </a:solidFill>
                <a:latin typeface="Segoe UI"/>
                <a:cs typeface="Segoe UI"/>
              </a:rPr>
              <a:t>spécifiques</a:t>
            </a:r>
            <a:endParaRPr sz="1600">
              <a:latin typeface="Segoe UI"/>
              <a:cs typeface="Segoe UI"/>
            </a:endParaRPr>
          </a:p>
          <a:p>
            <a:pPr marL="53975" algn="ctr">
              <a:lnSpc>
                <a:spcPct val="100000"/>
              </a:lnSpc>
            </a:pPr>
            <a:r>
              <a:rPr sz="1600" dirty="0">
                <a:solidFill>
                  <a:srgbClr val="FF0000"/>
                </a:solidFill>
                <a:latin typeface="Segoe UI"/>
                <a:cs typeface="Segoe UI"/>
              </a:rPr>
              <a:t>du</a:t>
            </a:r>
            <a:r>
              <a:rPr sz="1600" spc="-10" dirty="0">
                <a:solidFill>
                  <a:srgbClr val="FF0000"/>
                </a:solidFill>
                <a:latin typeface="Segoe UI"/>
                <a:cs typeface="Segoe UI"/>
              </a:rPr>
              <a:t> </a:t>
            </a:r>
            <a:r>
              <a:rPr sz="1600" spc="-20" dirty="0">
                <a:solidFill>
                  <a:srgbClr val="FF0000"/>
                </a:solidFill>
                <a:latin typeface="Segoe UI"/>
                <a:cs typeface="Segoe UI"/>
              </a:rPr>
              <a:t>type</a:t>
            </a:r>
            <a:endParaRPr sz="1600">
              <a:latin typeface="Segoe UI"/>
              <a:cs typeface="Segoe UI"/>
            </a:endParaRPr>
          </a:p>
        </p:txBody>
      </p:sp>
    </p:spTree>
    <p:extLst>
      <p:ext uri="{BB962C8B-B14F-4D97-AF65-F5344CB8AC3E}">
        <p14:creationId xmlns:p14="http://schemas.microsoft.com/office/powerpoint/2010/main" val="113984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REST</a:t>
            </a:r>
          </a:p>
        </p:txBody>
      </p:sp>
      <p:sp>
        <p:nvSpPr>
          <p:cNvPr id="5" name="ZoneTexte 4">
            <a:extLst>
              <a:ext uri="{FF2B5EF4-FFF2-40B4-BE49-F238E27FC236}">
                <a16:creationId xmlns:a16="http://schemas.microsoft.com/office/drawing/2014/main" id="{26AC7389-08C4-2A45-B3A2-B4BA5620D7FD}"/>
              </a:ext>
            </a:extLst>
          </p:cNvPr>
          <p:cNvSpPr txBox="1"/>
          <p:nvPr/>
        </p:nvSpPr>
        <p:spPr>
          <a:xfrm>
            <a:off x="1082247" y="1210423"/>
            <a:ext cx="9498667" cy="4852610"/>
          </a:xfrm>
          <a:prstGeom prst="rect">
            <a:avLst/>
          </a:prstGeom>
          <a:noFill/>
        </p:spPr>
        <p:txBody>
          <a:bodyPr wrap="square">
            <a:spAutoFit/>
          </a:bodyPr>
          <a:lstStyle/>
          <a:p>
            <a:pPr marL="12700">
              <a:lnSpc>
                <a:spcPct val="100000"/>
              </a:lnSpc>
              <a:spcBef>
                <a:spcPts val="100"/>
              </a:spcBef>
            </a:pPr>
            <a:r>
              <a:rPr lang="fr-FR" sz="1800" b="1" dirty="0">
                <a:latin typeface="Segoe UI"/>
                <a:cs typeface="Segoe UI"/>
              </a:rPr>
              <a:t>Négociation de contenu</a:t>
            </a:r>
          </a:p>
          <a:p>
            <a:pPr marL="12700">
              <a:lnSpc>
                <a:spcPct val="100000"/>
              </a:lnSpc>
              <a:spcBef>
                <a:spcPts val="415"/>
              </a:spcBef>
              <a:buClr>
                <a:srgbClr val="391778"/>
              </a:buClr>
              <a:tabLst>
                <a:tab pos="240029" algn="l"/>
              </a:tabLst>
            </a:pPr>
            <a:endParaRPr lang="fr-FR" sz="2400" dirty="0">
              <a:latin typeface="Segoe UI"/>
              <a:cs typeface="Segoe UI"/>
            </a:endParaRPr>
          </a:p>
          <a:p>
            <a:pPr marL="240029" indent="-227329">
              <a:lnSpc>
                <a:spcPct val="100000"/>
              </a:lnSpc>
              <a:spcBef>
                <a:spcPts val="100"/>
              </a:spcBef>
              <a:buClr>
                <a:srgbClr val="391778"/>
              </a:buClr>
              <a:buFont typeface="Arial"/>
              <a:buChar char="•"/>
              <a:tabLst>
                <a:tab pos="240029" algn="l"/>
              </a:tabLst>
            </a:pPr>
            <a:r>
              <a:rPr lang="fr-FR" sz="2400" dirty="0">
                <a:latin typeface="Segoe UI"/>
                <a:cs typeface="Segoe UI"/>
              </a:rPr>
              <a:t>Le</a:t>
            </a:r>
            <a:r>
              <a:rPr lang="fr-FR" sz="2400" spc="-30" dirty="0">
                <a:latin typeface="Segoe UI"/>
                <a:cs typeface="Segoe UI"/>
              </a:rPr>
              <a:t> </a:t>
            </a:r>
            <a:r>
              <a:rPr lang="fr-FR" sz="2400" dirty="0">
                <a:latin typeface="Segoe UI"/>
                <a:cs typeface="Segoe UI"/>
              </a:rPr>
              <a:t>client</a:t>
            </a:r>
            <a:r>
              <a:rPr lang="fr-FR" sz="2400" spc="-5" dirty="0">
                <a:latin typeface="Segoe UI"/>
                <a:cs typeface="Segoe UI"/>
              </a:rPr>
              <a:t> </a:t>
            </a:r>
            <a:r>
              <a:rPr lang="fr-FR" sz="2400" dirty="0">
                <a:latin typeface="Segoe UI"/>
                <a:cs typeface="Segoe UI"/>
              </a:rPr>
              <a:t>et</a:t>
            </a:r>
            <a:r>
              <a:rPr lang="fr-FR" sz="2400" spc="-35" dirty="0">
                <a:latin typeface="Segoe UI"/>
                <a:cs typeface="Segoe UI"/>
              </a:rPr>
              <a:t> </a:t>
            </a:r>
            <a:r>
              <a:rPr lang="fr-FR" sz="2400" dirty="0">
                <a:latin typeface="Segoe UI"/>
                <a:cs typeface="Segoe UI"/>
              </a:rPr>
              <a:t>le</a:t>
            </a:r>
            <a:r>
              <a:rPr lang="fr-FR" sz="2400" spc="-20" dirty="0">
                <a:latin typeface="Segoe UI"/>
                <a:cs typeface="Segoe UI"/>
              </a:rPr>
              <a:t> </a:t>
            </a:r>
            <a:r>
              <a:rPr lang="fr-FR" sz="2400" dirty="0">
                <a:latin typeface="Segoe UI"/>
                <a:cs typeface="Segoe UI"/>
              </a:rPr>
              <a:t>serveur</a:t>
            </a:r>
            <a:r>
              <a:rPr lang="fr-FR" sz="2400" spc="-50" dirty="0">
                <a:latin typeface="Segoe UI"/>
                <a:cs typeface="Segoe UI"/>
              </a:rPr>
              <a:t> </a:t>
            </a:r>
            <a:r>
              <a:rPr lang="fr-FR" sz="2400" dirty="0">
                <a:latin typeface="Segoe UI"/>
                <a:cs typeface="Segoe UI"/>
              </a:rPr>
              <a:t>doivent</a:t>
            </a:r>
            <a:r>
              <a:rPr lang="fr-FR" sz="2400" spc="-15" dirty="0">
                <a:latin typeface="Segoe UI"/>
                <a:cs typeface="Segoe UI"/>
              </a:rPr>
              <a:t> </a:t>
            </a:r>
            <a:r>
              <a:rPr lang="fr-FR" sz="2400" dirty="0">
                <a:latin typeface="Segoe UI"/>
                <a:cs typeface="Segoe UI"/>
              </a:rPr>
              <a:t>valider</a:t>
            </a:r>
            <a:r>
              <a:rPr lang="fr-FR" sz="2400" spc="-25" dirty="0">
                <a:latin typeface="Segoe UI"/>
                <a:cs typeface="Segoe UI"/>
              </a:rPr>
              <a:t> </a:t>
            </a:r>
            <a:r>
              <a:rPr lang="fr-FR" sz="2400" dirty="0">
                <a:latin typeface="Segoe UI"/>
                <a:cs typeface="Segoe UI"/>
              </a:rPr>
              <a:t>le</a:t>
            </a:r>
            <a:r>
              <a:rPr lang="fr-FR" sz="2400" spc="-20" dirty="0">
                <a:latin typeface="Segoe UI"/>
                <a:cs typeface="Segoe UI"/>
              </a:rPr>
              <a:t> </a:t>
            </a:r>
            <a:r>
              <a:rPr lang="fr-FR" sz="2400" dirty="0">
                <a:latin typeface="Segoe UI"/>
                <a:cs typeface="Segoe UI"/>
              </a:rPr>
              <a:t>type</a:t>
            </a:r>
            <a:r>
              <a:rPr lang="fr-FR" sz="2400" spc="-50" dirty="0">
                <a:latin typeface="Segoe UI"/>
                <a:cs typeface="Segoe UI"/>
              </a:rPr>
              <a:t> </a:t>
            </a:r>
            <a:r>
              <a:rPr lang="fr-FR" sz="2400" dirty="0">
                <a:latin typeface="Segoe UI"/>
                <a:cs typeface="Segoe UI"/>
              </a:rPr>
              <a:t>d’échange</a:t>
            </a:r>
            <a:r>
              <a:rPr lang="fr-FR" sz="2400" spc="-25" dirty="0">
                <a:latin typeface="Segoe UI"/>
                <a:cs typeface="Segoe UI"/>
              </a:rPr>
              <a:t> </a:t>
            </a:r>
            <a:r>
              <a:rPr lang="fr-FR" sz="2400" dirty="0">
                <a:latin typeface="Segoe UI"/>
                <a:cs typeface="Segoe UI"/>
              </a:rPr>
              <a:t>de</a:t>
            </a:r>
            <a:r>
              <a:rPr lang="fr-FR" sz="2400" spc="-30" dirty="0">
                <a:latin typeface="Segoe UI"/>
                <a:cs typeface="Segoe UI"/>
              </a:rPr>
              <a:t> </a:t>
            </a:r>
            <a:r>
              <a:rPr lang="fr-FR" sz="2400" spc="-10" dirty="0">
                <a:latin typeface="Segoe UI"/>
                <a:cs typeface="Segoe UI"/>
              </a:rPr>
              <a:t>données</a:t>
            </a:r>
            <a:endParaRPr lang="fr-FR" sz="2400" dirty="0">
              <a:latin typeface="Segoe UI"/>
              <a:cs typeface="Segoe UI"/>
            </a:endParaRPr>
          </a:p>
          <a:p>
            <a:pPr>
              <a:lnSpc>
                <a:spcPct val="100000"/>
              </a:lnSpc>
              <a:spcBef>
                <a:spcPts val="1105"/>
              </a:spcBef>
              <a:buClr>
                <a:srgbClr val="391778"/>
              </a:buClr>
              <a:buFont typeface="Arial"/>
              <a:buChar char="•"/>
            </a:pPr>
            <a:endParaRPr lang="fr-FR" sz="2400" dirty="0">
              <a:latin typeface="Segoe UI"/>
              <a:cs typeface="Segoe UI"/>
            </a:endParaRPr>
          </a:p>
          <a:p>
            <a:pPr marL="240029" indent="-227329">
              <a:lnSpc>
                <a:spcPct val="100000"/>
              </a:lnSpc>
              <a:buClr>
                <a:srgbClr val="391778"/>
              </a:buClr>
              <a:buFont typeface="Arial"/>
              <a:buChar char="•"/>
              <a:tabLst>
                <a:tab pos="240029" algn="l"/>
              </a:tabLst>
            </a:pPr>
            <a:r>
              <a:rPr lang="fr-FR" sz="2400" dirty="0">
                <a:latin typeface="Segoe UI"/>
                <a:cs typeface="Segoe UI"/>
              </a:rPr>
              <a:t>Les</a:t>
            </a:r>
            <a:r>
              <a:rPr lang="fr-FR" sz="2400" spc="-55" dirty="0">
                <a:latin typeface="Segoe UI"/>
                <a:cs typeface="Segoe UI"/>
              </a:rPr>
              <a:t> </a:t>
            </a:r>
            <a:r>
              <a:rPr lang="fr-FR" sz="2400" dirty="0">
                <a:latin typeface="Segoe UI"/>
                <a:cs typeface="Segoe UI"/>
              </a:rPr>
              <a:t>messages</a:t>
            </a:r>
            <a:r>
              <a:rPr lang="fr-FR" sz="2400" spc="-65" dirty="0">
                <a:latin typeface="Segoe UI"/>
                <a:cs typeface="Segoe UI"/>
              </a:rPr>
              <a:t> </a:t>
            </a:r>
            <a:r>
              <a:rPr lang="fr-FR" sz="2400" dirty="0">
                <a:latin typeface="Segoe UI"/>
                <a:cs typeface="Segoe UI"/>
              </a:rPr>
              <a:t>indiquent</a:t>
            </a:r>
            <a:r>
              <a:rPr lang="fr-FR" sz="2400" spc="-5" dirty="0">
                <a:latin typeface="Segoe UI"/>
                <a:cs typeface="Segoe UI"/>
              </a:rPr>
              <a:t> </a:t>
            </a:r>
            <a:r>
              <a:rPr lang="fr-FR" sz="2400" dirty="0">
                <a:latin typeface="Segoe UI"/>
                <a:cs typeface="Segoe UI"/>
              </a:rPr>
              <a:t>le</a:t>
            </a:r>
            <a:r>
              <a:rPr lang="fr-FR" sz="2400" spc="-35" dirty="0">
                <a:latin typeface="Segoe UI"/>
                <a:cs typeface="Segoe UI"/>
              </a:rPr>
              <a:t> </a:t>
            </a:r>
            <a:r>
              <a:rPr lang="fr-FR" sz="2400" dirty="0">
                <a:latin typeface="Segoe UI"/>
                <a:cs typeface="Segoe UI"/>
              </a:rPr>
              <a:t>type</a:t>
            </a:r>
            <a:r>
              <a:rPr lang="fr-FR" sz="2400" spc="-35" dirty="0">
                <a:latin typeface="Segoe UI"/>
                <a:cs typeface="Segoe UI"/>
              </a:rPr>
              <a:t> </a:t>
            </a:r>
            <a:r>
              <a:rPr lang="fr-FR" sz="2400" dirty="0">
                <a:latin typeface="Segoe UI"/>
                <a:cs typeface="Segoe UI"/>
              </a:rPr>
              <a:t>de</a:t>
            </a:r>
            <a:r>
              <a:rPr lang="fr-FR" sz="2400" spc="-35" dirty="0">
                <a:latin typeface="Segoe UI"/>
                <a:cs typeface="Segoe UI"/>
              </a:rPr>
              <a:t> </a:t>
            </a:r>
            <a:r>
              <a:rPr lang="fr-FR" sz="2400" dirty="0">
                <a:latin typeface="Segoe UI"/>
                <a:cs typeface="Segoe UI"/>
              </a:rPr>
              <a:t>contenu</a:t>
            </a:r>
            <a:r>
              <a:rPr lang="fr-FR" sz="2400" spc="-15" dirty="0">
                <a:latin typeface="Segoe UI"/>
                <a:cs typeface="Segoe UI"/>
              </a:rPr>
              <a:t> </a:t>
            </a:r>
            <a:r>
              <a:rPr lang="fr-FR" sz="2400" dirty="0">
                <a:latin typeface="Segoe UI"/>
                <a:cs typeface="Segoe UI"/>
              </a:rPr>
              <a:t>du</a:t>
            </a:r>
            <a:r>
              <a:rPr lang="fr-FR" sz="2400" spc="-20" dirty="0">
                <a:latin typeface="Segoe UI"/>
                <a:cs typeface="Segoe UI"/>
              </a:rPr>
              <a:t> </a:t>
            </a:r>
            <a:r>
              <a:rPr lang="fr-FR" sz="2400" dirty="0">
                <a:latin typeface="Segoe UI"/>
                <a:cs typeface="Segoe UI"/>
              </a:rPr>
              <a:t>corps</a:t>
            </a:r>
            <a:r>
              <a:rPr lang="fr-FR" sz="2400" spc="-40" dirty="0">
                <a:latin typeface="Segoe UI"/>
                <a:cs typeface="Segoe UI"/>
              </a:rPr>
              <a:t> </a:t>
            </a:r>
            <a:r>
              <a:rPr lang="fr-FR" sz="2400" dirty="0">
                <a:latin typeface="Segoe UI"/>
                <a:cs typeface="Segoe UI"/>
              </a:rPr>
              <a:t>de</a:t>
            </a:r>
            <a:r>
              <a:rPr lang="fr-FR" sz="2400" spc="-30" dirty="0">
                <a:latin typeface="Segoe UI"/>
                <a:cs typeface="Segoe UI"/>
              </a:rPr>
              <a:t> </a:t>
            </a:r>
            <a:r>
              <a:rPr lang="fr-FR" sz="2400" dirty="0">
                <a:latin typeface="Segoe UI"/>
                <a:cs typeface="Segoe UI"/>
              </a:rPr>
              <a:t>la</a:t>
            </a:r>
            <a:r>
              <a:rPr lang="fr-FR" sz="2400" spc="-15" dirty="0">
                <a:latin typeface="Segoe UI"/>
                <a:cs typeface="Segoe UI"/>
              </a:rPr>
              <a:t> </a:t>
            </a:r>
            <a:r>
              <a:rPr lang="fr-FR" sz="2400" dirty="0">
                <a:latin typeface="Segoe UI"/>
                <a:cs typeface="Segoe UI"/>
              </a:rPr>
              <a:t>requête</a:t>
            </a:r>
            <a:r>
              <a:rPr lang="fr-FR" sz="2400" spc="-55" dirty="0">
                <a:latin typeface="Segoe UI"/>
                <a:cs typeface="Segoe UI"/>
              </a:rPr>
              <a:t> </a:t>
            </a:r>
            <a:r>
              <a:rPr lang="fr-FR" sz="2400" spc="-50" dirty="0">
                <a:latin typeface="Segoe UI"/>
                <a:cs typeface="Segoe UI"/>
              </a:rPr>
              <a:t>:</a:t>
            </a:r>
            <a:endParaRPr lang="fr-FR" sz="2400" dirty="0">
              <a:latin typeface="Segoe UI"/>
              <a:cs typeface="Segoe UI"/>
            </a:endParaRPr>
          </a:p>
          <a:p>
            <a:pPr>
              <a:lnSpc>
                <a:spcPct val="100000"/>
              </a:lnSpc>
              <a:spcBef>
                <a:spcPts val="625"/>
              </a:spcBef>
              <a:buClr>
                <a:srgbClr val="391778"/>
              </a:buClr>
              <a:buFont typeface="Arial"/>
              <a:buChar char="•"/>
            </a:pPr>
            <a:endParaRPr lang="fr-FR" sz="2400" dirty="0">
              <a:latin typeface="Segoe UI"/>
              <a:cs typeface="Segoe UI"/>
            </a:endParaRPr>
          </a:p>
          <a:p>
            <a:pPr marL="927100">
              <a:lnSpc>
                <a:spcPct val="100000"/>
              </a:lnSpc>
              <a:spcBef>
                <a:spcPts val="5"/>
              </a:spcBef>
            </a:pPr>
            <a:r>
              <a:rPr lang="fr-FR" sz="2400" spc="-10" dirty="0">
                <a:solidFill>
                  <a:srgbClr val="15AF00"/>
                </a:solidFill>
                <a:latin typeface="Consolas"/>
                <a:cs typeface="Consolas"/>
              </a:rPr>
              <a:t>Content-</a:t>
            </a:r>
            <a:r>
              <a:rPr lang="fr-FR" sz="2400" dirty="0">
                <a:solidFill>
                  <a:srgbClr val="15AF00"/>
                </a:solidFill>
                <a:latin typeface="Consolas"/>
                <a:cs typeface="Consolas"/>
              </a:rPr>
              <a:t>Type: application/</a:t>
            </a:r>
            <a:r>
              <a:rPr lang="fr-FR" sz="2400" dirty="0" err="1">
                <a:solidFill>
                  <a:srgbClr val="15AF00"/>
                </a:solidFill>
                <a:latin typeface="Consolas"/>
                <a:cs typeface="Consolas"/>
              </a:rPr>
              <a:t>json</a:t>
            </a:r>
            <a:r>
              <a:rPr lang="fr-FR" sz="2400" dirty="0">
                <a:solidFill>
                  <a:srgbClr val="15AF00"/>
                </a:solidFill>
                <a:latin typeface="Consolas"/>
                <a:cs typeface="Consolas"/>
              </a:rPr>
              <a:t>; </a:t>
            </a:r>
            <a:r>
              <a:rPr lang="fr-FR" sz="2400" spc="-10" dirty="0" err="1">
                <a:solidFill>
                  <a:srgbClr val="15AF00"/>
                </a:solidFill>
                <a:latin typeface="Consolas"/>
                <a:cs typeface="Consolas"/>
              </a:rPr>
              <a:t>charset</a:t>
            </a:r>
            <a:r>
              <a:rPr lang="fr-FR" sz="2400" spc="-10" dirty="0">
                <a:solidFill>
                  <a:srgbClr val="15AF00"/>
                </a:solidFill>
                <a:latin typeface="Consolas"/>
                <a:cs typeface="Consolas"/>
              </a:rPr>
              <a:t>=utf-</a:t>
            </a:r>
            <a:r>
              <a:rPr lang="fr-FR" sz="2400" spc="-50" dirty="0">
                <a:solidFill>
                  <a:srgbClr val="15AF00"/>
                </a:solidFill>
                <a:latin typeface="Consolas"/>
                <a:cs typeface="Consolas"/>
              </a:rPr>
              <a:t>8</a:t>
            </a:r>
            <a:endParaRPr lang="fr-FR" sz="2400" dirty="0">
              <a:latin typeface="Consolas"/>
              <a:cs typeface="Consolas"/>
            </a:endParaRPr>
          </a:p>
          <a:p>
            <a:pPr>
              <a:lnSpc>
                <a:spcPct val="100000"/>
              </a:lnSpc>
              <a:spcBef>
                <a:spcPts val="1060"/>
              </a:spcBef>
            </a:pPr>
            <a:endParaRPr lang="fr-FR" sz="2400" dirty="0">
              <a:latin typeface="Consolas"/>
              <a:cs typeface="Consolas"/>
            </a:endParaRPr>
          </a:p>
          <a:p>
            <a:pPr marL="240029" indent="-227329">
              <a:lnSpc>
                <a:spcPct val="100000"/>
              </a:lnSpc>
              <a:buClr>
                <a:srgbClr val="391778"/>
              </a:buClr>
              <a:buFont typeface="Arial"/>
              <a:buChar char="•"/>
              <a:tabLst>
                <a:tab pos="240029" algn="l"/>
              </a:tabLst>
            </a:pPr>
            <a:r>
              <a:rPr lang="fr-FR" sz="2400" dirty="0">
                <a:latin typeface="Segoe UI"/>
                <a:cs typeface="Segoe UI"/>
              </a:rPr>
              <a:t>La</a:t>
            </a:r>
            <a:r>
              <a:rPr lang="fr-FR" sz="2400" spc="-35" dirty="0">
                <a:latin typeface="Segoe UI"/>
                <a:cs typeface="Segoe UI"/>
              </a:rPr>
              <a:t> </a:t>
            </a:r>
            <a:r>
              <a:rPr lang="fr-FR" sz="2400" dirty="0">
                <a:latin typeface="Segoe UI"/>
                <a:cs typeface="Segoe UI"/>
              </a:rPr>
              <a:t>requête</a:t>
            </a:r>
            <a:r>
              <a:rPr lang="fr-FR" sz="2400" spc="-60" dirty="0">
                <a:latin typeface="Segoe UI"/>
                <a:cs typeface="Segoe UI"/>
              </a:rPr>
              <a:t> </a:t>
            </a:r>
            <a:r>
              <a:rPr lang="fr-FR" sz="2400" dirty="0">
                <a:latin typeface="Segoe UI"/>
                <a:cs typeface="Segoe UI"/>
              </a:rPr>
              <a:t>indique</a:t>
            </a:r>
            <a:r>
              <a:rPr lang="fr-FR" sz="2400" spc="-10" dirty="0">
                <a:latin typeface="Segoe UI"/>
                <a:cs typeface="Segoe UI"/>
              </a:rPr>
              <a:t> </a:t>
            </a:r>
            <a:r>
              <a:rPr lang="fr-FR" sz="2400" dirty="0">
                <a:latin typeface="Segoe UI"/>
                <a:cs typeface="Segoe UI"/>
              </a:rPr>
              <a:t>aussi</a:t>
            </a:r>
            <a:r>
              <a:rPr lang="fr-FR" sz="2400" spc="-25" dirty="0">
                <a:latin typeface="Segoe UI"/>
                <a:cs typeface="Segoe UI"/>
              </a:rPr>
              <a:t> </a:t>
            </a:r>
            <a:r>
              <a:rPr lang="fr-FR" sz="2400" dirty="0">
                <a:latin typeface="Segoe UI"/>
                <a:cs typeface="Segoe UI"/>
              </a:rPr>
              <a:t>ce</a:t>
            </a:r>
            <a:r>
              <a:rPr lang="fr-FR" sz="2400" spc="-35" dirty="0">
                <a:latin typeface="Segoe UI"/>
                <a:cs typeface="Segoe UI"/>
              </a:rPr>
              <a:t> </a:t>
            </a:r>
            <a:r>
              <a:rPr lang="fr-FR" sz="2400" dirty="0">
                <a:latin typeface="Segoe UI"/>
                <a:cs typeface="Segoe UI"/>
              </a:rPr>
              <a:t>qui</a:t>
            </a:r>
            <a:r>
              <a:rPr lang="fr-FR" sz="2400" spc="-25" dirty="0">
                <a:latin typeface="Segoe UI"/>
                <a:cs typeface="Segoe UI"/>
              </a:rPr>
              <a:t> </a:t>
            </a:r>
            <a:r>
              <a:rPr lang="fr-FR" sz="2400" dirty="0">
                <a:latin typeface="Segoe UI"/>
                <a:cs typeface="Segoe UI"/>
              </a:rPr>
              <a:t>est</a:t>
            </a:r>
            <a:r>
              <a:rPr lang="fr-FR" sz="2400" spc="-40" dirty="0">
                <a:latin typeface="Segoe UI"/>
                <a:cs typeface="Segoe UI"/>
              </a:rPr>
              <a:t> </a:t>
            </a:r>
            <a:r>
              <a:rPr lang="fr-FR" sz="2400" dirty="0">
                <a:latin typeface="Segoe UI"/>
                <a:cs typeface="Segoe UI"/>
              </a:rPr>
              <a:t>acceptable</a:t>
            </a:r>
            <a:r>
              <a:rPr lang="fr-FR" sz="2400" spc="-30" dirty="0">
                <a:latin typeface="Segoe UI"/>
                <a:cs typeface="Segoe UI"/>
              </a:rPr>
              <a:t> </a:t>
            </a:r>
            <a:r>
              <a:rPr lang="fr-FR" sz="2400" dirty="0">
                <a:latin typeface="Segoe UI"/>
                <a:cs typeface="Segoe UI"/>
              </a:rPr>
              <a:t>comme</a:t>
            </a:r>
            <a:r>
              <a:rPr lang="fr-FR" sz="2400" spc="-25" dirty="0">
                <a:latin typeface="Segoe UI"/>
                <a:cs typeface="Segoe UI"/>
              </a:rPr>
              <a:t> </a:t>
            </a:r>
            <a:r>
              <a:rPr lang="fr-FR" sz="2400" dirty="0">
                <a:latin typeface="Segoe UI"/>
                <a:cs typeface="Segoe UI"/>
              </a:rPr>
              <a:t>réponse</a:t>
            </a:r>
            <a:r>
              <a:rPr lang="fr-FR" sz="2400" spc="-55" dirty="0">
                <a:latin typeface="Segoe UI"/>
                <a:cs typeface="Segoe UI"/>
              </a:rPr>
              <a:t> </a:t>
            </a:r>
            <a:r>
              <a:rPr lang="fr-FR" sz="2400" spc="-50" dirty="0">
                <a:latin typeface="Segoe UI"/>
                <a:cs typeface="Segoe UI"/>
              </a:rPr>
              <a:t>:</a:t>
            </a:r>
            <a:endParaRPr lang="fr-FR" sz="2400" dirty="0">
              <a:latin typeface="Segoe UI"/>
              <a:cs typeface="Segoe UI"/>
            </a:endParaRPr>
          </a:p>
          <a:p>
            <a:pPr>
              <a:lnSpc>
                <a:spcPct val="100000"/>
              </a:lnSpc>
              <a:spcBef>
                <a:spcPts val="630"/>
              </a:spcBef>
            </a:pPr>
            <a:endParaRPr lang="fr-FR" sz="2400" dirty="0">
              <a:latin typeface="Segoe UI"/>
              <a:cs typeface="Segoe UI"/>
            </a:endParaRPr>
          </a:p>
          <a:p>
            <a:pPr marL="927100">
              <a:lnSpc>
                <a:spcPct val="100000"/>
              </a:lnSpc>
              <a:spcBef>
                <a:spcPts val="5"/>
              </a:spcBef>
            </a:pPr>
            <a:r>
              <a:rPr lang="fr-FR" sz="2400" dirty="0" err="1">
                <a:solidFill>
                  <a:srgbClr val="15AF00"/>
                </a:solidFill>
                <a:latin typeface="Consolas"/>
                <a:cs typeface="Consolas"/>
              </a:rPr>
              <a:t>Accept</a:t>
            </a:r>
            <a:r>
              <a:rPr lang="fr-FR" sz="2400" dirty="0">
                <a:solidFill>
                  <a:srgbClr val="15AF00"/>
                </a:solidFill>
                <a:latin typeface="Consolas"/>
                <a:cs typeface="Consolas"/>
              </a:rPr>
              <a:t>:</a:t>
            </a:r>
            <a:r>
              <a:rPr lang="fr-FR" sz="2400" spc="-40" dirty="0">
                <a:solidFill>
                  <a:srgbClr val="15AF00"/>
                </a:solidFill>
                <a:latin typeface="Consolas"/>
                <a:cs typeface="Consolas"/>
              </a:rPr>
              <a:t> </a:t>
            </a:r>
            <a:r>
              <a:rPr lang="fr-FR" sz="2400" dirty="0">
                <a:solidFill>
                  <a:srgbClr val="15AF00"/>
                </a:solidFill>
                <a:latin typeface="Consolas"/>
                <a:cs typeface="Consolas"/>
              </a:rPr>
              <a:t>application/</a:t>
            </a:r>
            <a:r>
              <a:rPr lang="fr-FR" sz="2400" dirty="0" err="1">
                <a:solidFill>
                  <a:srgbClr val="15AF00"/>
                </a:solidFill>
                <a:latin typeface="Consolas"/>
                <a:cs typeface="Consolas"/>
              </a:rPr>
              <a:t>json</a:t>
            </a:r>
            <a:r>
              <a:rPr lang="fr-FR" sz="2400" dirty="0">
                <a:solidFill>
                  <a:srgbClr val="15AF00"/>
                </a:solidFill>
                <a:latin typeface="Consolas"/>
                <a:cs typeface="Consolas"/>
              </a:rPr>
              <a:t>,</a:t>
            </a:r>
            <a:r>
              <a:rPr lang="fr-FR" sz="2400" spc="-30" dirty="0">
                <a:solidFill>
                  <a:srgbClr val="15AF00"/>
                </a:solidFill>
                <a:latin typeface="Consolas"/>
                <a:cs typeface="Consolas"/>
              </a:rPr>
              <a:t> </a:t>
            </a:r>
            <a:r>
              <a:rPr lang="fr-FR" sz="2400" spc="-10" dirty="0">
                <a:solidFill>
                  <a:srgbClr val="15AF00"/>
                </a:solidFill>
                <a:latin typeface="Consolas"/>
                <a:cs typeface="Consolas"/>
              </a:rPr>
              <a:t>application/xml</a:t>
            </a:r>
            <a:endParaRPr lang="fr-FR" sz="2400" dirty="0">
              <a:latin typeface="Consolas"/>
              <a:cs typeface="Consolas"/>
            </a:endParaRPr>
          </a:p>
          <a:p>
            <a:pPr marL="12700">
              <a:lnSpc>
                <a:spcPct val="100000"/>
              </a:lnSpc>
              <a:spcBef>
                <a:spcPts val="100"/>
              </a:spcBef>
            </a:pPr>
            <a:endParaRPr lang="fr-FR" sz="1800" b="1" dirty="0">
              <a:latin typeface="Segoe UI"/>
              <a:cs typeface="Segoe UI"/>
            </a:endParaRPr>
          </a:p>
        </p:txBody>
      </p:sp>
    </p:spTree>
    <p:extLst>
      <p:ext uri="{BB962C8B-B14F-4D97-AF65-F5344CB8AC3E}">
        <p14:creationId xmlns:p14="http://schemas.microsoft.com/office/powerpoint/2010/main" val="92504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REST</a:t>
            </a:r>
          </a:p>
        </p:txBody>
      </p:sp>
      <p:sp>
        <p:nvSpPr>
          <p:cNvPr id="5" name="ZoneTexte 4">
            <a:extLst>
              <a:ext uri="{FF2B5EF4-FFF2-40B4-BE49-F238E27FC236}">
                <a16:creationId xmlns:a16="http://schemas.microsoft.com/office/drawing/2014/main" id="{26AC7389-08C4-2A45-B3A2-B4BA5620D7FD}"/>
              </a:ext>
            </a:extLst>
          </p:cNvPr>
          <p:cNvSpPr txBox="1"/>
          <p:nvPr/>
        </p:nvSpPr>
        <p:spPr>
          <a:xfrm>
            <a:off x="1082247" y="1210423"/>
            <a:ext cx="9498667" cy="3754874"/>
          </a:xfrm>
          <a:prstGeom prst="rect">
            <a:avLst/>
          </a:prstGeom>
          <a:noFill/>
        </p:spPr>
        <p:txBody>
          <a:bodyPr wrap="square">
            <a:spAutoFit/>
          </a:bodyPr>
          <a:lstStyle/>
          <a:p>
            <a:pPr marL="12700">
              <a:lnSpc>
                <a:spcPct val="100000"/>
              </a:lnSpc>
              <a:spcBef>
                <a:spcPts val="100"/>
              </a:spcBef>
            </a:pPr>
            <a:r>
              <a:rPr lang="fr-FR" sz="1800" b="1" dirty="0">
                <a:latin typeface="Segoe UI"/>
                <a:cs typeface="Segoe UI"/>
              </a:rPr>
              <a:t>Authentification à travers REST</a:t>
            </a:r>
          </a:p>
          <a:p>
            <a:pPr marL="12700">
              <a:lnSpc>
                <a:spcPct val="100000"/>
              </a:lnSpc>
              <a:spcBef>
                <a:spcPts val="415"/>
              </a:spcBef>
              <a:buClr>
                <a:srgbClr val="391778"/>
              </a:buClr>
              <a:tabLst>
                <a:tab pos="240029" algn="l"/>
              </a:tabLst>
            </a:pPr>
            <a:endParaRPr lang="fr-FR" sz="2400" dirty="0">
              <a:latin typeface="Segoe UI"/>
              <a:cs typeface="Segoe UI"/>
            </a:endParaRPr>
          </a:p>
          <a:p>
            <a:pPr marL="240029" indent="-227329">
              <a:lnSpc>
                <a:spcPct val="100000"/>
              </a:lnSpc>
              <a:spcBef>
                <a:spcPts val="100"/>
              </a:spcBef>
              <a:buClr>
                <a:srgbClr val="391778"/>
              </a:buClr>
              <a:buFont typeface="Arial"/>
              <a:buChar char="•"/>
              <a:tabLst>
                <a:tab pos="240029" algn="l"/>
              </a:tabLst>
            </a:pPr>
            <a:r>
              <a:rPr lang="fr-FR" sz="2400" dirty="0">
                <a:latin typeface="Segoe UI"/>
                <a:cs typeface="Segoe UI"/>
              </a:rPr>
              <a:t>Utilisation</a:t>
            </a:r>
            <a:r>
              <a:rPr lang="fr-FR" sz="2400" spc="-30" dirty="0">
                <a:latin typeface="Segoe UI"/>
                <a:cs typeface="Segoe UI"/>
              </a:rPr>
              <a:t> </a:t>
            </a:r>
            <a:r>
              <a:rPr lang="fr-FR" sz="2400" dirty="0">
                <a:latin typeface="Segoe UI"/>
                <a:cs typeface="Segoe UI"/>
              </a:rPr>
              <a:t>de</a:t>
            </a:r>
            <a:r>
              <a:rPr lang="fr-FR" sz="2400" spc="-80" dirty="0">
                <a:latin typeface="Segoe UI"/>
                <a:cs typeface="Segoe UI"/>
              </a:rPr>
              <a:t> </a:t>
            </a:r>
            <a:r>
              <a:rPr lang="fr-FR" sz="2400" dirty="0">
                <a:latin typeface="Segoe UI"/>
                <a:cs typeface="Segoe UI"/>
              </a:rPr>
              <a:t>jetons</a:t>
            </a:r>
            <a:r>
              <a:rPr lang="fr-FR" sz="2400" spc="-70" dirty="0">
                <a:latin typeface="Segoe UI"/>
                <a:cs typeface="Segoe UI"/>
              </a:rPr>
              <a:t> </a:t>
            </a:r>
            <a:r>
              <a:rPr lang="fr-FR" sz="2400" spc="-10" dirty="0">
                <a:latin typeface="Segoe UI"/>
                <a:cs typeface="Segoe UI"/>
              </a:rPr>
              <a:t>(</a:t>
            </a:r>
            <a:r>
              <a:rPr lang="fr-FR" sz="2400" spc="-10" dirty="0" err="1">
                <a:latin typeface="Segoe UI"/>
                <a:cs typeface="Segoe UI"/>
              </a:rPr>
              <a:t>token</a:t>
            </a:r>
            <a:r>
              <a:rPr lang="fr-FR" sz="2400" spc="-10" dirty="0">
                <a:latin typeface="Segoe UI"/>
                <a:cs typeface="Segoe UI"/>
              </a:rPr>
              <a:t>)</a:t>
            </a:r>
          </a:p>
          <a:p>
            <a:pPr marL="240029" indent="-227329">
              <a:lnSpc>
                <a:spcPct val="100000"/>
              </a:lnSpc>
              <a:spcBef>
                <a:spcPts val="100"/>
              </a:spcBef>
              <a:buClr>
                <a:srgbClr val="391778"/>
              </a:buClr>
              <a:buFont typeface="Arial"/>
              <a:buChar char="•"/>
              <a:tabLst>
                <a:tab pos="240029" algn="l"/>
              </a:tabLst>
            </a:pPr>
            <a:endParaRPr lang="fr-FR" b="1" spc="-10" dirty="0">
              <a:latin typeface="Segoe UI"/>
              <a:cs typeface="Segoe UI"/>
            </a:endParaRPr>
          </a:p>
          <a:p>
            <a:pPr marL="240029" indent="-227329">
              <a:spcBef>
                <a:spcPts val="100"/>
              </a:spcBef>
              <a:buClr>
                <a:srgbClr val="391778"/>
              </a:buClr>
              <a:buFont typeface="Arial"/>
              <a:buChar char="•"/>
              <a:tabLst>
                <a:tab pos="240029" algn="l"/>
              </a:tabLst>
            </a:pPr>
            <a:r>
              <a:rPr lang="fr-FR" sz="2400" dirty="0">
                <a:latin typeface="Segoe UI"/>
                <a:cs typeface="Segoe UI"/>
              </a:rPr>
              <a:t>Jeton</a:t>
            </a:r>
            <a:r>
              <a:rPr lang="fr-FR" sz="2400" spc="-40" dirty="0">
                <a:latin typeface="Segoe UI"/>
                <a:cs typeface="Segoe UI"/>
              </a:rPr>
              <a:t> </a:t>
            </a:r>
            <a:r>
              <a:rPr lang="fr-FR" sz="2400" spc="-10" dirty="0">
                <a:latin typeface="Segoe UI"/>
                <a:cs typeface="Segoe UI"/>
              </a:rPr>
              <a:t>temporaire</a:t>
            </a:r>
          </a:p>
          <a:p>
            <a:pPr marL="240029" indent="-227329">
              <a:spcBef>
                <a:spcPts val="100"/>
              </a:spcBef>
              <a:buClr>
                <a:srgbClr val="391778"/>
              </a:buClr>
              <a:buFont typeface="Arial"/>
              <a:buChar char="•"/>
              <a:tabLst>
                <a:tab pos="240029" algn="l"/>
              </a:tabLst>
            </a:pPr>
            <a:endParaRPr lang="fr-FR" sz="2400" dirty="0">
              <a:latin typeface="Segoe UI"/>
              <a:cs typeface="Segoe UI"/>
            </a:endParaRPr>
          </a:p>
          <a:p>
            <a:pPr marL="240029" indent="-227329">
              <a:spcBef>
                <a:spcPts val="100"/>
              </a:spcBef>
              <a:buClr>
                <a:srgbClr val="391778"/>
              </a:buClr>
              <a:buFont typeface="Arial"/>
              <a:buChar char="•"/>
              <a:tabLst>
                <a:tab pos="240029" algn="l"/>
              </a:tabLst>
            </a:pPr>
            <a:r>
              <a:rPr lang="fr-FR" sz="2400" dirty="0">
                <a:latin typeface="Segoe UI"/>
                <a:cs typeface="Segoe UI"/>
              </a:rPr>
              <a:t>Généralement</a:t>
            </a:r>
            <a:r>
              <a:rPr lang="fr-FR" sz="2400" spc="-35" dirty="0">
                <a:latin typeface="Segoe UI"/>
                <a:cs typeface="Segoe UI"/>
              </a:rPr>
              <a:t> </a:t>
            </a:r>
            <a:r>
              <a:rPr lang="fr-FR" sz="2400" dirty="0">
                <a:latin typeface="Segoe UI"/>
                <a:cs typeface="Segoe UI"/>
              </a:rPr>
              <a:t>inséré</a:t>
            </a:r>
            <a:r>
              <a:rPr lang="fr-FR" sz="2400" spc="-35" dirty="0">
                <a:latin typeface="Segoe UI"/>
                <a:cs typeface="Segoe UI"/>
              </a:rPr>
              <a:t> </a:t>
            </a:r>
            <a:r>
              <a:rPr lang="fr-FR" sz="2400" dirty="0">
                <a:latin typeface="Segoe UI"/>
                <a:cs typeface="Segoe UI"/>
              </a:rPr>
              <a:t>dans</a:t>
            </a:r>
            <a:r>
              <a:rPr lang="fr-FR" sz="2400" spc="-35" dirty="0">
                <a:latin typeface="Segoe UI"/>
                <a:cs typeface="Segoe UI"/>
              </a:rPr>
              <a:t> </a:t>
            </a:r>
            <a:r>
              <a:rPr lang="fr-FR" sz="2400" dirty="0">
                <a:latin typeface="Segoe UI"/>
                <a:cs typeface="Segoe UI"/>
              </a:rPr>
              <a:t>les</a:t>
            </a:r>
            <a:r>
              <a:rPr lang="fr-FR" sz="2400" spc="-35" dirty="0">
                <a:latin typeface="Segoe UI"/>
                <a:cs typeface="Segoe UI"/>
              </a:rPr>
              <a:t> </a:t>
            </a:r>
            <a:r>
              <a:rPr lang="fr-FR" sz="2400" dirty="0">
                <a:latin typeface="Segoe UI"/>
                <a:cs typeface="Segoe UI"/>
              </a:rPr>
              <a:t>headers</a:t>
            </a:r>
            <a:r>
              <a:rPr lang="fr-FR" sz="2400" spc="-35" dirty="0">
                <a:latin typeface="Segoe UI"/>
                <a:cs typeface="Segoe UI"/>
              </a:rPr>
              <a:t> </a:t>
            </a:r>
            <a:r>
              <a:rPr lang="fr-FR" sz="2400" dirty="0">
                <a:latin typeface="Segoe UI"/>
                <a:cs typeface="Segoe UI"/>
              </a:rPr>
              <a:t>de</a:t>
            </a:r>
            <a:r>
              <a:rPr lang="fr-FR" sz="2400" spc="-45" dirty="0">
                <a:latin typeface="Segoe UI"/>
                <a:cs typeface="Segoe UI"/>
              </a:rPr>
              <a:t> </a:t>
            </a:r>
            <a:r>
              <a:rPr lang="fr-FR" sz="2400" dirty="0">
                <a:latin typeface="Segoe UI"/>
                <a:cs typeface="Segoe UI"/>
              </a:rPr>
              <a:t>la</a:t>
            </a:r>
            <a:r>
              <a:rPr lang="fr-FR" sz="2400" spc="-25" dirty="0">
                <a:latin typeface="Segoe UI"/>
                <a:cs typeface="Segoe UI"/>
              </a:rPr>
              <a:t> </a:t>
            </a:r>
            <a:r>
              <a:rPr lang="fr-FR" sz="2400" spc="-10" dirty="0">
                <a:latin typeface="Segoe UI"/>
                <a:cs typeface="Segoe UI"/>
              </a:rPr>
              <a:t>requête</a:t>
            </a:r>
            <a:endParaRPr lang="fr-FR" sz="2400" dirty="0">
              <a:latin typeface="Segoe UI"/>
              <a:cs typeface="Segoe UI"/>
            </a:endParaRPr>
          </a:p>
          <a:p>
            <a:pPr marL="240029" indent="-227329">
              <a:lnSpc>
                <a:spcPct val="100000"/>
              </a:lnSpc>
              <a:spcBef>
                <a:spcPts val="100"/>
              </a:spcBef>
              <a:buClr>
                <a:srgbClr val="391778"/>
              </a:buClr>
              <a:buFont typeface="Arial"/>
              <a:buChar char="•"/>
              <a:tabLst>
                <a:tab pos="240029" algn="l"/>
              </a:tabLst>
            </a:pPr>
            <a:endParaRPr lang="fr-FR" sz="2400" b="1" spc="-10" dirty="0">
              <a:latin typeface="Segoe UI"/>
              <a:cs typeface="Segoe UI"/>
            </a:endParaRPr>
          </a:p>
          <a:p>
            <a:pPr marL="12700" algn="ctr">
              <a:spcBef>
                <a:spcPts val="100"/>
              </a:spcBef>
              <a:buClr>
                <a:srgbClr val="391778"/>
              </a:buClr>
              <a:tabLst>
                <a:tab pos="240029" algn="l"/>
              </a:tabLst>
            </a:pPr>
            <a:r>
              <a:rPr lang="fr-FR" sz="2400" dirty="0" err="1">
                <a:solidFill>
                  <a:srgbClr val="15AF00"/>
                </a:solidFill>
                <a:latin typeface="Segoe UI"/>
                <a:cs typeface="Segoe UI"/>
              </a:rPr>
              <a:t>Authorization</a:t>
            </a:r>
            <a:r>
              <a:rPr lang="fr-FR" sz="2400" dirty="0">
                <a:solidFill>
                  <a:srgbClr val="15AF00"/>
                </a:solidFill>
                <a:latin typeface="Segoe UI"/>
                <a:cs typeface="Segoe UI"/>
              </a:rPr>
              <a:t>:</a:t>
            </a:r>
            <a:r>
              <a:rPr lang="fr-FR" sz="2400" spc="-70" dirty="0">
                <a:solidFill>
                  <a:srgbClr val="15AF00"/>
                </a:solidFill>
                <a:latin typeface="Segoe UI"/>
                <a:cs typeface="Segoe UI"/>
              </a:rPr>
              <a:t> </a:t>
            </a:r>
            <a:r>
              <a:rPr lang="fr-FR" sz="2400" dirty="0" err="1">
                <a:solidFill>
                  <a:srgbClr val="15AF00"/>
                </a:solidFill>
                <a:latin typeface="Segoe UI"/>
                <a:cs typeface="Segoe UI"/>
              </a:rPr>
              <a:t>Bearer</a:t>
            </a:r>
            <a:r>
              <a:rPr lang="fr-FR" sz="2400" spc="-25" dirty="0">
                <a:solidFill>
                  <a:srgbClr val="15AF00"/>
                </a:solidFill>
                <a:latin typeface="Segoe UI"/>
                <a:cs typeface="Segoe UI"/>
              </a:rPr>
              <a:t> </a:t>
            </a:r>
            <a:r>
              <a:rPr lang="fr-FR" sz="2400" spc="-10" dirty="0">
                <a:solidFill>
                  <a:srgbClr val="15AF00"/>
                </a:solidFill>
                <a:latin typeface="Segoe UI"/>
                <a:cs typeface="Segoe UI"/>
              </a:rPr>
              <a:t>eyJ0eXAiOi…</a:t>
            </a:r>
            <a:endParaRPr lang="fr-FR" sz="2400" dirty="0">
              <a:latin typeface="Segoe UI"/>
              <a:cs typeface="Segoe UI"/>
            </a:endParaRPr>
          </a:p>
          <a:p>
            <a:pPr marL="12700">
              <a:lnSpc>
                <a:spcPct val="100000"/>
              </a:lnSpc>
              <a:spcBef>
                <a:spcPts val="100"/>
              </a:spcBef>
              <a:buClr>
                <a:srgbClr val="391778"/>
              </a:buClr>
              <a:tabLst>
                <a:tab pos="240029" algn="l"/>
              </a:tabLst>
            </a:pPr>
            <a:endParaRPr lang="fr-FR" sz="2400" dirty="0">
              <a:latin typeface="Segoe UI"/>
              <a:cs typeface="Segoe UI"/>
            </a:endParaRPr>
          </a:p>
        </p:txBody>
      </p:sp>
    </p:spTree>
    <p:extLst>
      <p:ext uri="{BB962C8B-B14F-4D97-AF65-F5344CB8AC3E}">
        <p14:creationId xmlns:p14="http://schemas.microsoft.com/office/powerpoint/2010/main" val="688460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2. REST</a:t>
            </a:r>
          </a:p>
        </p:txBody>
      </p:sp>
      <p:sp>
        <p:nvSpPr>
          <p:cNvPr id="5" name="ZoneTexte 4">
            <a:extLst>
              <a:ext uri="{FF2B5EF4-FFF2-40B4-BE49-F238E27FC236}">
                <a16:creationId xmlns:a16="http://schemas.microsoft.com/office/drawing/2014/main" id="{26AC7389-08C4-2A45-B3A2-B4BA5620D7FD}"/>
              </a:ext>
            </a:extLst>
          </p:cNvPr>
          <p:cNvSpPr txBox="1"/>
          <p:nvPr/>
        </p:nvSpPr>
        <p:spPr>
          <a:xfrm>
            <a:off x="838200" y="1210423"/>
            <a:ext cx="9498667" cy="4996240"/>
          </a:xfrm>
          <a:prstGeom prst="rect">
            <a:avLst/>
          </a:prstGeom>
          <a:noFill/>
        </p:spPr>
        <p:txBody>
          <a:bodyPr wrap="square">
            <a:spAutoFit/>
          </a:bodyPr>
          <a:lstStyle/>
          <a:p>
            <a:pPr marL="12700">
              <a:lnSpc>
                <a:spcPct val="100000"/>
              </a:lnSpc>
              <a:spcBef>
                <a:spcPts val="100"/>
              </a:spcBef>
            </a:pPr>
            <a:r>
              <a:rPr lang="fr-FR" sz="1800" b="1" dirty="0">
                <a:latin typeface="Segoe UI"/>
                <a:cs typeface="Segoe UI"/>
              </a:rPr>
              <a:t>Outils pour tester des services</a:t>
            </a:r>
          </a:p>
          <a:p>
            <a:pPr marL="12700">
              <a:lnSpc>
                <a:spcPct val="100000"/>
              </a:lnSpc>
              <a:spcBef>
                <a:spcPts val="415"/>
              </a:spcBef>
              <a:buClr>
                <a:srgbClr val="391778"/>
              </a:buClr>
              <a:tabLst>
                <a:tab pos="240029" algn="l"/>
              </a:tabLst>
            </a:pPr>
            <a:endParaRPr lang="fr-FR" sz="2400" dirty="0">
              <a:latin typeface="Segoe UI"/>
              <a:cs typeface="Segoe UI"/>
            </a:endParaRPr>
          </a:p>
          <a:p>
            <a:pPr marL="240665" lvl="1" indent="-227965">
              <a:spcBef>
                <a:spcPts val="860"/>
              </a:spcBef>
              <a:buClr>
                <a:srgbClr val="391778"/>
              </a:buClr>
              <a:buFont typeface="Arial"/>
              <a:buChar char="•"/>
              <a:tabLst>
                <a:tab pos="240665" algn="l"/>
              </a:tabLst>
            </a:pPr>
            <a:r>
              <a:rPr lang="fr-FR" sz="2400" spc="-10" dirty="0" err="1">
                <a:latin typeface="Segoe UI"/>
                <a:cs typeface="Segoe UI"/>
              </a:rPr>
              <a:t>Fiddler</a:t>
            </a:r>
            <a:endParaRPr lang="fr-FR" sz="2400" dirty="0">
              <a:latin typeface="Segoe UI"/>
              <a:cs typeface="Segoe UI"/>
            </a:endParaRPr>
          </a:p>
          <a:p>
            <a:pPr marL="220979" lvl="1">
              <a:spcBef>
                <a:spcPts val="770"/>
              </a:spcBef>
            </a:pPr>
            <a:r>
              <a:rPr lang="fr-FR" sz="2400" u="sng" spc="-10" dirty="0">
                <a:solidFill>
                  <a:srgbClr val="0462C1"/>
                </a:solidFill>
                <a:uFill>
                  <a:solidFill>
                    <a:srgbClr val="0462C1"/>
                  </a:solidFill>
                </a:uFill>
                <a:latin typeface="Segoe UI"/>
                <a:cs typeface="Segoe UI"/>
                <a:hlinkClick r:id="rId2"/>
              </a:rPr>
              <a:t>http://www.telerik.com/fiddler</a:t>
            </a:r>
            <a:endParaRPr lang="fr-FR" sz="2400" dirty="0">
              <a:latin typeface="Segoe UI"/>
              <a:cs typeface="Segoe UI"/>
            </a:endParaRPr>
          </a:p>
          <a:p>
            <a:pPr marL="12700">
              <a:lnSpc>
                <a:spcPct val="100000"/>
              </a:lnSpc>
              <a:spcBef>
                <a:spcPts val="100"/>
              </a:spcBef>
              <a:buClr>
                <a:srgbClr val="391778"/>
              </a:buClr>
              <a:tabLst>
                <a:tab pos="240029" algn="l"/>
              </a:tabLst>
            </a:pPr>
            <a:endParaRPr lang="fr-FR" sz="2400" dirty="0">
              <a:latin typeface="Segoe UI"/>
              <a:cs typeface="Segoe UI"/>
            </a:endParaRPr>
          </a:p>
          <a:p>
            <a:pPr marL="12700">
              <a:lnSpc>
                <a:spcPct val="100000"/>
              </a:lnSpc>
              <a:spcBef>
                <a:spcPts val="100"/>
              </a:spcBef>
              <a:buClr>
                <a:srgbClr val="391778"/>
              </a:buClr>
              <a:tabLst>
                <a:tab pos="240029" algn="l"/>
              </a:tabLst>
            </a:pPr>
            <a:endParaRPr lang="fr-FR" sz="2400" dirty="0">
              <a:latin typeface="Segoe UI"/>
              <a:cs typeface="Segoe UI"/>
            </a:endParaRPr>
          </a:p>
          <a:p>
            <a:pPr marL="240665" indent="-227965">
              <a:lnSpc>
                <a:spcPct val="100000"/>
              </a:lnSpc>
              <a:spcBef>
                <a:spcPts val="860"/>
              </a:spcBef>
              <a:buClr>
                <a:srgbClr val="391778"/>
              </a:buClr>
              <a:buFont typeface="Arial"/>
              <a:buChar char="•"/>
              <a:tabLst>
                <a:tab pos="240665" algn="l"/>
              </a:tabLst>
            </a:pPr>
            <a:r>
              <a:rPr lang="fr-FR" sz="2400" spc="-10" dirty="0">
                <a:latin typeface="Segoe UI"/>
                <a:cs typeface="Segoe UI"/>
              </a:rPr>
              <a:t>Postman</a:t>
            </a:r>
            <a:endParaRPr lang="fr-FR" sz="2400" dirty="0">
              <a:latin typeface="Segoe UI"/>
              <a:cs typeface="Segoe UI"/>
            </a:endParaRPr>
          </a:p>
          <a:p>
            <a:pPr marL="220979">
              <a:lnSpc>
                <a:spcPct val="100000"/>
              </a:lnSpc>
              <a:spcBef>
                <a:spcPts val="755"/>
              </a:spcBef>
            </a:pPr>
            <a:r>
              <a:rPr lang="fr-FR" sz="2400" u="sng" spc="-10" dirty="0">
                <a:solidFill>
                  <a:srgbClr val="0462C1"/>
                </a:solidFill>
                <a:uFill>
                  <a:solidFill>
                    <a:srgbClr val="0462C1"/>
                  </a:solidFill>
                </a:uFill>
                <a:latin typeface="Segoe UI"/>
                <a:cs typeface="Segoe UI"/>
                <a:hlinkClick r:id="rId3"/>
              </a:rPr>
              <a:t>https://www.getpostman.com</a:t>
            </a:r>
            <a:endParaRPr lang="fr-FR" sz="2400" dirty="0">
              <a:latin typeface="Segoe UI"/>
              <a:cs typeface="Segoe UI"/>
            </a:endParaRPr>
          </a:p>
          <a:p>
            <a:pPr marL="355600" indent="-342900">
              <a:lnSpc>
                <a:spcPct val="100000"/>
              </a:lnSpc>
              <a:spcBef>
                <a:spcPts val="100"/>
              </a:spcBef>
              <a:buClr>
                <a:srgbClr val="391778"/>
              </a:buClr>
              <a:buFont typeface="Arial" panose="020B0604020202020204" pitchFamily="34" charset="0"/>
              <a:buChar char="•"/>
              <a:tabLst>
                <a:tab pos="240029" algn="l"/>
              </a:tabLst>
            </a:pPr>
            <a:endParaRPr lang="fr-FR" sz="2400" dirty="0">
              <a:latin typeface="Segoe UI"/>
              <a:cs typeface="Segoe UI"/>
            </a:endParaRPr>
          </a:p>
          <a:p>
            <a:pPr marL="355600" indent="-342900">
              <a:lnSpc>
                <a:spcPct val="100000"/>
              </a:lnSpc>
              <a:spcBef>
                <a:spcPts val="100"/>
              </a:spcBef>
              <a:buClr>
                <a:srgbClr val="391778"/>
              </a:buClr>
              <a:buFont typeface="Arial" panose="020B0604020202020204" pitchFamily="34" charset="0"/>
              <a:buChar char="•"/>
              <a:tabLst>
                <a:tab pos="240029" algn="l"/>
              </a:tabLst>
            </a:pPr>
            <a:endParaRPr lang="fr-FR" sz="2400" dirty="0">
              <a:latin typeface="Segoe UI"/>
              <a:cs typeface="Segoe UI"/>
            </a:endParaRPr>
          </a:p>
          <a:p>
            <a:pPr marL="355600" indent="-342900">
              <a:lnSpc>
                <a:spcPct val="100000"/>
              </a:lnSpc>
              <a:spcBef>
                <a:spcPts val="100"/>
              </a:spcBef>
              <a:buClr>
                <a:srgbClr val="391778"/>
              </a:buClr>
              <a:buFont typeface="Arial" panose="020B0604020202020204" pitchFamily="34" charset="0"/>
              <a:buChar char="•"/>
              <a:tabLst>
                <a:tab pos="240029" algn="l"/>
              </a:tabLst>
            </a:pPr>
            <a:r>
              <a:rPr lang="pl-PL" sz="2400" spc="-10" dirty="0">
                <a:latin typeface="Segoe UI"/>
                <a:cs typeface="Segoe UI"/>
              </a:rPr>
              <a:t>Insomnia</a:t>
            </a:r>
            <a:endParaRPr lang="fr-FR" sz="2400" spc="-10" dirty="0">
              <a:latin typeface="Segoe UI"/>
              <a:cs typeface="Segoe UI"/>
            </a:endParaRPr>
          </a:p>
          <a:p>
            <a:pPr marL="12700">
              <a:lnSpc>
                <a:spcPct val="100000"/>
              </a:lnSpc>
              <a:spcBef>
                <a:spcPts val="100"/>
              </a:spcBef>
              <a:buClr>
                <a:srgbClr val="391778"/>
              </a:buClr>
              <a:tabLst>
                <a:tab pos="240029" algn="l"/>
              </a:tabLst>
            </a:pPr>
            <a:r>
              <a:rPr lang="fr-FR" sz="2400" spc="-10" dirty="0">
                <a:latin typeface="Segoe UI"/>
                <a:cs typeface="Segoe UI"/>
              </a:rPr>
              <a:t>  </a:t>
            </a:r>
            <a:r>
              <a:rPr lang="fr-FR" sz="2400" spc="-10" dirty="0">
                <a:solidFill>
                  <a:srgbClr val="0462C1"/>
                </a:solidFill>
                <a:uFill>
                  <a:solidFill>
                    <a:srgbClr val="0462C1"/>
                  </a:solidFill>
                </a:uFill>
                <a:latin typeface="Segoe UI"/>
                <a:cs typeface="Segoe UI"/>
                <a:hlinkClick r:id="rId4"/>
              </a:rPr>
              <a:t>https://www.insomnia.rest</a:t>
            </a:r>
            <a:endParaRPr lang="fr-FR" sz="2400" dirty="0">
              <a:latin typeface="Segoe UI"/>
              <a:cs typeface="Segoe UI"/>
            </a:endParaRPr>
          </a:p>
        </p:txBody>
      </p:sp>
      <p:grpSp>
        <p:nvGrpSpPr>
          <p:cNvPr id="3" name="object 6">
            <a:extLst>
              <a:ext uri="{FF2B5EF4-FFF2-40B4-BE49-F238E27FC236}">
                <a16:creationId xmlns:a16="http://schemas.microsoft.com/office/drawing/2014/main" id="{FF8A6B23-3789-610A-0ABD-4D8706BD9F07}"/>
              </a:ext>
            </a:extLst>
          </p:cNvPr>
          <p:cNvGrpSpPr/>
          <p:nvPr/>
        </p:nvGrpSpPr>
        <p:grpSpPr>
          <a:xfrm>
            <a:off x="5417819" y="1344608"/>
            <a:ext cx="6774180" cy="5128260"/>
            <a:chOff x="5417820" y="1502663"/>
            <a:chExt cx="6774180" cy="5128260"/>
          </a:xfrm>
        </p:grpSpPr>
        <p:pic>
          <p:nvPicPr>
            <p:cNvPr id="4" name="object 7">
              <a:extLst>
                <a:ext uri="{FF2B5EF4-FFF2-40B4-BE49-F238E27FC236}">
                  <a16:creationId xmlns:a16="http://schemas.microsoft.com/office/drawing/2014/main" id="{E5F1FE79-AE76-03E9-0E34-0DE1966F6EFA}"/>
                </a:ext>
              </a:extLst>
            </p:cNvPr>
            <p:cNvPicPr/>
            <p:nvPr/>
          </p:nvPicPr>
          <p:blipFill>
            <a:blip r:embed="rId5" cstate="print"/>
            <a:stretch>
              <a:fillRect/>
            </a:stretch>
          </p:blipFill>
          <p:spPr>
            <a:xfrm>
              <a:off x="6989064" y="1502663"/>
              <a:ext cx="5202935" cy="2909316"/>
            </a:xfrm>
            <a:prstGeom prst="rect">
              <a:avLst/>
            </a:prstGeom>
          </p:spPr>
        </p:pic>
        <p:pic>
          <p:nvPicPr>
            <p:cNvPr id="6" name="object 8">
              <a:extLst>
                <a:ext uri="{FF2B5EF4-FFF2-40B4-BE49-F238E27FC236}">
                  <a16:creationId xmlns:a16="http://schemas.microsoft.com/office/drawing/2014/main" id="{FA001BC5-1F92-342C-C6E8-78AEB654D70E}"/>
                </a:ext>
              </a:extLst>
            </p:cNvPr>
            <p:cNvPicPr/>
            <p:nvPr/>
          </p:nvPicPr>
          <p:blipFill>
            <a:blip r:embed="rId6" cstate="print"/>
            <a:stretch>
              <a:fillRect/>
            </a:stretch>
          </p:blipFill>
          <p:spPr>
            <a:xfrm>
              <a:off x="6230112" y="2307336"/>
              <a:ext cx="5350764" cy="3334512"/>
            </a:xfrm>
            <a:prstGeom prst="rect">
              <a:avLst/>
            </a:prstGeom>
          </p:spPr>
        </p:pic>
        <p:pic>
          <p:nvPicPr>
            <p:cNvPr id="7" name="object 9">
              <a:extLst>
                <a:ext uri="{FF2B5EF4-FFF2-40B4-BE49-F238E27FC236}">
                  <a16:creationId xmlns:a16="http://schemas.microsoft.com/office/drawing/2014/main" id="{12AA5FC4-BB74-EB19-70D8-A3E4823AF4BA}"/>
                </a:ext>
              </a:extLst>
            </p:cNvPr>
            <p:cNvPicPr/>
            <p:nvPr/>
          </p:nvPicPr>
          <p:blipFill>
            <a:blip r:embed="rId7" cstate="print"/>
            <a:stretch>
              <a:fillRect/>
            </a:stretch>
          </p:blipFill>
          <p:spPr>
            <a:xfrm>
              <a:off x="5417820" y="3325368"/>
              <a:ext cx="5849112" cy="3305555"/>
            </a:xfrm>
            <a:prstGeom prst="rect">
              <a:avLst/>
            </a:prstGeom>
          </p:spPr>
        </p:pic>
      </p:grpSp>
    </p:spTree>
    <p:extLst>
      <p:ext uri="{BB962C8B-B14F-4D97-AF65-F5344CB8AC3E}">
        <p14:creationId xmlns:p14="http://schemas.microsoft.com/office/powerpoint/2010/main" val="2947440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117F3F9E-E45E-9844-8215-AA148A5923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6000" y="1989000"/>
            <a:ext cx="2880000" cy="2880000"/>
          </a:xfrm>
          <a:prstGeom prst="rect">
            <a:avLst/>
          </a:prstGeom>
        </p:spPr>
      </p:pic>
      <p:sp>
        <p:nvSpPr>
          <p:cNvPr id="6" name="Titre 1">
            <a:extLst>
              <a:ext uri="{FF2B5EF4-FFF2-40B4-BE49-F238E27FC236}">
                <a16:creationId xmlns:a16="http://schemas.microsoft.com/office/drawing/2014/main" id="{6784514D-DFE8-6540-A8D9-ED1329C44D3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solidFill>
                  <a:schemeClr val="bg1"/>
                </a:solidFill>
              </a:rPr>
              <a:t>2. REST</a:t>
            </a:r>
          </a:p>
        </p:txBody>
      </p:sp>
    </p:spTree>
    <p:extLst>
      <p:ext uri="{BB962C8B-B14F-4D97-AF65-F5344CB8AC3E}">
        <p14:creationId xmlns:p14="http://schemas.microsoft.com/office/powerpoint/2010/main" val="1184467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1709738"/>
            <a:ext cx="10515600" cy="2851200"/>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5400" dirty="0"/>
          </a:p>
          <a:p>
            <a:endParaRPr lang="fr-FR" sz="5400" dirty="0"/>
          </a:p>
          <a:p>
            <a:endParaRPr lang="fr-FR" sz="5400" dirty="0"/>
          </a:p>
          <a:p>
            <a:r>
              <a:rPr lang="fr-FR" sz="5400" dirty="0">
                <a:solidFill>
                  <a:schemeClr val="bg1"/>
                </a:solidFill>
              </a:rPr>
              <a:t>3. Web API</a:t>
            </a:r>
          </a:p>
        </p:txBody>
      </p:sp>
    </p:spTree>
    <p:extLst>
      <p:ext uri="{BB962C8B-B14F-4D97-AF65-F5344CB8AC3E}">
        <p14:creationId xmlns:p14="http://schemas.microsoft.com/office/powerpoint/2010/main" val="2964092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Web API</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595856"/>
          </a:xfrm>
          <a:prstGeom prst="rect">
            <a:avLst/>
          </a:prstGeom>
          <a:noFill/>
        </p:spPr>
        <p:txBody>
          <a:bodyPr wrap="square" rtlCol="0">
            <a:spAutoFit/>
          </a:bodyPr>
          <a:lstStyle/>
          <a:p>
            <a:r>
              <a:rPr lang="fr-FR" sz="2400" b="1" dirty="0"/>
              <a:t>Définition</a:t>
            </a:r>
          </a:p>
          <a:p>
            <a:endParaRPr lang="fr-FR" sz="2400" dirty="0"/>
          </a:p>
          <a:p>
            <a:pPr marL="184150" indent="-171450">
              <a:lnSpc>
                <a:spcPct val="100000"/>
              </a:lnSpc>
              <a:spcBef>
                <a:spcPts val="815"/>
              </a:spcBef>
              <a:buClr>
                <a:srgbClr val="391778"/>
              </a:buClr>
              <a:buSzPct val="79166"/>
              <a:buFont typeface="Arial"/>
              <a:buChar char="•"/>
              <a:tabLst>
                <a:tab pos="184150" algn="l"/>
              </a:tabLst>
            </a:pPr>
            <a:r>
              <a:rPr lang="fr-FR" sz="2400" dirty="0">
                <a:latin typeface="Segoe UI"/>
                <a:cs typeface="Segoe UI"/>
              </a:rPr>
              <a:t>La Web API</a:t>
            </a:r>
            <a:r>
              <a:rPr lang="fr-FR" sz="2400" spc="-25" dirty="0">
                <a:latin typeface="Segoe UI"/>
                <a:cs typeface="Segoe UI"/>
              </a:rPr>
              <a:t> </a:t>
            </a:r>
            <a:r>
              <a:rPr lang="fr-FR" sz="2400" dirty="0">
                <a:latin typeface="Segoe UI"/>
                <a:cs typeface="Segoe UI"/>
              </a:rPr>
              <a:t>est</a:t>
            </a:r>
            <a:r>
              <a:rPr lang="fr-FR" sz="2400" spc="-40" dirty="0">
                <a:latin typeface="Segoe UI"/>
                <a:cs typeface="Segoe UI"/>
              </a:rPr>
              <a:t> </a:t>
            </a:r>
            <a:r>
              <a:rPr lang="fr-FR" sz="2400" dirty="0">
                <a:latin typeface="Segoe UI"/>
                <a:cs typeface="Segoe UI"/>
              </a:rPr>
              <a:t>un</a:t>
            </a:r>
            <a:r>
              <a:rPr lang="fr-FR" sz="2400" spc="-10" dirty="0">
                <a:latin typeface="Segoe UI"/>
                <a:cs typeface="Segoe UI"/>
              </a:rPr>
              <a:t> </a:t>
            </a:r>
            <a:r>
              <a:rPr lang="fr-FR" sz="2400" dirty="0" err="1">
                <a:latin typeface="Segoe UI"/>
                <a:cs typeface="Segoe UI"/>
              </a:rPr>
              <a:t>framework</a:t>
            </a:r>
            <a:r>
              <a:rPr lang="fr-FR" sz="2400" spc="-35" dirty="0">
                <a:latin typeface="Segoe UI"/>
                <a:cs typeface="Segoe UI"/>
              </a:rPr>
              <a:t> </a:t>
            </a:r>
            <a:r>
              <a:rPr lang="fr-FR" sz="2400" dirty="0">
                <a:latin typeface="Segoe UI"/>
                <a:cs typeface="Segoe UI"/>
              </a:rPr>
              <a:t>pour</a:t>
            </a:r>
            <a:r>
              <a:rPr lang="fr-FR" sz="2400" spc="-10" dirty="0">
                <a:latin typeface="Segoe UI"/>
                <a:cs typeface="Segoe UI"/>
              </a:rPr>
              <a:t> </a:t>
            </a:r>
            <a:r>
              <a:rPr lang="fr-FR" sz="2400" dirty="0">
                <a:latin typeface="Segoe UI"/>
                <a:cs typeface="Segoe UI"/>
              </a:rPr>
              <a:t>développer</a:t>
            </a:r>
            <a:r>
              <a:rPr lang="fr-FR" sz="2400" spc="-40" dirty="0">
                <a:latin typeface="Segoe UI"/>
                <a:cs typeface="Segoe UI"/>
              </a:rPr>
              <a:t> </a:t>
            </a:r>
            <a:r>
              <a:rPr lang="fr-FR" sz="2400" dirty="0">
                <a:latin typeface="Segoe UI"/>
                <a:cs typeface="Segoe UI"/>
              </a:rPr>
              <a:t>des</a:t>
            </a:r>
            <a:r>
              <a:rPr lang="fr-FR" sz="2400" spc="-30" dirty="0">
                <a:latin typeface="Segoe UI"/>
                <a:cs typeface="Segoe UI"/>
              </a:rPr>
              <a:t> </a:t>
            </a:r>
            <a:r>
              <a:rPr lang="fr-FR" sz="2400" dirty="0">
                <a:latin typeface="Segoe UI"/>
                <a:cs typeface="Segoe UI"/>
              </a:rPr>
              <a:t>services</a:t>
            </a:r>
            <a:r>
              <a:rPr lang="fr-FR" sz="2400" spc="-45" dirty="0">
                <a:latin typeface="Segoe UI"/>
                <a:cs typeface="Segoe UI"/>
              </a:rPr>
              <a:t> </a:t>
            </a:r>
            <a:r>
              <a:rPr lang="fr-FR" sz="2400" dirty="0">
                <a:latin typeface="Segoe UI"/>
                <a:cs typeface="Segoe UI"/>
              </a:rPr>
              <a:t>web</a:t>
            </a:r>
            <a:r>
              <a:rPr lang="fr-FR" sz="2400" spc="-25" dirty="0">
                <a:latin typeface="Segoe UI"/>
                <a:cs typeface="Segoe UI"/>
              </a:rPr>
              <a:t> </a:t>
            </a:r>
            <a:r>
              <a:rPr lang="fr-FR" sz="2400" spc="-50" dirty="0">
                <a:latin typeface="Segoe UI"/>
                <a:cs typeface="Segoe UI"/>
              </a:rPr>
              <a:t>:</a:t>
            </a:r>
            <a:endParaRPr lang="fr-FR" sz="2400" dirty="0">
              <a:latin typeface="Segoe UI"/>
              <a:cs typeface="Segoe UI"/>
            </a:endParaRPr>
          </a:p>
          <a:p>
            <a:pPr marL="585470" lvl="1" indent="-164465">
              <a:lnSpc>
                <a:spcPct val="100000"/>
              </a:lnSpc>
              <a:spcBef>
                <a:spcPts val="605"/>
              </a:spcBef>
              <a:buClr>
                <a:srgbClr val="391778"/>
              </a:buClr>
              <a:buSzPct val="90000"/>
              <a:buFont typeface="Arial"/>
              <a:buChar char="•"/>
              <a:tabLst>
                <a:tab pos="585470" algn="l"/>
              </a:tabLst>
            </a:pPr>
            <a:r>
              <a:rPr lang="fr-FR" sz="2000" dirty="0">
                <a:latin typeface="Segoe UI"/>
                <a:cs typeface="Segoe UI"/>
              </a:rPr>
              <a:t>Utilisant</a:t>
            </a:r>
            <a:r>
              <a:rPr lang="fr-FR" sz="2000" spc="-30" dirty="0">
                <a:latin typeface="Segoe UI"/>
                <a:cs typeface="Segoe UI"/>
              </a:rPr>
              <a:t> </a:t>
            </a:r>
            <a:r>
              <a:rPr lang="fr-FR" sz="2000" spc="-20" dirty="0">
                <a:latin typeface="Segoe UI"/>
                <a:cs typeface="Segoe UI"/>
              </a:rPr>
              <a:t>HTTP</a:t>
            </a:r>
            <a:endParaRPr lang="fr-FR" sz="2000" dirty="0">
              <a:latin typeface="Segoe UI"/>
              <a:cs typeface="Segoe UI"/>
            </a:endParaRPr>
          </a:p>
          <a:p>
            <a:pPr marL="585470" lvl="1" indent="-164465">
              <a:lnSpc>
                <a:spcPct val="100000"/>
              </a:lnSpc>
              <a:spcBef>
                <a:spcPts val="600"/>
              </a:spcBef>
              <a:buClr>
                <a:srgbClr val="391778"/>
              </a:buClr>
              <a:buSzPct val="90000"/>
              <a:buFont typeface="Arial"/>
              <a:buChar char="•"/>
              <a:tabLst>
                <a:tab pos="585470" algn="l"/>
              </a:tabLst>
            </a:pPr>
            <a:r>
              <a:rPr lang="fr-FR" sz="2000" dirty="0">
                <a:latin typeface="Segoe UI"/>
                <a:cs typeface="Segoe UI"/>
              </a:rPr>
              <a:t>Avec</a:t>
            </a:r>
            <a:r>
              <a:rPr lang="fr-FR" sz="2000" spc="-40" dirty="0">
                <a:latin typeface="Segoe UI"/>
                <a:cs typeface="Segoe UI"/>
              </a:rPr>
              <a:t> </a:t>
            </a:r>
            <a:r>
              <a:rPr lang="fr-FR" sz="2000" dirty="0">
                <a:latin typeface="Segoe UI"/>
                <a:cs typeface="Segoe UI"/>
              </a:rPr>
              <a:t>un</a:t>
            </a:r>
            <a:r>
              <a:rPr lang="fr-FR" sz="2000" spc="-35" dirty="0">
                <a:latin typeface="Segoe UI"/>
                <a:cs typeface="Segoe UI"/>
              </a:rPr>
              <a:t> </a:t>
            </a:r>
            <a:r>
              <a:rPr lang="fr-FR" sz="2000" dirty="0">
                <a:latin typeface="Segoe UI"/>
                <a:cs typeface="Segoe UI"/>
              </a:rPr>
              <a:t>architecture</a:t>
            </a:r>
            <a:r>
              <a:rPr lang="fr-FR" sz="2000" spc="-35" dirty="0">
                <a:latin typeface="Segoe UI"/>
                <a:cs typeface="Segoe UI"/>
              </a:rPr>
              <a:t> </a:t>
            </a:r>
            <a:r>
              <a:rPr lang="fr-FR" sz="2000" spc="-20" dirty="0">
                <a:latin typeface="Segoe UI"/>
                <a:cs typeface="Segoe UI"/>
              </a:rPr>
              <a:t>REST</a:t>
            </a:r>
            <a:endParaRPr lang="fr-FR" sz="2000" dirty="0">
              <a:latin typeface="Segoe UI"/>
              <a:cs typeface="Segoe UI"/>
            </a:endParaRPr>
          </a:p>
          <a:p>
            <a:pPr marL="585470" lvl="1" indent="-164465">
              <a:lnSpc>
                <a:spcPct val="100000"/>
              </a:lnSpc>
              <a:spcBef>
                <a:spcPts val="605"/>
              </a:spcBef>
              <a:buClr>
                <a:srgbClr val="391778"/>
              </a:buClr>
              <a:buSzPct val="90000"/>
              <a:buFont typeface="Arial"/>
              <a:buChar char="•"/>
              <a:tabLst>
                <a:tab pos="585470" algn="l"/>
              </a:tabLst>
            </a:pPr>
            <a:r>
              <a:rPr lang="fr-FR" sz="2000" dirty="0">
                <a:latin typeface="Segoe UI"/>
                <a:cs typeface="Segoe UI"/>
              </a:rPr>
              <a:t>Disponible</a:t>
            </a:r>
            <a:r>
              <a:rPr lang="fr-FR" sz="2000" spc="-45" dirty="0">
                <a:latin typeface="Segoe UI"/>
                <a:cs typeface="Segoe UI"/>
              </a:rPr>
              <a:t> </a:t>
            </a:r>
            <a:r>
              <a:rPr lang="fr-FR" sz="2000" dirty="0">
                <a:latin typeface="Segoe UI"/>
                <a:cs typeface="Segoe UI"/>
              </a:rPr>
              <a:t>sur</a:t>
            </a:r>
            <a:r>
              <a:rPr lang="fr-FR" sz="2000" spc="-45" dirty="0">
                <a:latin typeface="Segoe UI"/>
                <a:cs typeface="Segoe UI"/>
              </a:rPr>
              <a:t> </a:t>
            </a:r>
            <a:r>
              <a:rPr lang="fr-FR" sz="2000" dirty="0">
                <a:latin typeface="Segoe UI"/>
                <a:cs typeface="Segoe UI"/>
              </a:rPr>
              <a:t>.NET</a:t>
            </a:r>
            <a:r>
              <a:rPr lang="fr-FR" sz="2000" spc="-50" dirty="0">
                <a:latin typeface="Segoe UI"/>
                <a:cs typeface="Segoe UI"/>
              </a:rPr>
              <a:t> </a:t>
            </a:r>
            <a:r>
              <a:rPr lang="fr-FR" sz="2000" dirty="0">
                <a:latin typeface="Segoe UI"/>
                <a:cs typeface="Segoe UI"/>
              </a:rPr>
              <a:t>Framework</a:t>
            </a:r>
            <a:r>
              <a:rPr lang="fr-FR" sz="2000" spc="-45" dirty="0">
                <a:latin typeface="Segoe UI"/>
                <a:cs typeface="Segoe UI"/>
              </a:rPr>
              <a:t> </a:t>
            </a:r>
            <a:r>
              <a:rPr lang="fr-FR" sz="2000" dirty="0">
                <a:latin typeface="Segoe UI"/>
                <a:cs typeface="Segoe UI"/>
              </a:rPr>
              <a:t>et</a:t>
            </a:r>
            <a:r>
              <a:rPr lang="fr-FR" sz="2000" spc="-45" dirty="0">
                <a:latin typeface="Segoe UI"/>
                <a:cs typeface="Segoe UI"/>
              </a:rPr>
              <a:t> </a:t>
            </a:r>
            <a:r>
              <a:rPr lang="fr-FR" sz="2000" dirty="0">
                <a:latin typeface="Segoe UI"/>
                <a:cs typeface="Segoe UI"/>
              </a:rPr>
              <a:t>sur</a:t>
            </a:r>
            <a:r>
              <a:rPr lang="fr-FR" sz="2000" spc="-50" dirty="0">
                <a:latin typeface="Segoe UI"/>
                <a:cs typeface="Segoe UI"/>
              </a:rPr>
              <a:t> </a:t>
            </a:r>
            <a:r>
              <a:rPr lang="fr-FR" sz="2000" dirty="0">
                <a:latin typeface="Segoe UI"/>
                <a:cs typeface="Segoe UI"/>
              </a:rPr>
              <a:t>.NET</a:t>
            </a:r>
            <a:r>
              <a:rPr lang="fr-FR" sz="2000" spc="-25" dirty="0">
                <a:latin typeface="Segoe UI"/>
                <a:cs typeface="Segoe UI"/>
              </a:rPr>
              <a:t> </a:t>
            </a:r>
            <a:r>
              <a:rPr lang="fr-FR" sz="2000" spc="-20" dirty="0" err="1">
                <a:latin typeface="Segoe UI"/>
                <a:cs typeface="Segoe UI"/>
              </a:rPr>
              <a:t>Core</a:t>
            </a:r>
            <a:endParaRPr lang="fr-FR" sz="2000" dirty="0">
              <a:latin typeface="Segoe UI"/>
              <a:cs typeface="Segoe UI"/>
            </a:endParaRPr>
          </a:p>
          <a:p>
            <a:pPr marL="585470" lvl="1" indent="-164465">
              <a:lnSpc>
                <a:spcPct val="100000"/>
              </a:lnSpc>
              <a:spcBef>
                <a:spcPts val="600"/>
              </a:spcBef>
              <a:buClr>
                <a:srgbClr val="391778"/>
              </a:buClr>
              <a:buSzPct val="90000"/>
              <a:buFont typeface="Arial"/>
              <a:buChar char="•"/>
              <a:tabLst>
                <a:tab pos="585470" algn="l"/>
              </a:tabLst>
            </a:pPr>
            <a:r>
              <a:rPr lang="fr-FR" sz="2000" spc="-10" dirty="0">
                <a:latin typeface="Segoe UI"/>
                <a:cs typeface="Segoe UI"/>
              </a:rPr>
              <a:t>Cross-</a:t>
            </a:r>
            <a:r>
              <a:rPr lang="fr-FR" sz="2000" dirty="0">
                <a:latin typeface="Segoe UI"/>
                <a:cs typeface="Segoe UI"/>
              </a:rPr>
              <a:t>platform</a:t>
            </a:r>
            <a:r>
              <a:rPr lang="fr-FR" sz="2000" spc="-30" dirty="0">
                <a:latin typeface="Segoe UI"/>
                <a:cs typeface="Segoe UI"/>
              </a:rPr>
              <a:t> </a:t>
            </a:r>
            <a:r>
              <a:rPr lang="fr-FR" sz="2000" dirty="0">
                <a:latin typeface="Segoe UI"/>
                <a:cs typeface="Segoe UI"/>
              </a:rPr>
              <a:t>(sur</a:t>
            </a:r>
            <a:r>
              <a:rPr lang="fr-FR" sz="2000" spc="-25" dirty="0">
                <a:latin typeface="Segoe UI"/>
                <a:cs typeface="Segoe UI"/>
              </a:rPr>
              <a:t> </a:t>
            </a:r>
            <a:r>
              <a:rPr lang="fr-FR" sz="2000" dirty="0">
                <a:latin typeface="Segoe UI"/>
                <a:cs typeface="Segoe UI"/>
              </a:rPr>
              <a:t>.NET</a:t>
            </a:r>
            <a:r>
              <a:rPr lang="fr-FR" sz="2000" spc="-20" dirty="0">
                <a:latin typeface="Segoe UI"/>
                <a:cs typeface="Segoe UI"/>
              </a:rPr>
              <a:t> </a:t>
            </a:r>
            <a:r>
              <a:rPr lang="fr-FR" sz="2000" spc="-10" dirty="0" err="1">
                <a:latin typeface="Segoe UI"/>
                <a:cs typeface="Segoe UI"/>
              </a:rPr>
              <a:t>Core</a:t>
            </a:r>
            <a:r>
              <a:rPr lang="fr-FR" sz="2000" spc="-10" dirty="0">
                <a:latin typeface="Segoe UI"/>
                <a:cs typeface="Segoe UI"/>
              </a:rPr>
              <a:t>)</a:t>
            </a:r>
            <a:endParaRPr lang="fr-FR" sz="2000" dirty="0">
              <a:latin typeface="Segoe UI"/>
              <a:cs typeface="Segoe UI"/>
            </a:endParaRPr>
          </a:p>
          <a:p>
            <a:pPr marL="585470" lvl="1" indent="-164465">
              <a:lnSpc>
                <a:spcPct val="100000"/>
              </a:lnSpc>
              <a:spcBef>
                <a:spcPts val="600"/>
              </a:spcBef>
              <a:buClr>
                <a:srgbClr val="391778"/>
              </a:buClr>
              <a:buSzPct val="90000"/>
              <a:buFont typeface="Arial"/>
              <a:buChar char="•"/>
              <a:tabLst>
                <a:tab pos="585470" algn="l"/>
              </a:tabLst>
            </a:pPr>
            <a:r>
              <a:rPr lang="fr-FR" sz="2000" dirty="0">
                <a:latin typeface="Segoe UI"/>
                <a:cs typeface="Segoe UI"/>
              </a:rPr>
              <a:t>Similaire</a:t>
            </a:r>
            <a:r>
              <a:rPr lang="fr-FR" sz="2000" spc="-30" dirty="0">
                <a:latin typeface="Segoe UI"/>
                <a:cs typeface="Segoe UI"/>
              </a:rPr>
              <a:t> </a:t>
            </a:r>
            <a:r>
              <a:rPr lang="fr-FR" sz="2000" dirty="0">
                <a:latin typeface="Segoe UI"/>
                <a:cs typeface="Segoe UI"/>
              </a:rPr>
              <a:t>à</a:t>
            </a:r>
            <a:r>
              <a:rPr lang="fr-FR" sz="2000" spc="-55" dirty="0">
                <a:latin typeface="Segoe UI"/>
                <a:cs typeface="Segoe UI"/>
              </a:rPr>
              <a:t> </a:t>
            </a:r>
            <a:r>
              <a:rPr lang="fr-FR" sz="2000" spc="-25" dirty="0">
                <a:latin typeface="Segoe UI"/>
                <a:cs typeface="Segoe UI"/>
              </a:rPr>
              <a:t>MVC</a:t>
            </a:r>
            <a:endParaRPr lang="fr-FR" sz="2000" dirty="0">
              <a:latin typeface="Segoe UI"/>
              <a:cs typeface="Segoe UI"/>
            </a:endParaRPr>
          </a:p>
          <a:p>
            <a:pPr marL="342900" indent="-342900">
              <a:buFont typeface="Arial" panose="020B0604020202020204" pitchFamily="34" charset="0"/>
              <a:buChar char="•"/>
            </a:pPr>
            <a:endParaRPr lang="fr-FR" sz="2400" dirty="0"/>
          </a:p>
        </p:txBody>
      </p:sp>
    </p:spTree>
    <p:extLst>
      <p:ext uri="{BB962C8B-B14F-4D97-AF65-F5344CB8AC3E}">
        <p14:creationId xmlns:p14="http://schemas.microsoft.com/office/powerpoint/2010/main" val="2847095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Web API</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2921313"/>
          </a:xfrm>
          <a:prstGeom prst="rect">
            <a:avLst/>
          </a:prstGeom>
          <a:noFill/>
        </p:spPr>
        <p:txBody>
          <a:bodyPr wrap="square" rtlCol="0">
            <a:spAutoFit/>
          </a:bodyPr>
          <a:lstStyle/>
          <a:p>
            <a:r>
              <a:rPr lang="fr-FR" sz="2400" b="1" dirty="0"/>
              <a:t>Historique</a:t>
            </a:r>
          </a:p>
          <a:p>
            <a:endParaRPr lang="fr-FR" sz="2400" dirty="0"/>
          </a:p>
          <a:p>
            <a:endParaRPr lang="fr-FR" sz="2400" dirty="0"/>
          </a:p>
          <a:p>
            <a:pPr marL="177165" indent="-164465">
              <a:lnSpc>
                <a:spcPct val="100000"/>
              </a:lnSpc>
              <a:spcBef>
                <a:spcPts val="705"/>
              </a:spcBef>
              <a:buClr>
                <a:srgbClr val="391778"/>
              </a:buClr>
              <a:buSzPct val="89583"/>
              <a:buFont typeface="Arial"/>
              <a:buChar char="•"/>
              <a:tabLst>
                <a:tab pos="177165" algn="l"/>
              </a:tabLst>
            </a:pPr>
            <a:r>
              <a:rPr lang="fr-FR" sz="2400" dirty="0">
                <a:latin typeface="Segoe UI"/>
                <a:cs typeface="Segoe UI"/>
              </a:rPr>
              <a:t>Ajoutée</a:t>
            </a:r>
            <a:r>
              <a:rPr lang="fr-FR" sz="2400" spc="-25" dirty="0">
                <a:latin typeface="Segoe UI"/>
                <a:cs typeface="Segoe UI"/>
              </a:rPr>
              <a:t> </a:t>
            </a:r>
            <a:r>
              <a:rPr lang="fr-FR" sz="2400" dirty="0">
                <a:latin typeface="Segoe UI"/>
                <a:cs typeface="Segoe UI"/>
              </a:rPr>
              <a:t>à</a:t>
            </a:r>
            <a:r>
              <a:rPr lang="fr-FR" sz="2400" spc="-35" dirty="0">
                <a:latin typeface="Segoe UI"/>
                <a:cs typeface="Segoe UI"/>
              </a:rPr>
              <a:t> </a:t>
            </a:r>
            <a:r>
              <a:rPr lang="fr-FR" sz="2400" dirty="0">
                <a:latin typeface="Segoe UI"/>
                <a:cs typeface="Segoe UI"/>
              </a:rPr>
              <a:t>MVC</a:t>
            </a:r>
            <a:r>
              <a:rPr lang="fr-FR" sz="2400" spc="-45" dirty="0">
                <a:latin typeface="Segoe UI"/>
                <a:cs typeface="Segoe UI"/>
              </a:rPr>
              <a:t> </a:t>
            </a:r>
            <a:r>
              <a:rPr lang="fr-FR" sz="2400" dirty="0">
                <a:latin typeface="Segoe UI"/>
                <a:cs typeface="Segoe UI"/>
              </a:rPr>
              <a:t>en</a:t>
            </a:r>
            <a:r>
              <a:rPr lang="fr-FR" sz="2400" spc="-35" dirty="0">
                <a:latin typeface="Segoe UI"/>
                <a:cs typeface="Segoe UI"/>
              </a:rPr>
              <a:t> </a:t>
            </a:r>
            <a:r>
              <a:rPr lang="fr-FR" sz="2400" dirty="0">
                <a:latin typeface="Segoe UI"/>
                <a:cs typeface="Segoe UI"/>
              </a:rPr>
              <a:t>2012</a:t>
            </a:r>
            <a:r>
              <a:rPr lang="fr-FR" sz="2400" spc="-15" dirty="0">
                <a:latin typeface="Segoe UI"/>
                <a:cs typeface="Segoe UI"/>
              </a:rPr>
              <a:t> </a:t>
            </a:r>
            <a:r>
              <a:rPr lang="fr-FR" sz="2400" dirty="0">
                <a:latin typeface="Segoe UI"/>
                <a:cs typeface="Segoe UI"/>
              </a:rPr>
              <a:t>(version</a:t>
            </a:r>
            <a:r>
              <a:rPr lang="fr-FR" sz="2400" spc="-30" dirty="0">
                <a:latin typeface="Segoe UI"/>
                <a:cs typeface="Segoe UI"/>
              </a:rPr>
              <a:t> </a:t>
            </a:r>
            <a:r>
              <a:rPr lang="fr-FR" sz="2400" spc="-20" dirty="0">
                <a:latin typeface="Segoe UI"/>
                <a:cs typeface="Segoe UI"/>
              </a:rPr>
              <a:t>4.0)</a:t>
            </a:r>
            <a:endParaRPr lang="fr-FR" sz="2400" dirty="0">
              <a:latin typeface="Segoe UI"/>
              <a:cs typeface="Segoe UI"/>
            </a:endParaRPr>
          </a:p>
          <a:p>
            <a:pPr marL="177165" indent="-164465">
              <a:lnSpc>
                <a:spcPct val="100000"/>
              </a:lnSpc>
              <a:spcBef>
                <a:spcPts val="600"/>
              </a:spcBef>
              <a:buClr>
                <a:srgbClr val="391778"/>
              </a:buClr>
              <a:buSzPct val="89583"/>
              <a:buFont typeface="Arial"/>
              <a:buChar char="•"/>
              <a:tabLst>
                <a:tab pos="177165" algn="l"/>
              </a:tabLst>
            </a:pPr>
            <a:r>
              <a:rPr lang="fr-FR" sz="2400" dirty="0">
                <a:latin typeface="Segoe UI"/>
                <a:cs typeface="Segoe UI"/>
              </a:rPr>
              <a:t>Package</a:t>
            </a:r>
            <a:r>
              <a:rPr lang="fr-FR" sz="2400" spc="-30" dirty="0">
                <a:latin typeface="Segoe UI"/>
                <a:cs typeface="Segoe UI"/>
              </a:rPr>
              <a:t> </a:t>
            </a:r>
            <a:r>
              <a:rPr lang="fr-FR" sz="2400" dirty="0">
                <a:latin typeface="Segoe UI"/>
                <a:cs typeface="Segoe UI"/>
              </a:rPr>
              <a:t>séparé</a:t>
            </a:r>
            <a:r>
              <a:rPr lang="fr-FR" sz="2400" spc="-50" dirty="0">
                <a:latin typeface="Segoe UI"/>
                <a:cs typeface="Segoe UI"/>
              </a:rPr>
              <a:t> </a:t>
            </a:r>
            <a:r>
              <a:rPr lang="fr-FR" sz="2400" dirty="0">
                <a:latin typeface="Segoe UI"/>
                <a:cs typeface="Segoe UI"/>
              </a:rPr>
              <a:t>en</a:t>
            </a:r>
            <a:r>
              <a:rPr lang="fr-FR" sz="2400" spc="-35" dirty="0">
                <a:latin typeface="Segoe UI"/>
                <a:cs typeface="Segoe UI"/>
              </a:rPr>
              <a:t> </a:t>
            </a:r>
            <a:r>
              <a:rPr lang="fr-FR" sz="2400" dirty="0">
                <a:latin typeface="Segoe UI"/>
                <a:cs typeface="Segoe UI"/>
              </a:rPr>
              <a:t>.NET</a:t>
            </a:r>
            <a:r>
              <a:rPr lang="fr-FR" sz="2400" spc="-20" dirty="0">
                <a:latin typeface="Segoe UI"/>
                <a:cs typeface="Segoe UI"/>
              </a:rPr>
              <a:t> </a:t>
            </a:r>
            <a:r>
              <a:rPr lang="fr-FR" sz="2400" spc="-10" dirty="0">
                <a:latin typeface="Segoe UI"/>
                <a:cs typeface="Segoe UI"/>
              </a:rPr>
              <a:t>Framework</a:t>
            </a:r>
            <a:endParaRPr lang="fr-FR" sz="2400" dirty="0">
              <a:latin typeface="Segoe UI"/>
              <a:cs typeface="Segoe UI"/>
            </a:endParaRPr>
          </a:p>
          <a:p>
            <a:pPr marL="177165" indent="-164465">
              <a:lnSpc>
                <a:spcPct val="100000"/>
              </a:lnSpc>
              <a:spcBef>
                <a:spcPts val="600"/>
              </a:spcBef>
              <a:buClr>
                <a:srgbClr val="391778"/>
              </a:buClr>
              <a:buSzPct val="89583"/>
              <a:buFont typeface="Arial"/>
              <a:buChar char="•"/>
              <a:tabLst>
                <a:tab pos="177165" algn="l"/>
              </a:tabLst>
            </a:pPr>
            <a:r>
              <a:rPr lang="fr-FR" sz="2400" dirty="0">
                <a:latin typeface="Segoe UI"/>
                <a:cs typeface="Segoe UI"/>
              </a:rPr>
              <a:t>Intégré</a:t>
            </a:r>
            <a:r>
              <a:rPr lang="fr-FR" sz="2400" spc="-55" dirty="0">
                <a:latin typeface="Segoe UI"/>
                <a:cs typeface="Segoe UI"/>
              </a:rPr>
              <a:t> </a:t>
            </a:r>
            <a:r>
              <a:rPr lang="fr-FR" sz="2400" dirty="0">
                <a:latin typeface="Segoe UI"/>
                <a:cs typeface="Segoe UI"/>
              </a:rPr>
              <a:t>dans</a:t>
            </a:r>
            <a:r>
              <a:rPr lang="fr-FR" sz="2400" spc="-40" dirty="0">
                <a:latin typeface="Segoe UI"/>
                <a:cs typeface="Segoe UI"/>
              </a:rPr>
              <a:t> </a:t>
            </a:r>
            <a:r>
              <a:rPr lang="fr-FR" sz="2400" dirty="0">
                <a:latin typeface="Segoe UI"/>
                <a:cs typeface="Segoe UI"/>
              </a:rPr>
              <a:t>.NET</a:t>
            </a:r>
            <a:r>
              <a:rPr lang="fr-FR" sz="2400" spc="-5" dirty="0">
                <a:latin typeface="Segoe UI"/>
                <a:cs typeface="Segoe UI"/>
              </a:rPr>
              <a:t> </a:t>
            </a:r>
            <a:r>
              <a:rPr lang="fr-FR" sz="2400" spc="-20" dirty="0" err="1">
                <a:latin typeface="Segoe UI"/>
                <a:cs typeface="Segoe UI"/>
              </a:rPr>
              <a:t>Core</a:t>
            </a:r>
            <a:endParaRPr lang="fr-FR" sz="2400" dirty="0">
              <a:latin typeface="Segoe UI"/>
              <a:cs typeface="Segoe UI"/>
            </a:endParaRPr>
          </a:p>
          <a:p>
            <a:pPr marL="342900" indent="-342900">
              <a:buFont typeface="Arial" panose="020B0604020202020204" pitchFamily="34" charset="0"/>
              <a:buChar char="•"/>
            </a:pPr>
            <a:endParaRPr lang="fr-FR" sz="2400" dirty="0"/>
          </a:p>
        </p:txBody>
      </p:sp>
      <p:grpSp>
        <p:nvGrpSpPr>
          <p:cNvPr id="4" name="object 4">
            <a:extLst>
              <a:ext uri="{FF2B5EF4-FFF2-40B4-BE49-F238E27FC236}">
                <a16:creationId xmlns:a16="http://schemas.microsoft.com/office/drawing/2014/main" id="{C51B856B-4FA7-DC12-A1AA-9A0CC8C6185E}"/>
              </a:ext>
            </a:extLst>
          </p:cNvPr>
          <p:cNvGrpSpPr/>
          <p:nvPr/>
        </p:nvGrpSpPr>
        <p:grpSpPr>
          <a:xfrm>
            <a:off x="2885252" y="2876097"/>
            <a:ext cx="8029575" cy="3296285"/>
            <a:chOff x="2885252" y="2876097"/>
            <a:chExt cx="8029575" cy="3296285"/>
          </a:xfrm>
        </p:grpSpPr>
        <p:pic>
          <p:nvPicPr>
            <p:cNvPr id="5" name="object 5">
              <a:extLst>
                <a:ext uri="{FF2B5EF4-FFF2-40B4-BE49-F238E27FC236}">
                  <a16:creationId xmlns:a16="http://schemas.microsoft.com/office/drawing/2014/main" id="{263F6EF8-B736-6FB4-4510-B44AD23851B0}"/>
                </a:ext>
              </a:extLst>
            </p:cNvPr>
            <p:cNvPicPr/>
            <p:nvPr/>
          </p:nvPicPr>
          <p:blipFill>
            <a:blip r:embed="rId3" cstate="print"/>
            <a:stretch>
              <a:fillRect/>
            </a:stretch>
          </p:blipFill>
          <p:spPr>
            <a:xfrm>
              <a:off x="2885252" y="2876097"/>
              <a:ext cx="8029317" cy="3296183"/>
            </a:xfrm>
            <a:prstGeom prst="rect">
              <a:avLst/>
            </a:prstGeom>
          </p:spPr>
        </p:pic>
        <p:pic>
          <p:nvPicPr>
            <p:cNvPr id="6" name="object 6">
              <a:extLst>
                <a:ext uri="{FF2B5EF4-FFF2-40B4-BE49-F238E27FC236}">
                  <a16:creationId xmlns:a16="http://schemas.microsoft.com/office/drawing/2014/main" id="{DA786B1E-CFD1-1BA1-8949-CAA8E52634A7}"/>
                </a:ext>
              </a:extLst>
            </p:cNvPr>
            <p:cNvPicPr/>
            <p:nvPr/>
          </p:nvPicPr>
          <p:blipFill>
            <a:blip r:embed="rId4" cstate="print"/>
            <a:stretch>
              <a:fillRect/>
            </a:stretch>
          </p:blipFill>
          <p:spPr>
            <a:xfrm>
              <a:off x="2923398" y="2968168"/>
              <a:ext cx="7901637" cy="3169990"/>
            </a:xfrm>
            <a:prstGeom prst="rect">
              <a:avLst/>
            </a:prstGeom>
          </p:spPr>
        </p:pic>
      </p:grpSp>
      <p:sp>
        <p:nvSpPr>
          <p:cNvPr id="7" name="object 7">
            <a:extLst>
              <a:ext uri="{FF2B5EF4-FFF2-40B4-BE49-F238E27FC236}">
                <a16:creationId xmlns:a16="http://schemas.microsoft.com/office/drawing/2014/main" id="{1D06FA3F-4A9A-6B06-ACFD-5F535C59AFDA}"/>
              </a:ext>
            </a:extLst>
          </p:cNvPr>
          <p:cNvSpPr txBox="1"/>
          <p:nvPr/>
        </p:nvSpPr>
        <p:spPr>
          <a:xfrm>
            <a:off x="3120064" y="5438288"/>
            <a:ext cx="500380" cy="457200"/>
          </a:xfrm>
          <a:prstGeom prst="rect">
            <a:avLst/>
          </a:prstGeom>
        </p:spPr>
        <p:txBody>
          <a:bodyPr vert="horz" wrap="square" lIns="0" tIns="15875" rIns="0" bIns="0" rtlCol="0">
            <a:spAutoFit/>
          </a:bodyPr>
          <a:lstStyle/>
          <a:p>
            <a:pPr marL="12700" marR="5080" indent="97155">
              <a:lnSpc>
                <a:spcPct val="100000"/>
              </a:lnSpc>
              <a:spcBef>
                <a:spcPts val="125"/>
              </a:spcBef>
            </a:pPr>
            <a:r>
              <a:rPr sz="1400" b="1" spc="-25" dirty="0">
                <a:solidFill>
                  <a:srgbClr val="FFFFFF"/>
                </a:solidFill>
                <a:latin typeface="Calibri"/>
                <a:cs typeface="Calibri"/>
              </a:rPr>
              <a:t>CTP </a:t>
            </a:r>
            <a:r>
              <a:rPr sz="1400" b="1" spc="-10" dirty="0">
                <a:solidFill>
                  <a:srgbClr val="FFFFFF"/>
                </a:solidFill>
                <a:latin typeface="Calibri"/>
                <a:cs typeface="Calibri"/>
              </a:rPr>
              <a:t>(2007)</a:t>
            </a:r>
            <a:endParaRPr sz="1400">
              <a:latin typeface="Calibri"/>
              <a:cs typeface="Calibri"/>
            </a:endParaRPr>
          </a:p>
        </p:txBody>
      </p:sp>
      <p:sp>
        <p:nvSpPr>
          <p:cNvPr id="8" name="object 8">
            <a:extLst>
              <a:ext uri="{FF2B5EF4-FFF2-40B4-BE49-F238E27FC236}">
                <a16:creationId xmlns:a16="http://schemas.microsoft.com/office/drawing/2014/main" id="{C540FE68-700B-6768-807F-FB1E8A360283}"/>
              </a:ext>
            </a:extLst>
          </p:cNvPr>
          <p:cNvSpPr txBox="1"/>
          <p:nvPr/>
        </p:nvSpPr>
        <p:spPr>
          <a:xfrm>
            <a:off x="3795682" y="5176944"/>
            <a:ext cx="502284" cy="457834"/>
          </a:xfrm>
          <a:prstGeom prst="rect">
            <a:avLst/>
          </a:prstGeom>
        </p:spPr>
        <p:txBody>
          <a:bodyPr vert="horz" wrap="square" lIns="0" tIns="16510" rIns="0" bIns="0" rtlCol="0">
            <a:spAutoFit/>
          </a:bodyPr>
          <a:lstStyle/>
          <a:p>
            <a:pPr algn="ctr">
              <a:lnSpc>
                <a:spcPct val="100000"/>
              </a:lnSpc>
              <a:spcBef>
                <a:spcPts val="130"/>
              </a:spcBef>
            </a:pPr>
            <a:r>
              <a:rPr sz="1400" b="1" spc="-25" dirty="0">
                <a:solidFill>
                  <a:srgbClr val="FFFFFF"/>
                </a:solidFill>
                <a:latin typeface="Calibri"/>
                <a:cs typeface="Calibri"/>
              </a:rPr>
              <a:t>1.0</a:t>
            </a:r>
            <a:endParaRPr sz="1400">
              <a:latin typeface="Calibri"/>
              <a:cs typeface="Calibri"/>
            </a:endParaRPr>
          </a:p>
          <a:p>
            <a:pPr algn="ctr">
              <a:lnSpc>
                <a:spcPct val="100000"/>
              </a:lnSpc>
              <a:spcBef>
                <a:spcPts val="5"/>
              </a:spcBef>
            </a:pPr>
            <a:r>
              <a:rPr sz="1400" b="1" spc="-10" dirty="0">
                <a:solidFill>
                  <a:srgbClr val="FFFFFF"/>
                </a:solidFill>
                <a:latin typeface="Calibri"/>
                <a:cs typeface="Calibri"/>
              </a:rPr>
              <a:t>(2009)</a:t>
            </a:r>
            <a:endParaRPr sz="1400">
              <a:latin typeface="Calibri"/>
              <a:cs typeface="Calibri"/>
            </a:endParaRPr>
          </a:p>
        </p:txBody>
      </p:sp>
      <p:sp>
        <p:nvSpPr>
          <p:cNvPr id="9" name="object 9">
            <a:extLst>
              <a:ext uri="{FF2B5EF4-FFF2-40B4-BE49-F238E27FC236}">
                <a16:creationId xmlns:a16="http://schemas.microsoft.com/office/drawing/2014/main" id="{35E2D276-E9A7-C8B2-514D-CA77FF286DA3}"/>
              </a:ext>
            </a:extLst>
          </p:cNvPr>
          <p:cNvSpPr txBox="1"/>
          <p:nvPr/>
        </p:nvSpPr>
        <p:spPr>
          <a:xfrm>
            <a:off x="4390595" y="4971170"/>
            <a:ext cx="501015" cy="457834"/>
          </a:xfrm>
          <a:prstGeom prst="rect">
            <a:avLst/>
          </a:prstGeom>
        </p:spPr>
        <p:txBody>
          <a:bodyPr vert="horz" wrap="square" lIns="0" tIns="16510" rIns="0" bIns="0" rtlCol="0">
            <a:spAutoFit/>
          </a:bodyPr>
          <a:lstStyle/>
          <a:p>
            <a:pPr algn="ctr">
              <a:lnSpc>
                <a:spcPct val="100000"/>
              </a:lnSpc>
              <a:spcBef>
                <a:spcPts val="130"/>
              </a:spcBef>
            </a:pPr>
            <a:r>
              <a:rPr sz="1400" b="1" spc="-25" dirty="0">
                <a:solidFill>
                  <a:srgbClr val="FFFFFF"/>
                </a:solidFill>
                <a:latin typeface="Calibri"/>
                <a:cs typeface="Calibri"/>
              </a:rPr>
              <a:t>2.0</a:t>
            </a:r>
            <a:endParaRPr sz="1400">
              <a:latin typeface="Calibri"/>
              <a:cs typeface="Calibri"/>
            </a:endParaRPr>
          </a:p>
          <a:p>
            <a:pPr algn="ctr">
              <a:lnSpc>
                <a:spcPct val="100000"/>
              </a:lnSpc>
              <a:spcBef>
                <a:spcPts val="5"/>
              </a:spcBef>
            </a:pPr>
            <a:r>
              <a:rPr sz="1400" b="1" spc="-10" dirty="0">
                <a:solidFill>
                  <a:srgbClr val="FFFFFF"/>
                </a:solidFill>
                <a:latin typeface="Calibri"/>
                <a:cs typeface="Calibri"/>
              </a:rPr>
              <a:t>(2010)</a:t>
            </a:r>
            <a:endParaRPr sz="1400">
              <a:latin typeface="Calibri"/>
              <a:cs typeface="Calibri"/>
            </a:endParaRPr>
          </a:p>
        </p:txBody>
      </p:sp>
      <p:sp>
        <p:nvSpPr>
          <p:cNvPr id="10" name="object 10">
            <a:extLst>
              <a:ext uri="{FF2B5EF4-FFF2-40B4-BE49-F238E27FC236}">
                <a16:creationId xmlns:a16="http://schemas.microsoft.com/office/drawing/2014/main" id="{A1DC35D8-63AF-9B97-1BFB-AFEC144DBA3F}"/>
              </a:ext>
            </a:extLst>
          </p:cNvPr>
          <p:cNvSpPr txBox="1"/>
          <p:nvPr/>
        </p:nvSpPr>
        <p:spPr>
          <a:xfrm>
            <a:off x="5003096" y="4810807"/>
            <a:ext cx="502284" cy="457834"/>
          </a:xfrm>
          <a:prstGeom prst="rect">
            <a:avLst/>
          </a:prstGeom>
        </p:spPr>
        <p:txBody>
          <a:bodyPr vert="horz" wrap="square" lIns="0" tIns="16510" rIns="0" bIns="0" rtlCol="0">
            <a:spAutoFit/>
          </a:bodyPr>
          <a:lstStyle/>
          <a:p>
            <a:pPr algn="ctr">
              <a:lnSpc>
                <a:spcPct val="100000"/>
              </a:lnSpc>
              <a:spcBef>
                <a:spcPts val="130"/>
              </a:spcBef>
            </a:pPr>
            <a:r>
              <a:rPr sz="1400" b="1" spc="-25" dirty="0">
                <a:solidFill>
                  <a:srgbClr val="FFFFFF"/>
                </a:solidFill>
                <a:latin typeface="Calibri"/>
                <a:cs typeface="Calibri"/>
              </a:rPr>
              <a:t>3.0</a:t>
            </a:r>
            <a:endParaRPr sz="1400">
              <a:latin typeface="Calibri"/>
              <a:cs typeface="Calibri"/>
            </a:endParaRPr>
          </a:p>
          <a:p>
            <a:pPr algn="ctr">
              <a:lnSpc>
                <a:spcPct val="100000"/>
              </a:lnSpc>
              <a:spcBef>
                <a:spcPts val="5"/>
              </a:spcBef>
            </a:pPr>
            <a:r>
              <a:rPr sz="1400" b="1" spc="-10" dirty="0">
                <a:solidFill>
                  <a:srgbClr val="FFFFFF"/>
                </a:solidFill>
                <a:latin typeface="Calibri"/>
                <a:cs typeface="Calibri"/>
              </a:rPr>
              <a:t>(2011)</a:t>
            </a:r>
            <a:endParaRPr sz="1400">
              <a:latin typeface="Calibri"/>
              <a:cs typeface="Calibri"/>
            </a:endParaRPr>
          </a:p>
        </p:txBody>
      </p:sp>
      <p:sp>
        <p:nvSpPr>
          <p:cNvPr id="11" name="object 11">
            <a:extLst>
              <a:ext uri="{FF2B5EF4-FFF2-40B4-BE49-F238E27FC236}">
                <a16:creationId xmlns:a16="http://schemas.microsoft.com/office/drawing/2014/main" id="{E42BEB90-4BA7-66FD-C7A5-CEA6B3BCA7FC}"/>
              </a:ext>
            </a:extLst>
          </p:cNvPr>
          <p:cNvSpPr txBox="1"/>
          <p:nvPr/>
        </p:nvSpPr>
        <p:spPr>
          <a:xfrm>
            <a:off x="5746657" y="4672977"/>
            <a:ext cx="252095" cy="243840"/>
          </a:xfrm>
          <a:prstGeom prst="rect">
            <a:avLst/>
          </a:prstGeom>
        </p:spPr>
        <p:txBody>
          <a:bodyPr vert="horz" wrap="square" lIns="0" tIns="16510" rIns="0" bIns="0" rtlCol="0">
            <a:spAutoFit/>
          </a:bodyPr>
          <a:lstStyle/>
          <a:p>
            <a:pPr marL="12700">
              <a:lnSpc>
                <a:spcPct val="100000"/>
              </a:lnSpc>
              <a:spcBef>
                <a:spcPts val="130"/>
              </a:spcBef>
            </a:pPr>
            <a:r>
              <a:rPr sz="1400" b="1" spc="-25" dirty="0">
                <a:solidFill>
                  <a:srgbClr val="FFFFFF"/>
                </a:solidFill>
                <a:latin typeface="Calibri"/>
                <a:cs typeface="Calibri"/>
              </a:rPr>
              <a:t>4.0</a:t>
            </a:r>
            <a:endParaRPr sz="1400">
              <a:latin typeface="Calibri"/>
              <a:cs typeface="Calibri"/>
            </a:endParaRPr>
          </a:p>
        </p:txBody>
      </p:sp>
      <p:sp>
        <p:nvSpPr>
          <p:cNvPr id="12" name="object 12">
            <a:extLst>
              <a:ext uri="{FF2B5EF4-FFF2-40B4-BE49-F238E27FC236}">
                <a16:creationId xmlns:a16="http://schemas.microsoft.com/office/drawing/2014/main" id="{CEE49D8A-C0AD-6164-E77A-2BD8D1031D61}"/>
              </a:ext>
            </a:extLst>
          </p:cNvPr>
          <p:cNvSpPr txBox="1"/>
          <p:nvPr/>
        </p:nvSpPr>
        <p:spPr>
          <a:xfrm>
            <a:off x="6744464" y="4384005"/>
            <a:ext cx="643890" cy="457834"/>
          </a:xfrm>
          <a:prstGeom prst="rect">
            <a:avLst/>
          </a:prstGeom>
        </p:spPr>
        <p:txBody>
          <a:bodyPr vert="horz" wrap="square" lIns="0" tIns="16510" rIns="0" bIns="0" rtlCol="0">
            <a:spAutoFit/>
          </a:bodyPr>
          <a:lstStyle/>
          <a:p>
            <a:pPr marL="12700">
              <a:lnSpc>
                <a:spcPct val="100000"/>
              </a:lnSpc>
              <a:spcBef>
                <a:spcPts val="130"/>
              </a:spcBef>
            </a:pPr>
            <a:r>
              <a:rPr sz="1400" b="1" dirty="0">
                <a:solidFill>
                  <a:srgbClr val="FFC000"/>
                </a:solidFill>
                <a:latin typeface="Calibri"/>
                <a:cs typeface="Calibri"/>
              </a:rPr>
              <a:t>Core</a:t>
            </a:r>
            <a:r>
              <a:rPr sz="1400" b="1" spc="-25" dirty="0">
                <a:solidFill>
                  <a:srgbClr val="FFC000"/>
                </a:solidFill>
                <a:latin typeface="Calibri"/>
                <a:cs typeface="Calibri"/>
              </a:rPr>
              <a:t> 1.0</a:t>
            </a:r>
            <a:endParaRPr sz="1400">
              <a:latin typeface="Calibri"/>
              <a:cs typeface="Calibri"/>
            </a:endParaRPr>
          </a:p>
          <a:p>
            <a:pPr marL="81915">
              <a:lnSpc>
                <a:spcPct val="100000"/>
              </a:lnSpc>
              <a:spcBef>
                <a:spcPts val="5"/>
              </a:spcBef>
            </a:pPr>
            <a:r>
              <a:rPr sz="1400" b="1" spc="-10" dirty="0">
                <a:solidFill>
                  <a:srgbClr val="FFC000"/>
                </a:solidFill>
                <a:latin typeface="Calibri"/>
                <a:cs typeface="Calibri"/>
              </a:rPr>
              <a:t>(2016)</a:t>
            </a:r>
            <a:endParaRPr sz="1400">
              <a:latin typeface="Calibri"/>
              <a:cs typeface="Calibri"/>
            </a:endParaRPr>
          </a:p>
        </p:txBody>
      </p:sp>
      <p:sp>
        <p:nvSpPr>
          <p:cNvPr id="13" name="object 13">
            <a:extLst>
              <a:ext uri="{FF2B5EF4-FFF2-40B4-BE49-F238E27FC236}">
                <a16:creationId xmlns:a16="http://schemas.microsoft.com/office/drawing/2014/main" id="{7DB2641D-C93B-7F2E-1180-6E0852C589EE}"/>
              </a:ext>
            </a:extLst>
          </p:cNvPr>
          <p:cNvSpPr txBox="1"/>
          <p:nvPr/>
        </p:nvSpPr>
        <p:spPr>
          <a:xfrm>
            <a:off x="6314329" y="4513566"/>
            <a:ext cx="252095" cy="243840"/>
          </a:xfrm>
          <a:prstGeom prst="rect">
            <a:avLst/>
          </a:prstGeom>
        </p:spPr>
        <p:txBody>
          <a:bodyPr vert="horz" wrap="square" lIns="0" tIns="16510" rIns="0" bIns="0" rtlCol="0">
            <a:spAutoFit/>
          </a:bodyPr>
          <a:lstStyle/>
          <a:p>
            <a:pPr marL="12700">
              <a:lnSpc>
                <a:spcPct val="100000"/>
              </a:lnSpc>
              <a:spcBef>
                <a:spcPts val="130"/>
              </a:spcBef>
            </a:pPr>
            <a:r>
              <a:rPr sz="1400" b="1" spc="-25" dirty="0">
                <a:solidFill>
                  <a:srgbClr val="FFFFFF"/>
                </a:solidFill>
                <a:latin typeface="Calibri"/>
                <a:cs typeface="Calibri"/>
              </a:rPr>
              <a:t>5.0</a:t>
            </a:r>
            <a:endParaRPr sz="1400">
              <a:latin typeface="Calibri"/>
              <a:cs typeface="Calibri"/>
            </a:endParaRPr>
          </a:p>
        </p:txBody>
      </p:sp>
      <p:sp>
        <p:nvSpPr>
          <p:cNvPr id="14" name="object 14">
            <a:extLst>
              <a:ext uri="{FF2B5EF4-FFF2-40B4-BE49-F238E27FC236}">
                <a16:creationId xmlns:a16="http://schemas.microsoft.com/office/drawing/2014/main" id="{0FC89BC3-DDC8-A4F6-CE00-9DAAFE1805F8}"/>
              </a:ext>
            </a:extLst>
          </p:cNvPr>
          <p:cNvSpPr txBox="1"/>
          <p:nvPr/>
        </p:nvSpPr>
        <p:spPr>
          <a:xfrm>
            <a:off x="5625122" y="4727609"/>
            <a:ext cx="1068705" cy="403225"/>
          </a:xfrm>
          <a:prstGeom prst="rect">
            <a:avLst/>
          </a:prstGeom>
        </p:spPr>
        <p:txBody>
          <a:bodyPr vert="horz" wrap="square" lIns="0" tIns="16510" rIns="0" bIns="0" rtlCol="0">
            <a:spAutoFit/>
          </a:bodyPr>
          <a:lstStyle/>
          <a:p>
            <a:pPr marL="579755">
              <a:lnSpc>
                <a:spcPts val="1470"/>
              </a:lnSpc>
              <a:spcBef>
                <a:spcPts val="130"/>
              </a:spcBef>
            </a:pPr>
            <a:r>
              <a:rPr sz="1400" b="1" spc="-10" dirty="0">
                <a:solidFill>
                  <a:srgbClr val="FFFFFF"/>
                </a:solidFill>
                <a:latin typeface="Calibri"/>
                <a:cs typeface="Calibri"/>
              </a:rPr>
              <a:t>(2013)</a:t>
            </a:r>
            <a:endParaRPr sz="1400" dirty="0">
              <a:latin typeface="Calibri"/>
              <a:cs typeface="Calibri"/>
            </a:endParaRPr>
          </a:p>
          <a:p>
            <a:pPr marL="12700">
              <a:lnSpc>
                <a:spcPts val="1470"/>
              </a:lnSpc>
            </a:pPr>
            <a:r>
              <a:rPr sz="1400" b="1" spc="-10" dirty="0">
                <a:solidFill>
                  <a:srgbClr val="FFFFFF"/>
                </a:solidFill>
                <a:latin typeface="Calibri"/>
                <a:cs typeface="Calibri"/>
              </a:rPr>
              <a:t>(2012)</a:t>
            </a:r>
            <a:endParaRPr sz="1400" dirty="0">
              <a:latin typeface="Calibri"/>
              <a:cs typeface="Calibri"/>
            </a:endParaRPr>
          </a:p>
        </p:txBody>
      </p:sp>
      <p:sp>
        <p:nvSpPr>
          <p:cNvPr id="15" name="object 15">
            <a:extLst>
              <a:ext uri="{FF2B5EF4-FFF2-40B4-BE49-F238E27FC236}">
                <a16:creationId xmlns:a16="http://schemas.microsoft.com/office/drawing/2014/main" id="{8E1C8E7A-C63F-341B-9A2D-908A6F586142}"/>
              </a:ext>
            </a:extLst>
          </p:cNvPr>
          <p:cNvSpPr txBox="1"/>
          <p:nvPr/>
        </p:nvSpPr>
        <p:spPr>
          <a:xfrm>
            <a:off x="7444847" y="4278959"/>
            <a:ext cx="499109" cy="457834"/>
          </a:xfrm>
          <a:prstGeom prst="rect">
            <a:avLst/>
          </a:prstGeom>
        </p:spPr>
        <p:txBody>
          <a:bodyPr vert="horz" wrap="square" lIns="0" tIns="16510" rIns="0" bIns="0" rtlCol="0">
            <a:spAutoFit/>
          </a:bodyPr>
          <a:lstStyle/>
          <a:p>
            <a:pPr algn="ctr">
              <a:lnSpc>
                <a:spcPct val="100000"/>
              </a:lnSpc>
              <a:spcBef>
                <a:spcPts val="130"/>
              </a:spcBef>
            </a:pPr>
            <a:r>
              <a:rPr sz="1400" b="1" spc="-25" dirty="0">
                <a:solidFill>
                  <a:srgbClr val="FFC000"/>
                </a:solidFill>
                <a:latin typeface="Calibri"/>
                <a:cs typeface="Calibri"/>
              </a:rPr>
              <a:t>2.0</a:t>
            </a:r>
            <a:endParaRPr sz="1400">
              <a:latin typeface="Calibri"/>
              <a:cs typeface="Calibri"/>
            </a:endParaRPr>
          </a:p>
          <a:p>
            <a:pPr algn="ctr">
              <a:lnSpc>
                <a:spcPct val="100000"/>
              </a:lnSpc>
              <a:spcBef>
                <a:spcPts val="5"/>
              </a:spcBef>
            </a:pPr>
            <a:r>
              <a:rPr sz="1400" b="1" spc="-10" dirty="0">
                <a:solidFill>
                  <a:srgbClr val="FFC000"/>
                </a:solidFill>
                <a:latin typeface="Calibri"/>
                <a:cs typeface="Calibri"/>
              </a:rPr>
              <a:t>(2017)</a:t>
            </a:r>
            <a:endParaRPr sz="1400">
              <a:latin typeface="Calibri"/>
              <a:cs typeface="Calibri"/>
            </a:endParaRPr>
          </a:p>
        </p:txBody>
      </p:sp>
      <p:sp>
        <p:nvSpPr>
          <p:cNvPr id="16" name="object 16">
            <a:extLst>
              <a:ext uri="{FF2B5EF4-FFF2-40B4-BE49-F238E27FC236}">
                <a16:creationId xmlns:a16="http://schemas.microsoft.com/office/drawing/2014/main" id="{F197BA7D-88EF-90B2-08D7-4E25F782C3E8}"/>
              </a:ext>
            </a:extLst>
          </p:cNvPr>
          <p:cNvSpPr txBox="1"/>
          <p:nvPr/>
        </p:nvSpPr>
        <p:spPr>
          <a:xfrm>
            <a:off x="8075762" y="4154098"/>
            <a:ext cx="498475" cy="457834"/>
          </a:xfrm>
          <a:prstGeom prst="rect">
            <a:avLst/>
          </a:prstGeom>
        </p:spPr>
        <p:txBody>
          <a:bodyPr vert="horz" wrap="square" lIns="0" tIns="16510" rIns="0" bIns="0" rtlCol="0">
            <a:spAutoFit/>
          </a:bodyPr>
          <a:lstStyle/>
          <a:p>
            <a:pPr algn="ctr">
              <a:lnSpc>
                <a:spcPct val="100000"/>
              </a:lnSpc>
              <a:spcBef>
                <a:spcPts val="130"/>
              </a:spcBef>
            </a:pPr>
            <a:r>
              <a:rPr sz="1400" b="1" spc="-25" dirty="0">
                <a:solidFill>
                  <a:srgbClr val="FFC000"/>
                </a:solidFill>
                <a:latin typeface="Calibri"/>
                <a:cs typeface="Calibri"/>
              </a:rPr>
              <a:t>3.0</a:t>
            </a:r>
            <a:endParaRPr sz="1400">
              <a:latin typeface="Calibri"/>
              <a:cs typeface="Calibri"/>
            </a:endParaRPr>
          </a:p>
          <a:p>
            <a:pPr algn="ctr">
              <a:lnSpc>
                <a:spcPct val="100000"/>
              </a:lnSpc>
              <a:spcBef>
                <a:spcPts val="5"/>
              </a:spcBef>
            </a:pPr>
            <a:r>
              <a:rPr sz="1400" b="1" spc="-10" dirty="0">
                <a:solidFill>
                  <a:srgbClr val="FFC000"/>
                </a:solidFill>
                <a:latin typeface="Calibri"/>
                <a:cs typeface="Calibri"/>
              </a:rPr>
              <a:t>(2019)</a:t>
            </a:r>
            <a:endParaRPr sz="1400">
              <a:latin typeface="Calibri"/>
              <a:cs typeface="Calibri"/>
            </a:endParaRPr>
          </a:p>
        </p:txBody>
      </p:sp>
      <p:sp>
        <p:nvSpPr>
          <p:cNvPr id="17" name="object 17">
            <a:extLst>
              <a:ext uri="{FF2B5EF4-FFF2-40B4-BE49-F238E27FC236}">
                <a16:creationId xmlns:a16="http://schemas.microsoft.com/office/drawing/2014/main" id="{2BE36B1A-47D4-9478-6083-994B73D64D13}"/>
              </a:ext>
            </a:extLst>
          </p:cNvPr>
          <p:cNvSpPr txBox="1"/>
          <p:nvPr/>
        </p:nvSpPr>
        <p:spPr>
          <a:xfrm>
            <a:off x="8706298" y="4037620"/>
            <a:ext cx="499109" cy="457834"/>
          </a:xfrm>
          <a:prstGeom prst="rect">
            <a:avLst/>
          </a:prstGeom>
        </p:spPr>
        <p:txBody>
          <a:bodyPr vert="horz" wrap="square" lIns="0" tIns="16510" rIns="0" bIns="0" rtlCol="0">
            <a:spAutoFit/>
          </a:bodyPr>
          <a:lstStyle/>
          <a:p>
            <a:pPr algn="ctr">
              <a:lnSpc>
                <a:spcPct val="100000"/>
              </a:lnSpc>
              <a:spcBef>
                <a:spcPts val="130"/>
              </a:spcBef>
            </a:pPr>
            <a:r>
              <a:rPr sz="1400" b="1" spc="-25" dirty="0">
                <a:solidFill>
                  <a:srgbClr val="FFC000"/>
                </a:solidFill>
                <a:latin typeface="Calibri"/>
                <a:cs typeface="Calibri"/>
              </a:rPr>
              <a:t>5.0</a:t>
            </a:r>
            <a:endParaRPr sz="1400">
              <a:latin typeface="Calibri"/>
              <a:cs typeface="Calibri"/>
            </a:endParaRPr>
          </a:p>
          <a:p>
            <a:pPr algn="ctr">
              <a:lnSpc>
                <a:spcPct val="100000"/>
              </a:lnSpc>
              <a:spcBef>
                <a:spcPts val="5"/>
              </a:spcBef>
            </a:pPr>
            <a:r>
              <a:rPr sz="1400" b="1" spc="-10" dirty="0">
                <a:solidFill>
                  <a:srgbClr val="FFC000"/>
                </a:solidFill>
                <a:latin typeface="Calibri"/>
                <a:cs typeface="Calibri"/>
              </a:rPr>
              <a:t>(2020)</a:t>
            </a:r>
            <a:endParaRPr sz="1400">
              <a:latin typeface="Calibri"/>
              <a:cs typeface="Calibri"/>
            </a:endParaRPr>
          </a:p>
        </p:txBody>
      </p:sp>
      <p:sp>
        <p:nvSpPr>
          <p:cNvPr id="18" name="object 18">
            <a:extLst>
              <a:ext uri="{FF2B5EF4-FFF2-40B4-BE49-F238E27FC236}">
                <a16:creationId xmlns:a16="http://schemas.microsoft.com/office/drawing/2014/main" id="{E3175CB3-C0E5-D69A-0D4B-9698A834AAEF}"/>
              </a:ext>
            </a:extLst>
          </p:cNvPr>
          <p:cNvSpPr txBox="1"/>
          <p:nvPr/>
        </p:nvSpPr>
        <p:spPr>
          <a:xfrm>
            <a:off x="10058169" y="3812794"/>
            <a:ext cx="498475" cy="457834"/>
          </a:xfrm>
          <a:prstGeom prst="rect">
            <a:avLst/>
          </a:prstGeom>
        </p:spPr>
        <p:txBody>
          <a:bodyPr vert="horz" wrap="square" lIns="0" tIns="16510" rIns="0" bIns="0" rtlCol="0">
            <a:spAutoFit/>
          </a:bodyPr>
          <a:lstStyle/>
          <a:p>
            <a:pPr algn="ctr">
              <a:lnSpc>
                <a:spcPct val="100000"/>
              </a:lnSpc>
              <a:spcBef>
                <a:spcPts val="130"/>
              </a:spcBef>
            </a:pPr>
            <a:r>
              <a:rPr sz="1400" b="1" spc="-25" dirty="0">
                <a:solidFill>
                  <a:srgbClr val="FFC000"/>
                </a:solidFill>
                <a:latin typeface="Calibri"/>
                <a:cs typeface="Calibri"/>
              </a:rPr>
              <a:t>7.0</a:t>
            </a:r>
            <a:endParaRPr sz="1400">
              <a:latin typeface="Calibri"/>
              <a:cs typeface="Calibri"/>
            </a:endParaRPr>
          </a:p>
          <a:p>
            <a:pPr algn="ctr">
              <a:lnSpc>
                <a:spcPct val="100000"/>
              </a:lnSpc>
              <a:spcBef>
                <a:spcPts val="5"/>
              </a:spcBef>
            </a:pPr>
            <a:r>
              <a:rPr sz="1400" b="1" spc="-10" dirty="0">
                <a:solidFill>
                  <a:srgbClr val="FFC000"/>
                </a:solidFill>
                <a:latin typeface="Calibri"/>
                <a:cs typeface="Calibri"/>
              </a:rPr>
              <a:t>(2022)</a:t>
            </a:r>
            <a:endParaRPr sz="1400">
              <a:latin typeface="Calibri"/>
              <a:cs typeface="Calibri"/>
            </a:endParaRPr>
          </a:p>
        </p:txBody>
      </p:sp>
      <p:sp>
        <p:nvSpPr>
          <p:cNvPr id="19" name="object 19">
            <a:extLst>
              <a:ext uri="{FF2B5EF4-FFF2-40B4-BE49-F238E27FC236}">
                <a16:creationId xmlns:a16="http://schemas.microsoft.com/office/drawing/2014/main" id="{38704EC7-DCA0-078C-F456-C07E71D508E3}"/>
              </a:ext>
            </a:extLst>
          </p:cNvPr>
          <p:cNvSpPr txBox="1"/>
          <p:nvPr/>
        </p:nvSpPr>
        <p:spPr>
          <a:xfrm>
            <a:off x="9319052" y="3901327"/>
            <a:ext cx="499109" cy="457834"/>
          </a:xfrm>
          <a:prstGeom prst="rect">
            <a:avLst/>
          </a:prstGeom>
        </p:spPr>
        <p:txBody>
          <a:bodyPr vert="horz" wrap="square" lIns="0" tIns="16510" rIns="0" bIns="0" rtlCol="0">
            <a:spAutoFit/>
          </a:bodyPr>
          <a:lstStyle/>
          <a:p>
            <a:pPr algn="ctr">
              <a:lnSpc>
                <a:spcPct val="100000"/>
              </a:lnSpc>
              <a:spcBef>
                <a:spcPts val="130"/>
              </a:spcBef>
            </a:pPr>
            <a:r>
              <a:rPr sz="1400" b="1" spc="-25" dirty="0">
                <a:solidFill>
                  <a:srgbClr val="FFC000"/>
                </a:solidFill>
                <a:latin typeface="Calibri"/>
                <a:cs typeface="Calibri"/>
              </a:rPr>
              <a:t>6.0</a:t>
            </a:r>
            <a:endParaRPr sz="1400">
              <a:latin typeface="Calibri"/>
              <a:cs typeface="Calibri"/>
            </a:endParaRPr>
          </a:p>
          <a:p>
            <a:pPr algn="ctr">
              <a:lnSpc>
                <a:spcPct val="100000"/>
              </a:lnSpc>
              <a:spcBef>
                <a:spcPts val="5"/>
              </a:spcBef>
            </a:pPr>
            <a:r>
              <a:rPr sz="1400" b="1" spc="-10" dirty="0">
                <a:solidFill>
                  <a:srgbClr val="FFC000"/>
                </a:solidFill>
                <a:latin typeface="Calibri"/>
                <a:cs typeface="Calibri"/>
              </a:rPr>
              <a:t>(2021)</a:t>
            </a:r>
            <a:endParaRPr sz="1400">
              <a:latin typeface="Calibri"/>
              <a:cs typeface="Calibri"/>
            </a:endParaRPr>
          </a:p>
        </p:txBody>
      </p:sp>
    </p:spTree>
    <p:extLst>
      <p:ext uri="{BB962C8B-B14F-4D97-AF65-F5344CB8AC3E}">
        <p14:creationId xmlns:p14="http://schemas.microsoft.com/office/powerpoint/2010/main" val="27508198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Web API</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61665"/>
          </a:xfrm>
          <a:prstGeom prst="rect">
            <a:avLst/>
          </a:prstGeom>
          <a:noFill/>
        </p:spPr>
        <p:txBody>
          <a:bodyPr wrap="square" rtlCol="0">
            <a:spAutoFit/>
          </a:bodyPr>
          <a:lstStyle/>
          <a:p>
            <a:r>
              <a:rPr lang="fr-FR" sz="2400" b="1" dirty="0"/>
              <a:t>Utilisation</a:t>
            </a:r>
            <a:endParaRPr lang="fr-FR" sz="2400" dirty="0"/>
          </a:p>
        </p:txBody>
      </p:sp>
      <p:grpSp>
        <p:nvGrpSpPr>
          <p:cNvPr id="20" name="object 3">
            <a:extLst>
              <a:ext uri="{FF2B5EF4-FFF2-40B4-BE49-F238E27FC236}">
                <a16:creationId xmlns:a16="http://schemas.microsoft.com/office/drawing/2014/main" id="{7BDD6518-2444-9504-CC04-FE1B30BACBE3}"/>
              </a:ext>
            </a:extLst>
          </p:cNvPr>
          <p:cNvGrpSpPr/>
          <p:nvPr/>
        </p:nvGrpSpPr>
        <p:grpSpPr>
          <a:xfrm>
            <a:off x="6026568" y="4827542"/>
            <a:ext cx="2385060" cy="1814830"/>
            <a:chOff x="6026568" y="4827542"/>
            <a:chExt cx="2385060" cy="1814830"/>
          </a:xfrm>
        </p:grpSpPr>
        <p:pic>
          <p:nvPicPr>
            <p:cNvPr id="21" name="object 4">
              <a:extLst>
                <a:ext uri="{FF2B5EF4-FFF2-40B4-BE49-F238E27FC236}">
                  <a16:creationId xmlns:a16="http://schemas.microsoft.com/office/drawing/2014/main" id="{7032BC7D-F026-1D22-F583-B2EC01D2754C}"/>
                </a:ext>
              </a:extLst>
            </p:cNvPr>
            <p:cNvPicPr/>
            <p:nvPr/>
          </p:nvPicPr>
          <p:blipFill>
            <a:blip r:embed="rId3" cstate="print"/>
            <a:stretch>
              <a:fillRect/>
            </a:stretch>
          </p:blipFill>
          <p:spPr>
            <a:xfrm>
              <a:off x="6026568" y="4827542"/>
              <a:ext cx="2384807" cy="1814628"/>
            </a:xfrm>
            <a:prstGeom prst="rect">
              <a:avLst/>
            </a:prstGeom>
          </p:spPr>
        </p:pic>
        <p:pic>
          <p:nvPicPr>
            <p:cNvPr id="22" name="object 5">
              <a:extLst>
                <a:ext uri="{FF2B5EF4-FFF2-40B4-BE49-F238E27FC236}">
                  <a16:creationId xmlns:a16="http://schemas.microsoft.com/office/drawing/2014/main" id="{616BA05F-1C00-3CFF-AF2B-ACEC92333224}"/>
                </a:ext>
              </a:extLst>
            </p:cNvPr>
            <p:cNvPicPr/>
            <p:nvPr/>
          </p:nvPicPr>
          <p:blipFill>
            <a:blip r:embed="rId4" cstate="print"/>
            <a:stretch>
              <a:fillRect/>
            </a:stretch>
          </p:blipFill>
          <p:spPr>
            <a:xfrm>
              <a:off x="6081363" y="4840085"/>
              <a:ext cx="2267417" cy="1700434"/>
            </a:xfrm>
            <a:prstGeom prst="rect">
              <a:avLst/>
            </a:prstGeom>
          </p:spPr>
        </p:pic>
        <p:sp>
          <p:nvSpPr>
            <p:cNvPr id="23" name="object 6">
              <a:extLst>
                <a:ext uri="{FF2B5EF4-FFF2-40B4-BE49-F238E27FC236}">
                  <a16:creationId xmlns:a16="http://schemas.microsoft.com/office/drawing/2014/main" id="{8ABA6742-BFF1-CE6B-6A57-C3C9B90A5585}"/>
                </a:ext>
              </a:extLst>
            </p:cNvPr>
            <p:cNvSpPr/>
            <p:nvPr/>
          </p:nvSpPr>
          <p:spPr>
            <a:xfrm>
              <a:off x="6081363" y="4840085"/>
              <a:ext cx="2267585" cy="1700530"/>
            </a:xfrm>
            <a:custGeom>
              <a:avLst/>
              <a:gdLst/>
              <a:ahLst/>
              <a:cxnLst/>
              <a:rect l="l" t="t" r="r" b="b"/>
              <a:pathLst>
                <a:path w="2267584" h="1700529">
                  <a:moveTo>
                    <a:pt x="226781" y="1700434"/>
                  </a:moveTo>
                  <a:lnTo>
                    <a:pt x="2040835" y="1700434"/>
                  </a:lnTo>
                  <a:lnTo>
                    <a:pt x="2086514" y="1695828"/>
                  </a:lnTo>
                  <a:lnTo>
                    <a:pt x="2129053" y="1682618"/>
                  </a:lnTo>
                  <a:lnTo>
                    <a:pt x="2167542" y="1661715"/>
                  </a:lnTo>
                  <a:lnTo>
                    <a:pt x="2201072" y="1634031"/>
                  </a:lnTo>
                  <a:lnTo>
                    <a:pt x="2228734" y="1600478"/>
                  </a:lnTo>
                  <a:lnTo>
                    <a:pt x="2249618" y="1561967"/>
                  </a:lnTo>
                  <a:lnTo>
                    <a:pt x="2262815" y="1519410"/>
                  </a:lnTo>
                  <a:lnTo>
                    <a:pt x="2267417" y="1473718"/>
                  </a:lnTo>
                  <a:lnTo>
                    <a:pt x="2267416" y="226713"/>
                  </a:lnTo>
                  <a:lnTo>
                    <a:pt x="2262815" y="181021"/>
                  </a:lnTo>
                  <a:lnTo>
                    <a:pt x="2249618" y="138464"/>
                  </a:lnTo>
                  <a:lnTo>
                    <a:pt x="2228734" y="99954"/>
                  </a:lnTo>
                  <a:lnTo>
                    <a:pt x="2201072" y="66401"/>
                  </a:lnTo>
                  <a:lnTo>
                    <a:pt x="2167542" y="38718"/>
                  </a:lnTo>
                  <a:lnTo>
                    <a:pt x="2129053" y="17815"/>
                  </a:lnTo>
                  <a:lnTo>
                    <a:pt x="2086514" y="4605"/>
                  </a:lnTo>
                  <a:lnTo>
                    <a:pt x="2040835" y="0"/>
                  </a:lnTo>
                  <a:lnTo>
                    <a:pt x="226781" y="0"/>
                  </a:lnTo>
                  <a:lnTo>
                    <a:pt x="181036" y="4605"/>
                  </a:lnTo>
                  <a:lnTo>
                    <a:pt x="138448" y="17815"/>
                  </a:lnTo>
                  <a:lnTo>
                    <a:pt x="99923" y="38718"/>
                  </a:lnTo>
                  <a:lnTo>
                    <a:pt x="66369" y="66401"/>
                  </a:lnTo>
                  <a:lnTo>
                    <a:pt x="38693" y="99954"/>
                  </a:lnTo>
                  <a:lnTo>
                    <a:pt x="17801" y="138464"/>
                  </a:lnTo>
                  <a:lnTo>
                    <a:pt x="4601" y="181021"/>
                  </a:lnTo>
                  <a:lnTo>
                    <a:pt x="0" y="226713"/>
                  </a:lnTo>
                  <a:lnTo>
                    <a:pt x="0" y="1473718"/>
                  </a:lnTo>
                  <a:lnTo>
                    <a:pt x="4601" y="1519410"/>
                  </a:lnTo>
                  <a:lnTo>
                    <a:pt x="17801" y="1561967"/>
                  </a:lnTo>
                  <a:lnTo>
                    <a:pt x="38693" y="1600478"/>
                  </a:lnTo>
                  <a:lnTo>
                    <a:pt x="66369" y="1634031"/>
                  </a:lnTo>
                  <a:lnTo>
                    <a:pt x="99923" y="1661715"/>
                  </a:lnTo>
                  <a:lnTo>
                    <a:pt x="138448" y="1682618"/>
                  </a:lnTo>
                  <a:lnTo>
                    <a:pt x="181036" y="1695828"/>
                  </a:lnTo>
                  <a:lnTo>
                    <a:pt x="226781" y="1700434"/>
                  </a:lnTo>
                  <a:close/>
                </a:path>
              </a:pathLst>
            </a:custGeom>
            <a:ln w="14997">
              <a:solidFill>
                <a:srgbClr val="2C5170"/>
              </a:solidFill>
            </a:ln>
          </p:spPr>
          <p:txBody>
            <a:bodyPr wrap="square" lIns="0" tIns="0" rIns="0" bIns="0" rtlCol="0"/>
            <a:lstStyle/>
            <a:p>
              <a:endParaRPr/>
            </a:p>
          </p:txBody>
        </p:sp>
      </p:grpSp>
      <p:sp>
        <p:nvSpPr>
          <p:cNvPr id="24" name="object 7">
            <a:extLst>
              <a:ext uri="{FF2B5EF4-FFF2-40B4-BE49-F238E27FC236}">
                <a16:creationId xmlns:a16="http://schemas.microsoft.com/office/drawing/2014/main" id="{3D88914E-5A62-8914-90FA-941FD3FDE898}"/>
              </a:ext>
            </a:extLst>
          </p:cNvPr>
          <p:cNvSpPr txBox="1"/>
          <p:nvPr/>
        </p:nvSpPr>
        <p:spPr>
          <a:xfrm>
            <a:off x="6627618" y="5430501"/>
            <a:ext cx="1182370" cy="459105"/>
          </a:xfrm>
          <a:prstGeom prst="rect">
            <a:avLst/>
          </a:prstGeom>
        </p:spPr>
        <p:txBody>
          <a:bodyPr vert="horz" wrap="square" lIns="0" tIns="11430" rIns="0" bIns="0" rtlCol="0">
            <a:spAutoFit/>
          </a:bodyPr>
          <a:lstStyle/>
          <a:p>
            <a:pPr marL="12700">
              <a:lnSpc>
                <a:spcPct val="100000"/>
              </a:lnSpc>
              <a:spcBef>
                <a:spcPts val="90"/>
              </a:spcBef>
            </a:pPr>
            <a:r>
              <a:rPr sz="2850" b="1" spc="-10" dirty="0">
                <a:solidFill>
                  <a:srgbClr val="FDFFFF"/>
                </a:solidFill>
                <a:latin typeface="Calibri"/>
                <a:cs typeface="Calibri"/>
              </a:rPr>
              <a:t>Modèle</a:t>
            </a:r>
            <a:endParaRPr sz="2850">
              <a:latin typeface="Calibri"/>
              <a:cs typeface="Calibri"/>
            </a:endParaRPr>
          </a:p>
        </p:txBody>
      </p:sp>
      <p:grpSp>
        <p:nvGrpSpPr>
          <p:cNvPr id="25" name="object 8">
            <a:extLst>
              <a:ext uri="{FF2B5EF4-FFF2-40B4-BE49-F238E27FC236}">
                <a16:creationId xmlns:a16="http://schemas.microsoft.com/office/drawing/2014/main" id="{768D1B1B-21BB-AAEB-F857-47D8A3F302ED}"/>
              </a:ext>
            </a:extLst>
          </p:cNvPr>
          <p:cNvGrpSpPr/>
          <p:nvPr/>
        </p:nvGrpSpPr>
        <p:grpSpPr>
          <a:xfrm>
            <a:off x="2201782" y="4827542"/>
            <a:ext cx="2385060" cy="1814830"/>
            <a:chOff x="2201782" y="4827542"/>
            <a:chExt cx="2385060" cy="1814830"/>
          </a:xfrm>
        </p:grpSpPr>
        <p:pic>
          <p:nvPicPr>
            <p:cNvPr id="26" name="object 9">
              <a:extLst>
                <a:ext uri="{FF2B5EF4-FFF2-40B4-BE49-F238E27FC236}">
                  <a16:creationId xmlns:a16="http://schemas.microsoft.com/office/drawing/2014/main" id="{ED690AFE-5AAC-5093-A92C-5EE614E196B3}"/>
                </a:ext>
              </a:extLst>
            </p:cNvPr>
            <p:cNvPicPr/>
            <p:nvPr/>
          </p:nvPicPr>
          <p:blipFill>
            <a:blip r:embed="rId5" cstate="print"/>
            <a:stretch>
              <a:fillRect/>
            </a:stretch>
          </p:blipFill>
          <p:spPr>
            <a:xfrm>
              <a:off x="2201782" y="4827542"/>
              <a:ext cx="2384807" cy="1814628"/>
            </a:xfrm>
            <a:prstGeom prst="rect">
              <a:avLst/>
            </a:prstGeom>
          </p:spPr>
        </p:pic>
        <p:pic>
          <p:nvPicPr>
            <p:cNvPr id="27" name="object 10">
              <a:extLst>
                <a:ext uri="{FF2B5EF4-FFF2-40B4-BE49-F238E27FC236}">
                  <a16:creationId xmlns:a16="http://schemas.microsoft.com/office/drawing/2014/main" id="{B4E89831-C11B-8FF1-E1AB-4B315ADABB89}"/>
                </a:ext>
              </a:extLst>
            </p:cNvPr>
            <p:cNvPicPr/>
            <p:nvPr/>
          </p:nvPicPr>
          <p:blipFill>
            <a:blip r:embed="rId6" cstate="print"/>
            <a:stretch>
              <a:fillRect/>
            </a:stretch>
          </p:blipFill>
          <p:spPr>
            <a:xfrm>
              <a:off x="2254866" y="4840085"/>
              <a:ext cx="2267622" cy="1700434"/>
            </a:xfrm>
            <a:prstGeom prst="rect">
              <a:avLst/>
            </a:prstGeom>
          </p:spPr>
        </p:pic>
        <p:sp>
          <p:nvSpPr>
            <p:cNvPr id="28" name="object 11">
              <a:extLst>
                <a:ext uri="{FF2B5EF4-FFF2-40B4-BE49-F238E27FC236}">
                  <a16:creationId xmlns:a16="http://schemas.microsoft.com/office/drawing/2014/main" id="{22D53F43-466F-10CB-B17D-F272EA2F345B}"/>
                </a:ext>
              </a:extLst>
            </p:cNvPr>
            <p:cNvSpPr/>
            <p:nvPr/>
          </p:nvSpPr>
          <p:spPr>
            <a:xfrm>
              <a:off x="2254866" y="4840085"/>
              <a:ext cx="2268220" cy="1700530"/>
            </a:xfrm>
            <a:custGeom>
              <a:avLst/>
              <a:gdLst/>
              <a:ahLst/>
              <a:cxnLst/>
              <a:rect l="l" t="t" r="r" b="b"/>
              <a:pathLst>
                <a:path w="2268220" h="1700529">
                  <a:moveTo>
                    <a:pt x="226747" y="1700434"/>
                  </a:moveTo>
                  <a:lnTo>
                    <a:pt x="2040841" y="1700434"/>
                  </a:lnTo>
                  <a:lnTo>
                    <a:pt x="2086529" y="1695828"/>
                  </a:lnTo>
                  <a:lnTo>
                    <a:pt x="2129090" y="1682618"/>
                  </a:lnTo>
                  <a:lnTo>
                    <a:pt x="2167611" y="1661715"/>
                  </a:lnTo>
                  <a:lnTo>
                    <a:pt x="2201178" y="1634031"/>
                  </a:lnTo>
                  <a:lnTo>
                    <a:pt x="2228876" y="1600478"/>
                  </a:lnTo>
                  <a:lnTo>
                    <a:pt x="2249793" y="1561967"/>
                  </a:lnTo>
                  <a:lnTo>
                    <a:pt x="2263013" y="1519410"/>
                  </a:lnTo>
                  <a:lnTo>
                    <a:pt x="2267622" y="1473718"/>
                  </a:lnTo>
                  <a:lnTo>
                    <a:pt x="2267622" y="226713"/>
                  </a:lnTo>
                  <a:lnTo>
                    <a:pt x="2263013" y="181021"/>
                  </a:lnTo>
                  <a:lnTo>
                    <a:pt x="2249793" y="138464"/>
                  </a:lnTo>
                  <a:lnTo>
                    <a:pt x="2228876" y="99954"/>
                  </a:lnTo>
                  <a:lnTo>
                    <a:pt x="2201178" y="66401"/>
                  </a:lnTo>
                  <a:lnTo>
                    <a:pt x="2167611" y="38718"/>
                  </a:lnTo>
                  <a:lnTo>
                    <a:pt x="2129090" y="17815"/>
                  </a:lnTo>
                  <a:lnTo>
                    <a:pt x="2086528" y="4605"/>
                  </a:lnTo>
                  <a:lnTo>
                    <a:pt x="2040841" y="0"/>
                  </a:lnTo>
                  <a:lnTo>
                    <a:pt x="226747" y="0"/>
                  </a:lnTo>
                  <a:lnTo>
                    <a:pt x="181050" y="4605"/>
                  </a:lnTo>
                  <a:lnTo>
                    <a:pt x="138487" y="17815"/>
                  </a:lnTo>
                  <a:lnTo>
                    <a:pt x="99971" y="38718"/>
                  </a:lnTo>
                  <a:lnTo>
                    <a:pt x="66413" y="66401"/>
                  </a:lnTo>
                  <a:lnTo>
                    <a:pt x="38725" y="99954"/>
                  </a:lnTo>
                  <a:lnTo>
                    <a:pt x="17819" y="138464"/>
                  </a:lnTo>
                  <a:lnTo>
                    <a:pt x="4606" y="181021"/>
                  </a:lnTo>
                  <a:lnTo>
                    <a:pt x="0" y="226713"/>
                  </a:lnTo>
                  <a:lnTo>
                    <a:pt x="0" y="1473718"/>
                  </a:lnTo>
                  <a:lnTo>
                    <a:pt x="4606" y="1519410"/>
                  </a:lnTo>
                  <a:lnTo>
                    <a:pt x="17819" y="1561967"/>
                  </a:lnTo>
                  <a:lnTo>
                    <a:pt x="38725" y="1600478"/>
                  </a:lnTo>
                  <a:lnTo>
                    <a:pt x="66413" y="1634031"/>
                  </a:lnTo>
                  <a:lnTo>
                    <a:pt x="99971" y="1661715"/>
                  </a:lnTo>
                  <a:lnTo>
                    <a:pt x="138487" y="1682618"/>
                  </a:lnTo>
                  <a:lnTo>
                    <a:pt x="181050" y="1695828"/>
                  </a:lnTo>
                  <a:lnTo>
                    <a:pt x="226747" y="1700434"/>
                  </a:lnTo>
                  <a:close/>
                </a:path>
              </a:pathLst>
            </a:custGeom>
            <a:ln w="14997">
              <a:solidFill>
                <a:srgbClr val="507D31"/>
              </a:solidFill>
            </a:ln>
          </p:spPr>
          <p:txBody>
            <a:bodyPr wrap="square" lIns="0" tIns="0" rIns="0" bIns="0" rtlCol="0"/>
            <a:lstStyle/>
            <a:p>
              <a:endParaRPr/>
            </a:p>
          </p:txBody>
        </p:sp>
      </p:grpSp>
      <p:sp>
        <p:nvSpPr>
          <p:cNvPr id="29" name="object 12">
            <a:extLst>
              <a:ext uri="{FF2B5EF4-FFF2-40B4-BE49-F238E27FC236}">
                <a16:creationId xmlns:a16="http://schemas.microsoft.com/office/drawing/2014/main" id="{88A1829C-6081-508C-1BB9-CFFE5134130B}"/>
              </a:ext>
            </a:extLst>
          </p:cNvPr>
          <p:cNvSpPr txBox="1"/>
          <p:nvPr/>
        </p:nvSpPr>
        <p:spPr>
          <a:xfrm>
            <a:off x="5561444" y="5279862"/>
            <a:ext cx="467995" cy="458470"/>
          </a:xfrm>
          <a:prstGeom prst="rect">
            <a:avLst/>
          </a:prstGeom>
          <a:ln>
            <a:solidFill>
              <a:schemeClr val="tx1"/>
            </a:solidFill>
            <a:prstDash val="sysDot"/>
          </a:ln>
        </p:spPr>
        <p:txBody>
          <a:bodyPr vert="horz" wrap="square" lIns="0" tIns="17145" rIns="0" bIns="0" rtlCol="0">
            <a:spAutoFit/>
          </a:bodyPr>
          <a:lstStyle/>
          <a:p>
            <a:pPr marL="12700">
              <a:lnSpc>
                <a:spcPct val="100000"/>
              </a:lnSpc>
              <a:spcBef>
                <a:spcPts val="135"/>
              </a:spcBef>
              <a:tabLst>
                <a:tab pos="454659" algn="l"/>
              </a:tabLst>
            </a:pPr>
            <a:r>
              <a:rPr sz="2800" b="1" u="dash" dirty="0">
                <a:solidFill>
                  <a:srgbClr val="FDFFFF"/>
                </a:solidFill>
                <a:uFill>
                  <a:solidFill>
                    <a:srgbClr val="5B9BD4"/>
                  </a:solidFill>
                </a:uFill>
                <a:latin typeface="Calibri"/>
                <a:cs typeface="Calibri"/>
              </a:rPr>
              <a:t>	</a:t>
            </a:r>
            <a:endParaRPr sz="2800" dirty="0">
              <a:latin typeface="Calibri"/>
              <a:cs typeface="Calibri"/>
            </a:endParaRPr>
          </a:p>
        </p:txBody>
      </p:sp>
      <p:sp>
        <p:nvSpPr>
          <p:cNvPr id="30" name="object 13">
            <a:extLst>
              <a:ext uri="{FF2B5EF4-FFF2-40B4-BE49-F238E27FC236}">
                <a16:creationId xmlns:a16="http://schemas.microsoft.com/office/drawing/2014/main" id="{32A7D062-F514-6C99-0632-91A5232AD704}"/>
              </a:ext>
            </a:extLst>
          </p:cNvPr>
          <p:cNvSpPr txBox="1"/>
          <p:nvPr/>
        </p:nvSpPr>
        <p:spPr>
          <a:xfrm>
            <a:off x="2447856" y="5214546"/>
            <a:ext cx="1866264" cy="891540"/>
          </a:xfrm>
          <a:prstGeom prst="rect">
            <a:avLst/>
          </a:prstGeom>
        </p:spPr>
        <p:txBody>
          <a:bodyPr vert="horz" wrap="square" lIns="0" tIns="17145" rIns="0" bIns="0" rtlCol="0">
            <a:spAutoFit/>
          </a:bodyPr>
          <a:lstStyle/>
          <a:p>
            <a:pPr marL="12700">
              <a:lnSpc>
                <a:spcPts val="3360"/>
              </a:lnSpc>
              <a:spcBef>
                <a:spcPts val="135"/>
              </a:spcBef>
            </a:pPr>
            <a:r>
              <a:rPr sz="2800" b="1" spc="-10" dirty="0">
                <a:solidFill>
                  <a:srgbClr val="FDFFFF"/>
                </a:solidFill>
                <a:latin typeface="Calibri"/>
                <a:cs typeface="Calibri"/>
              </a:rPr>
              <a:t>Sérialisation</a:t>
            </a:r>
            <a:endParaRPr sz="2800">
              <a:latin typeface="Calibri"/>
              <a:cs typeface="Calibri"/>
            </a:endParaRPr>
          </a:p>
          <a:p>
            <a:pPr marL="118110">
              <a:lnSpc>
                <a:spcPct val="100000"/>
              </a:lnSpc>
            </a:pPr>
            <a:r>
              <a:rPr sz="2850" b="1" dirty="0">
                <a:solidFill>
                  <a:srgbClr val="FDFFFF"/>
                </a:solidFill>
                <a:latin typeface="Calibri"/>
                <a:cs typeface="Calibri"/>
              </a:rPr>
              <a:t>Json /</a:t>
            </a:r>
            <a:r>
              <a:rPr sz="2850" b="1" spc="-145" dirty="0">
                <a:solidFill>
                  <a:srgbClr val="FDFFFF"/>
                </a:solidFill>
                <a:latin typeface="Calibri"/>
                <a:cs typeface="Calibri"/>
              </a:rPr>
              <a:t> </a:t>
            </a:r>
            <a:r>
              <a:rPr sz="2850" b="1" spc="-25" dirty="0">
                <a:solidFill>
                  <a:srgbClr val="FDFFFF"/>
                </a:solidFill>
                <a:latin typeface="Calibri"/>
                <a:cs typeface="Calibri"/>
              </a:rPr>
              <a:t>XML</a:t>
            </a:r>
            <a:endParaRPr sz="2850">
              <a:latin typeface="Calibri"/>
              <a:cs typeface="Calibri"/>
            </a:endParaRPr>
          </a:p>
        </p:txBody>
      </p:sp>
      <p:grpSp>
        <p:nvGrpSpPr>
          <p:cNvPr id="31" name="object 14">
            <a:extLst>
              <a:ext uri="{FF2B5EF4-FFF2-40B4-BE49-F238E27FC236}">
                <a16:creationId xmlns:a16="http://schemas.microsoft.com/office/drawing/2014/main" id="{82D22EF8-DBBA-49EB-19E2-1D70F498D039}"/>
              </a:ext>
            </a:extLst>
          </p:cNvPr>
          <p:cNvGrpSpPr/>
          <p:nvPr/>
        </p:nvGrpSpPr>
        <p:grpSpPr>
          <a:xfrm>
            <a:off x="4046627" y="1993207"/>
            <a:ext cx="2385060" cy="1814830"/>
            <a:chOff x="4046627" y="1993207"/>
            <a:chExt cx="2385060" cy="1814830"/>
          </a:xfrm>
        </p:grpSpPr>
        <p:pic>
          <p:nvPicPr>
            <p:cNvPr id="32" name="object 15">
              <a:extLst>
                <a:ext uri="{FF2B5EF4-FFF2-40B4-BE49-F238E27FC236}">
                  <a16:creationId xmlns:a16="http://schemas.microsoft.com/office/drawing/2014/main" id="{AFB2729E-FC92-6342-D019-CD9EE4AB484C}"/>
                </a:ext>
              </a:extLst>
            </p:cNvPr>
            <p:cNvPicPr/>
            <p:nvPr/>
          </p:nvPicPr>
          <p:blipFill>
            <a:blip r:embed="rId7" cstate="print"/>
            <a:stretch>
              <a:fillRect/>
            </a:stretch>
          </p:blipFill>
          <p:spPr>
            <a:xfrm>
              <a:off x="4046627" y="1993207"/>
              <a:ext cx="2384807" cy="1814628"/>
            </a:xfrm>
            <a:prstGeom prst="rect">
              <a:avLst/>
            </a:prstGeom>
          </p:spPr>
        </p:pic>
        <p:pic>
          <p:nvPicPr>
            <p:cNvPr id="33" name="object 16">
              <a:extLst>
                <a:ext uri="{FF2B5EF4-FFF2-40B4-BE49-F238E27FC236}">
                  <a16:creationId xmlns:a16="http://schemas.microsoft.com/office/drawing/2014/main" id="{C0E99DB7-7729-C503-799C-D719F07445C6}"/>
                </a:ext>
              </a:extLst>
            </p:cNvPr>
            <p:cNvPicPr/>
            <p:nvPr/>
          </p:nvPicPr>
          <p:blipFill>
            <a:blip r:embed="rId8" cstate="print"/>
            <a:stretch>
              <a:fillRect/>
            </a:stretch>
          </p:blipFill>
          <p:spPr>
            <a:xfrm>
              <a:off x="4097243" y="2006004"/>
              <a:ext cx="2267496" cy="1700452"/>
            </a:xfrm>
            <a:prstGeom prst="rect">
              <a:avLst/>
            </a:prstGeom>
          </p:spPr>
        </p:pic>
        <p:sp>
          <p:nvSpPr>
            <p:cNvPr id="34" name="object 17">
              <a:extLst>
                <a:ext uri="{FF2B5EF4-FFF2-40B4-BE49-F238E27FC236}">
                  <a16:creationId xmlns:a16="http://schemas.microsoft.com/office/drawing/2014/main" id="{796B5812-B137-27EB-B5B5-2227850A67FF}"/>
                </a:ext>
              </a:extLst>
            </p:cNvPr>
            <p:cNvSpPr/>
            <p:nvPr/>
          </p:nvSpPr>
          <p:spPr>
            <a:xfrm>
              <a:off x="4097243" y="2006004"/>
              <a:ext cx="2267585" cy="1700530"/>
            </a:xfrm>
            <a:custGeom>
              <a:avLst/>
              <a:gdLst/>
              <a:ahLst/>
              <a:cxnLst/>
              <a:rect l="l" t="t" r="r" b="b"/>
              <a:pathLst>
                <a:path w="2267585" h="1700529">
                  <a:moveTo>
                    <a:pt x="226661" y="1700452"/>
                  </a:moveTo>
                  <a:lnTo>
                    <a:pt x="2040715" y="1700452"/>
                  </a:lnTo>
                  <a:lnTo>
                    <a:pt x="2086403" y="1695843"/>
                  </a:lnTo>
                  <a:lnTo>
                    <a:pt x="2128964" y="1682624"/>
                  </a:lnTo>
                  <a:lnTo>
                    <a:pt x="2167485" y="1661710"/>
                  </a:lnTo>
                  <a:lnTo>
                    <a:pt x="2201052" y="1634015"/>
                  </a:lnTo>
                  <a:lnTo>
                    <a:pt x="2228750" y="1600453"/>
                  </a:lnTo>
                  <a:lnTo>
                    <a:pt x="2249667" y="1561936"/>
                  </a:lnTo>
                  <a:lnTo>
                    <a:pt x="2262887" y="1519380"/>
                  </a:lnTo>
                  <a:lnTo>
                    <a:pt x="2267496" y="1473698"/>
                  </a:lnTo>
                  <a:lnTo>
                    <a:pt x="2267496" y="226753"/>
                  </a:lnTo>
                  <a:lnTo>
                    <a:pt x="2262887" y="181071"/>
                  </a:lnTo>
                  <a:lnTo>
                    <a:pt x="2249667" y="138515"/>
                  </a:lnTo>
                  <a:lnTo>
                    <a:pt x="2228750" y="99999"/>
                  </a:lnTo>
                  <a:lnTo>
                    <a:pt x="2201052" y="66436"/>
                  </a:lnTo>
                  <a:lnTo>
                    <a:pt x="2167485" y="38741"/>
                  </a:lnTo>
                  <a:lnTo>
                    <a:pt x="2128964" y="17827"/>
                  </a:lnTo>
                  <a:lnTo>
                    <a:pt x="2086402" y="4609"/>
                  </a:lnTo>
                  <a:lnTo>
                    <a:pt x="2040715" y="0"/>
                  </a:lnTo>
                  <a:lnTo>
                    <a:pt x="226661" y="0"/>
                  </a:lnTo>
                  <a:lnTo>
                    <a:pt x="180979" y="4609"/>
                  </a:lnTo>
                  <a:lnTo>
                    <a:pt x="138431" y="17827"/>
                  </a:lnTo>
                  <a:lnTo>
                    <a:pt x="99929" y="38741"/>
                  </a:lnTo>
                  <a:lnTo>
                    <a:pt x="66384" y="66436"/>
                  </a:lnTo>
                  <a:lnTo>
                    <a:pt x="38708" y="99999"/>
                  </a:lnTo>
                  <a:lnTo>
                    <a:pt x="17811" y="138515"/>
                  </a:lnTo>
                  <a:lnTo>
                    <a:pt x="4604" y="181071"/>
                  </a:lnTo>
                  <a:lnTo>
                    <a:pt x="0" y="226753"/>
                  </a:lnTo>
                  <a:lnTo>
                    <a:pt x="0" y="1473698"/>
                  </a:lnTo>
                  <a:lnTo>
                    <a:pt x="4604" y="1519380"/>
                  </a:lnTo>
                  <a:lnTo>
                    <a:pt x="17811" y="1561936"/>
                  </a:lnTo>
                  <a:lnTo>
                    <a:pt x="38708" y="1600453"/>
                  </a:lnTo>
                  <a:lnTo>
                    <a:pt x="66384" y="1634015"/>
                  </a:lnTo>
                  <a:lnTo>
                    <a:pt x="99929" y="1661710"/>
                  </a:lnTo>
                  <a:lnTo>
                    <a:pt x="138431" y="1682624"/>
                  </a:lnTo>
                  <a:lnTo>
                    <a:pt x="180979" y="1695843"/>
                  </a:lnTo>
                  <a:lnTo>
                    <a:pt x="226661" y="1700452"/>
                  </a:lnTo>
                  <a:close/>
                </a:path>
              </a:pathLst>
            </a:custGeom>
            <a:ln w="14997">
              <a:solidFill>
                <a:srgbClr val="BA8B00"/>
              </a:solidFill>
            </a:ln>
          </p:spPr>
          <p:txBody>
            <a:bodyPr wrap="square" lIns="0" tIns="0" rIns="0" bIns="0" rtlCol="0"/>
            <a:lstStyle/>
            <a:p>
              <a:endParaRPr/>
            </a:p>
          </p:txBody>
        </p:sp>
      </p:grpSp>
      <p:sp>
        <p:nvSpPr>
          <p:cNvPr id="35" name="object 18">
            <a:extLst>
              <a:ext uri="{FF2B5EF4-FFF2-40B4-BE49-F238E27FC236}">
                <a16:creationId xmlns:a16="http://schemas.microsoft.com/office/drawing/2014/main" id="{B846FCF4-FBA1-8A3B-C1D6-5D310C8DE736}"/>
              </a:ext>
            </a:extLst>
          </p:cNvPr>
          <p:cNvSpPr txBox="1"/>
          <p:nvPr/>
        </p:nvSpPr>
        <p:spPr>
          <a:xfrm>
            <a:off x="4408197" y="2588582"/>
            <a:ext cx="1641475" cy="459105"/>
          </a:xfrm>
          <a:prstGeom prst="rect">
            <a:avLst/>
          </a:prstGeom>
        </p:spPr>
        <p:txBody>
          <a:bodyPr vert="horz" wrap="square" lIns="0" tIns="11430" rIns="0" bIns="0" rtlCol="0">
            <a:spAutoFit/>
          </a:bodyPr>
          <a:lstStyle/>
          <a:p>
            <a:pPr marL="12700">
              <a:lnSpc>
                <a:spcPct val="100000"/>
              </a:lnSpc>
              <a:spcBef>
                <a:spcPts val="90"/>
              </a:spcBef>
            </a:pPr>
            <a:r>
              <a:rPr sz="2850" b="1" spc="-10" dirty="0">
                <a:solidFill>
                  <a:srgbClr val="FDFFFF"/>
                </a:solidFill>
                <a:latin typeface="Calibri"/>
                <a:cs typeface="Calibri"/>
              </a:rPr>
              <a:t>Contrôleur</a:t>
            </a:r>
            <a:endParaRPr sz="2850">
              <a:latin typeface="Calibri"/>
              <a:cs typeface="Calibri"/>
            </a:endParaRPr>
          </a:p>
        </p:txBody>
      </p:sp>
      <p:grpSp>
        <p:nvGrpSpPr>
          <p:cNvPr id="36" name="object 19">
            <a:extLst>
              <a:ext uri="{FF2B5EF4-FFF2-40B4-BE49-F238E27FC236}">
                <a16:creationId xmlns:a16="http://schemas.microsoft.com/office/drawing/2014/main" id="{095D4901-A027-6157-4544-36A6068211DF}"/>
              </a:ext>
            </a:extLst>
          </p:cNvPr>
          <p:cNvGrpSpPr/>
          <p:nvPr/>
        </p:nvGrpSpPr>
        <p:grpSpPr>
          <a:xfrm>
            <a:off x="3689976" y="3828225"/>
            <a:ext cx="785495" cy="870585"/>
            <a:chOff x="3689976" y="3828225"/>
            <a:chExt cx="785495" cy="870585"/>
          </a:xfrm>
        </p:grpSpPr>
        <p:sp>
          <p:nvSpPr>
            <p:cNvPr id="37" name="object 20">
              <a:extLst>
                <a:ext uri="{FF2B5EF4-FFF2-40B4-BE49-F238E27FC236}">
                  <a16:creationId xmlns:a16="http://schemas.microsoft.com/office/drawing/2014/main" id="{BCA28234-C228-EBCE-64F3-3D38103491A7}"/>
                </a:ext>
              </a:extLst>
            </p:cNvPr>
            <p:cNvSpPr/>
            <p:nvPr/>
          </p:nvSpPr>
          <p:spPr>
            <a:xfrm>
              <a:off x="3778929" y="3848228"/>
              <a:ext cx="676910" cy="751840"/>
            </a:xfrm>
            <a:custGeom>
              <a:avLst/>
              <a:gdLst/>
              <a:ahLst/>
              <a:cxnLst/>
              <a:rect l="l" t="t" r="r" b="b"/>
              <a:pathLst>
                <a:path w="676910" h="751839">
                  <a:moveTo>
                    <a:pt x="676365" y="0"/>
                  </a:moveTo>
                  <a:lnTo>
                    <a:pt x="0" y="751246"/>
                  </a:lnTo>
                </a:path>
              </a:pathLst>
            </a:custGeom>
            <a:ln w="39994">
              <a:solidFill>
                <a:srgbClr val="5B9BD4"/>
              </a:solidFill>
            </a:ln>
          </p:spPr>
          <p:txBody>
            <a:bodyPr wrap="square" lIns="0" tIns="0" rIns="0" bIns="0" rtlCol="0"/>
            <a:lstStyle/>
            <a:p>
              <a:endParaRPr/>
            </a:p>
          </p:txBody>
        </p:sp>
        <p:sp>
          <p:nvSpPr>
            <p:cNvPr id="38" name="object 21">
              <a:extLst>
                <a:ext uri="{FF2B5EF4-FFF2-40B4-BE49-F238E27FC236}">
                  <a16:creationId xmlns:a16="http://schemas.microsoft.com/office/drawing/2014/main" id="{77B08823-F131-E16B-6287-B38F6449CBCE}"/>
                </a:ext>
              </a:extLst>
            </p:cNvPr>
            <p:cNvSpPr/>
            <p:nvPr/>
          </p:nvSpPr>
          <p:spPr>
            <a:xfrm>
              <a:off x="3689976" y="4534487"/>
              <a:ext cx="158750" cy="164465"/>
            </a:xfrm>
            <a:custGeom>
              <a:avLst/>
              <a:gdLst/>
              <a:ahLst/>
              <a:cxnLst/>
              <a:rect l="l" t="t" r="r" b="b"/>
              <a:pathLst>
                <a:path w="158750" h="164464">
                  <a:moveTo>
                    <a:pt x="45176" y="0"/>
                  </a:moveTo>
                  <a:lnTo>
                    <a:pt x="0" y="163886"/>
                  </a:lnTo>
                  <a:lnTo>
                    <a:pt x="158147" y="101779"/>
                  </a:lnTo>
                  <a:lnTo>
                    <a:pt x="45176" y="0"/>
                  </a:lnTo>
                  <a:close/>
                </a:path>
              </a:pathLst>
            </a:custGeom>
            <a:solidFill>
              <a:srgbClr val="5B9BD4"/>
            </a:solidFill>
          </p:spPr>
          <p:txBody>
            <a:bodyPr wrap="square" lIns="0" tIns="0" rIns="0" bIns="0" rtlCol="0"/>
            <a:lstStyle/>
            <a:p>
              <a:endParaRPr/>
            </a:p>
          </p:txBody>
        </p:sp>
        <p:sp>
          <p:nvSpPr>
            <p:cNvPr id="39" name="object 22">
              <a:extLst>
                <a:ext uri="{FF2B5EF4-FFF2-40B4-BE49-F238E27FC236}">
                  <a16:creationId xmlns:a16="http://schemas.microsoft.com/office/drawing/2014/main" id="{EC15E950-A632-DD0D-8AE0-D7C10C276465}"/>
                </a:ext>
              </a:extLst>
            </p:cNvPr>
            <p:cNvSpPr/>
            <p:nvPr/>
          </p:nvSpPr>
          <p:spPr>
            <a:xfrm>
              <a:off x="3795528" y="4153365"/>
              <a:ext cx="554355" cy="240029"/>
            </a:xfrm>
            <a:custGeom>
              <a:avLst/>
              <a:gdLst/>
              <a:ahLst/>
              <a:cxnLst/>
              <a:rect l="l" t="t" r="r" b="b"/>
              <a:pathLst>
                <a:path w="554354" h="240029">
                  <a:moveTo>
                    <a:pt x="554155" y="0"/>
                  </a:moveTo>
                  <a:lnTo>
                    <a:pt x="0" y="0"/>
                  </a:lnTo>
                  <a:lnTo>
                    <a:pt x="0" y="239950"/>
                  </a:lnTo>
                  <a:lnTo>
                    <a:pt x="554155" y="239950"/>
                  </a:lnTo>
                  <a:lnTo>
                    <a:pt x="554155" y="0"/>
                  </a:lnTo>
                  <a:close/>
                </a:path>
              </a:pathLst>
            </a:custGeom>
            <a:solidFill>
              <a:srgbClr val="FFFFFF"/>
            </a:solidFill>
          </p:spPr>
          <p:txBody>
            <a:bodyPr wrap="square" lIns="0" tIns="0" rIns="0" bIns="0" rtlCol="0"/>
            <a:lstStyle/>
            <a:p>
              <a:endParaRPr/>
            </a:p>
          </p:txBody>
        </p:sp>
      </p:grpSp>
      <p:sp>
        <p:nvSpPr>
          <p:cNvPr id="40" name="object 23">
            <a:extLst>
              <a:ext uri="{FF2B5EF4-FFF2-40B4-BE49-F238E27FC236}">
                <a16:creationId xmlns:a16="http://schemas.microsoft.com/office/drawing/2014/main" id="{15CF2D18-154C-FE5D-7F23-2975341B6EA2}"/>
              </a:ext>
            </a:extLst>
          </p:cNvPr>
          <p:cNvSpPr txBox="1"/>
          <p:nvPr/>
        </p:nvSpPr>
        <p:spPr>
          <a:xfrm>
            <a:off x="3778748" y="4126768"/>
            <a:ext cx="570230" cy="260350"/>
          </a:xfrm>
          <a:prstGeom prst="rect">
            <a:avLst/>
          </a:prstGeom>
        </p:spPr>
        <p:txBody>
          <a:bodyPr vert="horz" wrap="square" lIns="0" tIns="17780" rIns="0" bIns="0" rtlCol="0">
            <a:spAutoFit/>
          </a:bodyPr>
          <a:lstStyle/>
          <a:p>
            <a:pPr marL="12700">
              <a:lnSpc>
                <a:spcPct val="100000"/>
              </a:lnSpc>
              <a:spcBef>
                <a:spcPts val="140"/>
              </a:spcBef>
            </a:pPr>
            <a:r>
              <a:rPr sz="1500" spc="-10" dirty="0">
                <a:solidFill>
                  <a:srgbClr val="4F87BA"/>
                </a:solidFill>
                <a:latin typeface="Calibri"/>
                <a:cs typeface="Calibri"/>
              </a:rPr>
              <a:t>Choisit</a:t>
            </a:r>
            <a:endParaRPr sz="1500">
              <a:latin typeface="Calibri"/>
              <a:cs typeface="Calibri"/>
            </a:endParaRPr>
          </a:p>
        </p:txBody>
      </p:sp>
      <p:grpSp>
        <p:nvGrpSpPr>
          <p:cNvPr id="41" name="object 24">
            <a:extLst>
              <a:ext uri="{FF2B5EF4-FFF2-40B4-BE49-F238E27FC236}">
                <a16:creationId xmlns:a16="http://schemas.microsoft.com/office/drawing/2014/main" id="{1A0D314C-AB55-34A7-D84B-D1A5419A5F75}"/>
              </a:ext>
            </a:extLst>
          </p:cNvPr>
          <p:cNvGrpSpPr/>
          <p:nvPr/>
        </p:nvGrpSpPr>
        <p:grpSpPr>
          <a:xfrm>
            <a:off x="5886379" y="3828225"/>
            <a:ext cx="1807210" cy="870585"/>
            <a:chOff x="5886379" y="3828225"/>
            <a:chExt cx="1807210" cy="870585"/>
          </a:xfrm>
        </p:grpSpPr>
        <p:sp>
          <p:nvSpPr>
            <p:cNvPr id="42" name="object 25">
              <a:extLst>
                <a:ext uri="{FF2B5EF4-FFF2-40B4-BE49-F238E27FC236}">
                  <a16:creationId xmlns:a16="http://schemas.microsoft.com/office/drawing/2014/main" id="{A0E62370-5A7B-668B-862C-BBB722C84566}"/>
                </a:ext>
              </a:extLst>
            </p:cNvPr>
            <p:cNvSpPr/>
            <p:nvPr/>
          </p:nvSpPr>
          <p:spPr>
            <a:xfrm>
              <a:off x="6506529" y="3848228"/>
              <a:ext cx="493395" cy="739775"/>
            </a:xfrm>
            <a:custGeom>
              <a:avLst/>
              <a:gdLst/>
              <a:ahLst/>
              <a:cxnLst/>
              <a:rect l="l" t="t" r="r" b="b"/>
              <a:pathLst>
                <a:path w="493395" h="739775">
                  <a:moveTo>
                    <a:pt x="0" y="0"/>
                  </a:moveTo>
                  <a:lnTo>
                    <a:pt x="493160" y="739448"/>
                  </a:lnTo>
                </a:path>
              </a:pathLst>
            </a:custGeom>
            <a:ln w="39995">
              <a:solidFill>
                <a:srgbClr val="5B9BD4"/>
              </a:solidFill>
            </a:ln>
          </p:spPr>
          <p:txBody>
            <a:bodyPr wrap="square" lIns="0" tIns="0" rIns="0" bIns="0" rtlCol="0"/>
            <a:lstStyle/>
            <a:p>
              <a:endParaRPr/>
            </a:p>
          </p:txBody>
        </p:sp>
        <p:sp>
          <p:nvSpPr>
            <p:cNvPr id="43" name="object 26">
              <a:extLst>
                <a:ext uri="{FF2B5EF4-FFF2-40B4-BE49-F238E27FC236}">
                  <a16:creationId xmlns:a16="http://schemas.microsoft.com/office/drawing/2014/main" id="{D3BB7876-E1D2-D748-D099-30BB560045EB}"/>
                </a:ext>
              </a:extLst>
            </p:cNvPr>
            <p:cNvSpPr/>
            <p:nvPr/>
          </p:nvSpPr>
          <p:spPr>
            <a:xfrm>
              <a:off x="6925895" y="4529688"/>
              <a:ext cx="147955" cy="168910"/>
            </a:xfrm>
            <a:custGeom>
              <a:avLst/>
              <a:gdLst/>
              <a:ahLst/>
              <a:cxnLst/>
              <a:rect l="l" t="t" r="r" b="b"/>
              <a:pathLst>
                <a:path w="147954" h="168910">
                  <a:moveTo>
                    <a:pt x="126389" y="0"/>
                  </a:moveTo>
                  <a:lnTo>
                    <a:pt x="0" y="84382"/>
                  </a:lnTo>
                  <a:lnTo>
                    <a:pt x="147388" y="168685"/>
                  </a:lnTo>
                  <a:lnTo>
                    <a:pt x="126389" y="0"/>
                  </a:lnTo>
                  <a:close/>
                </a:path>
              </a:pathLst>
            </a:custGeom>
            <a:solidFill>
              <a:srgbClr val="5B9BD4"/>
            </a:solidFill>
          </p:spPr>
          <p:txBody>
            <a:bodyPr wrap="square" lIns="0" tIns="0" rIns="0" bIns="0" rtlCol="0"/>
            <a:lstStyle/>
            <a:p>
              <a:endParaRPr/>
            </a:p>
          </p:txBody>
        </p:sp>
        <p:sp>
          <p:nvSpPr>
            <p:cNvPr id="44" name="object 27">
              <a:extLst>
                <a:ext uri="{FF2B5EF4-FFF2-40B4-BE49-F238E27FC236}">
                  <a16:creationId xmlns:a16="http://schemas.microsoft.com/office/drawing/2014/main" id="{5F31CB66-116F-AD23-3BC8-E85557CCA37E}"/>
                </a:ext>
              </a:extLst>
            </p:cNvPr>
            <p:cNvSpPr/>
            <p:nvPr/>
          </p:nvSpPr>
          <p:spPr>
            <a:xfrm>
              <a:off x="5886379" y="4153365"/>
              <a:ext cx="1807210" cy="240029"/>
            </a:xfrm>
            <a:custGeom>
              <a:avLst/>
              <a:gdLst/>
              <a:ahLst/>
              <a:cxnLst/>
              <a:rect l="l" t="t" r="r" b="b"/>
              <a:pathLst>
                <a:path w="1807209" h="240029">
                  <a:moveTo>
                    <a:pt x="1807194" y="0"/>
                  </a:moveTo>
                  <a:lnTo>
                    <a:pt x="0" y="0"/>
                  </a:lnTo>
                  <a:lnTo>
                    <a:pt x="0" y="239950"/>
                  </a:lnTo>
                  <a:lnTo>
                    <a:pt x="1807194" y="239950"/>
                  </a:lnTo>
                  <a:lnTo>
                    <a:pt x="1807194" y="0"/>
                  </a:lnTo>
                  <a:close/>
                </a:path>
              </a:pathLst>
            </a:custGeom>
            <a:solidFill>
              <a:srgbClr val="FFFFFF"/>
            </a:solidFill>
          </p:spPr>
          <p:txBody>
            <a:bodyPr wrap="square" lIns="0" tIns="0" rIns="0" bIns="0" rtlCol="0"/>
            <a:lstStyle/>
            <a:p>
              <a:endParaRPr/>
            </a:p>
          </p:txBody>
        </p:sp>
      </p:grpSp>
      <p:sp>
        <p:nvSpPr>
          <p:cNvPr id="45" name="object 28">
            <a:extLst>
              <a:ext uri="{FF2B5EF4-FFF2-40B4-BE49-F238E27FC236}">
                <a16:creationId xmlns:a16="http://schemas.microsoft.com/office/drawing/2014/main" id="{3C60EAE7-7F43-3587-EC4B-3F765A3C909E}"/>
              </a:ext>
            </a:extLst>
          </p:cNvPr>
          <p:cNvSpPr txBox="1"/>
          <p:nvPr/>
        </p:nvSpPr>
        <p:spPr>
          <a:xfrm>
            <a:off x="5873679" y="4126768"/>
            <a:ext cx="1831339" cy="260350"/>
          </a:xfrm>
          <a:prstGeom prst="rect">
            <a:avLst/>
          </a:prstGeom>
        </p:spPr>
        <p:txBody>
          <a:bodyPr vert="horz" wrap="square" lIns="0" tIns="17780" rIns="0" bIns="0" rtlCol="0">
            <a:spAutoFit/>
          </a:bodyPr>
          <a:lstStyle/>
          <a:p>
            <a:pPr marL="12700">
              <a:lnSpc>
                <a:spcPct val="100000"/>
              </a:lnSpc>
              <a:spcBef>
                <a:spcPts val="140"/>
              </a:spcBef>
            </a:pPr>
            <a:r>
              <a:rPr sz="1500" dirty="0">
                <a:solidFill>
                  <a:srgbClr val="4F87BA"/>
                </a:solidFill>
                <a:latin typeface="Calibri"/>
                <a:cs typeface="Calibri"/>
              </a:rPr>
              <a:t>Demande</a:t>
            </a:r>
            <a:r>
              <a:rPr sz="1500" spc="170" dirty="0">
                <a:solidFill>
                  <a:srgbClr val="4F87BA"/>
                </a:solidFill>
                <a:latin typeface="Calibri"/>
                <a:cs typeface="Calibri"/>
              </a:rPr>
              <a:t> </a:t>
            </a:r>
            <a:r>
              <a:rPr sz="1500" dirty="0">
                <a:solidFill>
                  <a:srgbClr val="4F87BA"/>
                </a:solidFill>
                <a:latin typeface="Calibri"/>
                <a:cs typeface="Calibri"/>
              </a:rPr>
              <a:t>/</a:t>
            </a:r>
            <a:r>
              <a:rPr sz="1500" spc="95" dirty="0">
                <a:solidFill>
                  <a:srgbClr val="4F87BA"/>
                </a:solidFill>
                <a:latin typeface="Calibri"/>
                <a:cs typeface="Calibri"/>
              </a:rPr>
              <a:t> </a:t>
            </a:r>
            <a:r>
              <a:rPr sz="1500" dirty="0">
                <a:solidFill>
                  <a:srgbClr val="4F87BA"/>
                </a:solidFill>
                <a:latin typeface="Calibri"/>
                <a:cs typeface="Calibri"/>
              </a:rPr>
              <a:t>Met</a:t>
            </a:r>
            <a:r>
              <a:rPr sz="1500" spc="45" dirty="0">
                <a:solidFill>
                  <a:srgbClr val="4F87BA"/>
                </a:solidFill>
                <a:latin typeface="Calibri"/>
                <a:cs typeface="Calibri"/>
              </a:rPr>
              <a:t> </a:t>
            </a:r>
            <a:r>
              <a:rPr sz="1500" dirty="0">
                <a:solidFill>
                  <a:srgbClr val="4F87BA"/>
                </a:solidFill>
                <a:latin typeface="Calibri"/>
                <a:cs typeface="Calibri"/>
              </a:rPr>
              <a:t>à</a:t>
            </a:r>
            <a:r>
              <a:rPr sz="1500" spc="210" dirty="0">
                <a:solidFill>
                  <a:srgbClr val="4F87BA"/>
                </a:solidFill>
                <a:latin typeface="Calibri"/>
                <a:cs typeface="Calibri"/>
              </a:rPr>
              <a:t> </a:t>
            </a:r>
            <a:r>
              <a:rPr sz="1500" spc="-20" dirty="0">
                <a:solidFill>
                  <a:srgbClr val="4F87BA"/>
                </a:solidFill>
                <a:latin typeface="Calibri"/>
                <a:cs typeface="Calibri"/>
              </a:rPr>
              <a:t>jour</a:t>
            </a:r>
            <a:endParaRPr sz="1500">
              <a:latin typeface="Calibri"/>
              <a:cs typeface="Calibri"/>
            </a:endParaRPr>
          </a:p>
        </p:txBody>
      </p:sp>
      <p:grpSp>
        <p:nvGrpSpPr>
          <p:cNvPr id="46" name="object 29">
            <a:extLst>
              <a:ext uri="{FF2B5EF4-FFF2-40B4-BE49-F238E27FC236}">
                <a16:creationId xmlns:a16="http://schemas.microsoft.com/office/drawing/2014/main" id="{38680817-6BD1-26E4-DC34-1C3F062CDA7A}"/>
              </a:ext>
            </a:extLst>
          </p:cNvPr>
          <p:cNvGrpSpPr/>
          <p:nvPr/>
        </p:nvGrpSpPr>
        <p:grpSpPr>
          <a:xfrm>
            <a:off x="4618681" y="5619905"/>
            <a:ext cx="365760" cy="140970"/>
            <a:chOff x="4618681" y="5619905"/>
            <a:chExt cx="365760" cy="140970"/>
          </a:xfrm>
        </p:grpSpPr>
        <p:sp>
          <p:nvSpPr>
            <p:cNvPr id="47" name="object 30">
              <a:extLst>
                <a:ext uri="{FF2B5EF4-FFF2-40B4-BE49-F238E27FC236}">
                  <a16:creationId xmlns:a16="http://schemas.microsoft.com/office/drawing/2014/main" id="{9D8EC7CE-600C-2B54-C412-D03B3B0BC366}"/>
                </a:ext>
              </a:extLst>
            </p:cNvPr>
            <p:cNvSpPr/>
            <p:nvPr/>
          </p:nvSpPr>
          <p:spPr>
            <a:xfrm>
              <a:off x="4741871" y="5690291"/>
              <a:ext cx="242570" cy="0"/>
            </a:xfrm>
            <a:custGeom>
              <a:avLst/>
              <a:gdLst/>
              <a:ahLst/>
              <a:cxnLst/>
              <a:rect l="l" t="t" r="r" b="b"/>
              <a:pathLst>
                <a:path w="242570">
                  <a:moveTo>
                    <a:pt x="0" y="0"/>
                  </a:moveTo>
                  <a:lnTo>
                    <a:pt x="242180" y="0"/>
                  </a:lnTo>
                </a:path>
              </a:pathLst>
            </a:custGeom>
            <a:ln w="19995">
              <a:solidFill>
                <a:srgbClr val="5B9BD4"/>
              </a:solidFill>
              <a:prstDash val="sysDot"/>
            </a:ln>
          </p:spPr>
          <p:txBody>
            <a:bodyPr wrap="square" lIns="0" tIns="0" rIns="0" bIns="0" rtlCol="0"/>
            <a:lstStyle/>
            <a:p>
              <a:endParaRPr/>
            </a:p>
          </p:txBody>
        </p:sp>
        <p:sp>
          <p:nvSpPr>
            <p:cNvPr id="48" name="object 31">
              <a:extLst>
                <a:ext uri="{FF2B5EF4-FFF2-40B4-BE49-F238E27FC236}">
                  <a16:creationId xmlns:a16="http://schemas.microsoft.com/office/drawing/2014/main" id="{1D2AFC14-57CB-C099-9A26-D31FD2A4B69D}"/>
                </a:ext>
              </a:extLst>
            </p:cNvPr>
            <p:cNvSpPr/>
            <p:nvPr/>
          </p:nvSpPr>
          <p:spPr>
            <a:xfrm>
              <a:off x="4618681" y="5619905"/>
              <a:ext cx="140970" cy="140970"/>
            </a:xfrm>
            <a:custGeom>
              <a:avLst/>
              <a:gdLst/>
              <a:ahLst/>
              <a:cxnLst/>
              <a:rect l="l" t="t" r="r" b="b"/>
              <a:pathLst>
                <a:path w="140970" h="140970">
                  <a:moveTo>
                    <a:pt x="140788" y="0"/>
                  </a:moveTo>
                  <a:lnTo>
                    <a:pt x="0" y="70385"/>
                  </a:lnTo>
                  <a:lnTo>
                    <a:pt x="140788" y="140771"/>
                  </a:lnTo>
                  <a:lnTo>
                    <a:pt x="140788" y="0"/>
                  </a:lnTo>
                  <a:close/>
                </a:path>
              </a:pathLst>
            </a:custGeom>
            <a:solidFill>
              <a:srgbClr val="5B9BD4"/>
            </a:solidFill>
          </p:spPr>
          <p:txBody>
            <a:bodyPr wrap="square" lIns="0" tIns="0" rIns="0" bIns="0" rtlCol="0"/>
            <a:lstStyle/>
            <a:p>
              <a:endParaRPr/>
            </a:p>
          </p:txBody>
        </p:sp>
      </p:grpSp>
      <p:sp>
        <p:nvSpPr>
          <p:cNvPr id="49" name="object 32">
            <a:extLst>
              <a:ext uri="{FF2B5EF4-FFF2-40B4-BE49-F238E27FC236}">
                <a16:creationId xmlns:a16="http://schemas.microsoft.com/office/drawing/2014/main" id="{58074CC5-6E6D-E9A8-9BDB-1623DEF87839}"/>
              </a:ext>
            </a:extLst>
          </p:cNvPr>
          <p:cNvSpPr txBox="1"/>
          <p:nvPr/>
        </p:nvSpPr>
        <p:spPr>
          <a:xfrm>
            <a:off x="4969752" y="5546978"/>
            <a:ext cx="615950" cy="260985"/>
          </a:xfrm>
          <a:prstGeom prst="rect">
            <a:avLst/>
          </a:prstGeom>
        </p:spPr>
        <p:txBody>
          <a:bodyPr vert="horz" wrap="square" lIns="0" tIns="11430" rIns="0" bIns="0" rtlCol="0">
            <a:spAutoFit/>
          </a:bodyPr>
          <a:lstStyle/>
          <a:p>
            <a:pPr marL="12700">
              <a:lnSpc>
                <a:spcPct val="100000"/>
              </a:lnSpc>
              <a:spcBef>
                <a:spcPts val="90"/>
              </a:spcBef>
            </a:pPr>
            <a:r>
              <a:rPr sz="1550" spc="-10" dirty="0">
                <a:solidFill>
                  <a:srgbClr val="4F87BA"/>
                </a:solidFill>
                <a:latin typeface="Calibri"/>
                <a:cs typeface="Calibri"/>
              </a:rPr>
              <a:t>Fournit</a:t>
            </a:r>
            <a:endParaRPr sz="1550" dirty="0">
              <a:latin typeface="Calibri"/>
              <a:cs typeface="Calibri"/>
            </a:endParaRPr>
          </a:p>
        </p:txBody>
      </p:sp>
      <p:grpSp>
        <p:nvGrpSpPr>
          <p:cNvPr id="50" name="object 33">
            <a:extLst>
              <a:ext uri="{FF2B5EF4-FFF2-40B4-BE49-F238E27FC236}">
                <a16:creationId xmlns:a16="http://schemas.microsoft.com/office/drawing/2014/main" id="{1D6796E4-CA1C-099C-083D-2F9E79696C67}"/>
              </a:ext>
            </a:extLst>
          </p:cNvPr>
          <p:cNvGrpSpPr/>
          <p:nvPr/>
        </p:nvGrpSpPr>
        <p:grpSpPr>
          <a:xfrm>
            <a:off x="2868884" y="3848227"/>
            <a:ext cx="870585" cy="870585"/>
            <a:chOff x="2868884" y="3848227"/>
            <a:chExt cx="870585" cy="870585"/>
          </a:xfrm>
        </p:grpSpPr>
        <p:sp>
          <p:nvSpPr>
            <p:cNvPr id="51" name="object 34">
              <a:extLst>
                <a:ext uri="{FF2B5EF4-FFF2-40B4-BE49-F238E27FC236}">
                  <a16:creationId xmlns:a16="http://schemas.microsoft.com/office/drawing/2014/main" id="{AE0540FF-A3EF-F2CF-70BB-BEDB95217E33}"/>
                </a:ext>
              </a:extLst>
            </p:cNvPr>
            <p:cNvSpPr/>
            <p:nvPr/>
          </p:nvSpPr>
          <p:spPr>
            <a:xfrm>
              <a:off x="2888881" y="3942208"/>
              <a:ext cx="756285" cy="756285"/>
            </a:xfrm>
            <a:custGeom>
              <a:avLst/>
              <a:gdLst/>
              <a:ahLst/>
              <a:cxnLst/>
              <a:rect l="l" t="t" r="r" b="b"/>
              <a:pathLst>
                <a:path w="756285" h="756285">
                  <a:moveTo>
                    <a:pt x="0" y="756165"/>
                  </a:moveTo>
                  <a:lnTo>
                    <a:pt x="756278" y="0"/>
                  </a:lnTo>
                </a:path>
              </a:pathLst>
            </a:custGeom>
            <a:ln w="39994">
              <a:solidFill>
                <a:srgbClr val="5B9BD4"/>
              </a:solidFill>
            </a:ln>
          </p:spPr>
          <p:txBody>
            <a:bodyPr wrap="square" lIns="0" tIns="0" rIns="0" bIns="0" rtlCol="0"/>
            <a:lstStyle/>
            <a:p>
              <a:endParaRPr/>
            </a:p>
          </p:txBody>
        </p:sp>
        <p:sp>
          <p:nvSpPr>
            <p:cNvPr id="52" name="object 35">
              <a:extLst>
                <a:ext uri="{FF2B5EF4-FFF2-40B4-BE49-F238E27FC236}">
                  <a16:creationId xmlns:a16="http://schemas.microsoft.com/office/drawing/2014/main" id="{9E84C27D-3BC0-6F65-62EB-0D59D420A811}"/>
                </a:ext>
              </a:extLst>
            </p:cNvPr>
            <p:cNvSpPr/>
            <p:nvPr/>
          </p:nvSpPr>
          <p:spPr>
            <a:xfrm>
              <a:off x="3577985" y="3848227"/>
              <a:ext cx="161290" cy="161290"/>
            </a:xfrm>
            <a:custGeom>
              <a:avLst/>
              <a:gdLst/>
              <a:ahLst/>
              <a:cxnLst/>
              <a:rect l="l" t="t" r="r" b="b"/>
              <a:pathLst>
                <a:path w="161289" h="161289">
                  <a:moveTo>
                    <a:pt x="161206" y="0"/>
                  </a:moveTo>
                  <a:lnTo>
                    <a:pt x="0" y="53589"/>
                  </a:lnTo>
                  <a:lnTo>
                    <a:pt x="107471" y="161167"/>
                  </a:lnTo>
                  <a:lnTo>
                    <a:pt x="161206" y="0"/>
                  </a:lnTo>
                  <a:close/>
                </a:path>
              </a:pathLst>
            </a:custGeom>
            <a:solidFill>
              <a:srgbClr val="5B9BD4"/>
            </a:solidFill>
          </p:spPr>
          <p:txBody>
            <a:bodyPr wrap="square" lIns="0" tIns="0" rIns="0" bIns="0" rtlCol="0"/>
            <a:lstStyle/>
            <a:p>
              <a:endParaRPr/>
            </a:p>
          </p:txBody>
        </p:sp>
        <p:sp>
          <p:nvSpPr>
            <p:cNvPr id="53" name="object 36">
              <a:extLst>
                <a:ext uri="{FF2B5EF4-FFF2-40B4-BE49-F238E27FC236}">
                  <a16:creationId xmlns:a16="http://schemas.microsoft.com/office/drawing/2014/main" id="{D805A3C1-93C4-E09B-6714-94A90F906D21}"/>
                </a:ext>
              </a:extLst>
            </p:cNvPr>
            <p:cNvSpPr/>
            <p:nvPr/>
          </p:nvSpPr>
          <p:spPr>
            <a:xfrm>
              <a:off x="3044968" y="4153365"/>
              <a:ext cx="538480" cy="240029"/>
            </a:xfrm>
            <a:custGeom>
              <a:avLst/>
              <a:gdLst/>
              <a:ahLst/>
              <a:cxnLst/>
              <a:rect l="l" t="t" r="r" b="b"/>
              <a:pathLst>
                <a:path w="538479" h="240029">
                  <a:moveTo>
                    <a:pt x="538136" y="0"/>
                  </a:moveTo>
                  <a:lnTo>
                    <a:pt x="0" y="0"/>
                  </a:lnTo>
                  <a:lnTo>
                    <a:pt x="0" y="239950"/>
                  </a:lnTo>
                  <a:lnTo>
                    <a:pt x="538136" y="239950"/>
                  </a:lnTo>
                  <a:lnTo>
                    <a:pt x="538136" y="0"/>
                  </a:lnTo>
                  <a:close/>
                </a:path>
              </a:pathLst>
            </a:custGeom>
            <a:solidFill>
              <a:srgbClr val="FFFFFF"/>
            </a:solidFill>
          </p:spPr>
          <p:txBody>
            <a:bodyPr wrap="square" lIns="0" tIns="0" rIns="0" bIns="0" rtlCol="0"/>
            <a:lstStyle/>
            <a:p>
              <a:endParaRPr/>
            </a:p>
          </p:txBody>
        </p:sp>
      </p:grpSp>
      <p:sp>
        <p:nvSpPr>
          <p:cNvPr id="54" name="object 37">
            <a:extLst>
              <a:ext uri="{FF2B5EF4-FFF2-40B4-BE49-F238E27FC236}">
                <a16:creationId xmlns:a16="http://schemas.microsoft.com/office/drawing/2014/main" id="{2A3ACC50-3CFB-B2E1-8AFE-3E563C70F085}"/>
              </a:ext>
            </a:extLst>
          </p:cNvPr>
          <p:cNvSpPr txBox="1"/>
          <p:nvPr/>
        </p:nvSpPr>
        <p:spPr>
          <a:xfrm>
            <a:off x="3026809" y="4126768"/>
            <a:ext cx="557530" cy="260350"/>
          </a:xfrm>
          <a:prstGeom prst="rect">
            <a:avLst/>
          </a:prstGeom>
        </p:spPr>
        <p:txBody>
          <a:bodyPr vert="horz" wrap="square" lIns="0" tIns="17780" rIns="0" bIns="0" rtlCol="0">
            <a:spAutoFit/>
          </a:bodyPr>
          <a:lstStyle/>
          <a:p>
            <a:pPr marL="12700">
              <a:lnSpc>
                <a:spcPct val="100000"/>
              </a:lnSpc>
              <a:spcBef>
                <a:spcPts val="140"/>
              </a:spcBef>
            </a:pPr>
            <a:r>
              <a:rPr sz="1500" spc="-10" dirty="0">
                <a:solidFill>
                  <a:srgbClr val="4F87BA"/>
                </a:solidFill>
                <a:latin typeface="Calibri"/>
                <a:cs typeface="Calibri"/>
              </a:rPr>
              <a:t>Donne</a:t>
            </a:r>
            <a:endParaRPr sz="1500">
              <a:latin typeface="Calibri"/>
              <a:cs typeface="Calibri"/>
            </a:endParaRPr>
          </a:p>
        </p:txBody>
      </p:sp>
      <p:grpSp>
        <p:nvGrpSpPr>
          <p:cNvPr id="55" name="object 38">
            <a:extLst>
              <a:ext uri="{FF2B5EF4-FFF2-40B4-BE49-F238E27FC236}">
                <a16:creationId xmlns:a16="http://schemas.microsoft.com/office/drawing/2014/main" id="{91C1760D-C417-2D4F-5FB3-3318242D37EE}"/>
              </a:ext>
            </a:extLst>
          </p:cNvPr>
          <p:cNvGrpSpPr/>
          <p:nvPr/>
        </p:nvGrpSpPr>
        <p:grpSpPr>
          <a:xfrm>
            <a:off x="5663397" y="1630081"/>
            <a:ext cx="140970" cy="234315"/>
            <a:chOff x="5663397" y="1630081"/>
            <a:chExt cx="140970" cy="234315"/>
          </a:xfrm>
        </p:grpSpPr>
        <p:sp>
          <p:nvSpPr>
            <p:cNvPr id="56" name="object 39">
              <a:extLst>
                <a:ext uri="{FF2B5EF4-FFF2-40B4-BE49-F238E27FC236}">
                  <a16:creationId xmlns:a16="http://schemas.microsoft.com/office/drawing/2014/main" id="{7E0827D9-59DB-7F8F-0244-BD60F71DD6FF}"/>
                </a:ext>
              </a:extLst>
            </p:cNvPr>
            <p:cNvSpPr/>
            <p:nvPr/>
          </p:nvSpPr>
          <p:spPr>
            <a:xfrm>
              <a:off x="5733791" y="1630081"/>
              <a:ext cx="0" cy="111125"/>
            </a:xfrm>
            <a:custGeom>
              <a:avLst/>
              <a:gdLst/>
              <a:ahLst/>
              <a:cxnLst/>
              <a:rect l="l" t="t" r="r" b="b"/>
              <a:pathLst>
                <a:path h="111125">
                  <a:moveTo>
                    <a:pt x="0" y="0"/>
                  </a:moveTo>
                  <a:lnTo>
                    <a:pt x="0" y="110977"/>
                  </a:lnTo>
                </a:path>
              </a:pathLst>
            </a:custGeom>
            <a:ln w="19998">
              <a:solidFill>
                <a:srgbClr val="5B9BD4"/>
              </a:solidFill>
            </a:ln>
          </p:spPr>
          <p:txBody>
            <a:bodyPr wrap="square" lIns="0" tIns="0" rIns="0" bIns="0" rtlCol="0"/>
            <a:lstStyle/>
            <a:p>
              <a:endParaRPr/>
            </a:p>
          </p:txBody>
        </p:sp>
        <p:sp>
          <p:nvSpPr>
            <p:cNvPr id="57" name="object 40">
              <a:extLst>
                <a:ext uri="{FF2B5EF4-FFF2-40B4-BE49-F238E27FC236}">
                  <a16:creationId xmlns:a16="http://schemas.microsoft.com/office/drawing/2014/main" id="{F6B5F4A2-A4CC-02DA-649C-AE6DCBD0B5A0}"/>
                </a:ext>
              </a:extLst>
            </p:cNvPr>
            <p:cNvSpPr/>
            <p:nvPr/>
          </p:nvSpPr>
          <p:spPr>
            <a:xfrm>
              <a:off x="5663397" y="1723462"/>
              <a:ext cx="140970" cy="140970"/>
            </a:xfrm>
            <a:custGeom>
              <a:avLst/>
              <a:gdLst/>
              <a:ahLst/>
              <a:cxnLst/>
              <a:rect l="l" t="t" r="r" b="b"/>
              <a:pathLst>
                <a:path w="140970" h="140969">
                  <a:moveTo>
                    <a:pt x="140788" y="0"/>
                  </a:moveTo>
                  <a:lnTo>
                    <a:pt x="0" y="0"/>
                  </a:lnTo>
                  <a:lnTo>
                    <a:pt x="70394" y="140771"/>
                  </a:lnTo>
                  <a:lnTo>
                    <a:pt x="140788" y="0"/>
                  </a:lnTo>
                  <a:close/>
                </a:path>
              </a:pathLst>
            </a:custGeom>
            <a:solidFill>
              <a:srgbClr val="5B9BD4"/>
            </a:solidFill>
          </p:spPr>
          <p:txBody>
            <a:bodyPr wrap="square" lIns="0" tIns="0" rIns="0" bIns="0" rtlCol="0"/>
            <a:lstStyle/>
            <a:p>
              <a:endParaRPr/>
            </a:p>
          </p:txBody>
        </p:sp>
      </p:grpSp>
      <p:sp>
        <p:nvSpPr>
          <p:cNvPr id="58" name="object 41">
            <a:extLst>
              <a:ext uri="{FF2B5EF4-FFF2-40B4-BE49-F238E27FC236}">
                <a16:creationId xmlns:a16="http://schemas.microsoft.com/office/drawing/2014/main" id="{709F8628-F976-9448-AAE0-033EBA3AA899}"/>
              </a:ext>
            </a:extLst>
          </p:cNvPr>
          <p:cNvSpPr/>
          <p:nvPr/>
        </p:nvSpPr>
        <p:spPr>
          <a:xfrm>
            <a:off x="5733791" y="1155778"/>
            <a:ext cx="0" cy="234950"/>
          </a:xfrm>
          <a:custGeom>
            <a:avLst/>
            <a:gdLst/>
            <a:ahLst/>
            <a:cxnLst/>
            <a:rect l="l" t="t" r="r" b="b"/>
            <a:pathLst>
              <a:path h="234950">
                <a:moveTo>
                  <a:pt x="0" y="0"/>
                </a:moveTo>
                <a:lnTo>
                  <a:pt x="0" y="234352"/>
                </a:lnTo>
              </a:path>
            </a:pathLst>
          </a:custGeom>
          <a:ln w="19998">
            <a:solidFill>
              <a:srgbClr val="5B9BD4"/>
            </a:solidFill>
          </a:ln>
        </p:spPr>
        <p:txBody>
          <a:bodyPr wrap="square" lIns="0" tIns="0" rIns="0" bIns="0" rtlCol="0"/>
          <a:lstStyle/>
          <a:p>
            <a:endParaRPr/>
          </a:p>
        </p:txBody>
      </p:sp>
      <p:sp>
        <p:nvSpPr>
          <p:cNvPr id="59" name="object 42">
            <a:extLst>
              <a:ext uri="{FF2B5EF4-FFF2-40B4-BE49-F238E27FC236}">
                <a16:creationId xmlns:a16="http://schemas.microsoft.com/office/drawing/2014/main" id="{DDA224A5-FD38-BD84-0129-197896111D1F}"/>
              </a:ext>
            </a:extLst>
          </p:cNvPr>
          <p:cNvSpPr txBox="1"/>
          <p:nvPr/>
        </p:nvSpPr>
        <p:spPr>
          <a:xfrm>
            <a:off x="5237730" y="1356335"/>
            <a:ext cx="989330" cy="260350"/>
          </a:xfrm>
          <a:prstGeom prst="rect">
            <a:avLst/>
          </a:prstGeom>
        </p:spPr>
        <p:txBody>
          <a:bodyPr vert="horz" wrap="square" lIns="0" tIns="17780" rIns="0" bIns="0" rtlCol="0">
            <a:spAutoFit/>
          </a:bodyPr>
          <a:lstStyle/>
          <a:p>
            <a:pPr marL="12700">
              <a:lnSpc>
                <a:spcPct val="100000"/>
              </a:lnSpc>
              <a:spcBef>
                <a:spcPts val="140"/>
              </a:spcBef>
            </a:pPr>
            <a:r>
              <a:rPr sz="1500" dirty="0">
                <a:solidFill>
                  <a:srgbClr val="4F87BA"/>
                </a:solidFill>
                <a:latin typeface="Calibri"/>
                <a:cs typeface="Calibri"/>
              </a:rPr>
              <a:t>Appel</a:t>
            </a:r>
            <a:r>
              <a:rPr sz="1500" spc="100" dirty="0">
                <a:solidFill>
                  <a:srgbClr val="4F87BA"/>
                </a:solidFill>
                <a:latin typeface="Calibri"/>
                <a:cs typeface="Calibri"/>
              </a:rPr>
              <a:t> </a:t>
            </a:r>
            <a:r>
              <a:rPr sz="1500" spc="-10" dirty="0">
                <a:solidFill>
                  <a:srgbClr val="4F87BA"/>
                </a:solidFill>
                <a:latin typeface="Calibri"/>
                <a:cs typeface="Calibri"/>
              </a:rPr>
              <a:t>client</a:t>
            </a:r>
            <a:endParaRPr sz="1500">
              <a:latin typeface="Calibri"/>
              <a:cs typeface="Calibri"/>
            </a:endParaRPr>
          </a:p>
        </p:txBody>
      </p:sp>
      <p:sp>
        <p:nvSpPr>
          <p:cNvPr id="60" name="object 43">
            <a:extLst>
              <a:ext uri="{FF2B5EF4-FFF2-40B4-BE49-F238E27FC236}">
                <a16:creationId xmlns:a16="http://schemas.microsoft.com/office/drawing/2014/main" id="{8F0BD17D-5F3F-E225-D10F-E6DDBCDF8864}"/>
              </a:ext>
            </a:extLst>
          </p:cNvPr>
          <p:cNvSpPr/>
          <p:nvPr/>
        </p:nvSpPr>
        <p:spPr>
          <a:xfrm>
            <a:off x="4743771" y="1630081"/>
            <a:ext cx="0" cy="244475"/>
          </a:xfrm>
          <a:custGeom>
            <a:avLst/>
            <a:gdLst/>
            <a:ahLst/>
            <a:cxnLst/>
            <a:rect l="l" t="t" r="r" b="b"/>
            <a:pathLst>
              <a:path h="244475">
                <a:moveTo>
                  <a:pt x="0" y="0"/>
                </a:moveTo>
                <a:lnTo>
                  <a:pt x="0" y="244151"/>
                </a:lnTo>
              </a:path>
            </a:pathLst>
          </a:custGeom>
          <a:ln w="25397">
            <a:solidFill>
              <a:srgbClr val="5B9BD4"/>
            </a:solidFill>
          </a:ln>
        </p:spPr>
        <p:txBody>
          <a:bodyPr wrap="square" lIns="0" tIns="0" rIns="0" bIns="0" rtlCol="0"/>
          <a:lstStyle/>
          <a:p>
            <a:endParaRPr/>
          </a:p>
        </p:txBody>
      </p:sp>
      <p:grpSp>
        <p:nvGrpSpPr>
          <p:cNvPr id="61" name="object 44">
            <a:extLst>
              <a:ext uri="{FF2B5EF4-FFF2-40B4-BE49-F238E27FC236}">
                <a16:creationId xmlns:a16="http://schemas.microsoft.com/office/drawing/2014/main" id="{B8B9A3F1-F18C-690D-B236-C88711025723}"/>
              </a:ext>
            </a:extLst>
          </p:cNvPr>
          <p:cNvGrpSpPr/>
          <p:nvPr/>
        </p:nvGrpSpPr>
        <p:grpSpPr>
          <a:xfrm>
            <a:off x="4670677" y="1155778"/>
            <a:ext cx="140970" cy="234950"/>
            <a:chOff x="4670677" y="1155778"/>
            <a:chExt cx="140970" cy="234950"/>
          </a:xfrm>
        </p:grpSpPr>
        <p:sp>
          <p:nvSpPr>
            <p:cNvPr id="62" name="object 45">
              <a:extLst>
                <a:ext uri="{FF2B5EF4-FFF2-40B4-BE49-F238E27FC236}">
                  <a16:creationId xmlns:a16="http://schemas.microsoft.com/office/drawing/2014/main" id="{400ED6A8-94F7-9B4A-067E-0CE62F77070D}"/>
                </a:ext>
              </a:extLst>
            </p:cNvPr>
            <p:cNvSpPr/>
            <p:nvPr/>
          </p:nvSpPr>
          <p:spPr>
            <a:xfrm>
              <a:off x="4743771" y="1268954"/>
              <a:ext cx="0" cy="121285"/>
            </a:xfrm>
            <a:custGeom>
              <a:avLst/>
              <a:gdLst/>
              <a:ahLst/>
              <a:cxnLst/>
              <a:rect l="l" t="t" r="r" b="b"/>
              <a:pathLst>
                <a:path h="121284">
                  <a:moveTo>
                    <a:pt x="0" y="0"/>
                  </a:moveTo>
                  <a:lnTo>
                    <a:pt x="0" y="121176"/>
                  </a:lnTo>
                </a:path>
              </a:pathLst>
            </a:custGeom>
            <a:ln w="25397">
              <a:solidFill>
                <a:srgbClr val="5B9BD4"/>
              </a:solidFill>
            </a:ln>
          </p:spPr>
          <p:txBody>
            <a:bodyPr wrap="square" lIns="0" tIns="0" rIns="0" bIns="0" rtlCol="0"/>
            <a:lstStyle/>
            <a:p>
              <a:endParaRPr/>
            </a:p>
          </p:txBody>
        </p:sp>
        <p:sp>
          <p:nvSpPr>
            <p:cNvPr id="63" name="object 46">
              <a:extLst>
                <a:ext uri="{FF2B5EF4-FFF2-40B4-BE49-F238E27FC236}">
                  <a16:creationId xmlns:a16="http://schemas.microsoft.com/office/drawing/2014/main" id="{6AEE3ECF-3649-1998-5B66-11C381E6FA17}"/>
                </a:ext>
              </a:extLst>
            </p:cNvPr>
            <p:cNvSpPr/>
            <p:nvPr/>
          </p:nvSpPr>
          <p:spPr>
            <a:xfrm>
              <a:off x="4670677" y="1155778"/>
              <a:ext cx="140970" cy="141605"/>
            </a:xfrm>
            <a:custGeom>
              <a:avLst/>
              <a:gdLst/>
              <a:ahLst/>
              <a:cxnLst/>
              <a:rect l="l" t="t" r="r" b="b"/>
              <a:pathLst>
                <a:path w="140970" h="141605">
                  <a:moveTo>
                    <a:pt x="69194" y="0"/>
                  </a:moveTo>
                  <a:lnTo>
                    <a:pt x="0" y="141371"/>
                  </a:lnTo>
                  <a:lnTo>
                    <a:pt x="140788" y="140171"/>
                  </a:lnTo>
                  <a:lnTo>
                    <a:pt x="69194" y="0"/>
                  </a:lnTo>
                  <a:close/>
                </a:path>
              </a:pathLst>
            </a:custGeom>
            <a:solidFill>
              <a:srgbClr val="5B9BD4"/>
            </a:solidFill>
          </p:spPr>
          <p:txBody>
            <a:bodyPr wrap="square" lIns="0" tIns="0" rIns="0" bIns="0" rtlCol="0"/>
            <a:lstStyle/>
            <a:p>
              <a:endParaRPr/>
            </a:p>
          </p:txBody>
        </p:sp>
      </p:grpSp>
      <p:sp>
        <p:nvSpPr>
          <p:cNvPr id="64" name="object 47">
            <a:extLst>
              <a:ext uri="{FF2B5EF4-FFF2-40B4-BE49-F238E27FC236}">
                <a16:creationId xmlns:a16="http://schemas.microsoft.com/office/drawing/2014/main" id="{71D19E22-E754-5664-8D74-165FB875DAF0}"/>
              </a:ext>
            </a:extLst>
          </p:cNvPr>
          <p:cNvSpPr txBox="1"/>
          <p:nvPr/>
        </p:nvSpPr>
        <p:spPr>
          <a:xfrm>
            <a:off x="4376600" y="1356335"/>
            <a:ext cx="721995" cy="260350"/>
          </a:xfrm>
          <a:prstGeom prst="rect">
            <a:avLst/>
          </a:prstGeom>
        </p:spPr>
        <p:txBody>
          <a:bodyPr vert="horz" wrap="square" lIns="0" tIns="17780" rIns="0" bIns="0" rtlCol="0">
            <a:spAutoFit/>
          </a:bodyPr>
          <a:lstStyle/>
          <a:p>
            <a:pPr marL="12700">
              <a:lnSpc>
                <a:spcPct val="100000"/>
              </a:lnSpc>
              <a:spcBef>
                <a:spcPts val="140"/>
              </a:spcBef>
            </a:pPr>
            <a:r>
              <a:rPr sz="1500" spc="-10" dirty="0">
                <a:solidFill>
                  <a:srgbClr val="4F87BA"/>
                </a:solidFill>
                <a:latin typeface="Calibri"/>
                <a:cs typeface="Calibri"/>
              </a:rPr>
              <a:t>Réponse</a:t>
            </a:r>
            <a:endParaRPr sz="1500">
              <a:latin typeface="Calibri"/>
              <a:cs typeface="Calibri"/>
            </a:endParaRPr>
          </a:p>
        </p:txBody>
      </p:sp>
      <p:sp>
        <p:nvSpPr>
          <p:cNvPr id="65" name="object 48">
            <a:extLst>
              <a:ext uri="{FF2B5EF4-FFF2-40B4-BE49-F238E27FC236}">
                <a16:creationId xmlns:a16="http://schemas.microsoft.com/office/drawing/2014/main" id="{689EB2BC-F851-94DA-28D9-838EB0EC44D6}"/>
              </a:ext>
            </a:extLst>
          </p:cNvPr>
          <p:cNvSpPr/>
          <p:nvPr/>
        </p:nvSpPr>
        <p:spPr>
          <a:xfrm>
            <a:off x="8406977" y="5465127"/>
            <a:ext cx="236854" cy="0"/>
          </a:xfrm>
          <a:custGeom>
            <a:avLst/>
            <a:gdLst/>
            <a:ahLst/>
            <a:cxnLst/>
            <a:rect l="l" t="t" r="r" b="b"/>
            <a:pathLst>
              <a:path w="236854">
                <a:moveTo>
                  <a:pt x="0" y="0"/>
                </a:moveTo>
                <a:lnTo>
                  <a:pt x="236379" y="0"/>
                </a:lnTo>
              </a:path>
            </a:pathLst>
          </a:custGeom>
          <a:ln w="22375">
            <a:solidFill>
              <a:srgbClr val="5B9BD4"/>
            </a:solidFill>
          </a:ln>
        </p:spPr>
        <p:txBody>
          <a:bodyPr wrap="square" lIns="0" tIns="0" rIns="0" bIns="0" rtlCol="0"/>
          <a:lstStyle/>
          <a:p>
            <a:endParaRPr/>
          </a:p>
        </p:txBody>
      </p:sp>
      <p:grpSp>
        <p:nvGrpSpPr>
          <p:cNvPr id="66" name="object 49">
            <a:extLst>
              <a:ext uri="{FF2B5EF4-FFF2-40B4-BE49-F238E27FC236}">
                <a16:creationId xmlns:a16="http://schemas.microsoft.com/office/drawing/2014/main" id="{1DF18856-1846-9FA3-8B18-6FC587642A88}"/>
              </a:ext>
            </a:extLst>
          </p:cNvPr>
          <p:cNvGrpSpPr/>
          <p:nvPr/>
        </p:nvGrpSpPr>
        <p:grpSpPr>
          <a:xfrm>
            <a:off x="9114618" y="5393611"/>
            <a:ext cx="226695" cy="140970"/>
            <a:chOff x="9114618" y="5393611"/>
            <a:chExt cx="226695" cy="140970"/>
          </a:xfrm>
        </p:grpSpPr>
        <p:sp>
          <p:nvSpPr>
            <p:cNvPr id="67" name="object 50">
              <a:extLst>
                <a:ext uri="{FF2B5EF4-FFF2-40B4-BE49-F238E27FC236}">
                  <a16:creationId xmlns:a16="http://schemas.microsoft.com/office/drawing/2014/main" id="{662ACC9A-ED04-B8AB-FDBA-6EB423384318}"/>
                </a:ext>
              </a:extLst>
            </p:cNvPr>
            <p:cNvSpPr/>
            <p:nvPr/>
          </p:nvSpPr>
          <p:spPr>
            <a:xfrm>
              <a:off x="9114618" y="5465127"/>
              <a:ext cx="113664" cy="0"/>
            </a:xfrm>
            <a:custGeom>
              <a:avLst/>
              <a:gdLst/>
              <a:ahLst/>
              <a:cxnLst/>
              <a:rect l="l" t="t" r="r" b="b"/>
              <a:pathLst>
                <a:path w="113665">
                  <a:moveTo>
                    <a:pt x="0" y="0"/>
                  </a:moveTo>
                  <a:lnTo>
                    <a:pt x="113089" y="0"/>
                  </a:lnTo>
                </a:path>
              </a:pathLst>
            </a:custGeom>
            <a:ln w="22375">
              <a:solidFill>
                <a:srgbClr val="5B9BD4"/>
              </a:solidFill>
            </a:ln>
          </p:spPr>
          <p:txBody>
            <a:bodyPr wrap="square" lIns="0" tIns="0" rIns="0" bIns="0" rtlCol="0"/>
            <a:lstStyle/>
            <a:p>
              <a:endParaRPr/>
            </a:p>
          </p:txBody>
        </p:sp>
        <p:sp>
          <p:nvSpPr>
            <p:cNvPr id="68" name="object 51">
              <a:extLst>
                <a:ext uri="{FF2B5EF4-FFF2-40B4-BE49-F238E27FC236}">
                  <a16:creationId xmlns:a16="http://schemas.microsoft.com/office/drawing/2014/main" id="{6A405F9F-8E6A-EBB5-6CB8-7300395D8BD0}"/>
                </a:ext>
              </a:extLst>
            </p:cNvPr>
            <p:cNvSpPr/>
            <p:nvPr/>
          </p:nvSpPr>
          <p:spPr>
            <a:xfrm>
              <a:off x="9199911" y="5393611"/>
              <a:ext cx="141605" cy="140970"/>
            </a:xfrm>
            <a:custGeom>
              <a:avLst/>
              <a:gdLst/>
              <a:ahLst/>
              <a:cxnLst/>
              <a:rect l="l" t="t" r="r" b="b"/>
              <a:pathLst>
                <a:path w="141604" h="140970">
                  <a:moveTo>
                    <a:pt x="0" y="0"/>
                  </a:moveTo>
                  <a:lnTo>
                    <a:pt x="399" y="140771"/>
                  </a:lnTo>
                  <a:lnTo>
                    <a:pt x="140988" y="69965"/>
                  </a:lnTo>
                  <a:lnTo>
                    <a:pt x="0" y="0"/>
                  </a:lnTo>
                  <a:close/>
                </a:path>
              </a:pathLst>
            </a:custGeom>
            <a:solidFill>
              <a:srgbClr val="5B9BD4"/>
            </a:solidFill>
          </p:spPr>
          <p:txBody>
            <a:bodyPr wrap="square" lIns="0" tIns="0" rIns="0" bIns="0" rtlCol="0"/>
            <a:lstStyle/>
            <a:p>
              <a:endParaRPr/>
            </a:p>
          </p:txBody>
        </p:sp>
      </p:grpSp>
      <p:sp>
        <p:nvSpPr>
          <p:cNvPr id="69" name="object 52">
            <a:extLst>
              <a:ext uri="{FF2B5EF4-FFF2-40B4-BE49-F238E27FC236}">
                <a16:creationId xmlns:a16="http://schemas.microsoft.com/office/drawing/2014/main" id="{C6235DF9-37A8-EFF1-5C73-3103CB8CEF05}"/>
              </a:ext>
            </a:extLst>
          </p:cNvPr>
          <p:cNvSpPr txBox="1"/>
          <p:nvPr/>
        </p:nvSpPr>
        <p:spPr>
          <a:xfrm>
            <a:off x="8635456" y="5321024"/>
            <a:ext cx="490220" cy="260985"/>
          </a:xfrm>
          <a:prstGeom prst="rect">
            <a:avLst/>
          </a:prstGeom>
        </p:spPr>
        <p:txBody>
          <a:bodyPr vert="horz" wrap="square" lIns="0" tIns="11430" rIns="0" bIns="0" rtlCol="0">
            <a:spAutoFit/>
          </a:bodyPr>
          <a:lstStyle/>
          <a:p>
            <a:pPr marL="12700">
              <a:lnSpc>
                <a:spcPct val="100000"/>
              </a:lnSpc>
              <a:spcBef>
                <a:spcPts val="90"/>
              </a:spcBef>
            </a:pPr>
            <a:r>
              <a:rPr sz="1550" spc="-10" dirty="0">
                <a:solidFill>
                  <a:srgbClr val="4F87BA"/>
                </a:solidFill>
                <a:latin typeface="Calibri"/>
                <a:cs typeface="Calibri"/>
              </a:rPr>
              <a:t>Appel</a:t>
            </a:r>
            <a:endParaRPr sz="1550">
              <a:latin typeface="Calibri"/>
              <a:cs typeface="Calibri"/>
            </a:endParaRPr>
          </a:p>
        </p:txBody>
      </p:sp>
      <p:grpSp>
        <p:nvGrpSpPr>
          <p:cNvPr id="70" name="object 53">
            <a:extLst>
              <a:ext uri="{FF2B5EF4-FFF2-40B4-BE49-F238E27FC236}">
                <a16:creationId xmlns:a16="http://schemas.microsoft.com/office/drawing/2014/main" id="{7169DAC7-BCE7-7A18-43F5-01DF7B1A7FD8}"/>
              </a:ext>
            </a:extLst>
          </p:cNvPr>
          <p:cNvGrpSpPr/>
          <p:nvPr/>
        </p:nvGrpSpPr>
        <p:grpSpPr>
          <a:xfrm>
            <a:off x="8405576" y="5853737"/>
            <a:ext cx="935355" cy="240029"/>
            <a:chOff x="8405576" y="5853737"/>
            <a:chExt cx="935355" cy="240029"/>
          </a:xfrm>
        </p:grpSpPr>
        <p:sp>
          <p:nvSpPr>
            <p:cNvPr id="71" name="object 54">
              <a:extLst>
                <a:ext uri="{FF2B5EF4-FFF2-40B4-BE49-F238E27FC236}">
                  <a16:creationId xmlns:a16="http://schemas.microsoft.com/office/drawing/2014/main" id="{AB6EC52F-7574-4F17-C73A-3C3F0289B6C3}"/>
                </a:ext>
              </a:extLst>
            </p:cNvPr>
            <p:cNvSpPr/>
            <p:nvPr/>
          </p:nvSpPr>
          <p:spPr>
            <a:xfrm>
              <a:off x="8528766" y="5973713"/>
              <a:ext cx="812165" cy="0"/>
            </a:xfrm>
            <a:custGeom>
              <a:avLst/>
              <a:gdLst/>
              <a:ahLst/>
              <a:cxnLst/>
              <a:rect l="l" t="t" r="r" b="b"/>
              <a:pathLst>
                <a:path w="812165">
                  <a:moveTo>
                    <a:pt x="812134" y="0"/>
                  </a:moveTo>
                  <a:lnTo>
                    <a:pt x="0" y="0"/>
                  </a:lnTo>
                </a:path>
              </a:pathLst>
            </a:custGeom>
            <a:ln w="19995">
              <a:solidFill>
                <a:srgbClr val="5B9BD4"/>
              </a:solidFill>
            </a:ln>
          </p:spPr>
          <p:txBody>
            <a:bodyPr wrap="square" lIns="0" tIns="0" rIns="0" bIns="0" rtlCol="0"/>
            <a:lstStyle/>
            <a:p>
              <a:endParaRPr/>
            </a:p>
          </p:txBody>
        </p:sp>
        <p:sp>
          <p:nvSpPr>
            <p:cNvPr id="72" name="object 55">
              <a:extLst>
                <a:ext uri="{FF2B5EF4-FFF2-40B4-BE49-F238E27FC236}">
                  <a16:creationId xmlns:a16="http://schemas.microsoft.com/office/drawing/2014/main" id="{0B89AAF8-6F7B-A503-0BA3-A6F7B50E61E3}"/>
                </a:ext>
              </a:extLst>
            </p:cNvPr>
            <p:cNvSpPr/>
            <p:nvPr/>
          </p:nvSpPr>
          <p:spPr>
            <a:xfrm>
              <a:off x="8405576" y="5903327"/>
              <a:ext cx="140970" cy="140970"/>
            </a:xfrm>
            <a:custGeom>
              <a:avLst/>
              <a:gdLst/>
              <a:ahLst/>
              <a:cxnLst/>
              <a:rect l="l" t="t" r="r" b="b"/>
              <a:pathLst>
                <a:path w="140970" h="140970">
                  <a:moveTo>
                    <a:pt x="140788" y="0"/>
                  </a:moveTo>
                  <a:lnTo>
                    <a:pt x="0" y="70385"/>
                  </a:lnTo>
                  <a:lnTo>
                    <a:pt x="140788" y="140771"/>
                  </a:lnTo>
                  <a:lnTo>
                    <a:pt x="140788" y="0"/>
                  </a:lnTo>
                  <a:close/>
                </a:path>
              </a:pathLst>
            </a:custGeom>
            <a:solidFill>
              <a:srgbClr val="5B9BD4"/>
            </a:solidFill>
          </p:spPr>
          <p:txBody>
            <a:bodyPr wrap="square" lIns="0" tIns="0" rIns="0" bIns="0" rtlCol="0"/>
            <a:lstStyle/>
            <a:p>
              <a:endParaRPr/>
            </a:p>
          </p:txBody>
        </p:sp>
        <p:sp>
          <p:nvSpPr>
            <p:cNvPr id="73" name="object 56">
              <a:extLst>
                <a:ext uri="{FF2B5EF4-FFF2-40B4-BE49-F238E27FC236}">
                  <a16:creationId xmlns:a16="http://schemas.microsoft.com/office/drawing/2014/main" id="{7F94AE80-FD1F-4B22-80C1-2C517092E677}"/>
                </a:ext>
              </a:extLst>
            </p:cNvPr>
            <p:cNvSpPr/>
            <p:nvPr/>
          </p:nvSpPr>
          <p:spPr>
            <a:xfrm>
              <a:off x="8487369" y="5853737"/>
              <a:ext cx="772160" cy="240029"/>
            </a:xfrm>
            <a:custGeom>
              <a:avLst/>
              <a:gdLst/>
              <a:ahLst/>
              <a:cxnLst/>
              <a:rect l="l" t="t" r="r" b="b"/>
              <a:pathLst>
                <a:path w="772159" h="240029">
                  <a:moveTo>
                    <a:pt x="771537" y="0"/>
                  </a:moveTo>
                  <a:lnTo>
                    <a:pt x="0" y="0"/>
                  </a:lnTo>
                  <a:lnTo>
                    <a:pt x="0" y="239950"/>
                  </a:lnTo>
                  <a:lnTo>
                    <a:pt x="771537" y="239950"/>
                  </a:lnTo>
                  <a:lnTo>
                    <a:pt x="771537" y="0"/>
                  </a:lnTo>
                  <a:close/>
                </a:path>
              </a:pathLst>
            </a:custGeom>
            <a:solidFill>
              <a:srgbClr val="FFFFFF"/>
            </a:solidFill>
          </p:spPr>
          <p:txBody>
            <a:bodyPr wrap="square" lIns="0" tIns="0" rIns="0" bIns="0" rtlCol="0"/>
            <a:lstStyle/>
            <a:p>
              <a:endParaRPr/>
            </a:p>
          </p:txBody>
        </p:sp>
      </p:grpSp>
      <p:sp>
        <p:nvSpPr>
          <p:cNvPr id="74" name="object 57">
            <a:extLst>
              <a:ext uri="{FF2B5EF4-FFF2-40B4-BE49-F238E27FC236}">
                <a16:creationId xmlns:a16="http://schemas.microsoft.com/office/drawing/2014/main" id="{764336D1-A8B4-4354-03A6-916BC9A4371B}"/>
              </a:ext>
            </a:extLst>
          </p:cNvPr>
          <p:cNvSpPr txBox="1"/>
          <p:nvPr/>
        </p:nvSpPr>
        <p:spPr>
          <a:xfrm>
            <a:off x="8479269" y="5831919"/>
            <a:ext cx="796925" cy="260350"/>
          </a:xfrm>
          <a:prstGeom prst="rect">
            <a:avLst/>
          </a:prstGeom>
        </p:spPr>
        <p:txBody>
          <a:bodyPr vert="horz" wrap="square" lIns="0" tIns="17780" rIns="0" bIns="0" rtlCol="0">
            <a:spAutoFit/>
          </a:bodyPr>
          <a:lstStyle/>
          <a:p>
            <a:pPr marL="12700">
              <a:lnSpc>
                <a:spcPct val="100000"/>
              </a:lnSpc>
              <a:spcBef>
                <a:spcPts val="140"/>
              </a:spcBef>
            </a:pPr>
            <a:r>
              <a:rPr sz="1500" spc="-10" dirty="0">
                <a:solidFill>
                  <a:srgbClr val="4F87BA"/>
                </a:solidFill>
                <a:latin typeface="Calibri"/>
                <a:cs typeface="Calibri"/>
              </a:rPr>
              <a:t>Recupère</a:t>
            </a:r>
            <a:endParaRPr sz="1500">
              <a:latin typeface="Calibri"/>
              <a:cs typeface="Calibri"/>
            </a:endParaRPr>
          </a:p>
        </p:txBody>
      </p:sp>
      <p:grpSp>
        <p:nvGrpSpPr>
          <p:cNvPr id="75" name="object 58">
            <a:extLst>
              <a:ext uri="{FF2B5EF4-FFF2-40B4-BE49-F238E27FC236}">
                <a16:creationId xmlns:a16="http://schemas.microsoft.com/office/drawing/2014/main" id="{C48764DC-72DA-5E76-AE1B-BEA90536C88A}"/>
              </a:ext>
            </a:extLst>
          </p:cNvPr>
          <p:cNvGrpSpPr/>
          <p:nvPr/>
        </p:nvGrpSpPr>
        <p:grpSpPr>
          <a:xfrm>
            <a:off x="9431290" y="4827542"/>
            <a:ext cx="1200150" cy="1814830"/>
            <a:chOff x="9431290" y="4827542"/>
            <a:chExt cx="1200150" cy="1814830"/>
          </a:xfrm>
          <a:solidFill>
            <a:schemeClr val="accent1">
              <a:lumMod val="40000"/>
              <a:lumOff val="60000"/>
            </a:schemeClr>
          </a:solidFill>
        </p:grpSpPr>
        <p:pic>
          <p:nvPicPr>
            <p:cNvPr id="76" name="object 59">
              <a:extLst>
                <a:ext uri="{FF2B5EF4-FFF2-40B4-BE49-F238E27FC236}">
                  <a16:creationId xmlns:a16="http://schemas.microsoft.com/office/drawing/2014/main" id="{D954C644-7044-D50C-C343-D47EC7BEE6A2}"/>
                </a:ext>
              </a:extLst>
            </p:cNvPr>
            <p:cNvPicPr/>
            <p:nvPr/>
          </p:nvPicPr>
          <p:blipFill>
            <a:blip r:embed="rId9" cstate="print"/>
            <a:stretch>
              <a:fillRect/>
            </a:stretch>
          </p:blipFill>
          <p:spPr>
            <a:xfrm>
              <a:off x="9431290" y="4827542"/>
              <a:ext cx="1199812" cy="1814628"/>
            </a:xfrm>
            <a:prstGeom prst="rect">
              <a:avLst/>
            </a:prstGeom>
            <a:grpFill/>
          </p:spPr>
        </p:pic>
        <p:pic>
          <p:nvPicPr>
            <p:cNvPr id="77" name="object 60">
              <a:extLst>
                <a:ext uri="{FF2B5EF4-FFF2-40B4-BE49-F238E27FC236}">
                  <a16:creationId xmlns:a16="http://schemas.microsoft.com/office/drawing/2014/main" id="{6CA92A10-E81F-CB64-5013-0A9EC5DD019A}"/>
                </a:ext>
              </a:extLst>
            </p:cNvPr>
            <p:cNvPicPr/>
            <p:nvPr/>
          </p:nvPicPr>
          <p:blipFill>
            <a:blip r:embed="rId10" cstate="print"/>
            <a:stretch>
              <a:fillRect/>
            </a:stretch>
          </p:blipFill>
          <p:spPr>
            <a:xfrm>
              <a:off x="9482689" y="4840085"/>
              <a:ext cx="1088312" cy="1700434"/>
            </a:xfrm>
            <a:prstGeom prst="rect">
              <a:avLst/>
            </a:prstGeom>
            <a:grpFill/>
          </p:spPr>
        </p:pic>
        <p:sp>
          <p:nvSpPr>
            <p:cNvPr id="78" name="object 61">
              <a:extLst>
                <a:ext uri="{FF2B5EF4-FFF2-40B4-BE49-F238E27FC236}">
                  <a16:creationId xmlns:a16="http://schemas.microsoft.com/office/drawing/2014/main" id="{38E55632-809D-3B63-D073-CEE966A5C7FA}"/>
                </a:ext>
              </a:extLst>
            </p:cNvPr>
            <p:cNvSpPr/>
            <p:nvPr/>
          </p:nvSpPr>
          <p:spPr>
            <a:xfrm>
              <a:off x="9482689" y="4840085"/>
              <a:ext cx="1088390" cy="1700530"/>
            </a:xfrm>
            <a:custGeom>
              <a:avLst/>
              <a:gdLst/>
              <a:ahLst/>
              <a:cxnLst/>
              <a:rect l="l" t="t" r="r" b="b"/>
              <a:pathLst>
                <a:path w="1088390" h="1700529">
                  <a:moveTo>
                    <a:pt x="108791" y="1700434"/>
                  </a:moveTo>
                  <a:lnTo>
                    <a:pt x="979520" y="1700434"/>
                  </a:lnTo>
                  <a:lnTo>
                    <a:pt x="1021914" y="1691882"/>
                  </a:lnTo>
                  <a:lnTo>
                    <a:pt x="1056489" y="1668560"/>
                  </a:lnTo>
                  <a:lnTo>
                    <a:pt x="1079778" y="1633970"/>
                  </a:lnTo>
                  <a:lnTo>
                    <a:pt x="1088312" y="1591614"/>
                  </a:lnTo>
                  <a:lnTo>
                    <a:pt x="1088312" y="108817"/>
                  </a:lnTo>
                  <a:lnTo>
                    <a:pt x="1079778" y="66457"/>
                  </a:lnTo>
                  <a:lnTo>
                    <a:pt x="1056489" y="31868"/>
                  </a:lnTo>
                  <a:lnTo>
                    <a:pt x="1021914" y="8550"/>
                  </a:lnTo>
                  <a:lnTo>
                    <a:pt x="979520" y="0"/>
                  </a:lnTo>
                  <a:lnTo>
                    <a:pt x="108791" y="0"/>
                  </a:lnTo>
                  <a:lnTo>
                    <a:pt x="66397" y="8550"/>
                  </a:lnTo>
                  <a:lnTo>
                    <a:pt x="31822" y="31868"/>
                  </a:lnTo>
                  <a:lnTo>
                    <a:pt x="8533" y="66457"/>
                  </a:lnTo>
                  <a:lnTo>
                    <a:pt x="0" y="108817"/>
                  </a:lnTo>
                  <a:lnTo>
                    <a:pt x="0" y="1591614"/>
                  </a:lnTo>
                  <a:lnTo>
                    <a:pt x="8533" y="1633970"/>
                  </a:lnTo>
                  <a:lnTo>
                    <a:pt x="31822" y="1668560"/>
                  </a:lnTo>
                  <a:lnTo>
                    <a:pt x="66397" y="1691882"/>
                  </a:lnTo>
                  <a:lnTo>
                    <a:pt x="108791" y="1700434"/>
                  </a:lnTo>
                  <a:close/>
                </a:path>
              </a:pathLst>
            </a:custGeom>
            <a:grpFill/>
            <a:ln w="4999">
              <a:solidFill>
                <a:srgbClr val="C7C7C7"/>
              </a:solidFill>
            </a:ln>
          </p:spPr>
          <p:txBody>
            <a:bodyPr wrap="square" lIns="0" tIns="0" rIns="0" bIns="0" rtlCol="0"/>
            <a:lstStyle/>
            <a:p>
              <a:endParaRPr/>
            </a:p>
          </p:txBody>
        </p:sp>
      </p:grpSp>
      <p:sp>
        <p:nvSpPr>
          <p:cNvPr id="79" name="object 62">
            <a:extLst>
              <a:ext uri="{FF2B5EF4-FFF2-40B4-BE49-F238E27FC236}">
                <a16:creationId xmlns:a16="http://schemas.microsoft.com/office/drawing/2014/main" id="{020E64D8-FFE2-D0A2-A539-509EB623BA53}"/>
              </a:ext>
            </a:extLst>
          </p:cNvPr>
          <p:cNvSpPr txBox="1"/>
          <p:nvPr/>
        </p:nvSpPr>
        <p:spPr>
          <a:xfrm>
            <a:off x="9590779" y="5081573"/>
            <a:ext cx="889000" cy="1180465"/>
          </a:xfrm>
          <a:prstGeom prst="rect">
            <a:avLst/>
          </a:prstGeom>
        </p:spPr>
        <p:txBody>
          <a:bodyPr vert="horz" wrap="square" lIns="0" tIns="11430" rIns="0" bIns="0" rtlCol="0">
            <a:spAutoFit/>
          </a:bodyPr>
          <a:lstStyle/>
          <a:p>
            <a:pPr marL="74930" marR="70485" algn="ctr">
              <a:lnSpc>
                <a:spcPct val="100000"/>
              </a:lnSpc>
              <a:spcBef>
                <a:spcPts val="90"/>
              </a:spcBef>
            </a:pPr>
            <a:r>
              <a:rPr sz="1900" b="1" spc="-20" dirty="0">
                <a:solidFill>
                  <a:srgbClr val="4671C4"/>
                </a:solidFill>
                <a:latin typeface="Calibri"/>
                <a:cs typeface="Calibri"/>
              </a:rPr>
              <a:t>Couche </a:t>
            </a:r>
            <a:r>
              <a:rPr sz="1900" b="1" spc="-25" dirty="0">
                <a:solidFill>
                  <a:srgbClr val="4671C4"/>
                </a:solidFill>
                <a:latin typeface="Calibri"/>
                <a:cs typeface="Calibri"/>
              </a:rPr>
              <a:t>DAL</a:t>
            </a:r>
            <a:endParaRPr sz="1900" dirty="0">
              <a:latin typeface="Calibri"/>
              <a:cs typeface="Calibri"/>
            </a:endParaRPr>
          </a:p>
          <a:p>
            <a:pPr marL="2540" algn="ctr">
              <a:lnSpc>
                <a:spcPts val="2265"/>
              </a:lnSpc>
            </a:pPr>
            <a:r>
              <a:rPr sz="1900" b="1" spc="-25" dirty="0">
                <a:solidFill>
                  <a:srgbClr val="4671C4"/>
                </a:solidFill>
                <a:latin typeface="Calibri"/>
                <a:cs typeface="Calibri"/>
              </a:rPr>
              <a:t>Ou</a:t>
            </a:r>
            <a:endParaRPr sz="1900" dirty="0">
              <a:latin typeface="Calibri"/>
              <a:cs typeface="Calibri"/>
            </a:endParaRPr>
          </a:p>
          <a:p>
            <a:pPr algn="ctr">
              <a:lnSpc>
                <a:spcPts val="2280"/>
              </a:lnSpc>
            </a:pPr>
            <a:r>
              <a:rPr sz="1900" b="1" spc="-10" dirty="0">
                <a:solidFill>
                  <a:srgbClr val="4671C4"/>
                </a:solidFill>
                <a:latin typeface="Calibri"/>
                <a:cs typeface="Calibri"/>
              </a:rPr>
              <a:t>Business</a:t>
            </a:r>
            <a:endParaRPr sz="1900" dirty="0">
              <a:latin typeface="Calibri"/>
              <a:cs typeface="Calibri"/>
            </a:endParaRPr>
          </a:p>
        </p:txBody>
      </p:sp>
    </p:spTree>
    <p:extLst>
      <p:ext uri="{BB962C8B-B14F-4D97-AF65-F5344CB8AC3E}">
        <p14:creationId xmlns:p14="http://schemas.microsoft.com/office/powerpoint/2010/main" val="2659502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Web API</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395801"/>
          </a:xfrm>
          <a:prstGeom prst="rect">
            <a:avLst/>
          </a:prstGeom>
          <a:noFill/>
        </p:spPr>
        <p:txBody>
          <a:bodyPr wrap="square" rtlCol="0">
            <a:spAutoFit/>
          </a:bodyPr>
          <a:lstStyle/>
          <a:p>
            <a:r>
              <a:rPr lang="fr-FR" sz="2400" b="1" dirty="0"/>
              <a:t>ASP.NET 6 et 7</a:t>
            </a:r>
          </a:p>
          <a:p>
            <a:endParaRPr lang="fr-FR" sz="2400" dirty="0"/>
          </a:p>
          <a:p>
            <a:endParaRPr lang="fr-FR" sz="2400" dirty="0"/>
          </a:p>
          <a:p>
            <a:pPr marL="240029" marR="5080" indent="-227329">
              <a:lnSpc>
                <a:spcPts val="2590"/>
              </a:lnSpc>
              <a:spcBef>
                <a:spcPts val="425"/>
              </a:spcBef>
              <a:buClr>
                <a:srgbClr val="391778"/>
              </a:buClr>
              <a:buFont typeface="Arial"/>
              <a:buChar char="•"/>
              <a:tabLst>
                <a:tab pos="241300" algn="l"/>
              </a:tabLst>
            </a:pPr>
            <a:r>
              <a:rPr lang="fr-FR" sz="2400" dirty="0">
                <a:latin typeface="Segoe UI"/>
                <a:cs typeface="Segoe UI"/>
              </a:rPr>
              <a:t> Pour</a:t>
            </a:r>
            <a:r>
              <a:rPr lang="fr-FR" sz="2400" spc="-55" dirty="0">
                <a:latin typeface="Segoe UI"/>
                <a:cs typeface="Segoe UI"/>
              </a:rPr>
              <a:t> </a:t>
            </a:r>
            <a:r>
              <a:rPr lang="fr-FR" sz="2400" dirty="0">
                <a:latin typeface="Segoe UI"/>
                <a:cs typeface="Segoe UI"/>
              </a:rPr>
              <a:t>rappel,</a:t>
            </a:r>
            <a:r>
              <a:rPr lang="fr-FR" sz="2400" spc="-60" dirty="0">
                <a:latin typeface="Segoe UI"/>
                <a:cs typeface="Segoe UI"/>
              </a:rPr>
              <a:t> </a:t>
            </a:r>
            <a:r>
              <a:rPr lang="fr-FR" sz="2400" dirty="0">
                <a:latin typeface="Segoe UI"/>
                <a:cs typeface="Segoe UI"/>
              </a:rPr>
              <a:t>depuis</a:t>
            </a:r>
            <a:r>
              <a:rPr lang="fr-FR" sz="2400" spc="-55" dirty="0">
                <a:latin typeface="Segoe UI"/>
                <a:cs typeface="Segoe UI"/>
              </a:rPr>
              <a:t> </a:t>
            </a:r>
            <a:r>
              <a:rPr lang="fr-FR" sz="2400" dirty="0">
                <a:latin typeface="Segoe UI"/>
                <a:cs typeface="Segoe UI"/>
              </a:rPr>
              <a:t>.NET</a:t>
            </a:r>
            <a:r>
              <a:rPr lang="fr-FR" sz="2400" spc="-35" dirty="0">
                <a:latin typeface="Segoe UI"/>
                <a:cs typeface="Segoe UI"/>
              </a:rPr>
              <a:t> </a:t>
            </a:r>
            <a:r>
              <a:rPr lang="fr-FR" sz="2400" dirty="0">
                <a:latin typeface="Segoe UI"/>
                <a:cs typeface="Segoe UI"/>
              </a:rPr>
              <a:t>6,</a:t>
            </a:r>
            <a:r>
              <a:rPr lang="fr-FR" sz="2400" spc="-50" dirty="0">
                <a:latin typeface="Segoe UI"/>
                <a:cs typeface="Segoe UI"/>
              </a:rPr>
              <a:t> </a:t>
            </a:r>
            <a:r>
              <a:rPr lang="fr-FR" sz="2400" dirty="0">
                <a:latin typeface="Segoe UI"/>
                <a:cs typeface="Segoe UI"/>
              </a:rPr>
              <a:t>Visual</a:t>
            </a:r>
            <a:r>
              <a:rPr lang="fr-FR" sz="2400" spc="-35" dirty="0">
                <a:latin typeface="Segoe UI"/>
                <a:cs typeface="Segoe UI"/>
              </a:rPr>
              <a:t> </a:t>
            </a:r>
            <a:r>
              <a:rPr lang="fr-FR" sz="2400" dirty="0">
                <a:latin typeface="Segoe UI"/>
                <a:cs typeface="Segoe UI"/>
              </a:rPr>
              <a:t>Studio</a:t>
            </a:r>
            <a:r>
              <a:rPr lang="fr-FR" sz="2400" spc="-45" dirty="0">
                <a:latin typeface="Segoe UI"/>
                <a:cs typeface="Segoe UI"/>
              </a:rPr>
              <a:t> </a:t>
            </a:r>
            <a:r>
              <a:rPr lang="fr-FR" sz="2400" dirty="0">
                <a:latin typeface="Segoe UI"/>
                <a:cs typeface="Segoe UI"/>
              </a:rPr>
              <a:t>propose</a:t>
            </a:r>
            <a:r>
              <a:rPr lang="fr-FR" sz="2400" spc="-60" dirty="0">
                <a:latin typeface="Segoe UI"/>
                <a:cs typeface="Segoe UI"/>
              </a:rPr>
              <a:t> </a:t>
            </a:r>
            <a:r>
              <a:rPr lang="fr-FR" sz="2400" dirty="0">
                <a:latin typeface="Segoe UI"/>
                <a:cs typeface="Segoe UI"/>
              </a:rPr>
              <a:t>un</a:t>
            </a:r>
            <a:r>
              <a:rPr lang="fr-FR" sz="2400" spc="-45" dirty="0">
                <a:latin typeface="Segoe UI"/>
                <a:cs typeface="Segoe UI"/>
              </a:rPr>
              <a:t> </a:t>
            </a:r>
            <a:r>
              <a:rPr lang="fr-FR" sz="2400" dirty="0">
                <a:latin typeface="Segoe UI"/>
                <a:cs typeface="Segoe UI"/>
              </a:rPr>
              <a:t>nouveau</a:t>
            </a:r>
            <a:r>
              <a:rPr lang="fr-FR" sz="2400" spc="-90" dirty="0">
                <a:latin typeface="Segoe UI"/>
                <a:cs typeface="Segoe UI"/>
              </a:rPr>
              <a:t> </a:t>
            </a:r>
            <a:r>
              <a:rPr lang="fr-FR" sz="2400" spc="-10" dirty="0" err="1">
                <a:latin typeface="Segoe UI"/>
                <a:cs typeface="Segoe UI"/>
              </a:rPr>
              <a:t>template</a:t>
            </a:r>
            <a:r>
              <a:rPr lang="fr-FR" sz="2400" spc="-10" dirty="0">
                <a:latin typeface="Segoe UI"/>
                <a:cs typeface="Segoe UI"/>
              </a:rPr>
              <a:t> 	</a:t>
            </a:r>
            <a:r>
              <a:rPr lang="fr-FR" sz="2400" dirty="0">
                <a:latin typeface="Segoe UI"/>
                <a:cs typeface="Segoe UI"/>
              </a:rPr>
              <a:t>de</a:t>
            </a:r>
            <a:r>
              <a:rPr lang="fr-FR" sz="2400" spc="-40" dirty="0">
                <a:latin typeface="Segoe UI"/>
                <a:cs typeface="Segoe UI"/>
              </a:rPr>
              <a:t> </a:t>
            </a:r>
            <a:r>
              <a:rPr lang="fr-FR" sz="2400" dirty="0">
                <a:latin typeface="Segoe UI"/>
                <a:cs typeface="Segoe UI"/>
              </a:rPr>
              <a:t>projet</a:t>
            </a:r>
            <a:r>
              <a:rPr lang="fr-FR" sz="2400" spc="-25" dirty="0">
                <a:latin typeface="Segoe UI"/>
                <a:cs typeface="Segoe UI"/>
              </a:rPr>
              <a:t> </a:t>
            </a:r>
            <a:r>
              <a:rPr lang="fr-FR" sz="2400" dirty="0">
                <a:latin typeface="Segoe UI"/>
                <a:cs typeface="Segoe UI"/>
              </a:rPr>
              <a:t>pour</a:t>
            </a:r>
            <a:r>
              <a:rPr lang="fr-FR" sz="2400" spc="-25" dirty="0">
                <a:latin typeface="Segoe UI"/>
                <a:cs typeface="Segoe UI"/>
              </a:rPr>
              <a:t> </a:t>
            </a:r>
            <a:r>
              <a:rPr lang="fr-FR" sz="2400" spc="-10" dirty="0">
                <a:latin typeface="Segoe UI"/>
                <a:cs typeface="Segoe UI"/>
              </a:rPr>
              <a:t>ASP.NET</a:t>
            </a:r>
            <a:endParaRPr lang="fr-FR" sz="2400" dirty="0">
              <a:latin typeface="Segoe UI"/>
              <a:cs typeface="Segoe UI"/>
            </a:endParaRPr>
          </a:p>
          <a:p>
            <a:pPr marL="342900" indent="-342900">
              <a:buFont typeface="Arial" panose="020B0604020202020204" pitchFamily="34" charset="0"/>
              <a:buChar char="•"/>
            </a:pPr>
            <a:endParaRPr lang="fr-FR" sz="2400" dirty="0"/>
          </a:p>
          <a:p>
            <a:pPr marL="342900" indent="-342900">
              <a:buFont typeface="Arial" panose="020B0604020202020204" pitchFamily="34" charset="0"/>
              <a:buChar char="•"/>
            </a:pPr>
            <a:r>
              <a:rPr lang="fr-FR" sz="2400" u="sng" dirty="0">
                <a:uFill>
                  <a:solidFill>
                    <a:srgbClr val="000000"/>
                  </a:solidFill>
                </a:uFill>
                <a:latin typeface="Segoe UI"/>
                <a:cs typeface="Segoe UI"/>
              </a:rPr>
              <a:t>Nous</a:t>
            </a:r>
            <a:r>
              <a:rPr lang="fr-FR" sz="2400" u="sng" spc="-40" dirty="0">
                <a:uFill>
                  <a:solidFill>
                    <a:srgbClr val="000000"/>
                  </a:solidFill>
                </a:uFill>
                <a:latin typeface="Segoe UI"/>
                <a:cs typeface="Segoe UI"/>
              </a:rPr>
              <a:t> </a:t>
            </a:r>
            <a:r>
              <a:rPr lang="fr-FR" sz="2400" u="sng" dirty="0">
                <a:uFill>
                  <a:solidFill>
                    <a:srgbClr val="000000"/>
                  </a:solidFill>
                </a:uFill>
                <a:latin typeface="Segoe UI"/>
                <a:cs typeface="Segoe UI"/>
              </a:rPr>
              <a:t>utiliserons</a:t>
            </a:r>
            <a:r>
              <a:rPr lang="fr-FR" sz="2400" u="sng" spc="-30" dirty="0">
                <a:uFill>
                  <a:solidFill>
                    <a:srgbClr val="000000"/>
                  </a:solidFill>
                </a:uFill>
                <a:latin typeface="Segoe UI"/>
                <a:cs typeface="Segoe UI"/>
              </a:rPr>
              <a:t> </a:t>
            </a:r>
            <a:r>
              <a:rPr lang="fr-FR" sz="2400" u="sng" dirty="0">
                <a:uFill>
                  <a:solidFill>
                    <a:srgbClr val="000000"/>
                  </a:solidFill>
                </a:uFill>
                <a:latin typeface="Segoe UI"/>
                <a:cs typeface="Segoe UI"/>
              </a:rPr>
              <a:t>donc</a:t>
            </a:r>
            <a:r>
              <a:rPr lang="fr-FR" sz="2400" u="sng" spc="-35" dirty="0">
                <a:uFill>
                  <a:solidFill>
                    <a:srgbClr val="000000"/>
                  </a:solidFill>
                </a:uFill>
                <a:latin typeface="Segoe UI"/>
                <a:cs typeface="Segoe UI"/>
              </a:rPr>
              <a:t> </a:t>
            </a:r>
            <a:r>
              <a:rPr lang="fr-FR" sz="2400" u="sng" dirty="0">
                <a:uFill>
                  <a:solidFill>
                    <a:srgbClr val="000000"/>
                  </a:solidFill>
                </a:uFill>
                <a:latin typeface="Segoe UI"/>
                <a:cs typeface="Segoe UI"/>
              </a:rPr>
              <a:t>la</a:t>
            </a:r>
            <a:r>
              <a:rPr lang="fr-FR" sz="2400" u="sng" spc="-40" dirty="0">
                <a:uFill>
                  <a:solidFill>
                    <a:srgbClr val="000000"/>
                  </a:solidFill>
                </a:uFill>
                <a:latin typeface="Segoe UI"/>
                <a:cs typeface="Segoe UI"/>
              </a:rPr>
              <a:t> </a:t>
            </a:r>
            <a:r>
              <a:rPr lang="fr-FR" sz="2400" u="sng" dirty="0">
                <a:uFill>
                  <a:solidFill>
                    <a:srgbClr val="000000"/>
                  </a:solidFill>
                </a:uFill>
                <a:latin typeface="Segoe UI"/>
                <a:cs typeface="Segoe UI"/>
              </a:rPr>
              <a:t>version</a:t>
            </a:r>
            <a:r>
              <a:rPr lang="fr-FR" sz="2400" u="sng" spc="-40" dirty="0">
                <a:uFill>
                  <a:solidFill>
                    <a:srgbClr val="000000"/>
                  </a:solidFill>
                </a:uFill>
                <a:latin typeface="Segoe UI"/>
                <a:cs typeface="Segoe UI"/>
              </a:rPr>
              <a:t> </a:t>
            </a:r>
            <a:r>
              <a:rPr lang="fr-FR" sz="2400" u="sng" dirty="0">
                <a:uFill>
                  <a:solidFill>
                    <a:srgbClr val="000000"/>
                  </a:solidFill>
                </a:uFill>
                <a:latin typeface="Segoe UI"/>
                <a:cs typeface="Segoe UI"/>
              </a:rPr>
              <a:t>5</a:t>
            </a:r>
            <a:r>
              <a:rPr lang="fr-FR" sz="2400" u="sng" spc="-50" dirty="0">
                <a:uFill>
                  <a:solidFill>
                    <a:srgbClr val="000000"/>
                  </a:solidFill>
                </a:uFill>
                <a:latin typeface="Segoe UI"/>
                <a:cs typeface="Segoe UI"/>
              </a:rPr>
              <a:t> </a:t>
            </a:r>
            <a:r>
              <a:rPr lang="fr-FR" sz="2400" u="sng" dirty="0">
                <a:uFill>
                  <a:solidFill>
                    <a:srgbClr val="000000"/>
                  </a:solidFill>
                </a:uFill>
                <a:latin typeface="Segoe UI"/>
                <a:cs typeface="Segoe UI"/>
              </a:rPr>
              <a:t>(plus</a:t>
            </a:r>
            <a:r>
              <a:rPr lang="fr-FR" sz="2400" u="sng" spc="-30" dirty="0">
                <a:uFill>
                  <a:solidFill>
                    <a:srgbClr val="000000"/>
                  </a:solidFill>
                </a:uFill>
                <a:latin typeface="Segoe UI"/>
                <a:cs typeface="Segoe UI"/>
              </a:rPr>
              <a:t> </a:t>
            </a:r>
            <a:r>
              <a:rPr lang="fr-FR" sz="2400" u="sng" dirty="0">
                <a:uFill>
                  <a:solidFill>
                    <a:srgbClr val="000000"/>
                  </a:solidFill>
                </a:uFill>
                <a:latin typeface="Segoe UI"/>
                <a:cs typeface="Segoe UI"/>
              </a:rPr>
              <a:t>détaillé)</a:t>
            </a:r>
            <a:r>
              <a:rPr lang="fr-FR" sz="2400" u="sng" spc="-40" dirty="0">
                <a:uFill>
                  <a:solidFill>
                    <a:srgbClr val="000000"/>
                  </a:solidFill>
                </a:uFill>
                <a:latin typeface="Segoe UI"/>
                <a:cs typeface="Segoe UI"/>
              </a:rPr>
              <a:t> </a:t>
            </a:r>
            <a:r>
              <a:rPr lang="fr-FR" sz="2400" u="sng" dirty="0">
                <a:uFill>
                  <a:solidFill>
                    <a:srgbClr val="000000"/>
                  </a:solidFill>
                </a:uFill>
                <a:latin typeface="Segoe UI"/>
                <a:cs typeface="Segoe UI"/>
              </a:rPr>
              <a:t>dans</a:t>
            </a:r>
            <a:r>
              <a:rPr lang="fr-FR" sz="2400" u="sng" spc="-45" dirty="0">
                <a:uFill>
                  <a:solidFill>
                    <a:srgbClr val="000000"/>
                  </a:solidFill>
                </a:uFill>
                <a:latin typeface="Segoe UI"/>
                <a:cs typeface="Segoe UI"/>
              </a:rPr>
              <a:t> </a:t>
            </a:r>
            <a:r>
              <a:rPr lang="fr-FR" sz="2400" u="sng" dirty="0">
                <a:uFill>
                  <a:solidFill>
                    <a:srgbClr val="000000"/>
                  </a:solidFill>
                </a:uFill>
                <a:latin typeface="Segoe UI"/>
                <a:cs typeface="Segoe UI"/>
              </a:rPr>
              <a:t>cette</a:t>
            </a:r>
            <a:r>
              <a:rPr lang="fr-FR" sz="2400" u="sng" spc="-55" dirty="0">
                <a:uFill>
                  <a:solidFill>
                    <a:srgbClr val="000000"/>
                  </a:solidFill>
                </a:uFill>
                <a:latin typeface="Segoe UI"/>
                <a:cs typeface="Segoe UI"/>
              </a:rPr>
              <a:t> </a:t>
            </a:r>
            <a:r>
              <a:rPr lang="fr-FR" sz="2400" u="sng" spc="-10" dirty="0">
                <a:uFill>
                  <a:solidFill>
                    <a:srgbClr val="000000"/>
                  </a:solidFill>
                </a:uFill>
                <a:latin typeface="Segoe UI"/>
                <a:cs typeface="Segoe UI"/>
              </a:rPr>
              <a:t>première</a:t>
            </a:r>
            <a:r>
              <a:rPr lang="fr-FR" sz="2400" spc="-10" dirty="0">
                <a:latin typeface="Segoe UI"/>
                <a:cs typeface="Segoe UI"/>
              </a:rPr>
              <a:t> </a:t>
            </a:r>
            <a:r>
              <a:rPr lang="fr-FR" sz="2400" u="sng" dirty="0">
                <a:uFill>
                  <a:solidFill>
                    <a:srgbClr val="000000"/>
                  </a:solidFill>
                </a:uFill>
                <a:latin typeface="Segoe UI"/>
                <a:cs typeface="Segoe UI"/>
              </a:rPr>
              <a:t>partie,</a:t>
            </a:r>
            <a:r>
              <a:rPr lang="fr-FR" sz="2400" u="sng" spc="-40" dirty="0">
                <a:uFill>
                  <a:solidFill>
                    <a:srgbClr val="000000"/>
                  </a:solidFill>
                </a:uFill>
                <a:latin typeface="Segoe UI"/>
                <a:cs typeface="Segoe UI"/>
              </a:rPr>
              <a:t> </a:t>
            </a:r>
            <a:r>
              <a:rPr lang="fr-FR" sz="2400" u="sng" dirty="0">
                <a:uFill>
                  <a:solidFill>
                    <a:srgbClr val="000000"/>
                  </a:solidFill>
                </a:uFill>
                <a:latin typeface="Segoe UI"/>
                <a:cs typeface="Segoe UI"/>
              </a:rPr>
              <a:t>puis</a:t>
            </a:r>
            <a:r>
              <a:rPr lang="fr-FR" sz="2400" u="sng" spc="-30" dirty="0">
                <a:uFill>
                  <a:solidFill>
                    <a:srgbClr val="000000"/>
                  </a:solidFill>
                </a:uFill>
                <a:latin typeface="Segoe UI"/>
                <a:cs typeface="Segoe UI"/>
              </a:rPr>
              <a:t> </a:t>
            </a:r>
            <a:r>
              <a:rPr lang="fr-FR" sz="2400" u="sng" dirty="0">
                <a:uFill>
                  <a:solidFill>
                    <a:srgbClr val="000000"/>
                  </a:solidFill>
                </a:uFill>
                <a:latin typeface="Segoe UI"/>
                <a:cs typeface="Segoe UI"/>
              </a:rPr>
              <a:t>nous</a:t>
            </a:r>
            <a:r>
              <a:rPr lang="fr-FR" sz="2400" u="sng" spc="-10" dirty="0">
                <a:uFill>
                  <a:solidFill>
                    <a:srgbClr val="000000"/>
                  </a:solidFill>
                </a:uFill>
                <a:latin typeface="Segoe UI"/>
                <a:cs typeface="Segoe UI"/>
              </a:rPr>
              <a:t> </a:t>
            </a:r>
            <a:r>
              <a:rPr lang="fr-FR" sz="2400" u="sng" dirty="0">
                <a:uFill>
                  <a:solidFill>
                    <a:srgbClr val="000000"/>
                  </a:solidFill>
                </a:uFill>
                <a:latin typeface="Segoe UI"/>
                <a:cs typeface="Segoe UI"/>
              </a:rPr>
              <a:t>passerons</a:t>
            </a:r>
            <a:r>
              <a:rPr lang="fr-FR" sz="2400" u="sng" spc="-55" dirty="0">
                <a:uFill>
                  <a:solidFill>
                    <a:srgbClr val="000000"/>
                  </a:solidFill>
                </a:uFill>
                <a:latin typeface="Segoe UI"/>
                <a:cs typeface="Segoe UI"/>
              </a:rPr>
              <a:t> </a:t>
            </a:r>
            <a:r>
              <a:rPr lang="fr-FR" sz="2400" u="sng" dirty="0">
                <a:uFill>
                  <a:solidFill>
                    <a:srgbClr val="000000"/>
                  </a:solidFill>
                </a:uFill>
                <a:latin typeface="Segoe UI"/>
                <a:cs typeface="Segoe UI"/>
              </a:rPr>
              <a:t>aux</a:t>
            </a:r>
            <a:r>
              <a:rPr lang="fr-FR" sz="2400" u="sng" spc="-40" dirty="0">
                <a:uFill>
                  <a:solidFill>
                    <a:srgbClr val="000000"/>
                  </a:solidFill>
                </a:uFill>
                <a:latin typeface="Segoe UI"/>
                <a:cs typeface="Segoe UI"/>
              </a:rPr>
              <a:t> </a:t>
            </a:r>
            <a:r>
              <a:rPr lang="fr-FR" sz="2400" u="sng" dirty="0">
                <a:uFill>
                  <a:solidFill>
                    <a:srgbClr val="000000"/>
                  </a:solidFill>
                </a:uFill>
                <a:latin typeface="Segoe UI"/>
                <a:cs typeface="Segoe UI"/>
              </a:rPr>
              <a:t>versions</a:t>
            </a:r>
            <a:r>
              <a:rPr lang="fr-FR" sz="2400" u="sng" spc="-40" dirty="0">
                <a:uFill>
                  <a:solidFill>
                    <a:srgbClr val="000000"/>
                  </a:solidFill>
                </a:uFill>
                <a:latin typeface="Segoe UI"/>
                <a:cs typeface="Segoe UI"/>
              </a:rPr>
              <a:t> </a:t>
            </a:r>
            <a:r>
              <a:rPr lang="fr-FR" sz="2400" u="sng" dirty="0">
                <a:uFill>
                  <a:solidFill>
                    <a:srgbClr val="000000"/>
                  </a:solidFill>
                </a:uFill>
                <a:latin typeface="Segoe UI"/>
                <a:cs typeface="Segoe UI"/>
              </a:rPr>
              <a:t>6</a:t>
            </a:r>
            <a:r>
              <a:rPr lang="fr-FR" sz="2400" u="sng" spc="-20" dirty="0">
                <a:uFill>
                  <a:solidFill>
                    <a:srgbClr val="000000"/>
                  </a:solidFill>
                </a:uFill>
                <a:latin typeface="Segoe UI"/>
                <a:cs typeface="Segoe UI"/>
              </a:rPr>
              <a:t> </a:t>
            </a:r>
            <a:r>
              <a:rPr lang="fr-FR" sz="2400" u="sng" dirty="0">
                <a:uFill>
                  <a:solidFill>
                    <a:srgbClr val="000000"/>
                  </a:solidFill>
                </a:uFill>
                <a:latin typeface="Segoe UI"/>
                <a:cs typeface="Segoe UI"/>
              </a:rPr>
              <a:t>et</a:t>
            </a:r>
            <a:r>
              <a:rPr lang="fr-FR" sz="2400" u="sng" spc="-40" dirty="0">
                <a:uFill>
                  <a:solidFill>
                    <a:srgbClr val="000000"/>
                  </a:solidFill>
                </a:uFill>
                <a:latin typeface="Segoe UI"/>
                <a:cs typeface="Segoe UI"/>
              </a:rPr>
              <a:t> </a:t>
            </a:r>
            <a:r>
              <a:rPr lang="fr-FR" sz="2400" u="sng" dirty="0">
                <a:uFill>
                  <a:solidFill>
                    <a:srgbClr val="000000"/>
                  </a:solidFill>
                </a:uFill>
                <a:latin typeface="Segoe UI"/>
                <a:cs typeface="Segoe UI"/>
              </a:rPr>
              <a:t>7</a:t>
            </a:r>
            <a:r>
              <a:rPr lang="fr-FR" sz="2400" u="sng" spc="-30" dirty="0">
                <a:uFill>
                  <a:solidFill>
                    <a:srgbClr val="000000"/>
                  </a:solidFill>
                </a:uFill>
                <a:latin typeface="Segoe UI"/>
                <a:cs typeface="Segoe UI"/>
              </a:rPr>
              <a:t> </a:t>
            </a:r>
            <a:r>
              <a:rPr lang="fr-FR" sz="2400" u="sng" dirty="0">
                <a:uFill>
                  <a:solidFill>
                    <a:srgbClr val="000000"/>
                  </a:solidFill>
                </a:uFill>
                <a:latin typeface="Segoe UI"/>
                <a:cs typeface="Segoe UI"/>
              </a:rPr>
              <a:t>pour</a:t>
            </a:r>
            <a:r>
              <a:rPr lang="fr-FR" sz="2400" u="sng" spc="-30" dirty="0">
                <a:uFill>
                  <a:solidFill>
                    <a:srgbClr val="000000"/>
                  </a:solidFill>
                </a:uFill>
                <a:latin typeface="Segoe UI"/>
                <a:cs typeface="Segoe UI"/>
              </a:rPr>
              <a:t> </a:t>
            </a:r>
            <a:r>
              <a:rPr lang="fr-FR" sz="2400" u="sng" dirty="0">
                <a:uFill>
                  <a:solidFill>
                    <a:srgbClr val="000000"/>
                  </a:solidFill>
                </a:uFill>
                <a:latin typeface="Segoe UI"/>
                <a:cs typeface="Segoe UI"/>
              </a:rPr>
              <a:t>la</a:t>
            </a:r>
            <a:r>
              <a:rPr lang="fr-FR" sz="2400" u="sng" spc="-15" dirty="0">
                <a:uFill>
                  <a:solidFill>
                    <a:srgbClr val="000000"/>
                  </a:solidFill>
                </a:uFill>
                <a:latin typeface="Segoe UI"/>
                <a:cs typeface="Segoe UI"/>
              </a:rPr>
              <a:t> </a:t>
            </a:r>
            <a:r>
              <a:rPr lang="fr-FR" sz="2400" u="sng" spc="-10" dirty="0">
                <a:uFill>
                  <a:solidFill>
                    <a:srgbClr val="000000"/>
                  </a:solidFill>
                </a:uFill>
                <a:latin typeface="Segoe UI"/>
                <a:cs typeface="Segoe UI"/>
              </a:rPr>
              <a:t>suite</a:t>
            </a:r>
            <a:endParaRPr lang="fr-FR" sz="2400" dirty="0">
              <a:latin typeface="Segoe UI"/>
              <a:cs typeface="Segoe UI"/>
            </a:endParaRPr>
          </a:p>
          <a:p>
            <a:pPr marL="342900" indent="-342900">
              <a:buFont typeface="Arial" panose="020B0604020202020204" pitchFamily="34" charset="0"/>
              <a:buChar char="•"/>
            </a:pPr>
            <a:endParaRPr lang="fr-FR" sz="2400" dirty="0"/>
          </a:p>
        </p:txBody>
      </p:sp>
    </p:spTree>
    <p:extLst>
      <p:ext uri="{BB962C8B-B14F-4D97-AF65-F5344CB8AC3E}">
        <p14:creationId xmlns:p14="http://schemas.microsoft.com/office/powerpoint/2010/main" val="12934314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Web API</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726935"/>
          </a:xfrm>
          <a:prstGeom prst="rect">
            <a:avLst/>
          </a:prstGeom>
          <a:noFill/>
        </p:spPr>
        <p:txBody>
          <a:bodyPr wrap="square" rtlCol="0">
            <a:spAutoFit/>
          </a:bodyPr>
          <a:lstStyle/>
          <a:p>
            <a:r>
              <a:rPr lang="fr-FR" sz="2400" b="1" dirty="0"/>
              <a:t>Lancement</a:t>
            </a:r>
          </a:p>
          <a:p>
            <a:endParaRPr lang="fr-FR" sz="2400" dirty="0"/>
          </a:p>
          <a:p>
            <a:pPr marL="240029" indent="-227329">
              <a:lnSpc>
                <a:spcPts val="2735"/>
              </a:lnSpc>
              <a:spcBef>
                <a:spcPts val="100"/>
              </a:spcBef>
              <a:buClr>
                <a:srgbClr val="391778"/>
              </a:buClr>
              <a:buFont typeface="Arial"/>
              <a:buChar char="•"/>
              <a:tabLst>
                <a:tab pos="240029" algn="l"/>
              </a:tabLst>
            </a:pPr>
            <a:r>
              <a:rPr lang="fr-FR" sz="2400" dirty="0">
                <a:latin typeface="Segoe UI"/>
                <a:cs typeface="Segoe UI"/>
              </a:rPr>
              <a:t> Au</a:t>
            </a:r>
            <a:r>
              <a:rPr lang="fr-FR" sz="2400" spc="-45" dirty="0">
                <a:latin typeface="Segoe UI"/>
                <a:cs typeface="Segoe UI"/>
              </a:rPr>
              <a:t> </a:t>
            </a:r>
            <a:r>
              <a:rPr lang="fr-FR" sz="2400" dirty="0">
                <a:latin typeface="Segoe UI"/>
                <a:cs typeface="Segoe UI"/>
              </a:rPr>
              <a:t>lancement</a:t>
            </a:r>
            <a:r>
              <a:rPr lang="fr-FR" sz="2400" spc="-45" dirty="0">
                <a:latin typeface="Segoe UI"/>
                <a:cs typeface="Segoe UI"/>
              </a:rPr>
              <a:t> </a:t>
            </a:r>
            <a:r>
              <a:rPr lang="fr-FR" sz="2400" dirty="0">
                <a:latin typeface="Segoe UI"/>
                <a:cs typeface="Segoe UI"/>
              </a:rPr>
              <a:t>de</a:t>
            </a:r>
            <a:r>
              <a:rPr lang="fr-FR" sz="2400" spc="-60" dirty="0">
                <a:latin typeface="Segoe UI"/>
                <a:cs typeface="Segoe UI"/>
              </a:rPr>
              <a:t> </a:t>
            </a:r>
            <a:r>
              <a:rPr lang="fr-FR" sz="2400" dirty="0">
                <a:latin typeface="Segoe UI"/>
                <a:cs typeface="Segoe UI"/>
              </a:rPr>
              <a:t>l’application de</a:t>
            </a:r>
            <a:r>
              <a:rPr lang="fr-FR" sz="2400" spc="-60" dirty="0">
                <a:latin typeface="Segoe UI"/>
                <a:cs typeface="Segoe UI"/>
              </a:rPr>
              <a:t> </a:t>
            </a:r>
            <a:r>
              <a:rPr lang="fr-FR" sz="2400" dirty="0">
                <a:latin typeface="Segoe UI"/>
                <a:cs typeface="Segoe UI"/>
              </a:rPr>
              <a:t>nombreux</a:t>
            </a:r>
            <a:r>
              <a:rPr lang="fr-FR" sz="2400" spc="-55" dirty="0">
                <a:latin typeface="Segoe UI"/>
                <a:cs typeface="Segoe UI"/>
              </a:rPr>
              <a:t> </a:t>
            </a:r>
            <a:r>
              <a:rPr lang="fr-FR" sz="2400" dirty="0">
                <a:latin typeface="Segoe UI"/>
                <a:cs typeface="Segoe UI"/>
              </a:rPr>
              <a:t>éléments</a:t>
            </a:r>
            <a:r>
              <a:rPr lang="fr-FR" sz="2400" spc="-60" dirty="0">
                <a:latin typeface="Segoe UI"/>
                <a:cs typeface="Segoe UI"/>
              </a:rPr>
              <a:t> </a:t>
            </a:r>
            <a:r>
              <a:rPr lang="fr-FR" sz="2400" dirty="0">
                <a:latin typeface="Segoe UI"/>
                <a:cs typeface="Segoe UI"/>
              </a:rPr>
              <a:t>sont</a:t>
            </a:r>
            <a:r>
              <a:rPr lang="fr-FR" sz="2400" spc="-55" dirty="0">
                <a:latin typeface="Segoe UI"/>
                <a:cs typeface="Segoe UI"/>
              </a:rPr>
              <a:t> </a:t>
            </a:r>
            <a:r>
              <a:rPr lang="fr-FR" sz="2400" dirty="0">
                <a:latin typeface="Segoe UI"/>
                <a:cs typeface="Segoe UI"/>
              </a:rPr>
              <a:t>chargés</a:t>
            </a:r>
            <a:r>
              <a:rPr lang="fr-FR" sz="2400" spc="-60" dirty="0">
                <a:latin typeface="Segoe UI"/>
                <a:cs typeface="Segoe UI"/>
              </a:rPr>
              <a:t> </a:t>
            </a:r>
            <a:r>
              <a:rPr lang="fr-FR" sz="2400" spc="-25" dirty="0">
                <a:latin typeface="Segoe UI"/>
                <a:cs typeface="Segoe UI"/>
              </a:rPr>
              <a:t>et</a:t>
            </a:r>
            <a:endParaRPr lang="fr-FR" sz="2400" dirty="0">
              <a:latin typeface="Segoe UI"/>
              <a:cs typeface="Segoe UI"/>
            </a:endParaRPr>
          </a:p>
          <a:p>
            <a:pPr marL="241300">
              <a:lnSpc>
                <a:spcPts val="2735"/>
              </a:lnSpc>
            </a:pPr>
            <a:r>
              <a:rPr lang="fr-FR" sz="2400" spc="-10" dirty="0">
                <a:latin typeface="Segoe UI"/>
                <a:cs typeface="Segoe UI"/>
              </a:rPr>
              <a:t>configurés</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dirty="0">
                <a:latin typeface="Segoe UI"/>
                <a:cs typeface="Segoe UI"/>
              </a:rPr>
              <a:t>Configuration</a:t>
            </a:r>
            <a:r>
              <a:rPr lang="fr-FR" sz="2000" spc="-25" dirty="0">
                <a:latin typeface="Segoe UI"/>
                <a:cs typeface="Segoe UI"/>
              </a:rPr>
              <a:t> </a:t>
            </a:r>
            <a:r>
              <a:rPr lang="fr-FR" sz="2000" dirty="0">
                <a:latin typeface="Segoe UI"/>
                <a:cs typeface="Segoe UI"/>
              </a:rPr>
              <a:t>du</a:t>
            </a:r>
            <a:r>
              <a:rPr lang="fr-FR" sz="2000" spc="-20" dirty="0">
                <a:latin typeface="Segoe UI"/>
                <a:cs typeface="Segoe UI"/>
              </a:rPr>
              <a:t> </a:t>
            </a:r>
            <a:r>
              <a:rPr lang="fr-FR" sz="2000" dirty="0">
                <a:latin typeface="Segoe UI"/>
                <a:cs typeface="Segoe UI"/>
              </a:rPr>
              <a:t>web</a:t>
            </a:r>
            <a:r>
              <a:rPr lang="fr-FR" sz="2000" spc="-20" dirty="0">
                <a:latin typeface="Segoe UI"/>
                <a:cs typeface="Segoe UI"/>
              </a:rPr>
              <a:t> </a:t>
            </a:r>
            <a:r>
              <a:rPr lang="fr-FR" sz="2000" dirty="0">
                <a:latin typeface="Segoe UI"/>
                <a:cs typeface="Segoe UI"/>
              </a:rPr>
              <a:t>serveur</a:t>
            </a:r>
            <a:r>
              <a:rPr lang="fr-FR" sz="2000" spc="-5" dirty="0">
                <a:latin typeface="Segoe UI"/>
                <a:cs typeface="Segoe UI"/>
              </a:rPr>
              <a:t> </a:t>
            </a:r>
            <a:r>
              <a:rPr lang="fr-FR" sz="2000" dirty="0">
                <a:latin typeface="Segoe UI"/>
                <a:cs typeface="Segoe UI"/>
              </a:rPr>
              <a:t>par</a:t>
            </a:r>
            <a:r>
              <a:rPr lang="fr-FR" sz="2000" spc="-30" dirty="0">
                <a:latin typeface="Segoe UI"/>
                <a:cs typeface="Segoe UI"/>
              </a:rPr>
              <a:t> </a:t>
            </a:r>
            <a:r>
              <a:rPr lang="fr-FR" sz="2000" spc="-10" dirty="0">
                <a:latin typeface="Segoe UI"/>
                <a:cs typeface="Segoe UI"/>
              </a:rPr>
              <a:t>défaut</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Lecture</a:t>
            </a:r>
            <a:r>
              <a:rPr lang="fr-FR" sz="2000" spc="-50" dirty="0">
                <a:latin typeface="Segoe UI"/>
                <a:cs typeface="Segoe UI"/>
              </a:rPr>
              <a:t> </a:t>
            </a:r>
            <a:r>
              <a:rPr lang="fr-FR" sz="2000" dirty="0">
                <a:latin typeface="Segoe UI"/>
                <a:cs typeface="Segoe UI"/>
              </a:rPr>
              <a:t>de</a:t>
            </a:r>
            <a:r>
              <a:rPr lang="fr-FR" sz="2000" spc="-30" dirty="0">
                <a:latin typeface="Segoe UI"/>
                <a:cs typeface="Segoe UI"/>
              </a:rPr>
              <a:t> </a:t>
            </a:r>
            <a:r>
              <a:rPr lang="fr-FR" sz="2000" dirty="0">
                <a:latin typeface="Segoe UI"/>
                <a:cs typeface="Segoe UI"/>
              </a:rPr>
              <a:t>variables</a:t>
            </a:r>
            <a:r>
              <a:rPr lang="fr-FR" sz="2000" spc="-30" dirty="0">
                <a:latin typeface="Segoe UI"/>
                <a:cs typeface="Segoe UI"/>
              </a:rPr>
              <a:t> </a:t>
            </a:r>
            <a:r>
              <a:rPr lang="fr-FR" sz="2000" spc="-10" dirty="0">
                <a:latin typeface="Segoe UI"/>
                <a:cs typeface="Segoe UI"/>
              </a:rPr>
              <a:t>d’environnement</a:t>
            </a:r>
            <a:endParaRPr lang="fr-FR" sz="2000" dirty="0">
              <a:latin typeface="Segoe UI"/>
              <a:cs typeface="Segoe UI"/>
            </a:endParaRPr>
          </a:p>
          <a:p>
            <a:pPr marL="698500" lvl="1" indent="-228600">
              <a:lnSpc>
                <a:spcPct val="100000"/>
              </a:lnSpc>
              <a:spcBef>
                <a:spcPts val="250"/>
              </a:spcBef>
              <a:buClr>
                <a:srgbClr val="391778"/>
              </a:buClr>
              <a:buFont typeface="Arial"/>
              <a:buChar char="•"/>
              <a:tabLst>
                <a:tab pos="698500" algn="l"/>
              </a:tabLst>
            </a:pPr>
            <a:r>
              <a:rPr lang="fr-FR" sz="2000" dirty="0">
                <a:latin typeface="Segoe UI"/>
                <a:cs typeface="Segoe UI"/>
              </a:rPr>
              <a:t>Ajout</a:t>
            </a:r>
            <a:r>
              <a:rPr lang="fr-FR" sz="2000" spc="-30" dirty="0">
                <a:latin typeface="Segoe UI"/>
                <a:cs typeface="Segoe UI"/>
              </a:rPr>
              <a:t> </a:t>
            </a:r>
            <a:r>
              <a:rPr lang="fr-FR" sz="2000" dirty="0">
                <a:latin typeface="Segoe UI"/>
                <a:cs typeface="Segoe UI"/>
              </a:rPr>
              <a:t>de</a:t>
            </a:r>
            <a:r>
              <a:rPr lang="fr-FR" sz="2000" spc="-30" dirty="0">
                <a:latin typeface="Segoe UI"/>
                <a:cs typeface="Segoe UI"/>
              </a:rPr>
              <a:t> </a:t>
            </a:r>
            <a:r>
              <a:rPr lang="fr-FR" sz="2000" dirty="0">
                <a:latin typeface="Segoe UI"/>
                <a:cs typeface="Segoe UI"/>
              </a:rPr>
              <a:t>la</a:t>
            </a:r>
            <a:r>
              <a:rPr lang="fr-FR" sz="2000" spc="-20" dirty="0">
                <a:latin typeface="Segoe UI"/>
                <a:cs typeface="Segoe UI"/>
              </a:rPr>
              <a:t> </a:t>
            </a:r>
            <a:r>
              <a:rPr lang="fr-FR" sz="2000" dirty="0">
                <a:latin typeface="Segoe UI"/>
                <a:cs typeface="Segoe UI"/>
              </a:rPr>
              <a:t>lecture</a:t>
            </a:r>
            <a:r>
              <a:rPr lang="fr-FR" sz="2000" spc="-15" dirty="0">
                <a:latin typeface="Segoe UI"/>
                <a:cs typeface="Segoe UI"/>
              </a:rPr>
              <a:t> </a:t>
            </a:r>
            <a:r>
              <a:rPr lang="fr-FR" sz="2000" dirty="0">
                <a:latin typeface="Segoe UI"/>
                <a:cs typeface="Segoe UI"/>
              </a:rPr>
              <a:t>du</a:t>
            </a:r>
            <a:r>
              <a:rPr lang="fr-FR" sz="2000" spc="-30" dirty="0">
                <a:latin typeface="Segoe UI"/>
                <a:cs typeface="Segoe UI"/>
              </a:rPr>
              <a:t> </a:t>
            </a:r>
            <a:r>
              <a:rPr lang="fr-FR" sz="2000" dirty="0">
                <a:latin typeface="Segoe UI"/>
                <a:cs typeface="Segoe UI"/>
              </a:rPr>
              <a:t>fichier </a:t>
            </a:r>
            <a:r>
              <a:rPr lang="fr-FR" sz="2000" spc="-10" dirty="0" err="1">
                <a:latin typeface="Segoe UI"/>
                <a:cs typeface="Segoe UI"/>
              </a:rPr>
              <a:t>appsettings.json</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Insertion</a:t>
            </a:r>
            <a:r>
              <a:rPr lang="fr-FR" sz="2000" spc="-45" dirty="0">
                <a:latin typeface="Segoe UI"/>
                <a:cs typeface="Segoe UI"/>
              </a:rPr>
              <a:t> </a:t>
            </a:r>
            <a:r>
              <a:rPr lang="fr-FR" sz="2000" dirty="0">
                <a:latin typeface="Segoe UI"/>
                <a:cs typeface="Segoe UI"/>
              </a:rPr>
              <a:t>de</a:t>
            </a:r>
            <a:r>
              <a:rPr lang="fr-FR" sz="2000" spc="-40" dirty="0">
                <a:latin typeface="Segoe UI"/>
                <a:cs typeface="Segoe UI"/>
              </a:rPr>
              <a:t> </a:t>
            </a:r>
            <a:r>
              <a:rPr lang="fr-FR" sz="2000" dirty="0" err="1">
                <a:latin typeface="Segoe UI"/>
                <a:cs typeface="Segoe UI"/>
              </a:rPr>
              <a:t>LoggerProvider</a:t>
            </a:r>
            <a:r>
              <a:rPr lang="fr-FR" sz="2000" spc="-30" dirty="0">
                <a:latin typeface="Segoe UI"/>
                <a:cs typeface="Segoe UI"/>
              </a:rPr>
              <a:t> </a:t>
            </a:r>
            <a:r>
              <a:rPr lang="fr-FR" sz="2000" dirty="0">
                <a:latin typeface="Segoe UI"/>
                <a:cs typeface="Segoe UI"/>
              </a:rPr>
              <a:t>par</a:t>
            </a:r>
            <a:r>
              <a:rPr lang="fr-FR" sz="2000" spc="-55" dirty="0">
                <a:latin typeface="Segoe UI"/>
                <a:cs typeface="Segoe UI"/>
              </a:rPr>
              <a:t> </a:t>
            </a:r>
            <a:r>
              <a:rPr lang="fr-FR" sz="2000" spc="-10" dirty="0">
                <a:latin typeface="Segoe UI"/>
                <a:cs typeface="Segoe UI"/>
              </a:rPr>
              <a:t>défaut</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spc="-50" dirty="0">
                <a:latin typeface="Segoe UI"/>
                <a:cs typeface="Segoe UI"/>
              </a:rPr>
              <a:t>…</a:t>
            </a:r>
            <a:endParaRPr lang="fr-FR" sz="2000" dirty="0">
              <a:latin typeface="Segoe UI"/>
              <a:cs typeface="Segoe UI"/>
            </a:endParaRPr>
          </a:p>
          <a:p>
            <a:pPr lvl="1">
              <a:lnSpc>
                <a:spcPct val="100000"/>
              </a:lnSpc>
              <a:spcBef>
                <a:spcPts val="695"/>
              </a:spcBef>
              <a:buClr>
                <a:srgbClr val="391778"/>
              </a:buClr>
              <a:buFont typeface="Arial"/>
              <a:buChar char="•"/>
            </a:pPr>
            <a:endParaRPr lang="fr-FR" sz="2000" dirty="0">
              <a:latin typeface="Segoe UI"/>
              <a:cs typeface="Segoe UI"/>
            </a:endParaRPr>
          </a:p>
          <a:p>
            <a:pPr marL="240029" indent="-227329">
              <a:lnSpc>
                <a:spcPts val="2735"/>
              </a:lnSpc>
              <a:buClr>
                <a:srgbClr val="391778"/>
              </a:buClr>
              <a:buFont typeface="Arial"/>
              <a:buChar char="•"/>
              <a:tabLst>
                <a:tab pos="240029" algn="l"/>
              </a:tabLst>
            </a:pPr>
            <a:r>
              <a:rPr lang="fr-FR" sz="2400" dirty="0">
                <a:latin typeface="Segoe UI"/>
                <a:cs typeface="Segoe UI"/>
              </a:rPr>
              <a:t>Ces</a:t>
            </a:r>
            <a:r>
              <a:rPr lang="fr-FR" sz="2400" spc="-20" dirty="0">
                <a:latin typeface="Segoe UI"/>
                <a:cs typeface="Segoe UI"/>
              </a:rPr>
              <a:t> </a:t>
            </a:r>
            <a:r>
              <a:rPr lang="fr-FR" sz="2400" dirty="0">
                <a:latin typeface="Segoe UI"/>
                <a:cs typeface="Segoe UI"/>
              </a:rPr>
              <a:t>éléments</a:t>
            </a:r>
            <a:r>
              <a:rPr lang="fr-FR" sz="2400" spc="-40" dirty="0">
                <a:latin typeface="Segoe UI"/>
                <a:cs typeface="Segoe UI"/>
              </a:rPr>
              <a:t> </a:t>
            </a:r>
            <a:r>
              <a:rPr lang="fr-FR" sz="2400" dirty="0">
                <a:latin typeface="Segoe UI"/>
                <a:cs typeface="Segoe UI"/>
              </a:rPr>
              <a:t>sont</a:t>
            </a:r>
            <a:r>
              <a:rPr lang="fr-FR" sz="2400" spc="-15" dirty="0">
                <a:latin typeface="Segoe UI"/>
                <a:cs typeface="Segoe UI"/>
              </a:rPr>
              <a:t> </a:t>
            </a:r>
            <a:r>
              <a:rPr lang="fr-FR" sz="2400" spc="-10" dirty="0">
                <a:latin typeface="Segoe UI"/>
                <a:cs typeface="Segoe UI"/>
              </a:rPr>
              <a:t>chargés/configurés</a:t>
            </a:r>
            <a:r>
              <a:rPr lang="fr-FR" sz="2400" spc="10" dirty="0">
                <a:latin typeface="Segoe UI"/>
                <a:cs typeface="Segoe UI"/>
              </a:rPr>
              <a:t> </a:t>
            </a:r>
            <a:r>
              <a:rPr lang="fr-FR" sz="2400" dirty="0">
                <a:latin typeface="Segoe UI"/>
                <a:cs typeface="Segoe UI"/>
              </a:rPr>
              <a:t>dans</a:t>
            </a:r>
            <a:r>
              <a:rPr lang="fr-FR" sz="2400" spc="-20" dirty="0">
                <a:latin typeface="Segoe UI"/>
                <a:cs typeface="Segoe UI"/>
              </a:rPr>
              <a:t> </a:t>
            </a:r>
            <a:r>
              <a:rPr lang="fr-FR" sz="2400" dirty="0">
                <a:latin typeface="Segoe UI"/>
                <a:cs typeface="Segoe UI"/>
              </a:rPr>
              <a:t>la</a:t>
            </a:r>
            <a:r>
              <a:rPr lang="fr-FR" sz="2400" spc="-5" dirty="0">
                <a:latin typeface="Segoe UI"/>
                <a:cs typeface="Segoe UI"/>
              </a:rPr>
              <a:t> </a:t>
            </a:r>
            <a:r>
              <a:rPr lang="fr-FR" sz="2400" dirty="0">
                <a:latin typeface="Segoe UI"/>
                <a:cs typeface="Segoe UI"/>
              </a:rPr>
              <a:t>méthode</a:t>
            </a:r>
            <a:r>
              <a:rPr lang="fr-FR" sz="2400" spc="-25" dirty="0">
                <a:latin typeface="Segoe UI"/>
                <a:cs typeface="Segoe UI"/>
              </a:rPr>
              <a:t> </a:t>
            </a:r>
            <a:r>
              <a:rPr lang="fr-FR" sz="2400" dirty="0">
                <a:latin typeface="Segoe UI"/>
                <a:cs typeface="Segoe UI"/>
              </a:rPr>
              <a:t>Main</a:t>
            </a:r>
            <a:r>
              <a:rPr lang="fr-FR" sz="2400" spc="-5" dirty="0">
                <a:latin typeface="Segoe UI"/>
                <a:cs typeface="Segoe UI"/>
              </a:rPr>
              <a:t> </a:t>
            </a:r>
            <a:r>
              <a:rPr lang="fr-FR" sz="2400" dirty="0">
                <a:latin typeface="Segoe UI"/>
                <a:cs typeface="Segoe UI"/>
              </a:rPr>
              <a:t>de</a:t>
            </a:r>
            <a:r>
              <a:rPr lang="fr-FR" sz="2400" spc="-20" dirty="0">
                <a:latin typeface="Segoe UI"/>
                <a:cs typeface="Segoe UI"/>
              </a:rPr>
              <a:t> </a:t>
            </a:r>
            <a:r>
              <a:rPr lang="fr-FR" sz="2400" spc="-25" dirty="0">
                <a:latin typeface="Segoe UI"/>
                <a:cs typeface="Segoe UI"/>
              </a:rPr>
              <a:t>la</a:t>
            </a:r>
            <a:endParaRPr lang="fr-FR" sz="2400" dirty="0">
              <a:latin typeface="Segoe UI"/>
              <a:cs typeface="Segoe UI"/>
            </a:endParaRPr>
          </a:p>
          <a:p>
            <a:pPr marL="241300">
              <a:lnSpc>
                <a:spcPts val="2735"/>
              </a:lnSpc>
            </a:pPr>
            <a:r>
              <a:rPr lang="fr-FR" sz="2400" dirty="0">
                <a:latin typeface="Segoe UI"/>
                <a:cs typeface="Segoe UI"/>
              </a:rPr>
              <a:t>classe</a:t>
            </a:r>
            <a:r>
              <a:rPr lang="fr-FR" sz="2400" spc="-35" dirty="0">
                <a:latin typeface="Segoe UI"/>
                <a:cs typeface="Segoe UI"/>
              </a:rPr>
              <a:t> </a:t>
            </a:r>
            <a:r>
              <a:rPr lang="fr-FR" sz="2400" spc="-10" dirty="0">
                <a:latin typeface="Segoe UI"/>
                <a:cs typeface="Segoe UI"/>
              </a:rPr>
              <a:t>Program</a:t>
            </a:r>
            <a:endParaRPr lang="fr-FR" sz="2400" dirty="0">
              <a:latin typeface="Segoe UI"/>
              <a:cs typeface="Segoe UI"/>
            </a:endParaRPr>
          </a:p>
          <a:p>
            <a:pPr marL="342900" indent="-342900">
              <a:buFont typeface="Arial" panose="020B0604020202020204" pitchFamily="34" charset="0"/>
              <a:buChar char="•"/>
            </a:pPr>
            <a:endParaRPr lang="fr-FR" sz="2400" dirty="0"/>
          </a:p>
        </p:txBody>
      </p:sp>
    </p:spTree>
    <p:extLst>
      <p:ext uri="{BB962C8B-B14F-4D97-AF65-F5344CB8AC3E}">
        <p14:creationId xmlns:p14="http://schemas.microsoft.com/office/powerpoint/2010/main" val="34185471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Web API</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830997"/>
          </a:xfrm>
          <a:prstGeom prst="rect">
            <a:avLst/>
          </a:prstGeom>
          <a:noFill/>
        </p:spPr>
        <p:txBody>
          <a:bodyPr wrap="square" rtlCol="0">
            <a:spAutoFit/>
          </a:bodyPr>
          <a:lstStyle/>
          <a:p>
            <a:r>
              <a:rPr lang="fr-FR" sz="2400" b="1" dirty="0" err="1"/>
              <a:t>HostBuilder</a:t>
            </a:r>
            <a:endParaRPr lang="fr-FR" sz="2400" b="1" dirty="0"/>
          </a:p>
          <a:p>
            <a:endParaRPr lang="fr-FR" sz="2400" dirty="0"/>
          </a:p>
        </p:txBody>
      </p:sp>
      <p:sp>
        <p:nvSpPr>
          <p:cNvPr id="5" name="ZoneTexte 4">
            <a:extLst>
              <a:ext uri="{FF2B5EF4-FFF2-40B4-BE49-F238E27FC236}">
                <a16:creationId xmlns:a16="http://schemas.microsoft.com/office/drawing/2014/main" id="{E6221D32-411C-D10A-7D27-4D7CCA463555}"/>
              </a:ext>
            </a:extLst>
          </p:cNvPr>
          <p:cNvSpPr txBox="1"/>
          <p:nvPr/>
        </p:nvSpPr>
        <p:spPr>
          <a:xfrm>
            <a:off x="1524709" y="2228787"/>
            <a:ext cx="9165772" cy="3970318"/>
          </a:xfrm>
          <a:prstGeom prst="rect">
            <a:avLst/>
          </a:prstGeom>
          <a:noFill/>
        </p:spPr>
        <p:txBody>
          <a:bodyPr wrap="square">
            <a:spAutoFit/>
          </a:bodyPr>
          <a:lstStyle/>
          <a:p>
            <a:r>
              <a:rPr lang="fr-FR" sz="1800" dirty="0">
                <a:solidFill>
                  <a:srgbClr val="0000FF"/>
                </a:solidFill>
                <a:latin typeface="Cascadia Mono" panose="020B0609020000020004" pitchFamily="49" charset="0"/>
              </a:rPr>
              <a:t>public</a:t>
            </a:r>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class</a:t>
            </a:r>
            <a:r>
              <a:rPr lang="fr-FR" sz="1800" dirty="0">
                <a:solidFill>
                  <a:srgbClr val="000000"/>
                </a:solidFill>
                <a:latin typeface="Cascadia Mono" panose="020B0609020000020004" pitchFamily="49" charset="0"/>
              </a:rPr>
              <a:t> </a:t>
            </a:r>
            <a:r>
              <a:rPr lang="fr-FR" sz="1800" dirty="0">
                <a:solidFill>
                  <a:srgbClr val="2B91AF"/>
                </a:solidFill>
                <a:latin typeface="Cascadia Mono" panose="020B0609020000020004" pitchFamily="49" charset="0"/>
              </a:rPr>
              <a:t>Program</a:t>
            </a:r>
            <a:endParaRPr lang="fr-FR" sz="1800" dirty="0">
              <a:solidFill>
                <a:srgbClr val="000000"/>
              </a:solidFill>
              <a:latin typeface="Cascadia Mono" panose="020B0609020000020004" pitchFamily="49" charset="0"/>
            </a:endParaRPr>
          </a:p>
          <a:p>
            <a:r>
              <a:rPr lang="fr-FR"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static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Main(</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args</a:t>
            </a:r>
            <a:r>
              <a:rPr lang="en-US"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CreateHostBuilder</a:t>
            </a:r>
            <a:r>
              <a:rPr lang="fr-FR" sz="1800" dirty="0">
                <a:solidFill>
                  <a:srgbClr val="000000"/>
                </a:solidFill>
                <a:latin typeface="Cascadia Mono" panose="020B0609020000020004" pitchFamily="49" charset="0"/>
              </a:rPr>
              <a:t>(args).</a:t>
            </a:r>
            <a:r>
              <a:rPr lang="fr-FR" sz="1800" dirty="0" err="1">
                <a:solidFill>
                  <a:srgbClr val="000000"/>
                </a:solidFill>
                <a:latin typeface="Cascadia Mono" panose="020B0609020000020004" pitchFamily="49" charset="0"/>
              </a:rPr>
              <a:t>Build</a:t>
            </a:r>
            <a:r>
              <a:rPr lang="fr-FR" sz="1800" dirty="0">
                <a:solidFill>
                  <a:srgbClr val="000000"/>
                </a:solidFill>
                <a:latin typeface="Cascadia Mono" panose="020B0609020000020004" pitchFamily="49" charset="0"/>
              </a:rPr>
              <a:t>().Run();</a:t>
            </a:r>
          </a:p>
          <a:p>
            <a:r>
              <a:rPr lang="fr-FR" sz="1800" dirty="0">
                <a:solidFill>
                  <a:srgbClr val="000000"/>
                </a:solidFill>
                <a:latin typeface="Cascadia Mono" panose="020B0609020000020004" pitchFamily="49" charset="0"/>
              </a:rPr>
              <a:t>    }</a:t>
            </a:r>
          </a:p>
          <a:p>
            <a:endParaRPr lang="fr-FR"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static</a:t>
            </a:r>
            <a:r>
              <a:rPr lang="en-US" sz="1800" dirty="0">
                <a:solidFill>
                  <a:srgbClr val="000000"/>
                </a:solidFill>
                <a:latin typeface="Cascadia Mono" panose="020B0609020000020004" pitchFamily="49" charset="0"/>
              </a:rPr>
              <a:t> </a:t>
            </a:r>
            <a:r>
              <a:rPr lang="en-US" sz="1800" dirty="0" err="1">
                <a:solidFill>
                  <a:schemeClr val="accent5">
                    <a:lumMod val="75000"/>
                  </a:schemeClr>
                </a:solidFill>
                <a:latin typeface="Cascadia Mono" panose="020B0609020000020004" pitchFamily="49" charset="0"/>
              </a:rPr>
              <a:t>IHostBuilder</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CreateHostBuilder</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args</a:t>
            </a:r>
            <a:r>
              <a:rPr lang="en-US" sz="1800" dirty="0">
                <a:solidFill>
                  <a:srgbClr val="000000"/>
                </a:solidFill>
                <a:latin typeface="Cascadia Mono" panose="020B0609020000020004" pitchFamily="49" charset="0"/>
              </a:rPr>
              <a:t>) =&gt; </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Host.CreateDefaultBuilder</a:t>
            </a:r>
            <a:r>
              <a:rPr lang="fr-FR" sz="1800" dirty="0">
                <a:solidFill>
                  <a:srgbClr val="000000"/>
                </a:solidFill>
                <a:latin typeface="Cascadia Mono" panose="020B0609020000020004" pitchFamily="49" charset="0"/>
              </a:rPr>
              <a:t>(args)</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ConfigureWebHostDefaults</a:t>
            </a:r>
            <a:r>
              <a:rPr lang="fr-FR" sz="1800" dirty="0">
                <a:solidFill>
                  <a:srgbClr val="000000"/>
                </a:solidFill>
                <a:latin typeface="Cascadia Mono" panose="020B0609020000020004" pitchFamily="49" charset="0"/>
              </a:rPr>
              <a:t>(</a:t>
            </a:r>
            <a:r>
              <a:rPr lang="fr-FR" sz="1800" dirty="0" err="1">
                <a:solidFill>
                  <a:srgbClr val="000000"/>
                </a:solidFill>
                <a:latin typeface="Cascadia Mono" panose="020B0609020000020004" pitchFamily="49" charset="0"/>
              </a:rPr>
              <a:t>webBuilder</a:t>
            </a:r>
            <a:r>
              <a:rPr lang="fr-FR" sz="1800" dirty="0">
                <a:solidFill>
                  <a:srgbClr val="000000"/>
                </a:solidFill>
                <a:latin typeface="Cascadia Mono" panose="020B0609020000020004" pitchFamily="49" charset="0"/>
              </a:rPr>
              <a:t> =&gt;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webBuilder.UseStartup</a:t>
            </a:r>
            <a:r>
              <a:rPr lang="fr-FR" sz="1800" dirty="0">
                <a:solidFill>
                  <a:srgbClr val="000000"/>
                </a:solidFill>
                <a:latin typeface="Cascadia Mono" panose="020B0609020000020004" pitchFamily="49" charset="0"/>
              </a:rPr>
              <a:t>&lt;Startup&gt;();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a:t>
            </a:r>
            <a:endParaRPr lang="fr-FR" dirty="0"/>
          </a:p>
        </p:txBody>
      </p:sp>
    </p:spTree>
    <p:extLst>
      <p:ext uri="{BB962C8B-B14F-4D97-AF65-F5344CB8AC3E}">
        <p14:creationId xmlns:p14="http://schemas.microsoft.com/office/powerpoint/2010/main" val="37769724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Web API</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830997"/>
          </a:xfrm>
          <a:prstGeom prst="rect">
            <a:avLst/>
          </a:prstGeom>
          <a:noFill/>
        </p:spPr>
        <p:txBody>
          <a:bodyPr wrap="square" rtlCol="0">
            <a:spAutoFit/>
          </a:bodyPr>
          <a:lstStyle/>
          <a:p>
            <a:r>
              <a:rPr lang="fr-FR" sz="2400" b="1" dirty="0" err="1"/>
              <a:t>HostBuilder</a:t>
            </a:r>
            <a:endParaRPr lang="fr-FR" sz="2400" b="1" dirty="0"/>
          </a:p>
          <a:p>
            <a:endParaRPr lang="fr-FR" sz="2400" dirty="0"/>
          </a:p>
        </p:txBody>
      </p:sp>
      <p:sp>
        <p:nvSpPr>
          <p:cNvPr id="5" name="ZoneTexte 4">
            <a:extLst>
              <a:ext uri="{FF2B5EF4-FFF2-40B4-BE49-F238E27FC236}">
                <a16:creationId xmlns:a16="http://schemas.microsoft.com/office/drawing/2014/main" id="{E6221D32-411C-D10A-7D27-4D7CCA463555}"/>
              </a:ext>
            </a:extLst>
          </p:cNvPr>
          <p:cNvSpPr txBox="1"/>
          <p:nvPr/>
        </p:nvSpPr>
        <p:spPr>
          <a:xfrm>
            <a:off x="1524709" y="2228787"/>
            <a:ext cx="9165772" cy="3970318"/>
          </a:xfrm>
          <a:prstGeom prst="rect">
            <a:avLst/>
          </a:prstGeom>
          <a:noFill/>
        </p:spPr>
        <p:txBody>
          <a:bodyPr wrap="square">
            <a:spAutoFit/>
          </a:bodyPr>
          <a:lstStyle/>
          <a:p>
            <a:r>
              <a:rPr lang="fr-FR" sz="1800" dirty="0">
                <a:solidFill>
                  <a:srgbClr val="0000FF"/>
                </a:solidFill>
                <a:latin typeface="Cascadia Mono" panose="020B0609020000020004" pitchFamily="49" charset="0"/>
              </a:rPr>
              <a:t>public</a:t>
            </a:r>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class</a:t>
            </a:r>
            <a:r>
              <a:rPr lang="fr-FR" sz="1800" dirty="0">
                <a:solidFill>
                  <a:srgbClr val="000000"/>
                </a:solidFill>
                <a:latin typeface="Cascadia Mono" panose="020B0609020000020004" pitchFamily="49" charset="0"/>
              </a:rPr>
              <a:t> </a:t>
            </a:r>
            <a:r>
              <a:rPr lang="fr-FR" sz="1800" dirty="0">
                <a:solidFill>
                  <a:srgbClr val="2B91AF"/>
                </a:solidFill>
                <a:latin typeface="Cascadia Mono" panose="020B0609020000020004" pitchFamily="49" charset="0"/>
              </a:rPr>
              <a:t>Program</a:t>
            </a:r>
            <a:endParaRPr lang="fr-FR" sz="1800" dirty="0">
              <a:solidFill>
                <a:srgbClr val="000000"/>
              </a:solidFill>
              <a:latin typeface="Cascadia Mono" panose="020B0609020000020004" pitchFamily="49" charset="0"/>
            </a:endParaRPr>
          </a:p>
          <a:p>
            <a:r>
              <a:rPr lang="fr-FR"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static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Main(</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args</a:t>
            </a:r>
            <a:r>
              <a:rPr lang="en-US"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CreateHostBuilder</a:t>
            </a:r>
            <a:r>
              <a:rPr lang="fr-FR" sz="1800" dirty="0">
                <a:solidFill>
                  <a:srgbClr val="000000"/>
                </a:solidFill>
                <a:latin typeface="Cascadia Mono" panose="020B0609020000020004" pitchFamily="49" charset="0"/>
              </a:rPr>
              <a:t>(args).</a:t>
            </a:r>
            <a:r>
              <a:rPr lang="fr-FR" sz="1800" dirty="0" err="1">
                <a:solidFill>
                  <a:srgbClr val="000000"/>
                </a:solidFill>
                <a:latin typeface="Cascadia Mono" panose="020B0609020000020004" pitchFamily="49" charset="0"/>
              </a:rPr>
              <a:t>Build</a:t>
            </a:r>
            <a:r>
              <a:rPr lang="fr-FR" sz="1800" dirty="0">
                <a:solidFill>
                  <a:srgbClr val="000000"/>
                </a:solidFill>
                <a:latin typeface="Cascadia Mono" panose="020B0609020000020004" pitchFamily="49" charset="0"/>
              </a:rPr>
              <a:t>().Run();</a:t>
            </a:r>
          </a:p>
          <a:p>
            <a:r>
              <a:rPr lang="fr-FR" sz="1800" dirty="0">
                <a:solidFill>
                  <a:srgbClr val="000000"/>
                </a:solidFill>
                <a:latin typeface="Cascadia Mono" panose="020B0609020000020004" pitchFamily="49" charset="0"/>
              </a:rPr>
              <a:t>    }</a:t>
            </a:r>
          </a:p>
          <a:p>
            <a:endParaRPr lang="fr-FR"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static</a:t>
            </a:r>
            <a:r>
              <a:rPr lang="en-US" sz="1800" dirty="0">
                <a:solidFill>
                  <a:srgbClr val="000000"/>
                </a:solidFill>
                <a:latin typeface="Cascadia Mono" panose="020B0609020000020004" pitchFamily="49" charset="0"/>
              </a:rPr>
              <a:t> </a:t>
            </a:r>
            <a:r>
              <a:rPr lang="en-US" sz="1800" dirty="0" err="1">
                <a:solidFill>
                  <a:schemeClr val="accent5">
                    <a:lumMod val="75000"/>
                  </a:schemeClr>
                </a:solidFill>
                <a:latin typeface="Cascadia Mono" panose="020B0609020000020004" pitchFamily="49" charset="0"/>
              </a:rPr>
              <a:t>IHostBuilder</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CreateHostBuilder</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args</a:t>
            </a:r>
            <a:r>
              <a:rPr lang="en-US" sz="1800" dirty="0">
                <a:solidFill>
                  <a:srgbClr val="000000"/>
                </a:solidFill>
                <a:latin typeface="Cascadia Mono" panose="020B0609020000020004" pitchFamily="49" charset="0"/>
              </a:rPr>
              <a:t>) =&gt; </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Host.</a:t>
            </a:r>
            <a:r>
              <a:rPr lang="fr-FR" sz="1800" b="1" dirty="0" err="1">
                <a:solidFill>
                  <a:srgbClr val="000000"/>
                </a:solidFill>
                <a:latin typeface="Cascadia Mono" panose="020B0609020000020004" pitchFamily="49" charset="0"/>
              </a:rPr>
              <a:t>CreateDefaultBuilder</a:t>
            </a:r>
            <a:r>
              <a:rPr lang="fr-FR" sz="1800" dirty="0">
                <a:solidFill>
                  <a:srgbClr val="000000"/>
                </a:solidFill>
                <a:latin typeface="Cascadia Mono" panose="020B0609020000020004" pitchFamily="49" charset="0"/>
              </a:rPr>
              <a:t>(args)</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ConfigureWebHostDefaults</a:t>
            </a:r>
            <a:r>
              <a:rPr lang="fr-FR" sz="1800" dirty="0">
                <a:solidFill>
                  <a:srgbClr val="000000"/>
                </a:solidFill>
                <a:latin typeface="Cascadia Mono" panose="020B0609020000020004" pitchFamily="49" charset="0"/>
              </a:rPr>
              <a:t>(</a:t>
            </a:r>
            <a:r>
              <a:rPr lang="fr-FR" sz="1800" dirty="0" err="1">
                <a:solidFill>
                  <a:srgbClr val="000000"/>
                </a:solidFill>
                <a:latin typeface="Cascadia Mono" panose="020B0609020000020004" pitchFamily="49" charset="0"/>
              </a:rPr>
              <a:t>webBuilder</a:t>
            </a:r>
            <a:r>
              <a:rPr lang="fr-FR" sz="1800" dirty="0">
                <a:solidFill>
                  <a:srgbClr val="000000"/>
                </a:solidFill>
                <a:latin typeface="Cascadia Mono" panose="020B0609020000020004" pitchFamily="49" charset="0"/>
              </a:rPr>
              <a:t> =&gt;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webBuilder.UseStartup</a:t>
            </a:r>
            <a:r>
              <a:rPr lang="fr-FR" sz="1800" dirty="0">
                <a:solidFill>
                  <a:srgbClr val="000000"/>
                </a:solidFill>
                <a:latin typeface="Cascadia Mono" panose="020B0609020000020004" pitchFamily="49" charset="0"/>
              </a:rPr>
              <a:t>&lt;Startup&gt;();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a:t>
            </a:r>
            <a:endParaRPr lang="fr-FR" dirty="0"/>
          </a:p>
        </p:txBody>
      </p:sp>
      <p:pic>
        <p:nvPicPr>
          <p:cNvPr id="17" name="Image 16">
            <a:extLst>
              <a:ext uri="{FF2B5EF4-FFF2-40B4-BE49-F238E27FC236}">
                <a16:creationId xmlns:a16="http://schemas.microsoft.com/office/drawing/2014/main" id="{0C3CC38A-2668-4D26-47C3-60A3D6530C29}"/>
              </a:ext>
            </a:extLst>
          </p:cNvPr>
          <p:cNvPicPr>
            <a:picLocks noChangeAspect="1"/>
          </p:cNvPicPr>
          <p:nvPr/>
        </p:nvPicPr>
        <p:blipFill>
          <a:blip r:embed="rId3"/>
          <a:stretch>
            <a:fillRect/>
          </a:stretch>
        </p:blipFill>
        <p:spPr>
          <a:xfrm>
            <a:off x="5186864" y="818785"/>
            <a:ext cx="6523443" cy="3285705"/>
          </a:xfrm>
          <a:prstGeom prst="rect">
            <a:avLst/>
          </a:prstGeom>
        </p:spPr>
      </p:pic>
      <p:sp>
        <p:nvSpPr>
          <p:cNvPr id="18" name="object 6">
            <a:extLst>
              <a:ext uri="{FF2B5EF4-FFF2-40B4-BE49-F238E27FC236}">
                <a16:creationId xmlns:a16="http://schemas.microsoft.com/office/drawing/2014/main" id="{39B2DA83-A7E5-EF41-372A-A06DD5305D55}"/>
              </a:ext>
            </a:extLst>
          </p:cNvPr>
          <p:cNvSpPr/>
          <p:nvPr/>
        </p:nvSpPr>
        <p:spPr>
          <a:xfrm>
            <a:off x="3307206" y="4426719"/>
            <a:ext cx="2788794" cy="329565"/>
          </a:xfrm>
          <a:custGeom>
            <a:avLst/>
            <a:gdLst/>
            <a:ahLst/>
            <a:cxnLst/>
            <a:rect l="l" t="t" r="r" b="b"/>
            <a:pathLst>
              <a:path w="2948940" h="329564">
                <a:moveTo>
                  <a:pt x="0" y="329183"/>
                </a:moveTo>
                <a:lnTo>
                  <a:pt x="2948940" y="329183"/>
                </a:lnTo>
                <a:lnTo>
                  <a:pt x="2948940" y="0"/>
                </a:lnTo>
                <a:lnTo>
                  <a:pt x="0" y="0"/>
                </a:lnTo>
                <a:lnTo>
                  <a:pt x="0" y="329183"/>
                </a:lnTo>
                <a:close/>
              </a:path>
            </a:pathLst>
          </a:custGeom>
          <a:ln w="38099">
            <a:solidFill>
              <a:srgbClr val="391778"/>
            </a:solidFill>
          </a:ln>
        </p:spPr>
        <p:txBody>
          <a:bodyPr wrap="square" lIns="0" tIns="0" rIns="0" bIns="0" rtlCol="0"/>
          <a:lstStyle/>
          <a:p>
            <a:endParaRPr/>
          </a:p>
        </p:txBody>
      </p:sp>
      <p:pic>
        <p:nvPicPr>
          <p:cNvPr id="19" name="object 4">
            <a:extLst>
              <a:ext uri="{FF2B5EF4-FFF2-40B4-BE49-F238E27FC236}">
                <a16:creationId xmlns:a16="http://schemas.microsoft.com/office/drawing/2014/main" id="{FA73E787-B1A4-B324-77FD-EA920C5EBF03}"/>
              </a:ext>
            </a:extLst>
          </p:cNvPr>
          <p:cNvPicPr/>
          <p:nvPr/>
        </p:nvPicPr>
        <p:blipFill>
          <a:blip r:embed="rId4" cstate="print"/>
          <a:stretch>
            <a:fillRect/>
          </a:stretch>
        </p:blipFill>
        <p:spPr>
          <a:xfrm>
            <a:off x="3920615" y="2874672"/>
            <a:ext cx="1247521" cy="1535683"/>
          </a:xfrm>
          <a:prstGeom prst="rect">
            <a:avLst/>
          </a:prstGeom>
        </p:spPr>
      </p:pic>
    </p:spTree>
    <p:extLst>
      <p:ext uri="{BB962C8B-B14F-4D97-AF65-F5344CB8AC3E}">
        <p14:creationId xmlns:p14="http://schemas.microsoft.com/office/powerpoint/2010/main" val="18998723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Web API</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830997"/>
          </a:xfrm>
          <a:prstGeom prst="rect">
            <a:avLst/>
          </a:prstGeom>
          <a:noFill/>
        </p:spPr>
        <p:txBody>
          <a:bodyPr wrap="square" rtlCol="0">
            <a:spAutoFit/>
          </a:bodyPr>
          <a:lstStyle/>
          <a:p>
            <a:r>
              <a:rPr lang="fr-FR" sz="2400" b="1" dirty="0" err="1"/>
              <a:t>HostBuilder</a:t>
            </a:r>
            <a:endParaRPr lang="fr-FR" sz="2400" b="1" dirty="0"/>
          </a:p>
          <a:p>
            <a:endParaRPr lang="fr-FR" sz="2400" dirty="0"/>
          </a:p>
        </p:txBody>
      </p:sp>
      <p:sp>
        <p:nvSpPr>
          <p:cNvPr id="5" name="ZoneTexte 4">
            <a:extLst>
              <a:ext uri="{FF2B5EF4-FFF2-40B4-BE49-F238E27FC236}">
                <a16:creationId xmlns:a16="http://schemas.microsoft.com/office/drawing/2014/main" id="{E6221D32-411C-D10A-7D27-4D7CCA463555}"/>
              </a:ext>
            </a:extLst>
          </p:cNvPr>
          <p:cNvSpPr txBox="1"/>
          <p:nvPr/>
        </p:nvSpPr>
        <p:spPr>
          <a:xfrm>
            <a:off x="1524709" y="2228787"/>
            <a:ext cx="9165772" cy="3970318"/>
          </a:xfrm>
          <a:prstGeom prst="rect">
            <a:avLst/>
          </a:prstGeom>
          <a:noFill/>
        </p:spPr>
        <p:txBody>
          <a:bodyPr wrap="square">
            <a:spAutoFit/>
          </a:bodyPr>
          <a:lstStyle/>
          <a:p>
            <a:r>
              <a:rPr lang="fr-FR" sz="1800" dirty="0">
                <a:solidFill>
                  <a:srgbClr val="0000FF"/>
                </a:solidFill>
                <a:latin typeface="Cascadia Mono" panose="020B0609020000020004" pitchFamily="49" charset="0"/>
              </a:rPr>
              <a:t>public</a:t>
            </a:r>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class</a:t>
            </a:r>
            <a:r>
              <a:rPr lang="fr-FR" sz="1800" dirty="0">
                <a:solidFill>
                  <a:srgbClr val="000000"/>
                </a:solidFill>
                <a:latin typeface="Cascadia Mono" panose="020B0609020000020004" pitchFamily="49" charset="0"/>
              </a:rPr>
              <a:t> </a:t>
            </a:r>
            <a:r>
              <a:rPr lang="fr-FR" sz="1800" dirty="0">
                <a:solidFill>
                  <a:srgbClr val="2B91AF"/>
                </a:solidFill>
                <a:latin typeface="Cascadia Mono" panose="020B0609020000020004" pitchFamily="49" charset="0"/>
              </a:rPr>
              <a:t>Program</a:t>
            </a:r>
            <a:endParaRPr lang="fr-FR" sz="1800" dirty="0">
              <a:solidFill>
                <a:srgbClr val="000000"/>
              </a:solidFill>
              <a:latin typeface="Cascadia Mono" panose="020B0609020000020004" pitchFamily="49" charset="0"/>
            </a:endParaRPr>
          </a:p>
          <a:p>
            <a:r>
              <a:rPr lang="fr-FR"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static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Main(</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args</a:t>
            </a:r>
            <a:r>
              <a:rPr lang="en-US"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CreateHostBuilder</a:t>
            </a:r>
            <a:r>
              <a:rPr lang="fr-FR" sz="1800" dirty="0">
                <a:solidFill>
                  <a:srgbClr val="000000"/>
                </a:solidFill>
                <a:latin typeface="Cascadia Mono" panose="020B0609020000020004" pitchFamily="49" charset="0"/>
              </a:rPr>
              <a:t>(args).</a:t>
            </a:r>
            <a:r>
              <a:rPr lang="fr-FR" sz="1800" dirty="0" err="1">
                <a:solidFill>
                  <a:srgbClr val="000000"/>
                </a:solidFill>
                <a:latin typeface="Cascadia Mono" panose="020B0609020000020004" pitchFamily="49" charset="0"/>
              </a:rPr>
              <a:t>Build</a:t>
            </a:r>
            <a:r>
              <a:rPr lang="fr-FR" sz="1800" dirty="0">
                <a:solidFill>
                  <a:srgbClr val="000000"/>
                </a:solidFill>
                <a:latin typeface="Cascadia Mono" panose="020B0609020000020004" pitchFamily="49" charset="0"/>
              </a:rPr>
              <a:t>().Run();</a:t>
            </a:r>
          </a:p>
          <a:p>
            <a:r>
              <a:rPr lang="fr-FR" sz="1800" dirty="0">
                <a:solidFill>
                  <a:srgbClr val="000000"/>
                </a:solidFill>
                <a:latin typeface="Cascadia Mono" panose="020B0609020000020004" pitchFamily="49" charset="0"/>
              </a:rPr>
              <a:t>    }</a:t>
            </a:r>
          </a:p>
          <a:p>
            <a:endParaRPr lang="fr-FR"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static</a:t>
            </a:r>
            <a:r>
              <a:rPr lang="en-US" sz="1800" dirty="0">
                <a:solidFill>
                  <a:srgbClr val="000000"/>
                </a:solidFill>
                <a:latin typeface="Cascadia Mono" panose="020B0609020000020004" pitchFamily="49" charset="0"/>
              </a:rPr>
              <a:t> </a:t>
            </a:r>
            <a:r>
              <a:rPr lang="en-US" sz="1800" dirty="0" err="1">
                <a:solidFill>
                  <a:schemeClr val="accent5">
                    <a:lumMod val="75000"/>
                  </a:schemeClr>
                </a:solidFill>
                <a:latin typeface="Cascadia Mono" panose="020B0609020000020004" pitchFamily="49" charset="0"/>
              </a:rPr>
              <a:t>IHostBuilder</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CreateHostBuilder</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args</a:t>
            </a:r>
            <a:r>
              <a:rPr lang="en-US" sz="1800" dirty="0">
                <a:solidFill>
                  <a:srgbClr val="000000"/>
                </a:solidFill>
                <a:latin typeface="Cascadia Mono" panose="020B0609020000020004" pitchFamily="49" charset="0"/>
              </a:rPr>
              <a:t>) =&gt; </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Host.CreateDefaultBuilder</a:t>
            </a:r>
            <a:r>
              <a:rPr lang="fr-FR" sz="1800" dirty="0">
                <a:solidFill>
                  <a:srgbClr val="000000"/>
                </a:solidFill>
                <a:latin typeface="Cascadia Mono" panose="020B0609020000020004" pitchFamily="49" charset="0"/>
              </a:rPr>
              <a:t>(args)</a:t>
            </a:r>
          </a:p>
          <a:p>
            <a:r>
              <a:rPr lang="fr-FR" sz="1800" dirty="0">
                <a:solidFill>
                  <a:srgbClr val="000000"/>
                </a:solidFill>
                <a:latin typeface="Cascadia Mono" panose="020B0609020000020004" pitchFamily="49" charset="0"/>
              </a:rPr>
              <a:t>            .</a:t>
            </a:r>
            <a:r>
              <a:rPr lang="fr-FR" sz="1800" b="1" dirty="0" err="1">
                <a:solidFill>
                  <a:srgbClr val="000000"/>
                </a:solidFill>
                <a:latin typeface="Cascadia Mono" panose="020B0609020000020004" pitchFamily="49" charset="0"/>
              </a:rPr>
              <a:t>ConfigureWebHostDefaults</a:t>
            </a:r>
            <a:r>
              <a:rPr lang="fr-FR" sz="1800" dirty="0">
                <a:solidFill>
                  <a:srgbClr val="000000"/>
                </a:solidFill>
                <a:latin typeface="Cascadia Mono" panose="020B0609020000020004" pitchFamily="49" charset="0"/>
              </a:rPr>
              <a:t>(</a:t>
            </a:r>
            <a:r>
              <a:rPr lang="fr-FR" sz="1800" dirty="0" err="1">
                <a:solidFill>
                  <a:srgbClr val="000000"/>
                </a:solidFill>
                <a:latin typeface="Cascadia Mono" panose="020B0609020000020004" pitchFamily="49" charset="0"/>
              </a:rPr>
              <a:t>webBuilder</a:t>
            </a:r>
            <a:r>
              <a:rPr lang="fr-FR" sz="1800" dirty="0">
                <a:solidFill>
                  <a:srgbClr val="000000"/>
                </a:solidFill>
                <a:latin typeface="Cascadia Mono" panose="020B0609020000020004" pitchFamily="49" charset="0"/>
              </a:rPr>
              <a:t> =&gt;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webBuilder.UseStartup</a:t>
            </a:r>
            <a:r>
              <a:rPr lang="fr-FR" sz="1800" dirty="0">
                <a:solidFill>
                  <a:srgbClr val="000000"/>
                </a:solidFill>
                <a:latin typeface="Cascadia Mono" panose="020B0609020000020004" pitchFamily="49" charset="0"/>
              </a:rPr>
              <a:t>&lt;Startup&gt;();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a:t>
            </a:r>
            <a:endParaRPr lang="fr-FR" dirty="0"/>
          </a:p>
        </p:txBody>
      </p:sp>
      <p:pic>
        <p:nvPicPr>
          <p:cNvPr id="8" name="object 5">
            <a:extLst>
              <a:ext uri="{FF2B5EF4-FFF2-40B4-BE49-F238E27FC236}">
                <a16:creationId xmlns:a16="http://schemas.microsoft.com/office/drawing/2014/main" id="{59952102-2228-FB54-BF54-6B5847A08DC2}"/>
              </a:ext>
            </a:extLst>
          </p:cNvPr>
          <p:cNvPicPr/>
          <p:nvPr/>
        </p:nvPicPr>
        <p:blipFill>
          <a:blip r:embed="rId3" cstate="print"/>
          <a:stretch>
            <a:fillRect/>
          </a:stretch>
        </p:blipFill>
        <p:spPr>
          <a:xfrm>
            <a:off x="5257800" y="1357883"/>
            <a:ext cx="6268211" cy="2371344"/>
          </a:xfrm>
          <a:prstGeom prst="rect">
            <a:avLst/>
          </a:prstGeom>
        </p:spPr>
      </p:pic>
      <p:sp>
        <p:nvSpPr>
          <p:cNvPr id="9" name="object 6">
            <a:extLst>
              <a:ext uri="{FF2B5EF4-FFF2-40B4-BE49-F238E27FC236}">
                <a16:creationId xmlns:a16="http://schemas.microsoft.com/office/drawing/2014/main" id="{B5C71D90-21C8-0125-0504-A4A82E249F27}"/>
              </a:ext>
            </a:extLst>
          </p:cNvPr>
          <p:cNvSpPr/>
          <p:nvPr/>
        </p:nvSpPr>
        <p:spPr>
          <a:xfrm>
            <a:off x="3307206" y="4699226"/>
            <a:ext cx="3311308" cy="329565"/>
          </a:xfrm>
          <a:custGeom>
            <a:avLst/>
            <a:gdLst/>
            <a:ahLst/>
            <a:cxnLst/>
            <a:rect l="l" t="t" r="r" b="b"/>
            <a:pathLst>
              <a:path w="2948940" h="329564">
                <a:moveTo>
                  <a:pt x="0" y="329183"/>
                </a:moveTo>
                <a:lnTo>
                  <a:pt x="2948940" y="329183"/>
                </a:lnTo>
                <a:lnTo>
                  <a:pt x="2948940" y="0"/>
                </a:lnTo>
                <a:lnTo>
                  <a:pt x="0" y="0"/>
                </a:lnTo>
                <a:lnTo>
                  <a:pt x="0" y="329183"/>
                </a:lnTo>
                <a:close/>
              </a:path>
            </a:pathLst>
          </a:custGeom>
          <a:ln w="38099">
            <a:solidFill>
              <a:srgbClr val="391778"/>
            </a:solidFill>
          </a:ln>
        </p:spPr>
        <p:txBody>
          <a:bodyPr wrap="square" lIns="0" tIns="0" rIns="0" bIns="0" rtlCol="0"/>
          <a:lstStyle/>
          <a:p>
            <a:endParaRPr/>
          </a:p>
        </p:txBody>
      </p:sp>
      <p:pic>
        <p:nvPicPr>
          <p:cNvPr id="10" name="object 4">
            <a:extLst>
              <a:ext uri="{FF2B5EF4-FFF2-40B4-BE49-F238E27FC236}">
                <a16:creationId xmlns:a16="http://schemas.microsoft.com/office/drawing/2014/main" id="{B4F1B3EF-BAA7-5E65-EB39-98E6563D0627}"/>
              </a:ext>
            </a:extLst>
          </p:cNvPr>
          <p:cNvPicPr/>
          <p:nvPr/>
        </p:nvPicPr>
        <p:blipFill>
          <a:blip r:embed="rId4" cstate="print"/>
          <a:stretch>
            <a:fillRect/>
          </a:stretch>
        </p:blipFill>
        <p:spPr>
          <a:xfrm>
            <a:off x="3920615" y="3147179"/>
            <a:ext cx="1247521" cy="1535683"/>
          </a:xfrm>
          <a:prstGeom prst="rect">
            <a:avLst/>
          </a:prstGeom>
        </p:spPr>
      </p:pic>
    </p:spTree>
    <p:extLst>
      <p:ext uri="{BB962C8B-B14F-4D97-AF65-F5344CB8AC3E}">
        <p14:creationId xmlns:p14="http://schemas.microsoft.com/office/powerpoint/2010/main" val="10876461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3. Web API</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905650"/>
          </a:xfrm>
          <a:prstGeom prst="rect">
            <a:avLst/>
          </a:prstGeom>
          <a:noFill/>
        </p:spPr>
        <p:txBody>
          <a:bodyPr wrap="square" rtlCol="0">
            <a:spAutoFit/>
          </a:bodyPr>
          <a:lstStyle/>
          <a:p>
            <a:r>
              <a:rPr lang="fr-FR" sz="2400" b="1" dirty="0" err="1"/>
              <a:t>Startup.cs</a:t>
            </a:r>
            <a:endParaRPr lang="fr-FR" sz="2400" b="1" dirty="0"/>
          </a:p>
          <a:p>
            <a:endParaRPr lang="fr-FR" sz="2400" dirty="0"/>
          </a:p>
          <a:p>
            <a:pPr marL="240029" indent="-227329">
              <a:lnSpc>
                <a:spcPts val="2735"/>
              </a:lnSpc>
              <a:spcBef>
                <a:spcPts val="100"/>
              </a:spcBef>
              <a:buClr>
                <a:srgbClr val="391778"/>
              </a:buClr>
              <a:buFont typeface="Arial"/>
              <a:buChar char="•"/>
              <a:tabLst>
                <a:tab pos="240029" algn="l"/>
              </a:tabLst>
            </a:pPr>
            <a:r>
              <a:rPr lang="fr-FR" sz="2400" dirty="0">
                <a:latin typeface="Segoe UI"/>
                <a:cs typeface="Segoe UI"/>
              </a:rPr>
              <a:t>Une</a:t>
            </a:r>
            <a:r>
              <a:rPr lang="fr-FR" sz="2400" spc="-50" dirty="0">
                <a:latin typeface="Segoe UI"/>
                <a:cs typeface="Segoe UI"/>
              </a:rPr>
              <a:t> </a:t>
            </a:r>
            <a:r>
              <a:rPr lang="fr-FR" sz="2400" dirty="0">
                <a:latin typeface="Segoe UI"/>
                <a:cs typeface="Segoe UI"/>
              </a:rPr>
              <a:t>fois</a:t>
            </a:r>
            <a:r>
              <a:rPr lang="fr-FR" sz="2400" spc="-40" dirty="0">
                <a:latin typeface="Segoe UI"/>
                <a:cs typeface="Segoe UI"/>
              </a:rPr>
              <a:t> </a:t>
            </a:r>
            <a:r>
              <a:rPr lang="fr-FR" sz="2400" dirty="0">
                <a:latin typeface="Segoe UI"/>
                <a:cs typeface="Segoe UI"/>
              </a:rPr>
              <a:t>l’objet</a:t>
            </a:r>
            <a:r>
              <a:rPr lang="fr-FR" sz="2400" spc="-40" dirty="0">
                <a:latin typeface="Segoe UI"/>
                <a:cs typeface="Segoe UI"/>
              </a:rPr>
              <a:t> </a:t>
            </a:r>
            <a:r>
              <a:rPr lang="fr-FR" sz="2400" dirty="0">
                <a:latin typeface="Segoe UI"/>
                <a:cs typeface="Segoe UI"/>
              </a:rPr>
              <a:t>Host</a:t>
            </a:r>
            <a:r>
              <a:rPr lang="fr-FR" sz="2400" spc="-50" dirty="0">
                <a:latin typeface="Segoe UI"/>
                <a:cs typeface="Segoe UI"/>
              </a:rPr>
              <a:t> </a:t>
            </a:r>
            <a:r>
              <a:rPr lang="fr-FR" sz="2400" dirty="0">
                <a:latin typeface="Segoe UI"/>
                <a:cs typeface="Segoe UI"/>
              </a:rPr>
              <a:t>généré</a:t>
            </a:r>
            <a:r>
              <a:rPr lang="fr-FR" sz="2400" spc="-70" dirty="0">
                <a:latin typeface="Segoe UI"/>
                <a:cs typeface="Segoe UI"/>
              </a:rPr>
              <a:t> </a:t>
            </a:r>
            <a:r>
              <a:rPr lang="fr-FR" sz="2400" dirty="0">
                <a:latin typeface="Segoe UI"/>
                <a:cs typeface="Segoe UI"/>
              </a:rPr>
              <a:t>dans</a:t>
            </a:r>
            <a:r>
              <a:rPr lang="fr-FR" sz="2400" spc="-50" dirty="0">
                <a:latin typeface="Segoe UI"/>
                <a:cs typeface="Segoe UI"/>
              </a:rPr>
              <a:t> </a:t>
            </a:r>
            <a:r>
              <a:rPr lang="fr-FR" sz="2400" dirty="0">
                <a:latin typeface="Segoe UI"/>
                <a:cs typeface="Segoe UI"/>
              </a:rPr>
              <a:t>la</a:t>
            </a:r>
            <a:r>
              <a:rPr lang="fr-FR" sz="2400" spc="-40" dirty="0">
                <a:latin typeface="Segoe UI"/>
                <a:cs typeface="Segoe UI"/>
              </a:rPr>
              <a:t> </a:t>
            </a:r>
            <a:r>
              <a:rPr lang="fr-FR" sz="2400" dirty="0">
                <a:latin typeface="Segoe UI"/>
                <a:cs typeface="Segoe UI"/>
              </a:rPr>
              <a:t>classe</a:t>
            </a:r>
            <a:r>
              <a:rPr lang="fr-FR" sz="2400" spc="-40" dirty="0">
                <a:latin typeface="Segoe UI"/>
                <a:cs typeface="Segoe UI"/>
              </a:rPr>
              <a:t> </a:t>
            </a:r>
            <a:r>
              <a:rPr lang="fr-FR" sz="2400" dirty="0">
                <a:latin typeface="Segoe UI"/>
                <a:cs typeface="Segoe UI"/>
              </a:rPr>
              <a:t>Program,</a:t>
            </a:r>
            <a:r>
              <a:rPr lang="fr-FR" sz="2400" spc="-40" dirty="0">
                <a:latin typeface="Segoe UI"/>
                <a:cs typeface="Segoe UI"/>
              </a:rPr>
              <a:t> </a:t>
            </a:r>
            <a:r>
              <a:rPr lang="fr-FR" sz="2400" dirty="0">
                <a:latin typeface="Segoe UI"/>
                <a:cs typeface="Segoe UI"/>
              </a:rPr>
              <a:t>l’application</a:t>
            </a:r>
            <a:r>
              <a:rPr lang="fr-FR" sz="2400" spc="5" dirty="0">
                <a:latin typeface="Segoe UI"/>
                <a:cs typeface="Segoe UI"/>
              </a:rPr>
              <a:t> </a:t>
            </a:r>
            <a:r>
              <a:rPr lang="fr-FR" sz="2400" spc="-25" dirty="0">
                <a:latin typeface="Segoe UI"/>
                <a:cs typeface="Segoe UI"/>
              </a:rPr>
              <a:t>est</a:t>
            </a:r>
            <a:endParaRPr lang="fr-FR" sz="2400" dirty="0">
              <a:latin typeface="Segoe UI"/>
              <a:cs typeface="Segoe UI"/>
            </a:endParaRPr>
          </a:p>
          <a:p>
            <a:pPr marL="241300">
              <a:lnSpc>
                <a:spcPts val="2735"/>
              </a:lnSpc>
            </a:pPr>
            <a:r>
              <a:rPr lang="fr-FR" sz="2400" dirty="0">
                <a:latin typeface="Segoe UI"/>
                <a:cs typeface="Segoe UI"/>
              </a:rPr>
              <a:t>lancée</a:t>
            </a:r>
            <a:r>
              <a:rPr lang="fr-FR" sz="2400" spc="-25" dirty="0">
                <a:latin typeface="Segoe UI"/>
                <a:cs typeface="Segoe UI"/>
              </a:rPr>
              <a:t> </a:t>
            </a:r>
            <a:r>
              <a:rPr lang="fr-FR" sz="2400" dirty="0">
                <a:latin typeface="Segoe UI"/>
                <a:cs typeface="Segoe UI"/>
              </a:rPr>
              <a:t>par</a:t>
            </a:r>
            <a:r>
              <a:rPr lang="fr-FR" sz="2400" spc="-30" dirty="0">
                <a:latin typeface="Segoe UI"/>
                <a:cs typeface="Segoe UI"/>
              </a:rPr>
              <a:t> </a:t>
            </a:r>
            <a:r>
              <a:rPr lang="fr-FR" sz="2400" dirty="0">
                <a:latin typeface="Segoe UI"/>
                <a:cs typeface="Segoe UI"/>
              </a:rPr>
              <a:t>la</a:t>
            </a:r>
            <a:r>
              <a:rPr lang="fr-FR" sz="2400" spc="-20" dirty="0">
                <a:latin typeface="Segoe UI"/>
                <a:cs typeface="Segoe UI"/>
              </a:rPr>
              <a:t> </a:t>
            </a:r>
            <a:r>
              <a:rPr lang="fr-FR" sz="2400" dirty="0">
                <a:latin typeface="Segoe UI"/>
                <a:cs typeface="Segoe UI"/>
              </a:rPr>
              <a:t>classe</a:t>
            </a:r>
            <a:r>
              <a:rPr lang="fr-FR" sz="2400" spc="-20" dirty="0">
                <a:latin typeface="Segoe UI"/>
                <a:cs typeface="Segoe UI"/>
              </a:rPr>
              <a:t> </a:t>
            </a:r>
            <a:r>
              <a:rPr lang="fr-FR" sz="2400" b="1" spc="-10" dirty="0">
                <a:latin typeface="Segoe UI"/>
                <a:cs typeface="Segoe UI"/>
              </a:rPr>
              <a:t>Startup</a:t>
            </a:r>
            <a:endParaRPr lang="fr-FR" sz="2400" dirty="0">
              <a:latin typeface="Segoe UI"/>
              <a:cs typeface="Segoe UI"/>
            </a:endParaRPr>
          </a:p>
          <a:p>
            <a:endParaRPr lang="fr-FR" sz="2400" dirty="0"/>
          </a:p>
        </p:txBody>
      </p:sp>
      <p:sp>
        <p:nvSpPr>
          <p:cNvPr id="6" name="ZoneTexte 5">
            <a:extLst>
              <a:ext uri="{FF2B5EF4-FFF2-40B4-BE49-F238E27FC236}">
                <a16:creationId xmlns:a16="http://schemas.microsoft.com/office/drawing/2014/main" id="{DE2BF766-7216-5E03-EEF2-C056FEDE62FC}"/>
              </a:ext>
            </a:extLst>
          </p:cNvPr>
          <p:cNvSpPr txBox="1"/>
          <p:nvPr/>
        </p:nvSpPr>
        <p:spPr>
          <a:xfrm>
            <a:off x="1692280" y="3797086"/>
            <a:ext cx="8807439" cy="1754326"/>
          </a:xfrm>
          <a:prstGeom prst="rect">
            <a:avLst/>
          </a:prstGeom>
          <a:noFill/>
        </p:spPr>
        <p:txBody>
          <a:bodyPr wrap="square">
            <a:spAutoFit/>
          </a:bodyPr>
          <a:lstStyle/>
          <a:p>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static</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IHostBuilder</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CreateHostBuilder</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args</a:t>
            </a:r>
            <a:r>
              <a:rPr lang="en-US" sz="1800" dirty="0">
                <a:solidFill>
                  <a:srgbClr val="000000"/>
                </a:solidFill>
                <a:latin typeface="Cascadia Mono" panose="020B0609020000020004" pitchFamily="49" charset="0"/>
              </a:rPr>
              <a:t>) =&gt;</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Host.CreateDefaultBuilder</a:t>
            </a:r>
            <a:r>
              <a:rPr lang="fr-FR" sz="1800" dirty="0">
                <a:solidFill>
                  <a:srgbClr val="000000"/>
                </a:solidFill>
                <a:latin typeface="Cascadia Mono" panose="020B0609020000020004" pitchFamily="49" charset="0"/>
              </a:rPr>
              <a:t>(args)</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ConfigureWebHostDefaults</a:t>
            </a:r>
            <a:r>
              <a:rPr lang="fr-FR" sz="1800" dirty="0">
                <a:solidFill>
                  <a:srgbClr val="000000"/>
                </a:solidFill>
                <a:latin typeface="Cascadia Mono" panose="020B0609020000020004" pitchFamily="49" charset="0"/>
              </a:rPr>
              <a:t>(</a:t>
            </a:r>
            <a:r>
              <a:rPr lang="fr-FR" sz="1800" dirty="0" err="1">
                <a:solidFill>
                  <a:srgbClr val="000000"/>
                </a:solidFill>
                <a:latin typeface="Cascadia Mono" panose="020B0609020000020004" pitchFamily="49" charset="0"/>
              </a:rPr>
              <a:t>webBuilder</a:t>
            </a:r>
            <a:r>
              <a:rPr lang="fr-FR" sz="1800" dirty="0">
                <a:solidFill>
                  <a:srgbClr val="000000"/>
                </a:solidFill>
                <a:latin typeface="Cascadia Mono" panose="020B0609020000020004" pitchFamily="49" charset="0"/>
              </a:rPr>
              <a:t> =&gt;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webBuilder.</a:t>
            </a:r>
            <a:r>
              <a:rPr lang="fr-FR" sz="1800" b="1" dirty="0" err="1">
                <a:solidFill>
                  <a:srgbClr val="000000"/>
                </a:solidFill>
                <a:latin typeface="Cascadia Mono" panose="020B0609020000020004" pitchFamily="49" charset="0"/>
              </a:rPr>
              <a:t>UseStartup</a:t>
            </a:r>
            <a:r>
              <a:rPr lang="fr-FR" sz="1800" dirty="0">
                <a:solidFill>
                  <a:srgbClr val="000000"/>
                </a:solidFill>
                <a:latin typeface="Cascadia Mono" panose="020B0609020000020004" pitchFamily="49" charset="0"/>
              </a:rPr>
              <a:t>&lt;</a:t>
            </a:r>
            <a:r>
              <a:rPr lang="fr-FR" sz="1800" b="1" dirty="0">
                <a:solidFill>
                  <a:srgbClr val="000000"/>
                </a:solidFill>
                <a:latin typeface="Cascadia Mono" panose="020B0609020000020004" pitchFamily="49" charset="0"/>
              </a:rPr>
              <a:t>Startup</a:t>
            </a:r>
            <a:r>
              <a:rPr lang="fr-FR" sz="1800" dirty="0">
                <a:solidFill>
                  <a:srgbClr val="000000"/>
                </a:solidFill>
                <a:latin typeface="Cascadia Mono" panose="020B0609020000020004" pitchFamily="49" charset="0"/>
              </a:rPr>
              <a:t>&gt;();</a:t>
            </a:r>
          </a:p>
          <a:p>
            <a:r>
              <a:rPr lang="fr-FR" sz="1800" dirty="0">
                <a:solidFill>
                  <a:srgbClr val="000000"/>
                </a:solidFill>
                <a:latin typeface="Cascadia Mono" panose="020B0609020000020004" pitchFamily="49" charset="0"/>
              </a:rPr>
              <a:t>        });</a:t>
            </a:r>
            <a:endParaRPr lang="fr-FR" dirty="0"/>
          </a:p>
        </p:txBody>
      </p:sp>
    </p:spTree>
    <p:extLst>
      <p:ext uri="{BB962C8B-B14F-4D97-AF65-F5344CB8AC3E}">
        <p14:creationId xmlns:p14="http://schemas.microsoft.com/office/powerpoint/2010/main" val="41811916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117F3F9E-E45E-9844-8215-AA148A5923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6000" y="1989000"/>
            <a:ext cx="2880000" cy="2880000"/>
          </a:xfrm>
          <a:prstGeom prst="rect">
            <a:avLst/>
          </a:prstGeom>
        </p:spPr>
      </p:pic>
      <p:sp>
        <p:nvSpPr>
          <p:cNvPr id="6" name="Titre 1">
            <a:extLst>
              <a:ext uri="{FF2B5EF4-FFF2-40B4-BE49-F238E27FC236}">
                <a16:creationId xmlns:a16="http://schemas.microsoft.com/office/drawing/2014/main" id="{6784514D-DFE8-6540-A8D9-ED1329C44D3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solidFill>
                  <a:schemeClr val="bg1"/>
                </a:solidFill>
              </a:rPr>
              <a:t>3. Web API</a:t>
            </a:r>
          </a:p>
        </p:txBody>
      </p:sp>
    </p:spTree>
    <p:extLst>
      <p:ext uri="{BB962C8B-B14F-4D97-AF65-F5344CB8AC3E}">
        <p14:creationId xmlns:p14="http://schemas.microsoft.com/office/powerpoint/2010/main" val="26928391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1709738"/>
            <a:ext cx="10515600" cy="2851200"/>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5400" dirty="0"/>
          </a:p>
          <a:p>
            <a:endParaRPr lang="fr-FR" sz="5400" dirty="0"/>
          </a:p>
          <a:p>
            <a:endParaRPr lang="fr-FR" sz="5400" dirty="0"/>
          </a:p>
          <a:p>
            <a:r>
              <a:rPr lang="fr-FR" sz="5400" dirty="0">
                <a:solidFill>
                  <a:schemeClr val="bg1"/>
                </a:solidFill>
              </a:rPr>
              <a:t>4. Startup</a:t>
            </a:r>
          </a:p>
        </p:txBody>
      </p:sp>
    </p:spTree>
    <p:extLst>
      <p:ext uri="{BB962C8B-B14F-4D97-AF65-F5344CB8AC3E}">
        <p14:creationId xmlns:p14="http://schemas.microsoft.com/office/powerpoint/2010/main" val="16968071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2767424"/>
          </a:xfrm>
          <a:prstGeom prst="rect">
            <a:avLst/>
          </a:prstGeom>
          <a:noFill/>
        </p:spPr>
        <p:txBody>
          <a:bodyPr wrap="square" rtlCol="0">
            <a:spAutoFit/>
          </a:bodyPr>
          <a:lstStyle/>
          <a:p>
            <a:pPr marL="342900" indent="-342900">
              <a:buFont typeface="Arial" panose="020B0604020202020204" pitchFamily="34" charset="0"/>
              <a:buChar char="•"/>
            </a:pPr>
            <a:endParaRPr lang="fr-FR" sz="2400" dirty="0"/>
          </a:p>
          <a:p>
            <a:pPr marL="240029" indent="-227329">
              <a:lnSpc>
                <a:spcPct val="100000"/>
              </a:lnSpc>
              <a:spcBef>
                <a:spcPts val="100"/>
              </a:spcBef>
              <a:buClr>
                <a:srgbClr val="391778"/>
              </a:buClr>
              <a:buFont typeface="Arial"/>
              <a:buChar char="•"/>
              <a:tabLst>
                <a:tab pos="240029" algn="l"/>
              </a:tabLst>
            </a:pPr>
            <a:r>
              <a:rPr lang="fr-FR" sz="2400" dirty="0">
                <a:latin typeface="Segoe UI"/>
                <a:cs typeface="Segoe UI"/>
              </a:rPr>
              <a:t>La</a:t>
            </a:r>
            <a:r>
              <a:rPr lang="fr-FR" sz="2400" spc="-5" dirty="0">
                <a:latin typeface="Segoe UI"/>
                <a:cs typeface="Segoe UI"/>
              </a:rPr>
              <a:t> </a:t>
            </a:r>
            <a:r>
              <a:rPr lang="fr-FR" sz="2400" dirty="0">
                <a:latin typeface="Segoe UI"/>
                <a:cs typeface="Segoe UI"/>
              </a:rPr>
              <a:t>classe </a:t>
            </a:r>
            <a:r>
              <a:rPr lang="fr-FR" sz="2400" i="1" dirty="0">
                <a:latin typeface="Segoe UI"/>
                <a:cs typeface="Segoe UI"/>
              </a:rPr>
              <a:t>Startup</a:t>
            </a:r>
            <a:r>
              <a:rPr lang="fr-FR" sz="2400" i="1" spc="-20" dirty="0">
                <a:latin typeface="Segoe UI"/>
                <a:cs typeface="Segoe UI"/>
              </a:rPr>
              <a:t> </a:t>
            </a:r>
            <a:r>
              <a:rPr lang="fr-FR" sz="2400" dirty="0">
                <a:latin typeface="Segoe UI"/>
                <a:cs typeface="Segoe UI"/>
              </a:rPr>
              <a:t>possèdent</a:t>
            </a:r>
            <a:r>
              <a:rPr lang="fr-FR" sz="2400" spc="-25" dirty="0">
                <a:latin typeface="Segoe UI"/>
                <a:cs typeface="Segoe UI"/>
              </a:rPr>
              <a:t> </a:t>
            </a:r>
            <a:r>
              <a:rPr lang="fr-FR" sz="2400" dirty="0">
                <a:latin typeface="Segoe UI"/>
                <a:cs typeface="Segoe UI"/>
              </a:rPr>
              <a:t>deux</a:t>
            </a:r>
            <a:r>
              <a:rPr lang="fr-FR" sz="2400" spc="-15" dirty="0">
                <a:latin typeface="Segoe UI"/>
                <a:cs typeface="Segoe UI"/>
              </a:rPr>
              <a:t> </a:t>
            </a:r>
            <a:r>
              <a:rPr lang="fr-FR" sz="2400" dirty="0">
                <a:latin typeface="Segoe UI"/>
                <a:cs typeface="Segoe UI"/>
              </a:rPr>
              <a:t>méthodes</a:t>
            </a:r>
            <a:r>
              <a:rPr lang="fr-FR" sz="2400" spc="-10" dirty="0">
                <a:latin typeface="Segoe UI"/>
                <a:cs typeface="Segoe UI"/>
              </a:rPr>
              <a:t> </a:t>
            </a:r>
            <a:r>
              <a:rPr lang="fr-FR" sz="2400" spc="-50" dirty="0">
                <a:latin typeface="Segoe UI"/>
                <a:cs typeface="Segoe UI"/>
              </a:rPr>
              <a:t>:</a:t>
            </a:r>
            <a:endParaRPr lang="fr-FR" sz="2400" dirty="0">
              <a:latin typeface="Segoe UI"/>
              <a:cs typeface="Segoe UI"/>
            </a:endParaRPr>
          </a:p>
          <a:p>
            <a:pPr>
              <a:lnSpc>
                <a:spcPct val="100000"/>
              </a:lnSpc>
              <a:spcBef>
                <a:spcPts val="610"/>
              </a:spcBef>
              <a:buClr>
                <a:srgbClr val="391778"/>
              </a:buClr>
              <a:buFont typeface="Arial"/>
              <a:buChar char="•"/>
            </a:pPr>
            <a:endParaRPr lang="fr-FR" sz="2400" dirty="0">
              <a:latin typeface="Segoe UI"/>
              <a:cs typeface="Segoe UI"/>
            </a:endParaRPr>
          </a:p>
          <a:p>
            <a:pPr marL="697865" lvl="1" indent="-227965">
              <a:lnSpc>
                <a:spcPct val="100000"/>
              </a:lnSpc>
              <a:buClr>
                <a:srgbClr val="391778"/>
              </a:buClr>
              <a:buFont typeface="Arial"/>
              <a:buChar char="•"/>
              <a:tabLst>
                <a:tab pos="697865" algn="l"/>
              </a:tabLst>
            </a:pPr>
            <a:r>
              <a:rPr lang="fr-FR" sz="2400" b="1" spc="-10" dirty="0" err="1">
                <a:latin typeface="Segoe UI"/>
                <a:cs typeface="Segoe UI"/>
              </a:rPr>
              <a:t>ConfigureServices</a:t>
            </a:r>
            <a:endParaRPr lang="fr-FR" sz="2400" b="1" spc="-10" dirty="0">
              <a:latin typeface="Segoe UI"/>
              <a:cs typeface="Segoe UI"/>
            </a:endParaRPr>
          </a:p>
          <a:p>
            <a:pPr marL="697865" lvl="1" indent="-227965">
              <a:lnSpc>
                <a:spcPct val="100000"/>
              </a:lnSpc>
              <a:buClr>
                <a:srgbClr val="391778"/>
              </a:buClr>
              <a:buFont typeface="Arial"/>
              <a:buChar char="•"/>
              <a:tabLst>
                <a:tab pos="697865" algn="l"/>
              </a:tabLst>
            </a:pPr>
            <a:endParaRPr lang="fr-FR" sz="2400" dirty="0">
              <a:latin typeface="Segoe UI"/>
              <a:cs typeface="Segoe UI"/>
            </a:endParaRPr>
          </a:p>
          <a:p>
            <a:pPr marL="697865" lvl="1" indent="-227965">
              <a:lnSpc>
                <a:spcPct val="100000"/>
              </a:lnSpc>
              <a:buClr>
                <a:srgbClr val="391778"/>
              </a:buClr>
              <a:buFont typeface="Arial"/>
              <a:buChar char="•"/>
              <a:tabLst>
                <a:tab pos="697865" algn="l"/>
              </a:tabLst>
            </a:pPr>
            <a:r>
              <a:rPr lang="fr-FR" sz="2400" spc="-10" dirty="0">
                <a:latin typeface="Segoe UI"/>
                <a:cs typeface="Segoe UI"/>
              </a:rPr>
              <a:t>Configure</a:t>
            </a:r>
            <a:endParaRPr lang="fr-FR" sz="2400" dirty="0">
              <a:latin typeface="Segoe UI"/>
              <a:cs typeface="Segoe UI"/>
            </a:endParaRPr>
          </a:p>
          <a:p>
            <a:pPr marL="342900" indent="-342900">
              <a:buFont typeface="Arial" panose="020B0604020202020204" pitchFamily="34" charset="0"/>
              <a:buChar char="•"/>
            </a:pPr>
            <a:endParaRPr lang="fr-FR" sz="2400" dirty="0"/>
          </a:p>
        </p:txBody>
      </p:sp>
    </p:spTree>
    <p:extLst>
      <p:ext uri="{BB962C8B-B14F-4D97-AF65-F5344CB8AC3E}">
        <p14:creationId xmlns:p14="http://schemas.microsoft.com/office/powerpoint/2010/main" val="25546701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2036455"/>
          </a:xfrm>
          <a:prstGeom prst="rect">
            <a:avLst/>
          </a:prstGeom>
          <a:noFill/>
        </p:spPr>
        <p:txBody>
          <a:bodyPr wrap="square" rtlCol="0">
            <a:spAutoFit/>
          </a:bodyPr>
          <a:lstStyle/>
          <a:p>
            <a:pPr marL="311150" indent="-227329">
              <a:lnSpc>
                <a:spcPct val="100000"/>
              </a:lnSpc>
              <a:spcBef>
                <a:spcPts val="1614"/>
              </a:spcBef>
              <a:buClr>
                <a:srgbClr val="391778"/>
              </a:buClr>
              <a:buFont typeface="Arial"/>
              <a:buChar char="•"/>
              <a:tabLst>
                <a:tab pos="311150" algn="l"/>
              </a:tabLst>
            </a:pPr>
            <a:endParaRPr lang="fr-FR" sz="2400" dirty="0">
              <a:latin typeface="Segoe UI"/>
              <a:cs typeface="Segoe UI"/>
            </a:endParaRPr>
          </a:p>
          <a:p>
            <a:pPr marL="311150" indent="-227329">
              <a:lnSpc>
                <a:spcPct val="100000"/>
              </a:lnSpc>
              <a:spcBef>
                <a:spcPts val="1614"/>
              </a:spcBef>
              <a:buClr>
                <a:srgbClr val="391778"/>
              </a:buClr>
              <a:buFont typeface="Arial"/>
              <a:buChar char="•"/>
              <a:tabLst>
                <a:tab pos="311150" algn="l"/>
              </a:tabLst>
            </a:pPr>
            <a:r>
              <a:rPr lang="fr-FR" sz="2400" dirty="0">
                <a:latin typeface="Segoe UI"/>
                <a:cs typeface="Segoe UI"/>
              </a:rPr>
              <a:t>La méthode</a:t>
            </a:r>
            <a:r>
              <a:rPr lang="fr-FR" sz="2400" spc="-10" dirty="0">
                <a:latin typeface="Segoe UI"/>
                <a:cs typeface="Segoe UI"/>
              </a:rPr>
              <a:t> </a:t>
            </a:r>
            <a:r>
              <a:rPr lang="fr-FR" sz="2400" i="1" spc="-10" dirty="0" err="1">
                <a:latin typeface="Segoe UI"/>
                <a:cs typeface="Segoe UI"/>
              </a:rPr>
              <a:t>ConfigureServices</a:t>
            </a:r>
            <a:endParaRPr lang="fr-FR" sz="2400" dirty="0">
              <a:latin typeface="Segoe UI"/>
              <a:cs typeface="Segoe UI"/>
            </a:endParaRPr>
          </a:p>
          <a:p>
            <a:pPr marL="770255" lvl="1" indent="-229235">
              <a:lnSpc>
                <a:spcPct val="100000"/>
              </a:lnSpc>
              <a:spcBef>
                <a:spcPts val="1265"/>
              </a:spcBef>
              <a:buClr>
                <a:srgbClr val="391778"/>
              </a:buClr>
              <a:buFont typeface="Arial"/>
              <a:buChar char="•"/>
              <a:tabLst>
                <a:tab pos="770255" algn="l"/>
              </a:tabLst>
            </a:pPr>
            <a:r>
              <a:rPr lang="fr-FR" sz="2000" dirty="0">
                <a:latin typeface="Segoe UI"/>
                <a:cs typeface="Segoe UI"/>
              </a:rPr>
              <a:t>Permet</a:t>
            </a:r>
            <a:r>
              <a:rPr lang="fr-FR" sz="2000" spc="-45" dirty="0">
                <a:latin typeface="Segoe UI"/>
                <a:cs typeface="Segoe UI"/>
              </a:rPr>
              <a:t> </a:t>
            </a:r>
            <a:r>
              <a:rPr lang="fr-FR" sz="2000" dirty="0">
                <a:latin typeface="Segoe UI"/>
                <a:cs typeface="Segoe UI"/>
              </a:rPr>
              <a:t>d'ajouter/modifier</a:t>
            </a:r>
            <a:r>
              <a:rPr lang="fr-FR" sz="2000" spc="-40" dirty="0">
                <a:latin typeface="Segoe UI"/>
                <a:cs typeface="Segoe UI"/>
              </a:rPr>
              <a:t> </a:t>
            </a:r>
            <a:r>
              <a:rPr lang="fr-FR" sz="2000" dirty="0">
                <a:latin typeface="Segoe UI"/>
                <a:cs typeface="Segoe UI"/>
              </a:rPr>
              <a:t>des</a:t>
            </a:r>
            <a:r>
              <a:rPr lang="fr-FR" sz="2000" spc="-45" dirty="0">
                <a:latin typeface="Segoe UI"/>
                <a:cs typeface="Segoe UI"/>
              </a:rPr>
              <a:t> </a:t>
            </a:r>
            <a:r>
              <a:rPr lang="fr-FR" sz="2000" dirty="0">
                <a:latin typeface="Segoe UI"/>
                <a:cs typeface="Segoe UI"/>
              </a:rPr>
              <a:t>services</a:t>
            </a:r>
            <a:r>
              <a:rPr lang="fr-FR" sz="2000" spc="-30" dirty="0">
                <a:latin typeface="Segoe UI"/>
                <a:cs typeface="Segoe UI"/>
              </a:rPr>
              <a:t> </a:t>
            </a:r>
            <a:r>
              <a:rPr lang="fr-FR" sz="2000" dirty="0">
                <a:latin typeface="Segoe UI"/>
                <a:cs typeface="Segoe UI"/>
              </a:rPr>
              <a:t>dans</a:t>
            </a:r>
            <a:r>
              <a:rPr lang="fr-FR" sz="2000" spc="-50" dirty="0">
                <a:latin typeface="Segoe UI"/>
                <a:cs typeface="Segoe UI"/>
              </a:rPr>
              <a:t> </a:t>
            </a:r>
            <a:r>
              <a:rPr lang="fr-FR" sz="2000" spc="-10" dirty="0">
                <a:latin typeface="Segoe UI"/>
                <a:cs typeface="Segoe UI"/>
              </a:rPr>
              <a:t>l'application</a:t>
            </a:r>
            <a:endParaRPr lang="fr-FR" sz="2000" dirty="0">
              <a:latin typeface="Segoe UI"/>
              <a:cs typeface="Segoe UI"/>
            </a:endParaRPr>
          </a:p>
          <a:p>
            <a:pPr marL="770255" lvl="1" indent="-229235">
              <a:lnSpc>
                <a:spcPct val="100000"/>
              </a:lnSpc>
              <a:spcBef>
                <a:spcPts val="1695"/>
              </a:spcBef>
              <a:buClr>
                <a:srgbClr val="391778"/>
              </a:buClr>
              <a:buFont typeface="Arial"/>
              <a:buChar char="•"/>
              <a:tabLst>
                <a:tab pos="770255" algn="l"/>
              </a:tabLst>
            </a:pPr>
            <a:r>
              <a:rPr lang="fr-FR" sz="2000" dirty="0">
                <a:latin typeface="Segoe UI"/>
                <a:cs typeface="Segoe UI"/>
              </a:rPr>
              <a:t>Donne</a:t>
            </a:r>
            <a:r>
              <a:rPr lang="fr-FR" sz="2000" spc="-40" dirty="0">
                <a:latin typeface="Segoe UI"/>
                <a:cs typeface="Segoe UI"/>
              </a:rPr>
              <a:t> </a:t>
            </a:r>
            <a:r>
              <a:rPr lang="fr-FR" sz="2000" dirty="0">
                <a:latin typeface="Segoe UI"/>
                <a:cs typeface="Segoe UI"/>
              </a:rPr>
              <a:t>accès</a:t>
            </a:r>
            <a:r>
              <a:rPr lang="fr-FR" sz="2000" spc="-30" dirty="0">
                <a:latin typeface="Segoe UI"/>
                <a:cs typeface="Segoe UI"/>
              </a:rPr>
              <a:t> </a:t>
            </a:r>
            <a:r>
              <a:rPr lang="fr-FR" sz="2000" dirty="0">
                <a:latin typeface="Segoe UI"/>
                <a:cs typeface="Segoe UI"/>
              </a:rPr>
              <a:t>au</a:t>
            </a:r>
            <a:r>
              <a:rPr lang="fr-FR" sz="2000" spc="-30" dirty="0">
                <a:latin typeface="Segoe UI"/>
                <a:cs typeface="Segoe UI"/>
              </a:rPr>
              <a:t> </a:t>
            </a:r>
            <a:r>
              <a:rPr lang="fr-FR" sz="2000" b="1" dirty="0">
                <a:latin typeface="Segoe UI"/>
                <a:cs typeface="Segoe UI"/>
              </a:rPr>
              <a:t>conteneur</a:t>
            </a:r>
            <a:r>
              <a:rPr lang="fr-FR" sz="2000" b="1" spc="-20" dirty="0">
                <a:latin typeface="Segoe UI"/>
                <a:cs typeface="Segoe UI"/>
              </a:rPr>
              <a:t> </a:t>
            </a:r>
            <a:r>
              <a:rPr lang="fr-FR" sz="2000" dirty="0">
                <a:latin typeface="Segoe UI"/>
                <a:cs typeface="Segoe UI"/>
              </a:rPr>
              <a:t>du</a:t>
            </a:r>
            <a:r>
              <a:rPr lang="fr-FR" sz="2000" spc="-25" dirty="0">
                <a:latin typeface="Segoe UI"/>
                <a:cs typeface="Segoe UI"/>
              </a:rPr>
              <a:t> </a:t>
            </a:r>
            <a:r>
              <a:rPr lang="fr-FR" sz="2000" b="1" dirty="0">
                <a:latin typeface="Segoe UI"/>
                <a:cs typeface="Segoe UI"/>
              </a:rPr>
              <a:t>résolveur</a:t>
            </a:r>
            <a:r>
              <a:rPr lang="fr-FR" sz="2000" b="1" spc="-40" dirty="0">
                <a:latin typeface="Segoe UI"/>
                <a:cs typeface="Segoe UI"/>
              </a:rPr>
              <a:t> </a:t>
            </a:r>
            <a:r>
              <a:rPr lang="fr-FR" sz="2000" dirty="0">
                <a:latin typeface="Segoe UI"/>
                <a:cs typeface="Segoe UI"/>
              </a:rPr>
              <a:t>d'</a:t>
            </a:r>
            <a:r>
              <a:rPr lang="fr-FR" sz="2000" b="1" dirty="0">
                <a:latin typeface="Segoe UI"/>
                <a:cs typeface="Segoe UI"/>
              </a:rPr>
              <a:t>injection</a:t>
            </a:r>
            <a:r>
              <a:rPr lang="fr-FR" sz="2000" b="1" spc="-30" dirty="0">
                <a:latin typeface="Segoe UI"/>
                <a:cs typeface="Segoe UI"/>
              </a:rPr>
              <a:t> </a:t>
            </a:r>
            <a:r>
              <a:rPr lang="fr-FR" sz="2000" b="1" dirty="0">
                <a:latin typeface="Segoe UI"/>
                <a:cs typeface="Segoe UI"/>
              </a:rPr>
              <a:t>de</a:t>
            </a:r>
            <a:r>
              <a:rPr lang="fr-FR" sz="2000" b="1" spc="-25" dirty="0">
                <a:latin typeface="Segoe UI"/>
                <a:cs typeface="Segoe UI"/>
              </a:rPr>
              <a:t> </a:t>
            </a:r>
            <a:r>
              <a:rPr lang="fr-FR" sz="2000" b="1" spc="-10" dirty="0">
                <a:latin typeface="Segoe UI"/>
                <a:cs typeface="Segoe UI"/>
              </a:rPr>
              <a:t>dépendances</a:t>
            </a:r>
            <a:endParaRPr lang="fr-FR" sz="2000" dirty="0">
              <a:latin typeface="Segoe UI"/>
              <a:cs typeface="Segoe UI"/>
            </a:endParaRPr>
          </a:p>
        </p:txBody>
      </p:sp>
      <p:sp>
        <p:nvSpPr>
          <p:cNvPr id="5" name="ZoneTexte 4">
            <a:extLst>
              <a:ext uri="{FF2B5EF4-FFF2-40B4-BE49-F238E27FC236}">
                <a16:creationId xmlns:a16="http://schemas.microsoft.com/office/drawing/2014/main" id="{BE9448F0-C8E7-3542-4BB0-44D10714F300}"/>
              </a:ext>
            </a:extLst>
          </p:cNvPr>
          <p:cNvSpPr txBox="1"/>
          <p:nvPr/>
        </p:nvSpPr>
        <p:spPr>
          <a:xfrm>
            <a:off x="2139752" y="4241907"/>
            <a:ext cx="7935685" cy="1200329"/>
          </a:xfrm>
          <a:prstGeom prst="rect">
            <a:avLst/>
          </a:prstGeom>
          <a:noFill/>
        </p:spPr>
        <p:txBody>
          <a:bodyPr wrap="square">
            <a:spAutoFit/>
          </a:bodyPr>
          <a:lstStyle/>
          <a:p>
            <a:r>
              <a:rPr lang="fr-FR" sz="1800" dirty="0">
                <a:solidFill>
                  <a:srgbClr val="0000FF"/>
                </a:solidFill>
                <a:latin typeface="Cascadia Mono" panose="020B0609020000020004" pitchFamily="49" charset="0"/>
              </a:rPr>
              <a:t>public</a:t>
            </a:r>
            <a:r>
              <a:rPr lang="fr-FR" sz="1800" dirty="0">
                <a:solidFill>
                  <a:srgbClr val="000000"/>
                </a:solidFill>
                <a:latin typeface="Cascadia Mono" panose="020B0609020000020004" pitchFamily="49" charset="0"/>
              </a:rPr>
              <a:t> </a:t>
            </a:r>
            <a:r>
              <a:rPr lang="fr-FR" sz="1800" dirty="0" err="1">
                <a:solidFill>
                  <a:srgbClr val="0000FF"/>
                </a:solidFill>
                <a:latin typeface="Cascadia Mono" panose="020B0609020000020004" pitchFamily="49" charset="0"/>
              </a:rPr>
              <a:t>void</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ConfigureServices</a:t>
            </a:r>
            <a:r>
              <a:rPr lang="fr-FR" sz="1800" dirty="0">
                <a:solidFill>
                  <a:srgbClr val="000000"/>
                </a:solidFill>
                <a:latin typeface="Cascadia Mono" panose="020B0609020000020004" pitchFamily="49" charset="0"/>
              </a:rPr>
              <a:t>(</a:t>
            </a:r>
            <a:r>
              <a:rPr lang="fr-FR" sz="1800" dirty="0" err="1">
                <a:solidFill>
                  <a:schemeClr val="accent5">
                    <a:lumMod val="75000"/>
                  </a:schemeClr>
                </a:solidFill>
                <a:latin typeface="Cascadia Mono" panose="020B0609020000020004" pitchFamily="49" charset="0"/>
              </a:rPr>
              <a:t>IServiceCollection</a:t>
            </a:r>
            <a:r>
              <a:rPr lang="fr-FR" sz="1800" dirty="0">
                <a:solidFill>
                  <a:srgbClr val="000000"/>
                </a:solidFill>
                <a:latin typeface="Cascadia Mono" panose="020B0609020000020004" pitchFamily="49" charset="0"/>
              </a:rPr>
              <a:t> services)</a:t>
            </a:r>
          </a:p>
          <a:p>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services.AddControllers</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a:t>
            </a:r>
            <a:endParaRPr lang="fr-FR" dirty="0"/>
          </a:p>
        </p:txBody>
      </p:sp>
    </p:spTree>
    <p:extLst>
      <p:ext uri="{BB962C8B-B14F-4D97-AF65-F5344CB8AC3E}">
        <p14:creationId xmlns:p14="http://schemas.microsoft.com/office/powerpoint/2010/main" val="10252128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830997"/>
          </a:xfrm>
          <a:prstGeom prst="rect">
            <a:avLst/>
          </a:prstGeom>
          <a:noFill/>
        </p:spPr>
        <p:txBody>
          <a:bodyPr wrap="square" rtlCol="0">
            <a:spAutoFit/>
          </a:bodyPr>
          <a:lstStyle/>
          <a:p>
            <a:r>
              <a:rPr lang="fr-FR" sz="2400" b="1" dirty="0"/>
              <a:t>Injection de Dépendance (DI)</a:t>
            </a:r>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5" name="object 3">
            <a:extLst>
              <a:ext uri="{FF2B5EF4-FFF2-40B4-BE49-F238E27FC236}">
                <a16:creationId xmlns:a16="http://schemas.microsoft.com/office/drawing/2014/main" id="{46A7674A-BBE6-06B9-0D4D-090CE1C6675B}"/>
              </a:ext>
            </a:extLst>
          </p:cNvPr>
          <p:cNvSpPr txBox="1"/>
          <p:nvPr/>
        </p:nvSpPr>
        <p:spPr>
          <a:xfrm>
            <a:off x="1160170" y="4408507"/>
            <a:ext cx="2772410" cy="864869"/>
          </a:xfrm>
          <a:prstGeom prst="rect">
            <a:avLst/>
          </a:prstGeom>
        </p:spPr>
        <p:txBody>
          <a:bodyPr vert="horz" wrap="square" lIns="0" tIns="66675" rIns="0" bIns="0" rtlCol="0">
            <a:spAutoFit/>
          </a:bodyPr>
          <a:lstStyle/>
          <a:p>
            <a:pPr algn="ctr">
              <a:lnSpc>
                <a:spcPct val="100000"/>
              </a:lnSpc>
              <a:spcBef>
                <a:spcPts val="525"/>
              </a:spcBef>
            </a:pPr>
            <a:r>
              <a:rPr sz="2400" dirty="0">
                <a:latin typeface="Segoe UI"/>
                <a:cs typeface="Segoe UI"/>
              </a:rPr>
              <a:t>une</a:t>
            </a:r>
            <a:r>
              <a:rPr sz="2400" spc="-45" dirty="0">
                <a:latin typeface="Segoe UI"/>
                <a:cs typeface="Segoe UI"/>
              </a:rPr>
              <a:t> </a:t>
            </a:r>
            <a:r>
              <a:rPr sz="2400" dirty="0">
                <a:latin typeface="Segoe UI"/>
                <a:cs typeface="Segoe UI"/>
              </a:rPr>
              <a:t>voiture</a:t>
            </a:r>
            <a:r>
              <a:rPr sz="2400" spc="-25" dirty="0">
                <a:latin typeface="Segoe UI"/>
                <a:cs typeface="Segoe UI"/>
              </a:rPr>
              <a:t> </a:t>
            </a:r>
            <a:r>
              <a:rPr sz="2400" dirty="0">
                <a:latin typeface="Segoe UI"/>
                <a:cs typeface="Segoe UI"/>
              </a:rPr>
              <a:t>a</a:t>
            </a:r>
            <a:r>
              <a:rPr sz="2400" spc="-30" dirty="0">
                <a:latin typeface="Segoe UI"/>
                <a:cs typeface="Segoe UI"/>
              </a:rPr>
              <a:t> </a:t>
            </a:r>
            <a:r>
              <a:rPr sz="2400" spc="-10" dirty="0">
                <a:latin typeface="Segoe UI"/>
                <a:cs typeface="Segoe UI"/>
              </a:rPr>
              <a:t>besoin</a:t>
            </a:r>
            <a:endParaRPr sz="2400">
              <a:latin typeface="Segoe UI"/>
              <a:cs typeface="Segoe UI"/>
            </a:endParaRPr>
          </a:p>
          <a:p>
            <a:pPr algn="ctr">
              <a:lnSpc>
                <a:spcPct val="100000"/>
              </a:lnSpc>
              <a:spcBef>
                <a:spcPts val="420"/>
              </a:spcBef>
            </a:pPr>
            <a:r>
              <a:rPr sz="2400" dirty="0">
                <a:latin typeface="Segoe UI"/>
                <a:cs typeface="Segoe UI"/>
              </a:rPr>
              <a:t>d'un</a:t>
            </a:r>
            <a:r>
              <a:rPr sz="2400" spc="-40" dirty="0">
                <a:latin typeface="Segoe UI"/>
                <a:cs typeface="Segoe UI"/>
              </a:rPr>
              <a:t> </a:t>
            </a:r>
            <a:r>
              <a:rPr sz="2400" spc="-10" dirty="0">
                <a:latin typeface="Segoe UI"/>
                <a:cs typeface="Segoe UI"/>
              </a:rPr>
              <a:t>conducteur</a:t>
            </a:r>
            <a:endParaRPr sz="2400">
              <a:latin typeface="Segoe UI"/>
              <a:cs typeface="Segoe UI"/>
            </a:endParaRPr>
          </a:p>
        </p:txBody>
      </p:sp>
      <p:sp>
        <p:nvSpPr>
          <p:cNvPr id="7" name="object 4">
            <a:extLst>
              <a:ext uri="{FF2B5EF4-FFF2-40B4-BE49-F238E27FC236}">
                <a16:creationId xmlns:a16="http://schemas.microsoft.com/office/drawing/2014/main" id="{DE833327-8B4F-AA07-6B33-23F2E4412EB4}"/>
              </a:ext>
            </a:extLst>
          </p:cNvPr>
          <p:cNvSpPr/>
          <p:nvPr/>
        </p:nvSpPr>
        <p:spPr>
          <a:xfrm>
            <a:off x="1514906" y="3517290"/>
            <a:ext cx="2072639" cy="739140"/>
          </a:xfrm>
          <a:custGeom>
            <a:avLst/>
            <a:gdLst/>
            <a:ahLst/>
            <a:cxnLst/>
            <a:rect l="l" t="t" r="r" b="b"/>
            <a:pathLst>
              <a:path w="2072639" h="739139">
                <a:moveTo>
                  <a:pt x="585685" y="592099"/>
                </a:moveTo>
                <a:lnTo>
                  <a:pt x="578218" y="545820"/>
                </a:lnTo>
                <a:lnTo>
                  <a:pt x="557441" y="505625"/>
                </a:lnTo>
                <a:lnTo>
                  <a:pt x="525741" y="473925"/>
                </a:lnTo>
                <a:lnTo>
                  <a:pt x="485546" y="453136"/>
                </a:lnTo>
                <a:lnTo>
                  <a:pt x="439267" y="445681"/>
                </a:lnTo>
                <a:lnTo>
                  <a:pt x="392988" y="453136"/>
                </a:lnTo>
                <a:lnTo>
                  <a:pt x="352793" y="473925"/>
                </a:lnTo>
                <a:lnTo>
                  <a:pt x="321094" y="505625"/>
                </a:lnTo>
                <a:lnTo>
                  <a:pt x="300304" y="545820"/>
                </a:lnTo>
                <a:lnTo>
                  <a:pt x="292836" y="592099"/>
                </a:lnTo>
                <a:lnTo>
                  <a:pt x="300304" y="638390"/>
                </a:lnTo>
                <a:lnTo>
                  <a:pt x="321094" y="678586"/>
                </a:lnTo>
                <a:lnTo>
                  <a:pt x="352793" y="710285"/>
                </a:lnTo>
                <a:lnTo>
                  <a:pt x="392988" y="731062"/>
                </a:lnTo>
                <a:lnTo>
                  <a:pt x="439267" y="738530"/>
                </a:lnTo>
                <a:lnTo>
                  <a:pt x="485546" y="731062"/>
                </a:lnTo>
                <a:lnTo>
                  <a:pt x="525741" y="710285"/>
                </a:lnTo>
                <a:lnTo>
                  <a:pt x="557441" y="678586"/>
                </a:lnTo>
                <a:lnTo>
                  <a:pt x="578218" y="638390"/>
                </a:lnTo>
                <a:lnTo>
                  <a:pt x="585685" y="592099"/>
                </a:lnTo>
                <a:close/>
              </a:path>
              <a:path w="2072639" h="739139">
                <a:moveTo>
                  <a:pt x="1802130" y="592099"/>
                </a:moveTo>
                <a:lnTo>
                  <a:pt x="1794662" y="545820"/>
                </a:lnTo>
                <a:lnTo>
                  <a:pt x="1773872" y="505625"/>
                </a:lnTo>
                <a:lnTo>
                  <a:pt x="1742173" y="473925"/>
                </a:lnTo>
                <a:lnTo>
                  <a:pt x="1701977" y="453136"/>
                </a:lnTo>
                <a:lnTo>
                  <a:pt x="1655699" y="445681"/>
                </a:lnTo>
                <a:lnTo>
                  <a:pt x="1609420" y="453136"/>
                </a:lnTo>
                <a:lnTo>
                  <a:pt x="1569237" y="473925"/>
                </a:lnTo>
                <a:lnTo>
                  <a:pt x="1537538" y="505625"/>
                </a:lnTo>
                <a:lnTo>
                  <a:pt x="1516748" y="545820"/>
                </a:lnTo>
                <a:lnTo>
                  <a:pt x="1509280" y="592099"/>
                </a:lnTo>
                <a:lnTo>
                  <a:pt x="1516748" y="638390"/>
                </a:lnTo>
                <a:lnTo>
                  <a:pt x="1537538" y="678586"/>
                </a:lnTo>
                <a:lnTo>
                  <a:pt x="1569237" y="710285"/>
                </a:lnTo>
                <a:lnTo>
                  <a:pt x="1609420" y="731062"/>
                </a:lnTo>
                <a:lnTo>
                  <a:pt x="1655699" y="738530"/>
                </a:lnTo>
                <a:lnTo>
                  <a:pt x="1701977" y="731062"/>
                </a:lnTo>
                <a:lnTo>
                  <a:pt x="1742173" y="710285"/>
                </a:lnTo>
                <a:lnTo>
                  <a:pt x="1773872" y="678586"/>
                </a:lnTo>
                <a:lnTo>
                  <a:pt x="1794662" y="638390"/>
                </a:lnTo>
                <a:lnTo>
                  <a:pt x="1802130" y="592099"/>
                </a:lnTo>
                <a:close/>
              </a:path>
              <a:path w="2072639" h="739139">
                <a:moveTo>
                  <a:pt x="2072449" y="629793"/>
                </a:moveTo>
                <a:lnTo>
                  <a:pt x="2070481" y="493052"/>
                </a:lnTo>
                <a:lnTo>
                  <a:pt x="2043341" y="450913"/>
                </a:lnTo>
                <a:lnTo>
                  <a:pt x="2014994" y="426135"/>
                </a:lnTo>
                <a:lnTo>
                  <a:pt x="1951850" y="359689"/>
                </a:lnTo>
                <a:lnTo>
                  <a:pt x="1912442" y="326745"/>
                </a:lnTo>
                <a:lnTo>
                  <a:pt x="1869706" y="300672"/>
                </a:lnTo>
                <a:lnTo>
                  <a:pt x="1740192" y="254330"/>
                </a:lnTo>
                <a:lnTo>
                  <a:pt x="1608162" y="225488"/>
                </a:lnTo>
                <a:lnTo>
                  <a:pt x="1464221" y="206552"/>
                </a:lnTo>
                <a:lnTo>
                  <a:pt x="1252562" y="86512"/>
                </a:lnTo>
                <a:lnTo>
                  <a:pt x="1076769" y="2806"/>
                </a:lnTo>
                <a:lnTo>
                  <a:pt x="1065047" y="0"/>
                </a:lnTo>
                <a:lnTo>
                  <a:pt x="1053338" y="1104"/>
                </a:lnTo>
                <a:lnTo>
                  <a:pt x="1042593" y="5867"/>
                </a:lnTo>
                <a:lnTo>
                  <a:pt x="1033741" y="14071"/>
                </a:lnTo>
                <a:lnTo>
                  <a:pt x="1027557" y="27381"/>
                </a:lnTo>
                <a:lnTo>
                  <a:pt x="1026972" y="41541"/>
                </a:lnTo>
                <a:lnTo>
                  <a:pt x="1031735" y="54902"/>
                </a:lnTo>
                <a:lnTo>
                  <a:pt x="1047127" y="69126"/>
                </a:lnTo>
                <a:lnTo>
                  <a:pt x="1175219" y="147040"/>
                </a:lnTo>
                <a:lnTo>
                  <a:pt x="1216431" y="175348"/>
                </a:lnTo>
                <a:lnTo>
                  <a:pt x="1170419" y="175348"/>
                </a:lnTo>
                <a:lnTo>
                  <a:pt x="1153261" y="178816"/>
                </a:lnTo>
                <a:lnTo>
                  <a:pt x="1139240" y="188264"/>
                </a:lnTo>
                <a:lnTo>
                  <a:pt x="1129792" y="202285"/>
                </a:lnTo>
                <a:lnTo>
                  <a:pt x="1126324" y="219443"/>
                </a:lnTo>
                <a:lnTo>
                  <a:pt x="850226" y="217919"/>
                </a:lnTo>
                <a:lnTo>
                  <a:pt x="833475" y="214655"/>
                </a:lnTo>
                <a:lnTo>
                  <a:pt x="833475" y="132715"/>
                </a:lnTo>
                <a:lnTo>
                  <a:pt x="830961" y="116471"/>
                </a:lnTo>
                <a:lnTo>
                  <a:pt x="823252" y="102476"/>
                </a:lnTo>
                <a:lnTo>
                  <a:pt x="811301" y="91884"/>
                </a:lnTo>
                <a:lnTo>
                  <a:pt x="796010" y="85852"/>
                </a:lnTo>
                <a:lnTo>
                  <a:pt x="778116" y="86398"/>
                </a:lnTo>
                <a:lnTo>
                  <a:pt x="762381" y="93510"/>
                </a:lnTo>
                <a:lnTo>
                  <a:pt x="750455" y="106006"/>
                </a:lnTo>
                <a:lnTo>
                  <a:pt x="743369" y="130289"/>
                </a:lnTo>
                <a:lnTo>
                  <a:pt x="743369" y="197192"/>
                </a:lnTo>
                <a:lnTo>
                  <a:pt x="503351" y="155079"/>
                </a:lnTo>
                <a:lnTo>
                  <a:pt x="462661" y="156095"/>
                </a:lnTo>
                <a:lnTo>
                  <a:pt x="382866" y="175285"/>
                </a:lnTo>
                <a:lnTo>
                  <a:pt x="173990" y="248297"/>
                </a:lnTo>
                <a:lnTo>
                  <a:pt x="73177" y="291731"/>
                </a:lnTo>
                <a:lnTo>
                  <a:pt x="18643" y="355320"/>
                </a:lnTo>
                <a:lnTo>
                  <a:pt x="14389" y="424776"/>
                </a:lnTo>
                <a:lnTo>
                  <a:pt x="21691" y="516597"/>
                </a:lnTo>
                <a:lnTo>
                  <a:pt x="0" y="543915"/>
                </a:lnTo>
                <a:lnTo>
                  <a:pt x="10337" y="596531"/>
                </a:lnTo>
                <a:lnTo>
                  <a:pt x="64427" y="622287"/>
                </a:lnTo>
                <a:lnTo>
                  <a:pt x="176187" y="634923"/>
                </a:lnTo>
                <a:lnTo>
                  <a:pt x="230416" y="637959"/>
                </a:lnTo>
                <a:lnTo>
                  <a:pt x="225653" y="604113"/>
                </a:lnTo>
                <a:lnTo>
                  <a:pt x="226517" y="570166"/>
                </a:lnTo>
                <a:lnTo>
                  <a:pt x="244805" y="504748"/>
                </a:lnTo>
                <a:lnTo>
                  <a:pt x="269849" y="462330"/>
                </a:lnTo>
                <a:lnTo>
                  <a:pt x="302793" y="427812"/>
                </a:lnTo>
                <a:lnTo>
                  <a:pt x="341934" y="401840"/>
                </a:lnTo>
                <a:lnTo>
                  <a:pt x="385584" y="385089"/>
                </a:lnTo>
                <a:lnTo>
                  <a:pt x="432041" y="378193"/>
                </a:lnTo>
                <a:lnTo>
                  <a:pt x="479615" y="381787"/>
                </a:lnTo>
                <a:lnTo>
                  <a:pt x="526630" y="396544"/>
                </a:lnTo>
                <a:lnTo>
                  <a:pt x="569468" y="421957"/>
                </a:lnTo>
                <a:lnTo>
                  <a:pt x="604621" y="455879"/>
                </a:lnTo>
                <a:lnTo>
                  <a:pt x="631024" y="496646"/>
                </a:lnTo>
                <a:lnTo>
                  <a:pt x="647598" y="542607"/>
                </a:lnTo>
                <a:lnTo>
                  <a:pt x="653262" y="592099"/>
                </a:lnTo>
                <a:lnTo>
                  <a:pt x="647547" y="641159"/>
                </a:lnTo>
                <a:lnTo>
                  <a:pt x="643128" y="657072"/>
                </a:lnTo>
                <a:lnTo>
                  <a:pt x="1451838" y="657072"/>
                </a:lnTo>
                <a:lnTo>
                  <a:pt x="1442072" y="608622"/>
                </a:lnTo>
                <a:lnTo>
                  <a:pt x="1443494" y="560768"/>
                </a:lnTo>
                <a:lnTo>
                  <a:pt x="1455267" y="515150"/>
                </a:lnTo>
                <a:lnTo>
                  <a:pt x="1476590" y="473354"/>
                </a:lnTo>
                <a:lnTo>
                  <a:pt x="1506613" y="437045"/>
                </a:lnTo>
                <a:lnTo>
                  <a:pt x="1544523" y="407809"/>
                </a:lnTo>
                <a:lnTo>
                  <a:pt x="1589493" y="387273"/>
                </a:lnTo>
                <a:lnTo>
                  <a:pt x="1637944" y="377507"/>
                </a:lnTo>
                <a:lnTo>
                  <a:pt x="1685785" y="378929"/>
                </a:lnTo>
                <a:lnTo>
                  <a:pt x="1731403" y="390715"/>
                </a:lnTo>
                <a:lnTo>
                  <a:pt x="1773174" y="412026"/>
                </a:lnTo>
                <a:lnTo>
                  <a:pt x="1809470" y="442048"/>
                </a:lnTo>
                <a:lnTo>
                  <a:pt x="1838693" y="479958"/>
                </a:lnTo>
                <a:lnTo>
                  <a:pt x="1859191" y="524929"/>
                </a:lnTo>
                <a:lnTo>
                  <a:pt x="1869274" y="576935"/>
                </a:lnTo>
                <a:lnTo>
                  <a:pt x="1866138" y="629793"/>
                </a:lnTo>
                <a:lnTo>
                  <a:pt x="2072449" y="629793"/>
                </a:lnTo>
                <a:close/>
              </a:path>
            </a:pathLst>
          </a:custGeom>
          <a:solidFill>
            <a:srgbClr val="767070"/>
          </a:solidFill>
        </p:spPr>
        <p:txBody>
          <a:bodyPr wrap="square" lIns="0" tIns="0" rIns="0" bIns="0" rtlCol="0"/>
          <a:lstStyle/>
          <a:p>
            <a:endParaRPr/>
          </a:p>
        </p:txBody>
      </p:sp>
      <p:grpSp>
        <p:nvGrpSpPr>
          <p:cNvPr id="8" name="object 5">
            <a:extLst>
              <a:ext uri="{FF2B5EF4-FFF2-40B4-BE49-F238E27FC236}">
                <a16:creationId xmlns:a16="http://schemas.microsoft.com/office/drawing/2014/main" id="{35EFAD28-05AD-7D65-1ADB-DEDB7D218E53}"/>
              </a:ext>
            </a:extLst>
          </p:cNvPr>
          <p:cNvGrpSpPr/>
          <p:nvPr/>
        </p:nvGrpSpPr>
        <p:grpSpPr>
          <a:xfrm>
            <a:off x="6758605" y="3357619"/>
            <a:ext cx="617220" cy="1262380"/>
            <a:chOff x="6758605" y="3357619"/>
            <a:chExt cx="617220" cy="1262380"/>
          </a:xfrm>
        </p:grpSpPr>
        <p:pic>
          <p:nvPicPr>
            <p:cNvPr id="9" name="object 6">
              <a:extLst>
                <a:ext uri="{FF2B5EF4-FFF2-40B4-BE49-F238E27FC236}">
                  <a16:creationId xmlns:a16="http://schemas.microsoft.com/office/drawing/2014/main" id="{0AE774F3-D8A2-7D0A-24F6-73A782C628C2}"/>
                </a:ext>
              </a:extLst>
            </p:cNvPr>
            <p:cNvPicPr/>
            <p:nvPr/>
          </p:nvPicPr>
          <p:blipFill>
            <a:blip r:embed="rId3" cstate="print"/>
            <a:stretch>
              <a:fillRect/>
            </a:stretch>
          </p:blipFill>
          <p:spPr>
            <a:xfrm>
              <a:off x="6954947" y="3357619"/>
              <a:ext cx="224391" cy="224351"/>
            </a:xfrm>
            <a:prstGeom prst="rect">
              <a:avLst/>
            </a:prstGeom>
          </p:spPr>
        </p:pic>
        <p:sp>
          <p:nvSpPr>
            <p:cNvPr id="10" name="object 7">
              <a:extLst>
                <a:ext uri="{FF2B5EF4-FFF2-40B4-BE49-F238E27FC236}">
                  <a16:creationId xmlns:a16="http://schemas.microsoft.com/office/drawing/2014/main" id="{87361B0C-EBBC-CA9E-5B5E-D0B116919901}"/>
                </a:ext>
              </a:extLst>
            </p:cNvPr>
            <p:cNvSpPr/>
            <p:nvPr/>
          </p:nvSpPr>
          <p:spPr>
            <a:xfrm>
              <a:off x="6758605" y="3610984"/>
              <a:ext cx="617220" cy="1009015"/>
            </a:xfrm>
            <a:custGeom>
              <a:avLst/>
              <a:gdLst/>
              <a:ahLst/>
              <a:cxnLst/>
              <a:rect l="l" t="t" r="r" b="b"/>
              <a:pathLst>
                <a:path w="617220" h="1009014">
                  <a:moveTo>
                    <a:pt x="331677" y="0"/>
                  </a:moveTo>
                  <a:lnTo>
                    <a:pt x="285397" y="43"/>
                  </a:lnTo>
                  <a:lnTo>
                    <a:pt x="239116" y="7319"/>
                  </a:lnTo>
                  <a:lnTo>
                    <a:pt x="183369" y="23491"/>
                  </a:lnTo>
                  <a:lnTo>
                    <a:pt x="124466" y="54872"/>
                  </a:lnTo>
                  <a:lnTo>
                    <a:pt x="87652" y="89145"/>
                  </a:lnTo>
                  <a:lnTo>
                    <a:pt x="2804" y="442222"/>
                  </a:lnTo>
                  <a:lnTo>
                    <a:pt x="0" y="447832"/>
                  </a:lnTo>
                  <a:lnTo>
                    <a:pt x="4426" y="475224"/>
                  </a:lnTo>
                  <a:lnTo>
                    <a:pt x="16478" y="493062"/>
                  </a:lnTo>
                  <a:lnTo>
                    <a:pt x="34316" y="505115"/>
                  </a:lnTo>
                  <a:lnTo>
                    <a:pt x="56097" y="509541"/>
                  </a:lnTo>
                  <a:lnTo>
                    <a:pt x="74285" y="506123"/>
                  </a:lnTo>
                  <a:lnTo>
                    <a:pt x="90107" y="496919"/>
                  </a:lnTo>
                  <a:lnTo>
                    <a:pt x="102246" y="483508"/>
                  </a:lnTo>
                  <a:lnTo>
                    <a:pt x="109390" y="467467"/>
                  </a:lnTo>
                  <a:lnTo>
                    <a:pt x="168293" y="223434"/>
                  </a:lnTo>
                  <a:lnTo>
                    <a:pt x="168293" y="1008830"/>
                  </a:lnTo>
                  <a:lnTo>
                    <a:pt x="280489" y="1008830"/>
                  </a:lnTo>
                  <a:lnTo>
                    <a:pt x="280488" y="503932"/>
                  </a:lnTo>
                  <a:lnTo>
                    <a:pt x="336586" y="503932"/>
                  </a:lnTo>
                  <a:lnTo>
                    <a:pt x="336586" y="1008830"/>
                  </a:lnTo>
                  <a:lnTo>
                    <a:pt x="448782" y="1008830"/>
                  </a:lnTo>
                  <a:lnTo>
                    <a:pt x="448781" y="220629"/>
                  </a:lnTo>
                  <a:lnTo>
                    <a:pt x="507684" y="464662"/>
                  </a:lnTo>
                  <a:lnTo>
                    <a:pt x="514828" y="480703"/>
                  </a:lnTo>
                  <a:lnTo>
                    <a:pt x="526968" y="494114"/>
                  </a:lnTo>
                  <a:lnTo>
                    <a:pt x="542789" y="503318"/>
                  </a:lnTo>
                  <a:lnTo>
                    <a:pt x="560977" y="506737"/>
                  </a:lnTo>
                  <a:lnTo>
                    <a:pt x="582759" y="502310"/>
                  </a:lnTo>
                  <a:lnTo>
                    <a:pt x="600596" y="490257"/>
                  </a:lnTo>
                  <a:lnTo>
                    <a:pt x="612648" y="472419"/>
                  </a:lnTo>
                  <a:lnTo>
                    <a:pt x="617075" y="445027"/>
                  </a:lnTo>
                  <a:lnTo>
                    <a:pt x="614270" y="436612"/>
                  </a:lnTo>
                  <a:lnTo>
                    <a:pt x="533103" y="94448"/>
                  </a:lnTo>
                  <a:lnTo>
                    <a:pt x="492608" y="52461"/>
                  </a:lnTo>
                  <a:lnTo>
                    <a:pt x="433705" y="21870"/>
                  </a:lnTo>
                  <a:lnTo>
                    <a:pt x="401098" y="10255"/>
                  </a:lnTo>
                  <a:lnTo>
                    <a:pt x="331677" y="0"/>
                  </a:lnTo>
                  <a:close/>
                </a:path>
              </a:pathLst>
            </a:custGeom>
            <a:solidFill>
              <a:srgbClr val="767070"/>
            </a:solidFill>
          </p:spPr>
          <p:txBody>
            <a:bodyPr wrap="square" lIns="0" tIns="0" rIns="0" bIns="0" rtlCol="0"/>
            <a:lstStyle/>
            <a:p>
              <a:endParaRPr/>
            </a:p>
          </p:txBody>
        </p:sp>
      </p:grpSp>
      <p:sp>
        <p:nvSpPr>
          <p:cNvPr id="11" name="object 8">
            <a:extLst>
              <a:ext uri="{FF2B5EF4-FFF2-40B4-BE49-F238E27FC236}">
                <a16:creationId xmlns:a16="http://schemas.microsoft.com/office/drawing/2014/main" id="{712705B4-2D7D-D176-2154-AE40ED695CBD}"/>
              </a:ext>
            </a:extLst>
          </p:cNvPr>
          <p:cNvSpPr txBox="1"/>
          <p:nvPr/>
        </p:nvSpPr>
        <p:spPr>
          <a:xfrm>
            <a:off x="8158353" y="3576066"/>
            <a:ext cx="3245485" cy="720725"/>
          </a:xfrm>
          <a:prstGeom prst="rect">
            <a:avLst/>
          </a:prstGeom>
        </p:spPr>
        <p:txBody>
          <a:bodyPr vert="horz" wrap="square" lIns="0" tIns="53975" rIns="0" bIns="0" rtlCol="0">
            <a:spAutoFit/>
          </a:bodyPr>
          <a:lstStyle/>
          <a:p>
            <a:pPr marL="12700" marR="5080">
              <a:lnSpc>
                <a:spcPts val="2590"/>
              </a:lnSpc>
              <a:spcBef>
                <a:spcPts val="425"/>
              </a:spcBef>
            </a:pPr>
            <a:r>
              <a:rPr sz="2400" dirty="0">
                <a:latin typeface="Segoe UI"/>
                <a:cs typeface="Segoe UI"/>
              </a:rPr>
              <a:t>Un</a:t>
            </a:r>
            <a:r>
              <a:rPr sz="2400" spc="-40" dirty="0">
                <a:latin typeface="Segoe UI"/>
                <a:cs typeface="Segoe UI"/>
              </a:rPr>
              <a:t> </a:t>
            </a:r>
            <a:r>
              <a:rPr sz="2400" dirty="0">
                <a:latin typeface="Segoe UI"/>
                <a:cs typeface="Segoe UI"/>
              </a:rPr>
              <a:t>humain</a:t>
            </a:r>
            <a:r>
              <a:rPr sz="2400" spc="-15" dirty="0">
                <a:latin typeface="Segoe UI"/>
                <a:cs typeface="Segoe UI"/>
              </a:rPr>
              <a:t> </a:t>
            </a:r>
            <a:r>
              <a:rPr sz="2400" dirty="0">
                <a:latin typeface="Segoe UI"/>
                <a:cs typeface="Segoe UI"/>
              </a:rPr>
              <a:t>est</a:t>
            </a:r>
            <a:r>
              <a:rPr sz="2400" spc="-55" dirty="0">
                <a:latin typeface="Segoe UI"/>
                <a:cs typeface="Segoe UI"/>
              </a:rPr>
              <a:t> </a:t>
            </a:r>
            <a:r>
              <a:rPr sz="2400" spc="-10" dirty="0">
                <a:latin typeface="Segoe UI"/>
                <a:cs typeface="Segoe UI"/>
              </a:rPr>
              <a:t>capable </a:t>
            </a:r>
            <a:r>
              <a:rPr sz="2400" dirty="0">
                <a:latin typeface="Segoe UI"/>
                <a:cs typeface="Segoe UI"/>
              </a:rPr>
              <a:t>de</a:t>
            </a:r>
            <a:r>
              <a:rPr sz="2400" spc="-55" dirty="0">
                <a:latin typeface="Segoe UI"/>
                <a:cs typeface="Segoe UI"/>
              </a:rPr>
              <a:t> </a:t>
            </a:r>
            <a:r>
              <a:rPr sz="2400" dirty="0">
                <a:latin typeface="Segoe UI"/>
                <a:cs typeface="Segoe UI"/>
              </a:rPr>
              <a:t>conduire</a:t>
            </a:r>
            <a:r>
              <a:rPr sz="2400" spc="-25" dirty="0">
                <a:latin typeface="Segoe UI"/>
                <a:cs typeface="Segoe UI"/>
              </a:rPr>
              <a:t> </a:t>
            </a:r>
            <a:r>
              <a:rPr sz="2400" dirty="0">
                <a:latin typeface="Segoe UI"/>
                <a:cs typeface="Segoe UI"/>
              </a:rPr>
              <a:t>une</a:t>
            </a:r>
            <a:r>
              <a:rPr sz="2400" spc="-35" dirty="0">
                <a:latin typeface="Segoe UI"/>
                <a:cs typeface="Segoe UI"/>
              </a:rPr>
              <a:t> </a:t>
            </a:r>
            <a:r>
              <a:rPr sz="2400" spc="-10" dirty="0">
                <a:latin typeface="Segoe UI"/>
                <a:cs typeface="Segoe UI"/>
              </a:rPr>
              <a:t>voiture</a:t>
            </a:r>
            <a:endParaRPr sz="2400">
              <a:latin typeface="Segoe UI"/>
              <a:cs typeface="Segoe UI"/>
            </a:endParaRPr>
          </a:p>
        </p:txBody>
      </p:sp>
      <p:sp>
        <p:nvSpPr>
          <p:cNvPr id="12" name="object 9">
            <a:extLst>
              <a:ext uri="{FF2B5EF4-FFF2-40B4-BE49-F238E27FC236}">
                <a16:creationId xmlns:a16="http://schemas.microsoft.com/office/drawing/2014/main" id="{DF401FA7-04DA-9FA7-6EE1-2E713309778D}"/>
              </a:ext>
            </a:extLst>
          </p:cNvPr>
          <p:cNvSpPr/>
          <p:nvPr/>
        </p:nvSpPr>
        <p:spPr>
          <a:xfrm>
            <a:off x="4315967" y="3948684"/>
            <a:ext cx="2075814" cy="76200"/>
          </a:xfrm>
          <a:custGeom>
            <a:avLst/>
            <a:gdLst/>
            <a:ahLst/>
            <a:cxnLst/>
            <a:rect l="l" t="t" r="r" b="b"/>
            <a:pathLst>
              <a:path w="2075814" h="76200">
                <a:moveTo>
                  <a:pt x="1999488" y="0"/>
                </a:moveTo>
                <a:lnTo>
                  <a:pt x="1999488" y="76200"/>
                </a:lnTo>
                <a:lnTo>
                  <a:pt x="2062988" y="44450"/>
                </a:lnTo>
                <a:lnTo>
                  <a:pt x="2012188" y="44450"/>
                </a:lnTo>
                <a:lnTo>
                  <a:pt x="2012188" y="31750"/>
                </a:lnTo>
                <a:lnTo>
                  <a:pt x="2062988" y="31750"/>
                </a:lnTo>
                <a:lnTo>
                  <a:pt x="1999488" y="0"/>
                </a:lnTo>
                <a:close/>
              </a:path>
              <a:path w="2075814" h="76200">
                <a:moveTo>
                  <a:pt x="1999488" y="31750"/>
                </a:moveTo>
                <a:lnTo>
                  <a:pt x="0" y="31750"/>
                </a:lnTo>
                <a:lnTo>
                  <a:pt x="0" y="44450"/>
                </a:lnTo>
                <a:lnTo>
                  <a:pt x="1999488" y="44450"/>
                </a:lnTo>
                <a:lnTo>
                  <a:pt x="1999488" y="31750"/>
                </a:lnTo>
                <a:close/>
              </a:path>
              <a:path w="2075814" h="76200">
                <a:moveTo>
                  <a:pt x="2062988" y="31750"/>
                </a:moveTo>
                <a:lnTo>
                  <a:pt x="2012188" y="31750"/>
                </a:lnTo>
                <a:lnTo>
                  <a:pt x="2012188" y="44450"/>
                </a:lnTo>
                <a:lnTo>
                  <a:pt x="2062988" y="44450"/>
                </a:lnTo>
                <a:lnTo>
                  <a:pt x="2075688" y="38100"/>
                </a:lnTo>
                <a:lnTo>
                  <a:pt x="2062988" y="31750"/>
                </a:lnTo>
                <a:close/>
              </a:path>
            </a:pathLst>
          </a:custGeom>
          <a:solidFill>
            <a:srgbClr val="4471C4"/>
          </a:solidFill>
        </p:spPr>
        <p:txBody>
          <a:bodyPr wrap="square" lIns="0" tIns="0" rIns="0" bIns="0" rtlCol="0"/>
          <a:lstStyle/>
          <a:p>
            <a:endParaRPr/>
          </a:p>
        </p:txBody>
      </p:sp>
    </p:spTree>
    <p:extLst>
      <p:ext uri="{BB962C8B-B14F-4D97-AF65-F5344CB8AC3E}">
        <p14:creationId xmlns:p14="http://schemas.microsoft.com/office/powerpoint/2010/main" val="12257609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830997"/>
          </a:xfrm>
          <a:prstGeom prst="rect">
            <a:avLst/>
          </a:prstGeom>
          <a:noFill/>
        </p:spPr>
        <p:txBody>
          <a:bodyPr wrap="square" rtlCol="0">
            <a:spAutoFit/>
          </a:bodyPr>
          <a:lstStyle/>
          <a:p>
            <a:r>
              <a:rPr lang="fr-FR" sz="2400" b="1" dirty="0"/>
              <a:t>Injection de Dépendance (DI)</a:t>
            </a:r>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2" name="object 3">
            <a:extLst>
              <a:ext uri="{FF2B5EF4-FFF2-40B4-BE49-F238E27FC236}">
                <a16:creationId xmlns:a16="http://schemas.microsoft.com/office/drawing/2014/main" id="{3EBD93F6-52E1-AE83-FADD-124E2E5D9FFB}"/>
              </a:ext>
            </a:extLst>
          </p:cNvPr>
          <p:cNvSpPr txBox="1"/>
          <p:nvPr/>
        </p:nvSpPr>
        <p:spPr>
          <a:xfrm>
            <a:off x="1633745" y="2205989"/>
            <a:ext cx="4879340"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0000"/>
                </a:solidFill>
                <a:latin typeface="Segoe UI"/>
                <a:cs typeface="Segoe UI"/>
              </a:rPr>
              <a:t>Couplage</a:t>
            </a:r>
            <a:r>
              <a:rPr sz="2400" b="1" spc="-30" dirty="0">
                <a:solidFill>
                  <a:srgbClr val="FF0000"/>
                </a:solidFill>
                <a:latin typeface="Segoe UI"/>
                <a:cs typeface="Segoe UI"/>
              </a:rPr>
              <a:t> </a:t>
            </a:r>
            <a:r>
              <a:rPr sz="2400" b="1" dirty="0">
                <a:solidFill>
                  <a:srgbClr val="FF0000"/>
                </a:solidFill>
                <a:latin typeface="Segoe UI"/>
                <a:cs typeface="Segoe UI"/>
              </a:rPr>
              <a:t>fort</a:t>
            </a:r>
            <a:r>
              <a:rPr sz="2400" b="1" spc="-30" dirty="0">
                <a:solidFill>
                  <a:srgbClr val="FF0000"/>
                </a:solidFill>
                <a:latin typeface="Segoe UI"/>
                <a:cs typeface="Segoe UI"/>
              </a:rPr>
              <a:t> </a:t>
            </a:r>
            <a:r>
              <a:rPr sz="2400" dirty="0">
                <a:latin typeface="Segoe UI"/>
                <a:cs typeface="Segoe UI"/>
              </a:rPr>
              <a:t>avec</a:t>
            </a:r>
            <a:r>
              <a:rPr sz="2400" spc="-25" dirty="0">
                <a:latin typeface="Segoe UI"/>
                <a:cs typeface="Segoe UI"/>
              </a:rPr>
              <a:t> </a:t>
            </a:r>
            <a:r>
              <a:rPr sz="2400" dirty="0">
                <a:latin typeface="Segoe UI"/>
                <a:cs typeface="Segoe UI"/>
              </a:rPr>
              <a:t>la</a:t>
            </a:r>
            <a:r>
              <a:rPr sz="2400" spc="-20" dirty="0">
                <a:latin typeface="Segoe UI"/>
                <a:cs typeface="Segoe UI"/>
              </a:rPr>
              <a:t> </a:t>
            </a:r>
            <a:r>
              <a:rPr sz="2400" dirty="0">
                <a:latin typeface="Segoe UI"/>
                <a:cs typeface="Segoe UI"/>
              </a:rPr>
              <a:t>classe</a:t>
            </a:r>
            <a:r>
              <a:rPr sz="2400" spc="-20" dirty="0">
                <a:latin typeface="Segoe UI"/>
                <a:cs typeface="Segoe UI"/>
              </a:rPr>
              <a:t> </a:t>
            </a:r>
            <a:r>
              <a:rPr sz="2400" spc="-10" dirty="0">
                <a:latin typeface="Segoe UI"/>
                <a:cs typeface="Segoe UI"/>
              </a:rPr>
              <a:t>Person</a:t>
            </a:r>
            <a:endParaRPr sz="2400">
              <a:latin typeface="Segoe UI"/>
              <a:cs typeface="Segoe UI"/>
            </a:endParaRPr>
          </a:p>
        </p:txBody>
      </p:sp>
      <p:sp>
        <p:nvSpPr>
          <p:cNvPr id="6" name="object 4">
            <a:extLst>
              <a:ext uri="{FF2B5EF4-FFF2-40B4-BE49-F238E27FC236}">
                <a16:creationId xmlns:a16="http://schemas.microsoft.com/office/drawing/2014/main" id="{B5ABDC56-6739-74AC-4ED1-AE3F834B79AB}"/>
              </a:ext>
            </a:extLst>
          </p:cNvPr>
          <p:cNvSpPr txBox="1"/>
          <p:nvPr/>
        </p:nvSpPr>
        <p:spPr>
          <a:xfrm>
            <a:off x="7228730" y="4861871"/>
            <a:ext cx="3911600" cy="1524000"/>
          </a:xfrm>
          <a:prstGeom prst="rect">
            <a:avLst/>
          </a:prstGeom>
        </p:spPr>
        <p:txBody>
          <a:bodyPr vert="horz" wrap="square" lIns="0" tIns="112395" rIns="0" bIns="0" rtlCol="0">
            <a:spAutoFit/>
          </a:bodyPr>
          <a:lstStyle/>
          <a:p>
            <a:pPr marL="12700">
              <a:lnSpc>
                <a:spcPct val="100000"/>
              </a:lnSpc>
              <a:spcBef>
                <a:spcPts val="885"/>
              </a:spcBef>
            </a:pPr>
            <a:r>
              <a:rPr sz="1800" dirty="0">
                <a:solidFill>
                  <a:srgbClr val="0000FF"/>
                </a:solidFill>
                <a:latin typeface="Consolas"/>
                <a:cs typeface="Consolas"/>
              </a:rPr>
              <a:t>public</a:t>
            </a:r>
            <a:r>
              <a:rPr sz="1800" spc="-30" dirty="0">
                <a:solidFill>
                  <a:srgbClr val="0000FF"/>
                </a:solidFill>
                <a:latin typeface="Consolas"/>
                <a:cs typeface="Consolas"/>
              </a:rPr>
              <a:t> </a:t>
            </a:r>
            <a:r>
              <a:rPr sz="1800" dirty="0">
                <a:solidFill>
                  <a:srgbClr val="0000FF"/>
                </a:solidFill>
                <a:latin typeface="Consolas"/>
                <a:cs typeface="Consolas"/>
              </a:rPr>
              <a:t>class</a:t>
            </a:r>
            <a:r>
              <a:rPr sz="1800" spc="-20" dirty="0">
                <a:solidFill>
                  <a:srgbClr val="0000FF"/>
                </a:solidFill>
                <a:latin typeface="Consolas"/>
                <a:cs typeface="Consolas"/>
              </a:rPr>
              <a:t> </a:t>
            </a:r>
            <a:r>
              <a:rPr sz="1800" spc="-10" dirty="0">
                <a:solidFill>
                  <a:srgbClr val="2B91AE"/>
                </a:solidFill>
                <a:latin typeface="Consolas"/>
                <a:cs typeface="Consolas"/>
              </a:rPr>
              <a:t>Person</a:t>
            </a:r>
            <a:endParaRPr sz="1800">
              <a:latin typeface="Consolas"/>
              <a:cs typeface="Consolas"/>
            </a:endParaRPr>
          </a:p>
          <a:p>
            <a:pPr marL="12700">
              <a:lnSpc>
                <a:spcPct val="100000"/>
              </a:lnSpc>
              <a:spcBef>
                <a:spcPts val="795"/>
              </a:spcBef>
            </a:pPr>
            <a:r>
              <a:rPr sz="1800" spc="-50" dirty="0">
                <a:latin typeface="Consolas"/>
                <a:cs typeface="Consolas"/>
              </a:rPr>
              <a:t>{</a:t>
            </a:r>
            <a:endParaRPr sz="1800">
              <a:latin typeface="Consolas"/>
              <a:cs typeface="Consolas"/>
            </a:endParaRPr>
          </a:p>
          <a:p>
            <a:pPr marL="1015365">
              <a:lnSpc>
                <a:spcPct val="100000"/>
              </a:lnSpc>
              <a:spcBef>
                <a:spcPts val="780"/>
              </a:spcBef>
            </a:pPr>
            <a:r>
              <a:rPr sz="1800" dirty="0">
                <a:solidFill>
                  <a:srgbClr val="0000FF"/>
                </a:solidFill>
                <a:latin typeface="Consolas"/>
                <a:cs typeface="Consolas"/>
              </a:rPr>
              <a:t>public</a:t>
            </a:r>
            <a:r>
              <a:rPr sz="1800" spc="-35" dirty="0">
                <a:solidFill>
                  <a:srgbClr val="0000FF"/>
                </a:solidFill>
                <a:latin typeface="Consolas"/>
                <a:cs typeface="Consolas"/>
              </a:rPr>
              <a:t> </a:t>
            </a:r>
            <a:r>
              <a:rPr sz="1800" dirty="0">
                <a:solidFill>
                  <a:srgbClr val="0000FF"/>
                </a:solidFill>
                <a:latin typeface="Consolas"/>
                <a:cs typeface="Consolas"/>
              </a:rPr>
              <a:t>void</a:t>
            </a:r>
            <a:r>
              <a:rPr sz="1800" spc="-20" dirty="0">
                <a:solidFill>
                  <a:srgbClr val="0000FF"/>
                </a:solidFill>
                <a:latin typeface="Consolas"/>
                <a:cs typeface="Consolas"/>
              </a:rPr>
              <a:t> </a:t>
            </a:r>
            <a:r>
              <a:rPr sz="1800" dirty="0">
                <a:latin typeface="Consolas"/>
                <a:cs typeface="Consolas"/>
              </a:rPr>
              <a:t>Drive()</a:t>
            </a:r>
            <a:r>
              <a:rPr sz="1800" spc="-30" dirty="0">
                <a:latin typeface="Consolas"/>
                <a:cs typeface="Consolas"/>
              </a:rPr>
              <a:t> </a:t>
            </a:r>
            <a:r>
              <a:rPr sz="1800" spc="-25" dirty="0">
                <a:latin typeface="Consolas"/>
                <a:cs typeface="Consolas"/>
              </a:rPr>
              <a:t>{…}</a:t>
            </a:r>
            <a:endParaRPr sz="1800">
              <a:latin typeface="Consolas"/>
              <a:cs typeface="Consolas"/>
            </a:endParaRPr>
          </a:p>
          <a:p>
            <a:pPr marL="12700">
              <a:lnSpc>
                <a:spcPct val="100000"/>
              </a:lnSpc>
              <a:spcBef>
                <a:spcPts val="795"/>
              </a:spcBef>
            </a:pPr>
            <a:r>
              <a:rPr sz="1800" spc="-50" dirty="0">
                <a:latin typeface="Consolas"/>
                <a:cs typeface="Consolas"/>
              </a:rPr>
              <a:t>}</a:t>
            </a:r>
            <a:endParaRPr sz="1800">
              <a:latin typeface="Consolas"/>
              <a:cs typeface="Consolas"/>
            </a:endParaRPr>
          </a:p>
        </p:txBody>
      </p:sp>
      <p:sp>
        <p:nvSpPr>
          <p:cNvPr id="13" name="object 5">
            <a:extLst>
              <a:ext uri="{FF2B5EF4-FFF2-40B4-BE49-F238E27FC236}">
                <a16:creationId xmlns:a16="http://schemas.microsoft.com/office/drawing/2014/main" id="{611A6806-9FED-9257-1D0B-842554A398F7}"/>
              </a:ext>
            </a:extLst>
          </p:cNvPr>
          <p:cNvSpPr txBox="1"/>
          <p:nvPr/>
        </p:nvSpPr>
        <p:spPr>
          <a:xfrm>
            <a:off x="874844" y="4861871"/>
            <a:ext cx="5163820" cy="1522095"/>
          </a:xfrm>
          <a:prstGeom prst="rect">
            <a:avLst/>
          </a:prstGeom>
        </p:spPr>
        <p:txBody>
          <a:bodyPr vert="horz" wrap="square" lIns="0" tIns="112395" rIns="0" bIns="0" rtlCol="0">
            <a:spAutoFit/>
          </a:bodyPr>
          <a:lstStyle/>
          <a:p>
            <a:pPr marL="12700">
              <a:lnSpc>
                <a:spcPct val="100000"/>
              </a:lnSpc>
              <a:spcBef>
                <a:spcPts val="885"/>
              </a:spcBef>
            </a:pPr>
            <a:r>
              <a:rPr sz="1800" dirty="0">
                <a:solidFill>
                  <a:srgbClr val="0000FF"/>
                </a:solidFill>
                <a:latin typeface="Consolas"/>
                <a:cs typeface="Consolas"/>
              </a:rPr>
              <a:t>public</a:t>
            </a:r>
            <a:r>
              <a:rPr sz="1800" spc="-45" dirty="0">
                <a:solidFill>
                  <a:srgbClr val="0000FF"/>
                </a:solidFill>
                <a:latin typeface="Consolas"/>
                <a:cs typeface="Consolas"/>
              </a:rPr>
              <a:t> </a:t>
            </a:r>
            <a:r>
              <a:rPr sz="1800" dirty="0">
                <a:solidFill>
                  <a:srgbClr val="0000FF"/>
                </a:solidFill>
                <a:latin typeface="Consolas"/>
                <a:cs typeface="Consolas"/>
              </a:rPr>
              <a:t>class</a:t>
            </a:r>
            <a:r>
              <a:rPr sz="1800" spc="-15" dirty="0">
                <a:solidFill>
                  <a:srgbClr val="0000FF"/>
                </a:solidFill>
                <a:latin typeface="Consolas"/>
                <a:cs typeface="Consolas"/>
              </a:rPr>
              <a:t> </a:t>
            </a:r>
            <a:r>
              <a:rPr sz="1800" spc="-25" dirty="0">
                <a:solidFill>
                  <a:srgbClr val="2B91AE"/>
                </a:solidFill>
                <a:latin typeface="Consolas"/>
                <a:cs typeface="Consolas"/>
              </a:rPr>
              <a:t>Car</a:t>
            </a:r>
            <a:endParaRPr sz="1800">
              <a:latin typeface="Consolas"/>
              <a:cs typeface="Consolas"/>
            </a:endParaRPr>
          </a:p>
          <a:p>
            <a:pPr marL="12700">
              <a:lnSpc>
                <a:spcPct val="100000"/>
              </a:lnSpc>
              <a:spcBef>
                <a:spcPts val="795"/>
              </a:spcBef>
            </a:pPr>
            <a:r>
              <a:rPr sz="1800" spc="-50" dirty="0">
                <a:latin typeface="Consolas"/>
                <a:cs typeface="Consolas"/>
              </a:rPr>
              <a:t>{</a:t>
            </a:r>
            <a:endParaRPr sz="1800">
              <a:latin typeface="Consolas"/>
              <a:cs typeface="Consolas"/>
            </a:endParaRPr>
          </a:p>
          <a:p>
            <a:pPr marL="1015365">
              <a:lnSpc>
                <a:spcPct val="100000"/>
              </a:lnSpc>
              <a:spcBef>
                <a:spcPts val="780"/>
              </a:spcBef>
            </a:pPr>
            <a:r>
              <a:rPr sz="1800" dirty="0">
                <a:solidFill>
                  <a:srgbClr val="0000FF"/>
                </a:solidFill>
                <a:latin typeface="Consolas"/>
                <a:cs typeface="Consolas"/>
              </a:rPr>
              <a:t>public</a:t>
            </a:r>
            <a:r>
              <a:rPr sz="1800" spc="-30" dirty="0">
                <a:solidFill>
                  <a:srgbClr val="0000FF"/>
                </a:solidFill>
                <a:latin typeface="Consolas"/>
                <a:cs typeface="Consolas"/>
              </a:rPr>
              <a:t> </a:t>
            </a:r>
            <a:r>
              <a:rPr sz="1800" dirty="0">
                <a:solidFill>
                  <a:srgbClr val="2B91AE"/>
                </a:solidFill>
                <a:latin typeface="Consolas"/>
                <a:cs typeface="Consolas"/>
              </a:rPr>
              <a:t>Person</a:t>
            </a:r>
            <a:r>
              <a:rPr sz="1800" spc="-25" dirty="0">
                <a:solidFill>
                  <a:srgbClr val="2B91AE"/>
                </a:solidFill>
                <a:latin typeface="Consolas"/>
                <a:cs typeface="Consolas"/>
              </a:rPr>
              <a:t> </a:t>
            </a:r>
            <a:r>
              <a:rPr sz="1800" dirty="0">
                <a:latin typeface="Consolas"/>
                <a:cs typeface="Consolas"/>
              </a:rPr>
              <a:t>Driver</a:t>
            </a:r>
            <a:r>
              <a:rPr sz="1800" spc="-20" dirty="0">
                <a:latin typeface="Consolas"/>
                <a:cs typeface="Consolas"/>
              </a:rPr>
              <a:t> </a:t>
            </a:r>
            <a:r>
              <a:rPr sz="1800" dirty="0">
                <a:latin typeface="Consolas"/>
                <a:cs typeface="Consolas"/>
              </a:rPr>
              <a:t>{</a:t>
            </a:r>
            <a:r>
              <a:rPr sz="1800" spc="-30" dirty="0">
                <a:latin typeface="Consolas"/>
                <a:cs typeface="Consolas"/>
              </a:rPr>
              <a:t> </a:t>
            </a:r>
            <a:r>
              <a:rPr sz="1800" dirty="0">
                <a:latin typeface="Consolas"/>
                <a:cs typeface="Consolas"/>
              </a:rPr>
              <a:t>get;set;</a:t>
            </a:r>
            <a:r>
              <a:rPr sz="1800" spc="-30" dirty="0">
                <a:latin typeface="Consolas"/>
                <a:cs typeface="Consolas"/>
              </a:rPr>
              <a:t> </a:t>
            </a:r>
            <a:r>
              <a:rPr sz="1800" spc="-50" dirty="0">
                <a:latin typeface="Consolas"/>
                <a:cs typeface="Consolas"/>
              </a:rPr>
              <a:t>}</a:t>
            </a:r>
            <a:endParaRPr sz="1800">
              <a:latin typeface="Consolas"/>
              <a:cs typeface="Consolas"/>
            </a:endParaRPr>
          </a:p>
          <a:p>
            <a:pPr marL="12700">
              <a:lnSpc>
                <a:spcPct val="100000"/>
              </a:lnSpc>
              <a:spcBef>
                <a:spcPts val="780"/>
              </a:spcBef>
            </a:pPr>
            <a:r>
              <a:rPr sz="1800" spc="-50" dirty="0">
                <a:latin typeface="Consolas"/>
                <a:cs typeface="Consolas"/>
              </a:rPr>
              <a:t>}</a:t>
            </a:r>
            <a:endParaRPr sz="1800">
              <a:latin typeface="Consolas"/>
              <a:cs typeface="Consolas"/>
            </a:endParaRPr>
          </a:p>
        </p:txBody>
      </p:sp>
      <p:sp>
        <p:nvSpPr>
          <p:cNvPr id="14" name="object 6">
            <a:extLst>
              <a:ext uri="{FF2B5EF4-FFF2-40B4-BE49-F238E27FC236}">
                <a16:creationId xmlns:a16="http://schemas.microsoft.com/office/drawing/2014/main" id="{37F8119F-937E-DA42-BB02-DB645AFD49A4}"/>
              </a:ext>
            </a:extLst>
          </p:cNvPr>
          <p:cNvSpPr/>
          <p:nvPr/>
        </p:nvSpPr>
        <p:spPr>
          <a:xfrm>
            <a:off x="2757238" y="3516782"/>
            <a:ext cx="2072639" cy="739140"/>
          </a:xfrm>
          <a:custGeom>
            <a:avLst/>
            <a:gdLst/>
            <a:ahLst/>
            <a:cxnLst/>
            <a:rect l="l" t="t" r="r" b="b"/>
            <a:pathLst>
              <a:path w="2072639" h="739139">
                <a:moveTo>
                  <a:pt x="585685" y="592099"/>
                </a:moveTo>
                <a:lnTo>
                  <a:pt x="578218" y="545820"/>
                </a:lnTo>
                <a:lnTo>
                  <a:pt x="557441" y="505625"/>
                </a:lnTo>
                <a:lnTo>
                  <a:pt x="525741" y="473925"/>
                </a:lnTo>
                <a:lnTo>
                  <a:pt x="485546" y="453136"/>
                </a:lnTo>
                <a:lnTo>
                  <a:pt x="439267" y="445681"/>
                </a:lnTo>
                <a:lnTo>
                  <a:pt x="392988" y="453136"/>
                </a:lnTo>
                <a:lnTo>
                  <a:pt x="352793" y="473925"/>
                </a:lnTo>
                <a:lnTo>
                  <a:pt x="321094" y="505625"/>
                </a:lnTo>
                <a:lnTo>
                  <a:pt x="300304" y="545820"/>
                </a:lnTo>
                <a:lnTo>
                  <a:pt x="292836" y="592099"/>
                </a:lnTo>
                <a:lnTo>
                  <a:pt x="300304" y="638390"/>
                </a:lnTo>
                <a:lnTo>
                  <a:pt x="321094" y="678586"/>
                </a:lnTo>
                <a:lnTo>
                  <a:pt x="352793" y="710285"/>
                </a:lnTo>
                <a:lnTo>
                  <a:pt x="392988" y="731062"/>
                </a:lnTo>
                <a:lnTo>
                  <a:pt x="439267" y="738530"/>
                </a:lnTo>
                <a:lnTo>
                  <a:pt x="485546" y="731062"/>
                </a:lnTo>
                <a:lnTo>
                  <a:pt x="525741" y="710285"/>
                </a:lnTo>
                <a:lnTo>
                  <a:pt x="557441" y="678586"/>
                </a:lnTo>
                <a:lnTo>
                  <a:pt x="578218" y="638390"/>
                </a:lnTo>
                <a:lnTo>
                  <a:pt x="585685" y="592099"/>
                </a:lnTo>
                <a:close/>
              </a:path>
              <a:path w="2072639" h="739139">
                <a:moveTo>
                  <a:pt x="1802117" y="592099"/>
                </a:moveTo>
                <a:lnTo>
                  <a:pt x="1794662" y="545820"/>
                </a:lnTo>
                <a:lnTo>
                  <a:pt x="1773872" y="505625"/>
                </a:lnTo>
                <a:lnTo>
                  <a:pt x="1742173" y="473925"/>
                </a:lnTo>
                <a:lnTo>
                  <a:pt x="1701977" y="453136"/>
                </a:lnTo>
                <a:lnTo>
                  <a:pt x="1655699" y="445681"/>
                </a:lnTo>
                <a:lnTo>
                  <a:pt x="1609420" y="453136"/>
                </a:lnTo>
                <a:lnTo>
                  <a:pt x="1569237" y="473925"/>
                </a:lnTo>
                <a:lnTo>
                  <a:pt x="1537538" y="505625"/>
                </a:lnTo>
                <a:lnTo>
                  <a:pt x="1516748" y="545820"/>
                </a:lnTo>
                <a:lnTo>
                  <a:pt x="1509280" y="592099"/>
                </a:lnTo>
                <a:lnTo>
                  <a:pt x="1516748" y="638390"/>
                </a:lnTo>
                <a:lnTo>
                  <a:pt x="1537538" y="678586"/>
                </a:lnTo>
                <a:lnTo>
                  <a:pt x="1569237" y="710285"/>
                </a:lnTo>
                <a:lnTo>
                  <a:pt x="1609420" y="731062"/>
                </a:lnTo>
                <a:lnTo>
                  <a:pt x="1655699" y="738530"/>
                </a:lnTo>
                <a:lnTo>
                  <a:pt x="1701977" y="731062"/>
                </a:lnTo>
                <a:lnTo>
                  <a:pt x="1742173" y="710285"/>
                </a:lnTo>
                <a:lnTo>
                  <a:pt x="1773872" y="678586"/>
                </a:lnTo>
                <a:lnTo>
                  <a:pt x="1794662" y="638390"/>
                </a:lnTo>
                <a:lnTo>
                  <a:pt x="1802117" y="592099"/>
                </a:lnTo>
                <a:close/>
              </a:path>
              <a:path w="2072639" h="739139">
                <a:moveTo>
                  <a:pt x="2072449" y="629793"/>
                </a:moveTo>
                <a:lnTo>
                  <a:pt x="2070481" y="493052"/>
                </a:lnTo>
                <a:lnTo>
                  <a:pt x="2043341" y="450913"/>
                </a:lnTo>
                <a:lnTo>
                  <a:pt x="2014994" y="426135"/>
                </a:lnTo>
                <a:lnTo>
                  <a:pt x="1951850" y="359689"/>
                </a:lnTo>
                <a:lnTo>
                  <a:pt x="1912442" y="326745"/>
                </a:lnTo>
                <a:lnTo>
                  <a:pt x="1869706" y="300672"/>
                </a:lnTo>
                <a:lnTo>
                  <a:pt x="1740192" y="254330"/>
                </a:lnTo>
                <a:lnTo>
                  <a:pt x="1608162" y="225488"/>
                </a:lnTo>
                <a:lnTo>
                  <a:pt x="1464221" y="206552"/>
                </a:lnTo>
                <a:lnTo>
                  <a:pt x="1252562" y="86512"/>
                </a:lnTo>
                <a:lnTo>
                  <a:pt x="1076769" y="2806"/>
                </a:lnTo>
                <a:lnTo>
                  <a:pt x="1065047" y="0"/>
                </a:lnTo>
                <a:lnTo>
                  <a:pt x="1053338" y="1104"/>
                </a:lnTo>
                <a:lnTo>
                  <a:pt x="1042593" y="5867"/>
                </a:lnTo>
                <a:lnTo>
                  <a:pt x="1033741" y="14071"/>
                </a:lnTo>
                <a:lnTo>
                  <a:pt x="1027557" y="27381"/>
                </a:lnTo>
                <a:lnTo>
                  <a:pt x="1026972" y="41541"/>
                </a:lnTo>
                <a:lnTo>
                  <a:pt x="1031735" y="54902"/>
                </a:lnTo>
                <a:lnTo>
                  <a:pt x="1047127" y="69126"/>
                </a:lnTo>
                <a:lnTo>
                  <a:pt x="1175219" y="147040"/>
                </a:lnTo>
                <a:lnTo>
                  <a:pt x="1216431" y="175348"/>
                </a:lnTo>
                <a:lnTo>
                  <a:pt x="1170419" y="175348"/>
                </a:lnTo>
                <a:lnTo>
                  <a:pt x="1153261" y="178816"/>
                </a:lnTo>
                <a:lnTo>
                  <a:pt x="1139240" y="188264"/>
                </a:lnTo>
                <a:lnTo>
                  <a:pt x="1129792" y="202285"/>
                </a:lnTo>
                <a:lnTo>
                  <a:pt x="1126324" y="219443"/>
                </a:lnTo>
                <a:lnTo>
                  <a:pt x="850226" y="217919"/>
                </a:lnTo>
                <a:lnTo>
                  <a:pt x="833475" y="214655"/>
                </a:lnTo>
                <a:lnTo>
                  <a:pt x="833475" y="132715"/>
                </a:lnTo>
                <a:lnTo>
                  <a:pt x="830961" y="116471"/>
                </a:lnTo>
                <a:lnTo>
                  <a:pt x="823252" y="102476"/>
                </a:lnTo>
                <a:lnTo>
                  <a:pt x="811301" y="91884"/>
                </a:lnTo>
                <a:lnTo>
                  <a:pt x="796010" y="85852"/>
                </a:lnTo>
                <a:lnTo>
                  <a:pt x="778116" y="86398"/>
                </a:lnTo>
                <a:lnTo>
                  <a:pt x="762381" y="93510"/>
                </a:lnTo>
                <a:lnTo>
                  <a:pt x="750455" y="106006"/>
                </a:lnTo>
                <a:lnTo>
                  <a:pt x="743369" y="130289"/>
                </a:lnTo>
                <a:lnTo>
                  <a:pt x="743369" y="197192"/>
                </a:lnTo>
                <a:lnTo>
                  <a:pt x="503351" y="155079"/>
                </a:lnTo>
                <a:lnTo>
                  <a:pt x="462661" y="156095"/>
                </a:lnTo>
                <a:lnTo>
                  <a:pt x="382866" y="175285"/>
                </a:lnTo>
                <a:lnTo>
                  <a:pt x="173990" y="248297"/>
                </a:lnTo>
                <a:lnTo>
                  <a:pt x="73177" y="291731"/>
                </a:lnTo>
                <a:lnTo>
                  <a:pt x="18643" y="355320"/>
                </a:lnTo>
                <a:lnTo>
                  <a:pt x="14389" y="424776"/>
                </a:lnTo>
                <a:lnTo>
                  <a:pt x="21691" y="516597"/>
                </a:lnTo>
                <a:lnTo>
                  <a:pt x="0" y="543915"/>
                </a:lnTo>
                <a:lnTo>
                  <a:pt x="10337" y="596531"/>
                </a:lnTo>
                <a:lnTo>
                  <a:pt x="64427" y="622287"/>
                </a:lnTo>
                <a:lnTo>
                  <a:pt x="176187" y="634923"/>
                </a:lnTo>
                <a:lnTo>
                  <a:pt x="230416" y="637959"/>
                </a:lnTo>
                <a:lnTo>
                  <a:pt x="225653" y="604113"/>
                </a:lnTo>
                <a:lnTo>
                  <a:pt x="226517" y="570166"/>
                </a:lnTo>
                <a:lnTo>
                  <a:pt x="244805" y="504748"/>
                </a:lnTo>
                <a:lnTo>
                  <a:pt x="269849" y="462330"/>
                </a:lnTo>
                <a:lnTo>
                  <a:pt x="302793" y="427812"/>
                </a:lnTo>
                <a:lnTo>
                  <a:pt x="341934" y="401840"/>
                </a:lnTo>
                <a:lnTo>
                  <a:pt x="385584" y="385089"/>
                </a:lnTo>
                <a:lnTo>
                  <a:pt x="432041" y="378193"/>
                </a:lnTo>
                <a:lnTo>
                  <a:pt x="479615" y="381787"/>
                </a:lnTo>
                <a:lnTo>
                  <a:pt x="526630" y="396544"/>
                </a:lnTo>
                <a:lnTo>
                  <a:pt x="569468" y="421957"/>
                </a:lnTo>
                <a:lnTo>
                  <a:pt x="604621" y="455879"/>
                </a:lnTo>
                <a:lnTo>
                  <a:pt x="631024" y="496646"/>
                </a:lnTo>
                <a:lnTo>
                  <a:pt x="647598" y="542607"/>
                </a:lnTo>
                <a:lnTo>
                  <a:pt x="653262" y="592099"/>
                </a:lnTo>
                <a:lnTo>
                  <a:pt x="647547" y="641159"/>
                </a:lnTo>
                <a:lnTo>
                  <a:pt x="643128" y="657072"/>
                </a:lnTo>
                <a:lnTo>
                  <a:pt x="1451838" y="657072"/>
                </a:lnTo>
                <a:lnTo>
                  <a:pt x="1442072" y="608622"/>
                </a:lnTo>
                <a:lnTo>
                  <a:pt x="1443494" y="560768"/>
                </a:lnTo>
                <a:lnTo>
                  <a:pt x="1455267" y="515150"/>
                </a:lnTo>
                <a:lnTo>
                  <a:pt x="1476590" y="473354"/>
                </a:lnTo>
                <a:lnTo>
                  <a:pt x="1506613" y="437045"/>
                </a:lnTo>
                <a:lnTo>
                  <a:pt x="1544523" y="407809"/>
                </a:lnTo>
                <a:lnTo>
                  <a:pt x="1589493" y="387273"/>
                </a:lnTo>
                <a:lnTo>
                  <a:pt x="1637944" y="377507"/>
                </a:lnTo>
                <a:lnTo>
                  <a:pt x="1685785" y="378929"/>
                </a:lnTo>
                <a:lnTo>
                  <a:pt x="1731403" y="390715"/>
                </a:lnTo>
                <a:lnTo>
                  <a:pt x="1773174" y="412026"/>
                </a:lnTo>
                <a:lnTo>
                  <a:pt x="1809470" y="442048"/>
                </a:lnTo>
                <a:lnTo>
                  <a:pt x="1838693" y="479958"/>
                </a:lnTo>
                <a:lnTo>
                  <a:pt x="1859191" y="524929"/>
                </a:lnTo>
                <a:lnTo>
                  <a:pt x="1869274" y="576935"/>
                </a:lnTo>
                <a:lnTo>
                  <a:pt x="1866138" y="629793"/>
                </a:lnTo>
                <a:lnTo>
                  <a:pt x="2072449" y="629793"/>
                </a:lnTo>
                <a:close/>
              </a:path>
            </a:pathLst>
          </a:custGeom>
          <a:solidFill>
            <a:srgbClr val="767070"/>
          </a:solidFill>
        </p:spPr>
        <p:txBody>
          <a:bodyPr wrap="square" lIns="0" tIns="0" rIns="0" bIns="0" rtlCol="0"/>
          <a:lstStyle/>
          <a:p>
            <a:endParaRPr/>
          </a:p>
        </p:txBody>
      </p:sp>
      <p:grpSp>
        <p:nvGrpSpPr>
          <p:cNvPr id="15" name="object 7">
            <a:extLst>
              <a:ext uri="{FF2B5EF4-FFF2-40B4-BE49-F238E27FC236}">
                <a16:creationId xmlns:a16="http://schemas.microsoft.com/office/drawing/2014/main" id="{9AA23657-AD76-9F99-6E10-8194A66BBC5D}"/>
              </a:ext>
            </a:extLst>
          </p:cNvPr>
          <p:cNvGrpSpPr/>
          <p:nvPr/>
        </p:nvGrpSpPr>
        <p:grpSpPr>
          <a:xfrm>
            <a:off x="8000937" y="3355587"/>
            <a:ext cx="617220" cy="1262380"/>
            <a:chOff x="7752253" y="2964427"/>
            <a:chExt cx="617220" cy="1262380"/>
          </a:xfrm>
        </p:grpSpPr>
        <p:pic>
          <p:nvPicPr>
            <p:cNvPr id="16" name="object 8">
              <a:extLst>
                <a:ext uri="{FF2B5EF4-FFF2-40B4-BE49-F238E27FC236}">
                  <a16:creationId xmlns:a16="http://schemas.microsoft.com/office/drawing/2014/main" id="{77AA63AA-A52F-FBBD-C67A-E8120EFF8E6D}"/>
                </a:ext>
              </a:extLst>
            </p:cNvPr>
            <p:cNvPicPr/>
            <p:nvPr/>
          </p:nvPicPr>
          <p:blipFill>
            <a:blip r:embed="rId3" cstate="print"/>
            <a:stretch>
              <a:fillRect/>
            </a:stretch>
          </p:blipFill>
          <p:spPr>
            <a:xfrm>
              <a:off x="7948595" y="2964427"/>
              <a:ext cx="224391" cy="224351"/>
            </a:xfrm>
            <a:prstGeom prst="rect">
              <a:avLst/>
            </a:prstGeom>
          </p:spPr>
        </p:pic>
        <p:sp>
          <p:nvSpPr>
            <p:cNvPr id="17" name="object 9">
              <a:extLst>
                <a:ext uri="{FF2B5EF4-FFF2-40B4-BE49-F238E27FC236}">
                  <a16:creationId xmlns:a16="http://schemas.microsoft.com/office/drawing/2014/main" id="{7262C69B-2FEA-9BD3-999A-6D53BA83D8AD}"/>
                </a:ext>
              </a:extLst>
            </p:cNvPr>
            <p:cNvSpPr/>
            <p:nvPr/>
          </p:nvSpPr>
          <p:spPr>
            <a:xfrm>
              <a:off x="7752253" y="3217792"/>
              <a:ext cx="617220" cy="1009015"/>
            </a:xfrm>
            <a:custGeom>
              <a:avLst/>
              <a:gdLst/>
              <a:ahLst/>
              <a:cxnLst/>
              <a:rect l="l" t="t" r="r" b="b"/>
              <a:pathLst>
                <a:path w="617220" h="1009014">
                  <a:moveTo>
                    <a:pt x="331677" y="0"/>
                  </a:moveTo>
                  <a:lnTo>
                    <a:pt x="285397" y="43"/>
                  </a:lnTo>
                  <a:lnTo>
                    <a:pt x="239116" y="7319"/>
                  </a:lnTo>
                  <a:lnTo>
                    <a:pt x="183369" y="23491"/>
                  </a:lnTo>
                  <a:lnTo>
                    <a:pt x="124466" y="54872"/>
                  </a:lnTo>
                  <a:lnTo>
                    <a:pt x="87652" y="89145"/>
                  </a:lnTo>
                  <a:lnTo>
                    <a:pt x="2804" y="442222"/>
                  </a:lnTo>
                  <a:lnTo>
                    <a:pt x="0" y="447832"/>
                  </a:lnTo>
                  <a:lnTo>
                    <a:pt x="4426" y="475224"/>
                  </a:lnTo>
                  <a:lnTo>
                    <a:pt x="16478" y="493062"/>
                  </a:lnTo>
                  <a:lnTo>
                    <a:pt x="34316" y="505115"/>
                  </a:lnTo>
                  <a:lnTo>
                    <a:pt x="56097" y="509541"/>
                  </a:lnTo>
                  <a:lnTo>
                    <a:pt x="74285" y="506123"/>
                  </a:lnTo>
                  <a:lnTo>
                    <a:pt x="90107" y="496919"/>
                  </a:lnTo>
                  <a:lnTo>
                    <a:pt x="102246" y="483508"/>
                  </a:lnTo>
                  <a:lnTo>
                    <a:pt x="109390" y="467467"/>
                  </a:lnTo>
                  <a:lnTo>
                    <a:pt x="168293" y="223434"/>
                  </a:lnTo>
                  <a:lnTo>
                    <a:pt x="168293" y="1008830"/>
                  </a:lnTo>
                  <a:lnTo>
                    <a:pt x="280489" y="1008830"/>
                  </a:lnTo>
                  <a:lnTo>
                    <a:pt x="280488" y="503932"/>
                  </a:lnTo>
                  <a:lnTo>
                    <a:pt x="336586" y="503932"/>
                  </a:lnTo>
                  <a:lnTo>
                    <a:pt x="336586" y="1008830"/>
                  </a:lnTo>
                  <a:lnTo>
                    <a:pt x="448782" y="1008830"/>
                  </a:lnTo>
                  <a:lnTo>
                    <a:pt x="448781" y="220629"/>
                  </a:lnTo>
                  <a:lnTo>
                    <a:pt x="507684" y="464662"/>
                  </a:lnTo>
                  <a:lnTo>
                    <a:pt x="514828" y="480703"/>
                  </a:lnTo>
                  <a:lnTo>
                    <a:pt x="526968" y="494114"/>
                  </a:lnTo>
                  <a:lnTo>
                    <a:pt x="542789" y="503318"/>
                  </a:lnTo>
                  <a:lnTo>
                    <a:pt x="560977" y="506737"/>
                  </a:lnTo>
                  <a:lnTo>
                    <a:pt x="582759" y="502310"/>
                  </a:lnTo>
                  <a:lnTo>
                    <a:pt x="600596" y="490257"/>
                  </a:lnTo>
                  <a:lnTo>
                    <a:pt x="612648" y="472419"/>
                  </a:lnTo>
                  <a:lnTo>
                    <a:pt x="617075" y="445027"/>
                  </a:lnTo>
                  <a:lnTo>
                    <a:pt x="614270" y="436612"/>
                  </a:lnTo>
                  <a:lnTo>
                    <a:pt x="533103" y="94448"/>
                  </a:lnTo>
                  <a:lnTo>
                    <a:pt x="492608" y="52461"/>
                  </a:lnTo>
                  <a:lnTo>
                    <a:pt x="433705" y="21870"/>
                  </a:lnTo>
                  <a:lnTo>
                    <a:pt x="401098" y="10255"/>
                  </a:lnTo>
                  <a:lnTo>
                    <a:pt x="331677" y="0"/>
                  </a:lnTo>
                  <a:close/>
                </a:path>
              </a:pathLst>
            </a:custGeom>
            <a:solidFill>
              <a:srgbClr val="767070"/>
            </a:solidFill>
          </p:spPr>
          <p:txBody>
            <a:bodyPr wrap="square" lIns="0" tIns="0" rIns="0" bIns="0" rtlCol="0"/>
            <a:lstStyle/>
            <a:p>
              <a:endParaRPr/>
            </a:p>
          </p:txBody>
        </p:sp>
      </p:grpSp>
      <p:sp>
        <p:nvSpPr>
          <p:cNvPr id="18" name="object 10">
            <a:extLst>
              <a:ext uri="{FF2B5EF4-FFF2-40B4-BE49-F238E27FC236}">
                <a16:creationId xmlns:a16="http://schemas.microsoft.com/office/drawing/2014/main" id="{255DB130-AFEC-2FBD-DECE-975D866B21D9}"/>
              </a:ext>
            </a:extLst>
          </p:cNvPr>
          <p:cNvSpPr/>
          <p:nvPr/>
        </p:nvSpPr>
        <p:spPr>
          <a:xfrm>
            <a:off x="5558299" y="3946651"/>
            <a:ext cx="2075814" cy="76200"/>
          </a:xfrm>
          <a:custGeom>
            <a:avLst/>
            <a:gdLst/>
            <a:ahLst/>
            <a:cxnLst/>
            <a:rect l="l" t="t" r="r" b="b"/>
            <a:pathLst>
              <a:path w="2075815" h="76200">
                <a:moveTo>
                  <a:pt x="1999488" y="0"/>
                </a:moveTo>
                <a:lnTo>
                  <a:pt x="1999488" y="76200"/>
                </a:lnTo>
                <a:lnTo>
                  <a:pt x="2062988" y="44450"/>
                </a:lnTo>
                <a:lnTo>
                  <a:pt x="2012188" y="44450"/>
                </a:lnTo>
                <a:lnTo>
                  <a:pt x="2012188" y="31750"/>
                </a:lnTo>
                <a:lnTo>
                  <a:pt x="2062988" y="31750"/>
                </a:lnTo>
                <a:lnTo>
                  <a:pt x="1999488" y="0"/>
                </a:lnTo>
                <a:close/>
              </a:path>
              <a:path w="2075815" h="76200">
                <a:moveTo>
                  <a:pt x="1999488" y="31750"/>
                </a:moveTo>
                <a:lnTo>
                  <a:pt x="0" y="31750"/>
                </a:lnTo>
                <a:lnTo>
                  <a:pt x="0" y="44450"/>
                </a:lnTo>
                <a:lnTo>
                  <a:pt x="1999488" y="44450"/>
                </a:lnTo>
                <a:lnTo>
                  <a:pt x="1999488" y="31750"/>
                </a:lnTo>
                <a:close/>
              </a:path>
              <a:path w="2075815" h="76200">
                <a:moveTo>
                  <a:pt x="2062988" y="31750"/>
                </a:moveTo>
                <a:lnTo>
                  <a:pt x="2012188" y="31750"/>
                </a:lnTo>
                <a:lnTo>
                  <a:pt x="2012188" y="44450"/>
                </a:lnTo>
                <a:lnTo>
                  <a:pt x="2062988" y="44450"/>
                </a:lnTo>
                <a:lnTo>
                  <a:pt x="2075688" y="38100"/>
                </a:lnTo>
                <a:lnTo>
                  <a:pt x="2062988" y="31750"/>
                </a:lnTo>
                <a:close/>
              </a:path>
            </a:pathLst>
          </a:custGeom>
          <a:solidFill>
            <a:srgbClr val="4471C4"/>
          </a:solidFill>
        </p:spPr>
        <p:txBody>
          <a:bodyPr wrap="square" lIns="0" tIns="0" rIns="0" bIns="0" rtlCol="0"/>
          <a:lstStyle/>
          <a:p>
            <a:endParaRPr/>
          </a:p>
        </p:txBody>
      </p:sp>
    </p:spTree>
    <p:extLst>
      <p:ext uri="{BB962C8B-B14F-4D97-AF65-F5344CB8AC3E}">
        <p14:creationId xmlns:p14="http://schemas.microsoft.com/office/powerpoint/2010/main" val="12494466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830997"/>
          </a:xfrm>
          <a:prstGeom prst="rect">
            <a:avLst/>
          </a:prstGeom>
          <a:noFill/>
        </p:spPr>
        <p:txBody>
          <a:bodyPr wrap="square" rtlCol="0">
            <a:spAutoFit/>
          </a:bodyPr>
          <a:lstStyle/>
          <a:p>
            <a:r>
              <a:rPr lang="fr-FR" sz="2400" b="1" dirty="0"/>
              <a:t>Injection de Dépendance (DI)</a:t>
            </a:r>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15" name="object 3">
            <a:extLst>
              <a:ext uri="{FF2B5EF4-FFF2-40B4-BE49-F238E27FC236}">
                <a16:creationId xmlns:a16="http://schemas.microsoft.com/office/drawing/2014/main" id="{8721D418-4B03-833E-8A7D-5404863B2079}"/>
              </a:ext>
            </a:extLst>
          </p:cNvPr>
          <p:cNvSpPr txBox="1"/>
          <p:nvPr/>
        </p:nvSpPr>
        <p:spPr>
          <a:xfrm>
            <a:off x="1634172" y="2261258"/>
            <a:ext cx="892365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Segoe UI"/>
                <a:cs typeface="Segoe UI"/>
              </a:rPr>
              <a:t>Ajout</a:t>
            </a:r>
            <a:r>
              <a:rPr sz="2400" spc="-40" dirty="0">
                <a:latin typeface="Segoe UI"/>
                <a:cs typeface="Segoe UI"/>
              </a:rPr>
              <a:t> </a:t>
            </a:r>
            <a:r>
              <a:rPr sz="2400" dirty="0">
                <a:latin typeface="Segoe UI"/>
                <a:cs typeface="Segoe UI"/>
              </a:rPr>
              <a:t>d'une</a:t>
            </a:r>
            <a:r>
              <a:rPr sz="2400" spc="-50" dirty="0">
                <a:latin typeface="Segoe UI"/>
                <a:cs typeface="Segoe UI"/>
              </a:rPr>
              <a:t> </a:t>
            </a:r>
            <a:r>
              <a:rPr sz="2400" dirty="0">
                <a:latin typeface="Segoe UI"/>
                <a:cs typeface="Segoe UI"/>
              </a:rPr>
              <a:t>interface</a:t>
            </a:r>
            <a:r>
              <a:rPr sz="2400" spc="-50" dirty="0">
                <a:latin typeface="Segoe UI"/>
                <a:cs typeface="Segoe UI"/>
              </a:rPr>
              <a:t> </a:t>
            </a:r>
            <a:r>
              <a:rPr sz="2400" dirty="0">
                <a:latin typeface="Segoe UI"/>
                <a:cs typeface="Segoe UI"/>
              </a:rPr>
              <a:t>pour</a:t>
            </a:r>
            <a:r>
              <a:rPr sz="2400" spc="-40" dirty="0">
                <a:latin typeface="Segoe UI"/>
                <a:cs typeface="Segoe UI"/>
              </a:rPr>
              <a:t> </a:t>
            </a:r>
            <a:r>
              <a:rPr sz="2400" dirty="0">
                <a:latin typeface="Segoe UI"/>
                <a:cs typeface="Segoe UI"/>
              </a:rPr>
              <a:t>découpler</a:t>
            </a:r>
            <a:r>
              <a:rPr sz="2400" spc="-40" dirty="0">
                <a:latin typeface="Segoe UI"/>
                <a:cs typeface="Segoe UI"/>
              </a:rPr>
              <a:t> </a:t>
            </a:r>
            <a:r>
              <a:rPr sz="2400" dirty="0">
                <a:latin typeface="Segoe UI"/>
                <a:cs typeface="Segoe UI"/>
              </a:rPr>
              <a:t>la</a:t>
            </a:r>
            <a:r>
              <a:rPr sz="2400" spc="-45" dirty="0">
                <a:latin typeface="Segoe UI"/>
                <a:cs typeface="Segoe UI"/>
              </a:rPr>
              <a:t> </a:t>
            </a:r>
            <a:r>
              <a:rPr sz="2400" dirty="0">
                <a:latin typeface="Segoe UI"/>
                <a:cs typeface="Segoe UI"/>
              </a:rPr>
              <a:t>liaison</a:t>
            </a:r>
            <a:r>
              <a:rPr sz="2400" spc="-15" dirty="0">
                <a:latin typeface="Segoe UI"/>
                <a:cs typeface="Segoe UI"/>
              </a:rPr>
              <a:t> </a:t>
            </a:r>
            <a:r>
              <a:rPr sz="2400" dirty="0">
                <a:latin typeface="Segoe UI"/>
                <a:cs typeface="Segoe UI"/>
              </a:rPr>
              <a:t>entre</a:t>
            </a:r>
            <a:r>
              <a:rPr sz="2400" spc="-75" dirty="0">
                <a:latin typeface="Segoe UI"/>
                <a:cs typeface="Segoe UI"/>
              </a:rPr>
              <a:t> </a:t>
            </a:r>
            <a:r>
              <a:rPr sz="2400" dirty="0">
                <a:latin typeface="Segoe UI"/>
                <a:cs typeface="Segoe UI"/>
              </a:rPr>
              <a:t>Car</a:t>
            </a:r>
            <a:r>
              <a:rPr sz="2400" spc="-50" dirty="0">
                <a:latin typeface="Segoe UI"/>
                <a:cs typeface="Segoe UI"/>
              </a:rPr>
              <a:t> </a:t>
            </a:r>
            <a:r>
              <a:rPr sz="2400" dirty="0">
                <a:latin typeface="Segoe UI"/>
                <a:cs typeface="Segoe UI"/>
              </a:rPr>
              <a:t>et</a:t>
            </a:r>
            <a:r>
              <a:rPr sz="2400" spc="-45" dirty="0">
                <a:latin typeface="Segoe UI"/>
                <a:cs typeface="Segoe UI"/>
              </a:rPr>
              <a:t> </a:t>
            </a:r>
            <a:r>
              <a:rPr sz="2400" spc="-10" dirty="0">
                <a:latin typeface="Segoe UI"/>
                <a:cs typeface="Segoe UI"/>
              </a:rPr>
              <a:t>Person</a:t>
            </a:r>
            <a:endParaRPr sz="2400" dirty="0">
              <a:latin typeface="Segoe UI"/>
              <a:cs typeface="Segoe UI"/>
            </a:endParaRPr>
          </a:p>
        </p:txBody>
      </p:sp>
      <p:sp>
        <p:nvSpPr>
          <p:cNvPr id="16" name="object 4">
            <a:extLst>
              <a:ext uri="{FF2B5EF4-FFF2-40B4-BE49-F238E27FC236}">
                <a16:creationId xmlns:a16="http://schemas.microsoft.com/office/drawing/2014/main" id="{94C9F5D4-BF8B-13ED-64D0-2C355E81D611}"/>
              </a:ext>
            </a:extLst>
          </p:cNvPr>
          <p:cNvSpPr/>
          <p:nvPr/>
        </p:nvSpPr>
        <p:spPr>
          <a:xfrm>
            <a:off x="1096775" y="3552322"/>
            <a:ext cx="2072639" cy="739140"/>
          </a:xfrm>
          <a:custGeom>
            <a:avLst/>
            <a:gdLst/>
            <a:ahLst/>
            <a:cxnLst/>
            <a:rect l="l" t="t" r="r" b="b"/>
            <a:pathLst>
              <a:path w="2072639" h="739139">
                <a:moveTo>
                  <a:pt x="585685" y="592099"/>
                </a:moveTo>
                <a:lnTo>
                  <a:pt x="578218" y="545820"/>
                </a:lnTo>
                <a:lnTo>
                  <a:pt x="557441" y="505625"/>
                </a:lnTo>
                <a:lnTo>
                  <a:pt x="525741" y="473925"/>
                </a:lnTo>
                <a:lnTo>
                  <a:pt x="485546" y="453136"/>
                </a:lnTo>
                <a:lnTo>
                  <a:pt x="439267" y="445681"/>
                </a:lnTo>
                <a:lnTo>
                  <a:pt x="392988" y="453136"/>
                </a:lnTo>
                <a:lnTo>
                  <a:pt x="352793" y="473925"/>
                </a:lnTo>
                <a:lnTo>
                  <a:pt x="321094" y="505625"/>
                </a:lnTo>
                <a:lnTo>
                  <a:pt x="300304" y="545820"/>
                </a:lnTo>
                <a:lnTo>
                  <a:pt x="292836" y="592099"/>
                </a:lnTo>
                <a:lnTo>
                  <a:pt x="300304" y="638390"/>
                </a:lnTo>
                <a:lnTo>
                  <a:pt x="321094" y="678586"/>
                </a:lnTo>
                <a:lnTo>
                  <a:pt x="352793" y="710285"/>
                </a:lnTo>
                <a:lnTo>
                  <a:pt x="392988" y="731062"/>
                </a:lnTo>
                <a:lnTo>
                  <a:pt x="439267" y="738530"/>
                </a:lnTo>
                <a:lnTo>
                  <a:pt x="485546" y="731062"/>
                </a:lnTo>
                <a:lnTo>
                  <a:pt x="525741" y="710285"/>
                </a:lnTo>
                <a:lnTo>
                  <a:pt x="557441" y="678586"/>
                </a:lnTo>
                <a:lnTo>
                  <a:pt x="578218" y="638390"/>
                </a:lnTo>
                <a:lnTo>
                  <a:pt x="585685" y="592099"/>
                </a:lnTo>
                <a:close/>
              </a:path>
              <a:path w="2072639" h="739139">
                <a:moveTo>
                  <a:pt x="1802130" y="592099"/>
                </a:moveTo>
                <a:lnTo>
                  <a:pt x="1794662" y="545820"/>
                </a:lnTo>
                <a:lnTo>
                  <a:pt x="1773872" y="505625"/>
                </a:lnTo>
                <a:lnTo>
                  <a:pt x="1742173" y="473925"/>
                </a:lnTo>
                <a:lnTo>
                  <a:pt x="1701977" y="453136"/>
                </a:lnTo>
                <a:lnTo>
                  <a:pt x="1655699" y="445681"/>
                </a:lnTo>
                <a:lnTo>
                  <a:pt x="1609420" y="453136"/>
                </a:lnTo>
                <a:lnTo>
                  <a:pt x="1569237" y="473925"/>
                </a:lnTo>
                <a:lnTo>
                  <a:pt x="1537538" y="505625"/>
                </a:lnTo>
                <a:lnTo>
                  <a:pt x="1516748" y="545820"/>
                </a:lnTo>
                <a:lnTo>
                  <a:pt x="1509280" y="592099"/>
                </a:lnTo>
                <a:lnTo>
                  <a:pt x="1516748" y="638390"/>
                </a:lnTo>
                <a:lnTo>
                  <a:pt x="1537538" y="678586"/>
                </a:lnTo>
                <a:lnTo>
                  <a:pt x="1569237" y="710285"/>
                </a:lnTo>
                <a:lnTo>
                  <a:pt x="1609420" y="731062"/>
                </a:lnTo>
                <a:lnTo>
                  <a:pt x="1655699" y="738530"/>
                </a:lnTo>
                <a:lnTo>
                  <a:pt x="1701977" y="731062"/>
                </a:lnTo>
                <a:lnTo>
                  <a:pt x="1742173" y="710285"/>
                </a:lnTo>
                <a:lnTo>
                  <a:pt x="1773872" y="678586"/>
                </a:lnTo>
                <a:lnTo>
                  <a:pt x="1794662" y="638390"/>
                </a:lnTo>
                <a:lnTo>
                  <a:pt x="1802130" y="592099"/>
                </a:lnTo>
                <a:close/>
              </a:path>
              <a:path w="2072639" h="739139">
                <a:moveTo>
                  <a:pt x="2072449" y="629793"/>
                </a:moveTo>
                <a:lnTo>
                  <a:pt x="2070481" y="493052"/>
                </a:lnTo>
                <a:lnTo>
                  <a:pt x="2043341" y="450913"/>
                </a:lnTo>
                <a:lnTo>
                  <a:pt x="2014994" y="426135"/>
                </a:lnTo>
                <a:lnTo>
                  <a:pt x="1951850" y="359689"/>
                </a:lnTo>
                <a:lnTo>
                  <a:pt x="1912442" y="326745"/>
                </a:lnTo>
                <a:lnTo>
                  <a:pt x="1869706" y="300672"/>
                </a:lnTo>
                <a:lnTo>
                  <a:pt x="1740192" y="254330"/>
                </a:lnTo>
                <a:lnTo>
                  <a:pt x="1608162" y="225488"/>
                </a:lnTo>
                <a:lnTo>
                  <a:pt x="1464221" y="206552"/>
                </a:lnTo>
                <a:lnTo>
                  <a:pt x="1252562" y="86512"/>
                </a:lnTo>
                <a:lnTo>
                  <a:pt x="1076769" y="2806"/>
                </a:lnTo>
                <a:lnTo>
                  <a:pt x="1065047" y="0"/>
                </a:lnTo>
                <a:lnTo>
                  <a:pt x="1053338" y="1104"/>
                </a:lnTo>
                <a:lnTo>
                  <a:pt x="1042593" y="5867"/>
                </a:lnTo>
                <a:lnTo>
                  <a:pt x="1033741" y="14071"/>
                </a:lnTo>
                <a:lnTo>
                  <a:pt x="1027557" y="27381"/>
                </a:lnTo>
                <a:lnTo>
                  <a:pt x="1026972" y="41541"/>
                </a:lnTo>
                <a:lnTo>
                  <a:pt x="1031735" y="54902"/>
                </a:lnTo>
                <a:lnTo>
                  <a:pt x="1047127" y="69126"/>
                </a:lnTo>
                <a:lnTo>
                  <a:pt x="1175219" y="147040"/>
                </a:lnTo>
                <a:lnTo>
                  <a:pt x="1216431" y="175348"/>
                </a:lnTo>
                <a:lnTo>
                  <a:pt x="1170419" y="175348"/>
                </a:lnTo>
                <a:lnTo>
                  <a:pt x="1153261" y="178816"/>
                </a:lnTo>
                <a:lnTo>
                  <a:pt x="1139240" y="188264"/>
                </a:lnTo>
                <a:lnTo>
                  <a:pt x="1129792" y="202285"/>
                </a:lnTo>
                <a:lnTo>
                  <a:pt x="1126324" y="219443"/>
                </a:lnTo>
                <a:lnTo>
                  <a:pt x="850226" y="217919"/>
                </a:lnTo>
                <a:lnTo>
                  <a:pt x="833475" y="214655"/>
                </a:lnTo>
                <a:lnTo>
                  <a:pt x="833475" y="132715"/>
                </a:lnTo>
                <a:lnTo>
                  <a:pt x="830961" y="116471"/>
                </a:lnTo>
                <a:lnTo>
                  <a:pt x="823252" y="102476"/>
                </a:lnTo>
                <a:lnTo>
                  <a:pt x="811301" y="91884"/>
                </a:lnTo>
                <a:lnTo>
                  <a:pt x="796010" y="85852"/>
                </a:lnTo>
                <a:lnTo>
                  <a:pt x="778116" y="86398"/>
                </a:lnTo>
                <a:lnTo>
                  <a:pt x="762381" y="93510"/>
                </a:lnTo>
                <a:lnTo>
                  <a:pt x="750455" y="106006"/>
                </a:lnTo>
                <a:lnTo>
                  <a:pt x="743369" y="130289"/>
                </a:lnTo>
                <a:lnTo>
                  <a:pt x="743369" y="197192"/>
                </a:lnTo>
                <a:lnTo>
                  <a:pt x="503351" y="155079"/>
                </a:lnTo>
                <a:lnTo>
                  <a:pt x="462661" y="156095"/>
                </a:lnTo>
                <a:lnTo>
                  <a:pt x="382866" y="175285"/>
                </a:lnTo>
                <a:lnTo>
                  <a:pt x="173990" y="248297"/>
                </a:lnTo>
                <a:lnTo>
                  <a:pt x="73177" y="291731"/>
                </a:lnTo>
                <a:lnTo>
                  <a:pt x="18643" y="355320"/>
                </a:lnTo>
                <a:lnTo>
                  <a:pt x="14389" y="424776"/>
                </a:lnTo>
                <a:lnTo>
                  <a:pt x="21691" y="516597"/>
                </a:lnTo>
                <a:lnTo>
                  <a:pt x="0" y="543915"/>
                </a:lnTo>
                <a:lnTo>
                  <a:pt x="10337" y="596531"/>
                </a:lnTo>
                <a:lnTo>
                  <a:pt x="64427" y="622287"/>
                </a:lnTo>
                <a:lnTo>
                  <a:pt x="176187" y="634923"/>
                </a:lnTo>
                <a:lnTo>
                  <a:pt x="230416" y="637959"/>
                </a:lnTo>
                <a:lnTo>
                  <a:pt x="225653" y="604113"/>
                </a:lnTo>
                <a:lnTo>
                  <a:pt x="226517" y="570166"/>
                </a:lnTo>
                <a:lnTo>
                  <a:pt x="244805" y="504748"/>
                </a:lnTo>
                <a:lnTo>
                  <a:pt x="269849" y="462330"/>
                </a:lnTo>
                <a:lnTo>
                  <a:pt x="302793" y="427812"/>
                </a:lnTo>
                <a:lnTo>
                  <a:pt x="341934" y="401840"/>
                </a:lnTo>
                <a:lnTo>
                  <a:pt x="385584" y="385089"/>
                </a:lnTo>
                <a:lnTo>
                  <a:pt x="432041" y="378193"/>
                </a:lnTo>
                <a:lnTo>
                  <a:pt x="479615" y="381787"/>
                </a:lnTo>
                <a:lnTo>
                  <a:pt x="526630" y="396544"/>
                </a:lnTo>
                <a:lnTo>
                  <a:pt x="569468" y="421957"/>
                </a:lnTo>
                <a:lnTo>
                  <a:pt x="604621" y="455879"/>
                </a:lnTo>
                <a:lnTo>
                  <a:pt x="631024" y="496646"/>
                </a:lnTo>
                <a:lnTo>
                  <a:pt x="647598" y="542607"/>
                </a:lnTo>
                <a:lnTo>
                  <a:pt x="653262" y="592099"/>
                </a:lnTo>
                <a:lnTo>
                  <a:pt x="647547" y="641159"/>
                </a:lnTo>
                <a:lnTo>
                  <a:pt x="643128" y="657072"/>
                </a:lnTo>
                <a:lnTo>
                  <a:pt x="1451838" y="657072"/>
                </a:lnTo>
                <a:lnTo>
                  <a:pt x="1442072" y="608622"/>
                </a:lnTo>
                <a:lnTo>
                  <a:pt x="1443494" y="560768"/>
                </a:lnTo>
                <a:lnTo>
                  <a:pt x="1455267" y="515150"/>
                </a:lnTo>
                <a:lnTo>
                  <a:pt x="1476590" y="473354"/>
                </a:lnTo>
                <a:lnTo>
                  <a:pt x="1506613" y="437045"/>
                </a:lnTo>
                <a:lnTo>
                  <a:pt x="1544523" y="407809"/>
                </a:lnTo>
                <a:lnTo>
                  <a:pt x="1589493" y="387273"/>
                </a:lnTo>
                <a:lnTo>
                  <a:pt x="1637944" y="377507"/>
                </a:lnTo>
                <a:lnTo>
                  <a:pt x="1685785" y="378929"/>
                </a:lnTo>
                <a:lnTo>
                  <a:pt x="1731403" y="390715"/>
                </a:lnTo>
                <a:lnTo>
                  <a:pt x="1773174" y="412026"/>
                </a:lnTo>
                <a:lnTo>
                  <a:pt x="1809470" y="442048"/>
                </a:lnTo>
                <a:lnTo>
                  <a:pt x="1838693" y="479958"/>
                </a:lnTo>
                <a:lnTo>
                  <a:pt x="1859191" y="524929"/>
                </a:lnTo>
                <a:lnTo>
                  <a:pt x="1869274" y="576935"/>
                </a:lnTo>
                <a:lnTo>
                  <a:pt x="1866138" y="629793"/>
                </a:lnTo>
                <a:lnTo>
                  <a:pt x="2072449" y="629793"/>
                </a:lnTo>
                <a:close/>
              </a:path>
            </a:pathLst>
          </a:custGeom>
          <a:solidFill>
            <a:srgbClr val="767070"/>
          </a:solidFill>
        </p:spPr>
        <p:txBody>
          <a:bodyPr wrap="square" lIns="0" tIns="0" rIns="0" bIns="0" rtlCol="0"/>
          <a:lstStyle/>
          <a:p>
            <a:endParaRPr/>
          </a:p>
        </p:txBody>
      </p:sp>
      <p:grpSp>
        <p:nvGrpSpPr>
          <p:cNvPr id="17" name="object 5">
            <a:extLst>
              <a:ext uri="{FF2B5EF4-FFF2-40B4-BE49-F238E27FC236}">
                <a16:creationId xmlns:a16="http://schemas.microsoft.com/office/drawing/2014/main" id="{238B2AD8-053B-368E-F851-E1240B9FCC9A}"/>
              </a:ext>
            </a:extLst>
          </p:cNvPr>
          <p:cNvGrpSpPr/>
          <p:nvPr/>
        </p:nvGrpSpPr>
        <p:grpSpPr>
          <a:xfrm>
            <a:off x="10031602" y="3296639"/>
            <a:ext cx="617220" cy="1262380"/>
            <a:chOff x="9750217" y="3022339"/>
            <a:chExt cx="617220" cy="1262380"/>
          </a:xfrm>
        </p:grpSpPr>
        <p:pic>
          <p:nvPicPr>
            <p:cNvPr id="18" name="object 6">
              <a:extLst>
                <a:ext uri="{FF2B5EF4-FFF2-40B4-BE49-F238E27FC236}">
                  <a16:creationId xmlns:a16="http://schemas.microsoft.com/office/drawing/2014/main" id="{F07D159E-3371-1655-CF4C-96A9E4F1075A}"/>
                </a:ext>
              </a:extLst>
            </p:cNvPr>
            <p:cNvPicPr/>
            <p:nvPr/>
          </p:nvPicPr>
          <p:blipFill>
            <a:blip r:embed="rId3" cstate="print"/>
            <a:stretch>
              <a:fillRect/>
            </a:stretch>
          </p:blipFill>
          <p:spPr>
            <a:xfrm>
              <a:off x="9946559" y="3022339"/>
              <a:ext cx="224391" cy="224351"/>
            </a:xfrm>
            <a:prstGeom prst="rect">
              <a:avLst/>
            </a:prstGeom>
          </p:spPr>
        </p:pic>
        <p:sp>
          <p:nvSpPr>
            <p:cNvPr id="19" name="object 7">
              <a:extLst>
                <a:ext uri="{FF2B5EF4-FFF2-40B4-BE49-F238E27FC236}">
                  <a16:creationId xmlns:a16="http://schemas.microsoft.com/office/drawing/2014/main" id="{95578B26-0A2E-31D1-4CDD-2F5D84428B79}"/>
                </a:ext>
              </a:extLst>
            </p:cNvPr>
            <p:cNvSpPr/>
            <p:nvPr/>
          </p:nvSpPr>
          <p:spPr>
            <a:xfrm>
              <a:off x="9750217" y="3275704"/>
              <a:ext cx="617220" cy="1009015"/>
            </a:xfrm>
            <a:custGeom>
              <a:avLst/>
              <a:gdLst/>
              <a:ahLst/>
              <a:cxnLst/>
              <a:rect l="l" t="t" r="r" b="b"/>
              <a:pathLst>
                <a:path w="617220" h="1009014">
                  <a:moveTo>
                    <a:pt x="331677" y="0"/>
                  </a:moveTo>
                  <a:lnTo>
                    <a:pt x="285397" y="43"/>
                  </a:lnTo>
                  <a:lnTo>
                    <a:pt x="239116" y="7319"/>
                  </a:lnTo>
                  <a:lnTo>
                    <a:pt x="183369" y="23491"/>
                  </a:lnTo>
                  <a:lnTo>
                    <a:pt x="124466" y="54872"/>
                  </a:lnTo>
                  <a:lnTo>
                    <a:pt x="87652" y="89145"/>
                  </a:lnTo>
                  <a:lnTo>
                    <a:pt x="2804" y="442222"/>
                  </a:lnTo>
                  <a:lnTo>
                    <a:pt x="0" y="447832"/>
                  </a:lnTo>
                  <a:lnTo>
                    <a:pt x="4426" y="475224"/>
                  </a:lnTo>
                  <a:lnTo>
                    <a:pt x="16478" y="493062"/>
                  </a:lnTo>
                  <a:lnTo>
                    <a:pt x="34316" y="505115"/>
                  </a:lnTo>
                  <a:lnTo>
                    <a:pt x="56097" y="509541"/>
                  </a:lnTo>
                  <a:lnTo>
                    <a:pt x="74285" y="506123"/>
                  </a:lnTo>
                  <a:lnTo>
                    <a:pt x="90107" y="496919"/>
                  </a:lnTo>
                  <a:lnTo>
                    <a:pt x="102246" y="483508"/>
                  </a:lnTo>
                  <a:lnTo>
                    <a:pt x="109390" y="467467"/>
                  </a:lnTo>
                  <a:lnTo>
                    <a:pt x="168293" y="223434"/>
                  </a:lnTo>
                  <a:lnTo>
                    <a:pt x="168293" y="1008830"/>
                  </a:lnTo>
                  <a:lnTo>
                    <a:pt x="280489" y="1008830"/>
                  </a:lnTo>
                  <a:lnTo>
                    <a:pt x="280488" y="503932"/>
                  </a:lnTo>
                  <a:lnTo>
                    <a:pt x="336586" y="503932"/>
                  </a:lnTo>
                  <a:lnTo>
                    <a:pt x="336586" y="1008830"/>
                  </a:lnTo>
                  <a:lnTo>
                    <a:pt x="448782" y="1008830"/>
                  </a:lnTo>
                  <a:lnTo>
                    <a:pt x="448781" y="220629"/>
                  </a:lnTo>
                  <a:lnTo>
                    <a:pt x="507684" y="464662"/>
                  </a:lnTo>
                  <a:lnTo>
                    <a:pt x="514828" y="480703"/>
                  </a:lnTo>
                  <a:lnTo>
                    <a:pt x="526968" y="494114"/>
                  </a:lnTo>
                  <a:lnTo>
                    <a:pt x="542789" y="503318"/>
                  </a:lnTo>
                  <a:lnTo>
                    <a:pt x="560977" y="506737"/>
                  </a:lnTo>
                  <a:lnTo>
                    <a:pt x="582759" y="502310"/>
                  </a:lnTo>
                  <a:lnTo>
                    <a:pt x="600596" y="490257"/>
                  </a:lnTo>
                  <a:lnTo>
                    <a:pt x="612648" y="472419"/>
                  </a:lnTo>
                  <a:lnTo>
                    <a:pt x="617075" y="445027"/>
                  </a:lnTo>
                  <a:lnTo>
                    <a:pt x="614270" y="436612"/>
                  </a:lnTo>
                  <a:lnTo>
                    <a:pt x="533103" y="94448"/>
                  </a:lnTo>
                  <a:lnTo>
                    <a:pt x="492608" y="52461"/>
                  </a:lnTo>
                  <a:lnTo>
                    <a:pt x="433705" y="21870"/>
                  </a:lnTo>
                  <a:lnTo>
                    <a:pt x="401098" y="10255"/>
                  </a:lnTo>
                  <a:lnTo>
                    <a:pt x="331677" y="0"/>
                  </a:lnTo>
                  <a:close/>
                </a:path>
              </a:pathLst>
            </a:custGeom>
            <a:solidFill>
              <a:srgbClr val="767070"/>
            </a:solidFill>
          </p:spPr>
          <p:txBody>
            <a:bodyPr wrap="square" lIns="0" tIns="0" rIns="0" bIns="0" rtlCol="0"/>
            <a:lstStyle/>
            <a:p>
              <a:endParaRPr/>
            </a:p>
          </p:txBody>
        </p:sp>
      </p:grpSp>
      <p:sp>
        <p:nvSpPr>
          <p:cNvPr id="20" name="object 8">
            <a:extLst>
              <a:ext uri="{FF2B5EF4-FFF2-40B4-BE49-F238E27FC236}">
                <a16:creationId xmlns:a16="http://schemas.microsoft.com/office/drawing/2014/main" id="{5E4D362E-AFF3-4F00-8502-AB9614944F7C}"/>
              </a:ext>
            </a:extLst>
          </p:cNvPr>
          <p:cNvSpPr/>
          <p:nvPr/>
        </p:nvSpPr>
        <p:spPr>
          <a:xfrm>
            <a:off x="3765249" y="3887703"/>
            <a:ext cx="1371600" cy="76200"/>
          </a:xfrm>
          <a:custGeom>
            <a:avLst/>
            <a:gdLst/>
            <a:ahLst/>
            <a:cxnLst/>
            <a:rect l="l" t="t" r="r" b="b"/>
            <a:pathLst>
              <a:path w="1371600" h="76200">
                <a:moveTo>
                  <a:pt x="1295400" y="0"/>
                </a:moveTo>
                <a:lnTo>
                  <a:pt x="1295400" y="76200"/>
                </a:lnTo>
                <a:lnTo>
                  <a:pt x="1358900" y="44450"/>
                </a:lnTo>
                <a:lnTo>
                  <a:pt x="1308100" y="44450"/>
                </a:lnTo>
                <a:lnTo>
                  <a:pt x="1308100" y="31750"/>
                </a:lnTo>
                <a:lnTo>
                  <a:pt x="1358900" y="31750"/>
                </a:lnTo>
                <a:lnTo>
                  <a:pt x="1295400" y="0"/>
                </a:lnTo>
                <a:close/>
              </a:path>
              <a:path w="1371600" h="76200">
                <a:moveTo>
                  <a:pt x="1295400" y="31750"/>
                </a:moveTo>
                <a:lnTo>
                  <a:pt x="0" y="31750"/>
                </a:lnTo>
                <a:lnTo>
                  <a:pt x="0" y="44450"/>
                </a:lnTo>
                <a:lnTo>
                  <a:pt x="1295400" y="44450"/>
                </a:lnTo>
                <a:lnTo>
                  <a:pt x="1295400" y="31750"/>
                </a:lnTo>
                <a:close/>
              </a:path>
              <a:path w="1371600" h="76200">
                <a:moveTo>
                  <a:pt x="1358900" y="31750"/>
                </a:moveTo>
                <a:lnTo>
                  <a:pt x="1308100" y="31750"/>
                </a:lnTo>
                <a:lnTo>
                  <a:pt x="1308100" y="44450"/>
                </a:lnTo>
                <a:lnTo>
                  <a:pt x="1358900" y="44450"/>
                </a:lnTo>
                <a:lnTo>
                  <a:pt x="1371600" y="38100"/>
                </a:lnTo>
                <a:lnTo>
                  <a:pt x="1358900" y="31750"/>
                </a:lnTo>
                <a:close/>
              </a:path>
            </a:pathLst>
          </a:custGeom>
          <a:solidFill>
            <a:srgbClr val="4471C4"/>
          </a:solidFill>
        </p:spPr>
        <p:txBody>
          <a:bodyPr wrap="square" lIns="0" tIns="0" rIns="0" bIns="0" rtlCol="0"/>
          <a:lstStyle/>
          <a:p>
            <a:endParaRPr/>
          </a:p>
        </p:txBody>
      </p:sp>
      <p:sp>
        <p:nvSpPr>
          <p:cNvPr id="21" name="object 9">
            <a:extLst>
              <a:ext uri="{FF2B5EF4-FFF2-40B4-BE49-F238E27FC236}">
                <a16:creationId xmlns:a16="http://schemas.microsoft.com/office/drawing/2014/main" id="{ED504088-1D6A-0DCE-0ACB-8FA32999E500}"/>
              </a:ext>
            </a:extLst>
          </p:cNvPr>
          <p:cNvSpPr txBox="1"/>
          <p:nvPr/>
        </p:nvSpPr>
        <p:spPr>
          <a:xfrm>
            <a:off x="4501832" y="5309763"/>
            <a:ext cx="3535045" cy="11252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000FF"/>
                </a:solidFill>
                <a:latin typeface="Consolas"/>
                <a:cs typeface="Consolas"/>
              </a:rPr>
              <a:t>public</a:t>
            </a:r>
            <a:r>
              <a:rPr sz="1800" spc="-55" dirty="0">
                <a:solidFill>
                  <a:srgbClr val="0000FF"/>
                </a:solidFill>
                <a:latin typeface="Consolas"/>
                <a:cs typeface="Consolas"/>
              </a:rPr>
              <a:t> </a:t>
            </a:r>
            <a:r>
              <a:rPr sz="1800" dirty="0">
                <a:solidFill>
                  <a:srgbClr val="0000FF"/>
                </a:solidFill>
                <a:latin typeface="Consolas"/>
                <a:cs typeface="Consolas"/>
              </a:rPr>
              <a:t>interface</a:t>
            </a:r>
            <a:r>
              <a:rPr sz="1800" spc="-45" dirty="0">
                <a:solidFill>
                  <a:srgbClr val="0000FF"/>
                </a:solidFill>
                <a:latin typeface="Consolas"/>
                <a:cs typeface="Consolas"/>
              </a:rPr>
              <a:t> </a:t>
            </a:r>
            <a:r>
              <a:rPr sz="1800" spc="-10" dirty="0">
                <a:solidFill>
                  <a:srgbClr val="2B91AE"/>
                </a:solidFill>
                <a:latin typeface="Consolas"/>
                <a:cs typeface="Consolas"/>
              </a:rPr>
              <a:t>IDriver</a:t>
            </a:r>
            <a:endParaRPr sz="1800">
              <a:latin typeface="Consolas"/>
              <a:cs typeface="Consolas"/>
            </a:endParaRPr>
          </a:p>
          <a:p>
            <a:pPr marL="12700">
              <a:lnSpc>
                <a:spcPct val="100000"/>
              </a:lnSpc>
              <a:spcBef>
                <a:spcPts val="5"/>
              </a:spcBef>
            </a:pPr>
            <a:r>
              <a:rPr sz="1800" spc="-50" dirty="0">
                <a:latin typeface="Consolas"/>
                <a:cs typeface="Consolas"/>
              </a:rPr>
              <a:t>{</a:t>
            </a:r>
            <a:endParaRPr sz="1800">
              <a:latin typeface="Consolas"/>
              <a:cs typeface="Consolas"/>
            </a:endParaRPr>
          </a:p>
          <a:p>
            <a:pPr marL="1015365">
              <a:lnSpc>
                <a:spcPct val="100000"/>
              </a:lnSpc>
            </a:pPr>
            <a:r>
              <a:rPr sz="1800" dirty="0">
                <a:solidFill>
                  <a:srgbClr val="0000FF"/>
                </a:solidFill>
                <a:latin typeface="Consolas"/>
                <a:cs typeface="Consolas"/>
              </a:rPr>
              <a:t>public</a:t>
            </a:r>
            <a:r>
              <a:rPr sz="1800" spc="-30" dirty="0">
                <a:solidFill>
                  <a:srgbClr val="0000FF"/>
                </a:solidFill>
                <a:latin typeface="Consolas"/>
                <a:cs typeface="Consolas"/>
              </a:rPr>
              <a:t> </a:t>
            </a:r>
            <a:r>
              <a:rPr sz="1800" dirty="0">
                <a:solidFill>
                  <a:srgbClr val="0000FF"/>
                </a:solidFill>
                <a:latin typeface="Consolas"/>
                <a:cs typeface="Consolas"/>
              </a:rPr>
              <a:t>void</a:t>
            </a:r>
            <a:r>
              <a:rPr sz="1800" spc="-15" dirty="0">
                <a:solidFill>
                  <a:srgbClr val="0000FF"/>
                </a:solidFill>
                <a:latin typeface="Consolas"/>
                <a:cs typeface="Consolas"/>
              </a:rPr>
              <a:t> </a:t>
            </a:r>
            <a:r>
              <a:rPr sz="1800" spc="-10" dirty="0">
                <a:latin typeface="Consolas"/>
                <a:cs typeface="Consolas"/>
              </a:rPr>
              <a:t>Drive();</a:t>
            </a:r>
            <a:endParaRPr sz="1800">
              <a:latin typeface="Consolas"/>
              <a:cs typeface="Consolas"/>
            </a:endParaRPr>
          </a:p>
          <a:p>
            <a:pPr marL="12700">
              <a:lnSpc>
                <a:spcPct val="100000"/>
              </a:lnSpc>
              <a:spcBef>
                <a:spcPts val="10"/>
              </a:spcBef>
            </a:pPr>
            <a:r>
              <a:rPr sz="1800" spc="-50" dirty="0">
                <a:latin typeface="Consolas"/>
                <a:cs typeface="Consolas"/>
              </a:rPr>
              <a:t>}</a:t>
            </a:r>
            <a:endParaRPr sz="1800">
              <a:latin typeface="Consolas"/>
              <a:cs typeface="Consolas"/>
            </a:endParaRPr>
          </a:p>
        </p:txBody>
      </p:sp>
      <p:grpSp>
        <p:nvGrpSpPr>
          <p:cNvPr id="22" name="object 10">
            <a:extLst>
              <a:ext uri="{FF2B5EF4-FFF2-40B4-BE49-F238E27FC236}">
                <a16:creationId xmlns:a16="http://schemas.microsoft.com/office/drawing/2014/main" id="{0CB7EDA2-3D50-1697-8435-B49E380694F4}"/>
              </a:ext>
            </a:extLst>
          </p:cNvPr>
          <p:cNvGrpSpPr/>
          <p:nvPr/>
        </p:nvGrpSpPr>
        <p:grpSpPr>
          <a:xfrm>
            <a:off x="5966865" y="3504619"/>
            <a:ext cx="861060" cy="861060"/>
            <a:chOff x="5685480" y="3230319"/>
            <a:chExt cx="861060" cy="861060"/>
          </a:xfrm>
        </p:grpSpPr>
        <p:sp>
          <p:nvSpPr>
            <p:cNvPr id="23" name="object 11">
              <a:extLst>
                <a:ext uri="{FF2B5EF4-FFF2-40B4-BE49-F238E27FC236}">
                  <a16:creationId xmlns:a16="http://schemas.microsoft.com/office/drawing/2014/main" id="{E203A0EA-70DA-ED41-0418-E3ACEF561B46}"/>
                </a:ext>
              </a:extLst>
            </p:cNvPr>
            <p:cNvSpPr/>
            <p:nvPr/>
          </p:nvSpPr>
          <p:spPr>
            <a:xfrm>
              <a:off x="5685480" y="3230319"/>
              <a:ext cx="861060" cy="861060"/>
            </a:xfrm>
            <a:custGeom>
              <a:avLst/>
              <a:gdLst/>
              <a:ahLst/>
              <a:cxnLst/>
              <a:rect l="l" t="t" r="r" b="b"/>
              <a:pathLst>
                <a:path w="861059" h="861060">
                  <a:moveTo>
                    <a:pt x="430384" y="0"/>
                  </a:moveTo>
                  <a:lnTo>
                    <a:pt x="383488" y="2525"/>
                  </a:lnTo>
                  <a:lnTo>
                    <a:pt x="338054" y="9925"/>
                  </a:lnTo>
                  <a:lnTo>
                    <a:pt x="294346" y="21938"/>
                  </a:lnTo>
                  <a:lnTo>
                    <a:pt x="252626" y="38301"/>
                  </a:lnTo>
                  <a:lnTo>
                    <a:pt x="213157" y="58752"/>
                  </a:lnTo>
                  <a:lnTo>
                    <a:pt x="176201" y="83029"/>
                  </a:lnTo>
                  <a:lnTo>
                    <a:pt x="142021" y="110868"/>
                  </a:lnTo>
                  <a:lnTo>
                    <a:pt x="110878" y="142008"/>
                  </a:lnTo>
                  <a:lnTo>
                    <a:pt x="83036" y="176187"/>
                  </a:lnTo>
                  <a:lnTo>
                    <a:pt x="58758" y="213140"/>
                  </a:lnTo>
                  <a:lnTo>
                    <a:pt x="38305" y="252608"/>
                  </a:lnTo>
                  <a:lnTo>
                    <a:pt x="21940" y="294326"/>
                  </a:lnTo>
                  <a:lnTo>
                    <a:pt x="9926" y="338032"/>
                  </a:lnTo>
                  <a:lnTo>
                    <a:pt x="2525" y="383464"/>
                  </a:lnTo>
                  <a:lnTo>
                    <a:pt x="0" y="430360"/>
                  </a:lnTo>
                  <a:lnTo>
                    <a:pt x="2525" y="477257"/>
                  </a:lnTo>
                  <a:lnTo>
                    <a:pt x="9926" y="522690"/>
                  </a:lnTo>
                  <a:lnTo>
                    <a:pt x="21940" y="566399"/>
                  </a:lnTo>
                  <a:lnTo>
                    <a:pt x="38305" y="608120"/>
                  </a:lnTo>
                  <a:lnTo>
                    <a:pt x="58758" y="647590"/>
                  </a:lnTo>
                  <a:lnTo>
                    <a:pt x="83037" y="684547"/>
                  </a:lnTo>
                  <a:lnTo>
                    <a:pt x="110878" y="718729"/>
                  </a:lnTo>
                  <a:lnTo>
                    <a:pt x="142021" y="749873"/>
                  </a:lnTo>
                  <a:lnTo>
                    <a:pt x="176201" y="777716"/>
                  </a:lnTo>
                  <a:lnTo>
                    <a:pt x="213157" y="801997"/>
                  </a:lnTo>
                  <a:lnTo>
                    <a:pt x="252627" y="822451"/>
                  </a:lnTo>
                  <a:lnTo>
                    <a:pt x="294346" y="838817"/>
                  </a:lnTo>
                  <a:lnTo>
                    <a:pt x="338054" y="850832"/>
                  </a:lnTo>
                  <a:lnTo>
                    <a:pt x="383488" y="858233"/>
                  </a:lnTo>
                  <a:lnTo>
                    <a:pt x="430384" y="860759"/>
                  </a:lnTo>
                  <a:lnTo>
                    <a:pt x="477279" y="858233"/>
                  </a:lnTo>
                  <a:lnTo>
                    <a:pt x="522712" y="850832"/>
                  </a:lnTo>
                  <a:lnTo>
                    <a:pt x="566420" y="838817"/>
                  </a:lnTo>
                  <a:lnTo>
                    <a:pt x="608141" y="822451"/>
                  </a:lnTo>
                  <a:lnTo>
                    <a:pt x="647612" y="801997"/>
                  </a:lnTo>
                  <a:lnTo>
                    <a:pt x="684570" y="777716"/>
                  </a:lnTo>
                  <a:lnTo>
                    <a:pt x="698032" y="766751"/>
                  </a:lnTo>
                  <a:lnTo>
                    <a:pt x="382966" y="766751"/>
                  </a:lnTo>
                  <a:lnTo>
                    <a:pt x="337776" y="757286"/>
                  </a:lnTo>
                  <a:lnTo>
                    <a:pt x="295275" y="742211"/>
                  </a:lnTo>
                  <a:lnTo>
                    <a:pt x="255806" y="721983"/>
                  </a:lnTo>
                  <a:lnTo>
                    <a:pt x="219715" y="697058"/>
                  </a:lnTo>
                  <a:lnTo>
                    <a:pt x="187346" y="667894"/>
                  </a:lnTo>
                  <a:lnTo>
                    <a:pt x="159043" y="634947"/>
                  </a:lnTo>
                  <a:lnTo>
                    <a:pt x="135150" y="598674"/>
                  </a:lnTo>
                  <a:lnTo>
                    <a:pt x="116013" y="559532"/>
                  </a:lnTo>
                  <a:lnTo>
                    <a:pt x="101974" y="517977"/>
                  </a:lnTo>
                  <a:lnTo>
                    <a:pt x="93380" y="474466"/>
                  </a:lnTo>
                  <a:lnTo>
                    <a:pt x="90631" y="430360"/>
                  </a:lnTo>
                  <a:lnTo>
                    <a:pt x="90683" y="427949"/>
                  </a:lnTo>
                  <a:lnTo>
                    <a:pt x="93896" y="383464"/>
                  </a:lnTo>
                  <a:lnTo>
                    <a:pt x="103518" y="337815"/>
                  </a:lnTo>
                  <a:lnTo>
                    <a:pt x="288957" y="337815"/>
                  </a:lnTo>
                  <a:lnTo>
                    <a:pt x="293837" y="329532"/>
                  </a:lnTo>
                  <a:lnTo>
                    <a:pt x="318390" y="302930"/>
                  </a:lnTo>
                  <a:lnTo>
                    <a:pt x="143083" y="249291"/>
                  </a:lnTo>
                  <a:lnTo>
                    <a:pt x="170224" y="211955"/>
                  </a:lnTo>
                  <a:lnTo>
                    <a:pt x="201379" y="179369"/>
                  </a:lnTo>
                  <a:lnTo>
                    <a:pt x="235990" y="151659"/>
                  </a:lnTo>
                  <a:lnTo>
                    <a:pt x="273501" y="128952"/>
                  </a:lnTo>
                  <a:lnTo>
                    <a:pt x="313353" y="111375"/>
                  </a:lnTo>
                  <a:lnTo>
                    <a:pt x="354989" y="99056"/>
                  </a:lnTo>
                  <a:lnTo>
                    <a:pt x="397852" y="92122"/>
                  </a:lnTo>
                  <a:lnTo>
                    <a:pt x="441383" y="90699"/>
                  </a:lnTo>
                  <a:lnTo>
                    <a:pt x="693987" y="90699"/>
                  </a:lnTo>
                  <a:lnTo>
                    <a:pt x="684570" y="83029"/>
                  </a:lnTo>
                  <a:lnTo>
                    <a:pt x="647612" y="58752"/>
                  </a:lnTo>
                  <a:lnTo>
                    <a:pt x="608141" y="38301"/>
                  </a:lnTo>
                  <a:lnTo>
                    <a:pt x="566420" y="21938"/>
                  </a:lnTo>
                  <a:lnTo>
                    <a:pt x="522712" y="9925"/>
                  </a:lnTo>
                  <a:lnTo>
                    <a:pt x="477279" y="2525"/>
                  </a:lnTo>
                  <a:lnTo>
                    <a:pt x="430384" y="0"/>
                  </a:lnTo>
                  <a:close/>
                </a:path>
                <a:path w="861059" h="861060">
                  <a:moveTo>
                    <a:pt x="356766" y="583265"/>
                  </a:moveTo>
                  <a:lnTo>
                    <a:pt x="382966" y="766751"/>
                  </a:lnTo>
                  <a:lnTo>
                    <a:pt x="477783" y="766751"/>
                  </a:lnTo>
                  <a:lnTo>
                    <a:pt x="501570" y="600290"/>
                  </a:lnTo>
                  <a:lnTo>
                    <a:pt x="430384" y="600290"/>
                  </a:lnTo>
                  <a:lnTo>
                    <a:pt x="392837" y="596034"/>
                  </a:lnTo>
                  <a:lnTo>
                    <a:pt x="356766" y="583265"/>
                  </a:lnTo>
                  <a:close/>
                </a:path>
                <a:path w="861059" h="861060">
                  <a:moveTo>
                    <a:pt x="850800" y="337815"/>
                  </a:moveTo>
                  <a:lnTo>
                    <a:pt x="757250" y="337815"/>
                  </a:lnTo>
                  <a:lnTo>
                    <a:pt x="766849" y="382978"/>
                  </a:lnTo>
                  <a:lnTo>
                    <a:pt x="770230" y="427949"/>
                  </a:lnTo>
                  <a:lnTo>
                    <a:pt x="767673" y="472227"/>
                  </a:lnTo>
                  <a:lnTo>
                    <a:pt x="759454" y="515313"/>
                  </a:lnTo>
                  <a:lnTo>
                    <a:pt x="745854" y="556708"/>
                  </a:lnTo>
                  <a:lnTo>
                    <a:pt x="727151" y="595912"/>
                  </a:lnTo>
                  <a:lnTo>
                    <a:pt x="703624" y="632424"/>
                  </a:lnTo>
                  <a:lnTo>
                    <a:pt x="675550" y="665746"/>
                  </a:lnTo>
                  <a:lnTo>
                    <a:pt x="643210" y="695377"/>
                  </a:lnTo>
                  <a:lnTo>
                    <a:pt x="606880" y="720819"/>
                  </a:lnTo>
                  <a:lnTo>
                    <a:pt x="566841" y="741571"/>
                  </a:lnTo>
                  <a:lnTo>
                    <a:pt x="523370" y="757133"/>
                  </a:lnTo>
                  <a:lnTo>
                    <a:pt x="477783" y="766751"/>
                  </a:lnTo>
                  <a:lnTo>
                    <a:pt x="698032" y="766751"/>
                  </a:lnTo>
                  <a:lnTo>
                    <a:pt x="749897" y="718729"/>
                  </a:lnTo>
                  <a:lnTo>
                    <a:pt x="777741" y="684547"/>
                  </a:lnTo>
                  <a:lnTo>
                    <a:pt x="802022" y="647590"/>
                  </a:lnTo>
                  <a:lnTo>
                    <a:pt x="822478" y="608120"/>
                  </a:lnTo>
                  <a:lnTo>
                    <a:pt x="838844" y="566399"/>
                  </a:lnTo>
                  <a:lnTo>
                    <a:pt x="850860" y="522690"/>
                  </a:lnTo>
                  <a:lnTo>
                    <a:pt x="858262" y="477257"/>
                  </a:lnTo>
                  <a:lnTo>
                    <a:pt x="860788" y="430360"/>
                  </a:lnTo>
                  <a:lnTo>
                    <a:pt x="858262" y="383464"/>
                  </a:lnTo>
                  <a:lnTo>
                    <a:pt x="850860" y="338032"/>
                  </a:lnTo>
                  <a:lnTo>
                    <a:pt x="850800" y="337815"/>
                  </a:lnTo>
                  <a:close/>
                </a:path>
                <a:path w="861059" h="861060">
                  <a:moveTo>
                    <a:pt x="504003" y="583265"/>
                  </a:moveTo>
                  <a:lnTo>
                    <a:pt x="467931" y="596034"/>
                  </a:lnTo>
                  <a:lnTo>
                    <a:pt x="430384" y="600290"/>
                  </a:lnTo>
                  <a:lnTo>
                    <a:pt x="501570" y="600290"/>
                  </a:lnTo>
                  <a:lnTo>
                    <a:pt x="504003" y="583265"/>
                  </a:lnTo>
                  <a:close/>
                </a:path>
                <a:path w="861059" h="861060">
                  <a:moveTo>
                    <a:pt x="288957" y="337815"/>
                  </a:moveTo>
                  <a:lnTo>
                    <a:pt x="103518" y="337815"/>
                  </a:lnTo>
                  <a:lnTo>
                    <a:pt x="261033" y="441186"/>
                  </a:lnTo>
                  <a:lnTo>
                    <a:pt x="260807" y="437590"/>
                  </a:lnTo>
                  <a:lnTo>
                    <a:pt x="260495" y="434023"/>
                  </a:lnTo>
                  <a:lnTo>
                    <a:pt x="260593" y="429456"/>
                  </a:lnTo>
                  <a:lnTo>
                    <a:pt x="264379" y="394367"/>
                  </a:lnTo>
                  <a:lnTo>
                    <a:pt x="275662" y="360384"/>
                  </a:lnTo>
                  <a:lnTo>
                    <a:pt x="288957" y="337815"/>
                  </a:lnTo>
                  <a:close/>
                </a:path>
                <a:path w="861059" h="861060">
                  <a:moveTo>
                    <a:pt x="693987" y="90699"/>
                  </a:moveTo>
                  <a:lnTo>
                    <a:pt x="441383" y="90699"/>
                  </a:lnTo>
                  <a:lnTo>
                    <a:pt x="485027" y="94914"/>
                  </a:lnTo>
                  <a:lnTo>
                    <a:pt x="528224" y="104895"/>
                  </a:lnTo>
                  <a:lnTo>
                    <a:pt x="570418" y="120770"/>
                  </a:lnTo>
                  <a:lnTo>
                    <a:pt x="611051" y="142663"/>
                  </a:lnTo>
                  <a:lnTo>
                    <a:pt x="670359" y="189981"/>
                  </a:lnTo>
                  <a:lnTo>
                    <a:pt x="717675" y="249291"/>
                  </a:lnTo>
                  <a:lnTo>
                    <a:pt x="542360" y="302930"/>
                  </a:lnTo>
                  <a:lnTo>
                    <a:pt x="566920" y="329536"/>
                  </a:lnTo>
                  <a:lnTo>
                    <a:pt x="585095" y="360384"/>
                  </a:lnTo>
                  <a:lnTo>
                    <a:pt x="596383" y="394368"/>
                  </a:lnTo>
                  <a:lnTo>
                    <a:pt x="600175" y="429456"/>
                  </a:lnTo>
                  <a:lnTo>
                    <a:pt x="600273" y="434023"/>
                  </a:lnTo>
                  <a:lnTo>
                    <a:pt x="599952" y="437590"/>
                  </a:lnTo>
                  <a:lnTo>
                    <a:pt x="599725" y="441186"/>
                  </a:lnTo>
                  <a:lnTo>
                    <a:pt x="757250" y="337815"/>
                  </a:lnTo>
                  <a:lnTo>
                    <a:pt x="850800" y="337815"/>
                  </a:lnTo>
                  <a:lnTo>
                    <a:pt x="838844" y="294326"/>
                  </a:lnTo>
                  <a:lnTo>
                    <a:pt x="822477" y="252608"/>
                  </a:lnTo>
                  <a:lnTo>
                    <a:pt x="802022" y="213140"/>
                  </a:lnTo>
                  <a:lnTo>
                    <a:pt x="777741" y="176187"/>
                  </a:lnTo>
                  <a:lnTo>
                    <a:pt x="749897" y="142008"/>
                  </a:lnTo>
                  <a:lnTo>
                    <a:pt x="718752" y="110868"/>
                  </a:lnTo>
                  <a:lnTo>
                    <a:pt x="693987" y="90699"/>
                  </a:lnTo>
                  <a:close/>
                </a:path>
              </a:pathLst>
            </a:custGeom>
            <a:solidFill>
              <a:srgbClr val="767070"/>
            </a:solidFill>
          </p:spPr>
          <p:txBody>
            <a:bodyPr wrap="square" lIns="0" tIns="0" rIns="0" bIns="0" rtlCol="0"/>
            <a:lstStyle/>
            <a:p>
              <a:endParaRPr/>
            </a:p>
          </p:txBody>
        </p:sp>
        <p:pic>
          <p:nvPicPr>
            <p:cNvPr id="24" name="object 12">
              <a:extLst>
                <a:ext uri="{FF2B5EF4-FFF2-40B4-BE49-F238E27FC236}">
                  <a16:creationId xmlns:a16="http://schemas.microsoft.com/office/drawing/2014/main" id="{C1D0C693-8515-1944-1172-9E9ECB9FBFC9}"/>
                </a:ext>
              </a:extLst>
            </p:cNvPr>
            <p:cNvPicPr/>
            <p:nvPr/>
          </p:nvPicPr>
          <p:blipFill>
            <a:blip r:embed="rId4" cstate="print"/>
            <a:stretch>
              <a:fillRect/>
            </a:stretch>
          </p:blipFill>
          <p:spPr>
            <a:xfrm>
              <a:off x="5991280" y="3536091"/>
              <a:ext cx="249170" cy="249178"/>
            </a:xfrm>
            <a:prstGeom prst="rect">
              <a:avLst/>
            </a:prstGeom>
          </p:spPr>
        </p:pic>
      </p:grpSp>
      <p:sp>
        <p:nvSpPr>
          <p:cNvPr id="25" name="object 13">
            <a:extLst>
              <a:ext uri="{FF2B5EF4-FFF2-40B4-BE49-F238E27FC236}">
                <a16:creationId xmlns:a16="http://schemas.microsoft.com/office/drawing/2014/main" id="{2F06B728-5FFA-5D26-733B-9331235BAB3D}"/>
              </a:ext>
            </a:extLst>
          </p:cNvPr>
          <p:cNvSpPr/>
          <p:nvPr/>
        </p:nvSpPr>
        <p:spPr>
          <a:xfrm>
            <a:off x="7814516" y="3889228"/>
            <a:ext cx="1371600" cy="76200"/>
          </a:xfrm>
          <a:custGeom>
            <a:avLst/>
            <a:gdLst/>
            <a:ahLst/>
            <a:cxnLst/>
            <a:rect l="l" t="t" r="r" b="b"/>
            <a:pathLst>
              <a:path w="1371600" h="76200">
                <a:moveTo>
                  <a:pt x="1295400" y="0"/>
                </a:moveTo>
                <a:lnTo>
                  <a:pt x="1295400" y="76200"/>
                </a:lnTo>
                <a:lnTo>
                  <a:pt x="1358900" y="44450"/>
                </a:lnTo>
                <a:lnTo>
                  <a:pt x="1308100" y="44450"/>
                </a:lnTo>
                <a:lnTo>
                  <a:pt x="1308100" y="31750"/>
                </a:lnTo>
                <a:lnTo>
                  <a:pt x="1358900" y="31750"/>
                </a:lnTo>
                <a:lnTo>
                  <a:pt x="1295400" y="0"/>
                </a:lnTo>
                <a:close/>
              </a:path>
              <a:path w="1371600" h="76200">
                <a:moveTo>
                  <a:pt x="1295400" y="31750"/>
                </a:moveTo>
                <a:lnTo>
                  <a:pt x="0" y="31750"/>
                </a:lnTo>
                <a:lnTo>
                  <a:pt x="0" y="44450"/>
                </a:lnTo>
                <a:lnTo>
                  <a:pt x="1295400" y="44450"/>
                </a:lnTo>
                <a:lnTo>
                  <a:pt x="1295400" y="31750"/>
                </a:lnTo>
                <a:close/>
              </a:path>
              <a:path w="1371600" h="76200">
                <a:moveTo>
                  <a:pt x="1358900" y="31750"/>
                </a:moveTo>
                <a:lnTo>
                  <a:pt x="1308100" y="31750"/>
                </a:lnTo>
                <a:lnTo>
                  <a:pt x="1308100" y="44450"/>
                </a:lnTo>
                <a:lnTo>
                  <a:pt x="1358900" y="44450"/>
                </a:lnTo>
                <a:lnTo>
                  <a:pt x="1371600" y="38100"/>
                </a:lnTo>
                <a:lnTo>
                  <a:pt x="1358900" y="31750"/>
                </a:lnTo>
                <a:close/>
              </a:path>
            </a:pathLst>
          </a:custGeom>
          <a:solidFill>
            <a:srgbClr val="4471C4"/>
          </a:solidFill>
        </p:spPr>
        <p:txBody>
          <a:bodyPr wrap="square" lIns="0" tIns="0" rIns="0" bIns="0" rtlCol="0"/>
          <a:lstStyle/>
          <a:p>
            <a:endParaRPr/>
          </a:p>
        </p:txBody>
      </p:sp>
    </p:spTree>
    <p:extLst>
      <p:ext uri="{BB962C8B-B14F-4D97-AF65-F5344CB8AC3E}">
        <p14:creationId xmlns:p14="http://schemas.microsoft.com/office/powerpoint/2010/main" val="16192583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830997"/>
          </a:xfrm>
          <a:prstGeom prst="rect">
            <a:avLst/>
          </a:prstGeom>
          <a:noFill/>
        </p:spPr>
        <p:txBody>
          <a:bodyPr wrap="square" rtlCol="0">
            <a:spAutoFit/>
          </a:bodyPr>
          <a:lstStyle/>
          <a:p>
            <a:r>
              <a:rPr lang="fr-FR" sz="2400" b="1" dirty="0"/>
              <a:t>Injection de Dépendance (DI)</a:t>
            </a:r>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2" name="object 3">
            <a:extLst>
              <a:ext uri="{FF2B5EF4-FFF2-40B4-BE49-F238E27FC236}">
                <a16:creationId xmlns:a16="http://schemas.microsoft.com/office/drawing/2014/main" id="{CCE1C9B1-1589-33B4-D061-54B357AADAA2}"/>
              </a:ext>
            </a:extLst>
          </p:cNvPr>
          <p:cNvSpPr txBox="1"/>
          <p:nvPr/>
        </p:nvSpPr>
        <p:spPr>
          <a:xfrm>
            <a:off x="1660469" y="2182536"/>
            <a:ext cx="4940935" cy="3911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AF50"/>
                </a:solidFill>
                <a:latin typeface="Segoe UI"/>
                <a:cs typeface="Segoe UI"/>
              </a:rPr>
              <a:t>Couplage</a:t>
            </a:r>
            <a:r>
              <a:rPr sz="2400" b="1" spc="-40" dirty="0">
                <a:solidFill>
                  <a:srgbClr val="00AF50"/>
                </a:solidFill>
                <a:latin typeface="Segoe UI"/>
                <a:cs typeface="Segoe UI"/>
              </a:rPr>
              <a:t> </a:t>
            </a:r>
            <a:r>
              <a:rPr sz="2400" b="1" dirty="0">
                <a:solidFill>
                  <a:srgbClr val="00AF50"/>
                </a:solidFill>
                <a:latin typeface="Segoe UI"/>
                <a:cs typeface="Segoe UI"/>
              </a:rPr>
              <a:t>faible</a:t>
            </a:r>
            <a:r>
              <a:rPr sz="2400" b="1" spc="-35" dirty="0">
                <a:solidFill>
                  <a:srgbClr val="00AF50"/>
                </a:solidFill>
                <a:latin typeface="Segoe UI"/>
                <a:cs typeface="Segoe UI"/>
              </a:rPr>
              <a:t> </a:t>
            </a:r>
            <a:r>
              <a:rPr sz="2400" dirty="0">
                <a:latin typeface="Segoe UI"/>
                <a:cs typeface="Segoe UI"/>
              </a:rPr>
              <a:t>entre</a:t>
            </a:r>
            <a:r>
              <a:rPr sz="2400" spc="-40" dirty="0">
                <a:latin typeface="Segoe UI"/>
                <a:cs typeface="Segoe UI"/>
              </a:rPr>
              <a:t> </a:t>
            </a:r>
            <a:r>
              <a:rPr sz="2400" dirty="0">
                <a:latin typeface="Segoe UI"/>
                <a:cs typeface="Segoe UI"/>
              </a:rPr>
              <a:t>Car</a:t>
            </a:r>
            <a:r>
              <a:rPr sz="2400" spc="-35" dirty="0">
                <a:latin typeface="Segoe UI"/>
                <a:cs typeface="Segoe UI"/>
              </a:rPr>
              <a:t> </a:t>
            </a:r>
            <a:r>
              <a:rPr sz="2400" dirty="0">
                <a:latin typeface="Segoe UI"/>
                <a:cs typeface="Segoe UI"/>
              </a:rPr>
              <a:t>et</a:t>
            </a:r>
            <a:r>
              <a:rPr sz="2400" spc="-40" dirty="0">
                <a:latin typeface="Segoe UI"/>
                <a:cs typeface="Segoe UI"/>
              </a:rPr>
              <a:t> </a:t>
            </a:r>
            <a:r>
              <a:rPr sz="2400" spc="-10" dirty="0">
                <a:latin typeface="Segoe UI"/>
                <a:cs typeface="Segoe UI"/>
              </a:rPr>
              <a:t>Person</a:t>
            </a:r>
            <a:endParaRPr sz="2400" dirty="0">
              <a:latin typeface="Segoe UI"/>
              <a:cs typeface="Segoe UI"/>
            </a:endParaRPr>
          </a:p>
        </p:txBody>
      </p:sp>
      <p:sp>
        <p:nvSpPr>
          <p:cNvPr id="5" name="object 4">
            <a:extLst>
              <a:ext uri="{FF2B5EF4-FFF2-40B4-BE49-F238E27FC236}">
                <a16:creationId xmlns:a16="http://schemas.microsoft.com/office/drawing/2014/main" id="{62A249A4-740D-8A5F-8859-375C02F9672E}"/>
              </a:ext>
            </a:extLst>
          </p:cNvPr>
          <p:cNvSpPr txBox="1"/>
          <p:nvPr/>
        </p:nvSpPr>
        <p:spPr>
          <a:xfrm>
            <a:off x="7285574" y="4999546"/>
            <a:ext cx="3911600" cy="1524000"/>
          </a:xfrm>
          <a:prstGeom prst="rect">
            <a:avLst/>
          </a:prstGeom>
        </p:spPr>
        <p:txBody>
          <a:bodyPr vert="horz" wrap="square" lIns="0" tIns="113030" rIns="0" bIns="0" rtlCol="0">
            <a:spAutoFit/>
          </a:bodyPr>
          <a:lstStyle/>
          <a:p>
            <a:pPr marL="12700">
              <a:lnSpc>
                <a:spcPct val="100000"/>
              </a:lnSpc>
              <a:spcBef>
                <a:spcPts val="890"/>
              </a:spcBef>
            </a:pPr>
            <a:r>
              <a:rPr sz="1800" dirty="0">
                <a:solidFill>
                  <a:srgbClr val="0000FF"/>
                </a:solidFill>
                <a:latin typeface="Consolas"/>
                <a:cs typeface="Consolas"/>
              </a:rPr>
              <a:t>public</a:t>
            </a:r>
            <a:r>
              <a:rPr sz="1800" spc="-40" dirty="0">
                <a:solidFill>
                  <a:srgbClr val="0000FF"/>
                </a:solidFill>
                <a:latin typeface="Consolas"/>
                <a:cs typeface="Consolas"/>
              </a:rPr>
              <a:t> </a:t>
            </a:r>
            <a:r>
              <a:rPr sz="1800" dirty="0">
                <a:solidFill>
                  <a:srgbClr val="0000FF"/>
                </a:solidFill>
                <a:latin typeface="Consolas"/>
                <a:cs typeface="Consolas"/>
              </a:rPr>
              <a:t>class</a:t>
            </a:r>
            <a:r>
              <a:rPr sz="1800" spc="-15" dirty="0">
                <a:solidFill>
                  <a:srgbClr val="0000FF"/>
                </a:solidFill>
                <a:latin typeface="Consolas"/>
                <a:cs typeface="Consolas"/>
              </a:rPr>
              <a:t> </a:t>
            </a:r>
            <a:r>
              <a:rPr sz="1800" dirty="0">
                <a:solidFill>
                  <a:srgbClr val="2B91AE"/>
                </a:solidFill>
                <a:latin typeface="Consolas"/>
                <a:cs typeface="Consolas"/>
              </a:rPr>
              <a:t>Person</a:t>
            </a:r>
            <a:r>
              <a:rPr sz="1800" spc="-15" dirty="0">
                <a:solidFill>
                  <a:srgbClr val="2B91AE"/>
                </a:solidFill>
                <a:latin typeface="Consolas"/>
                <a:cs typeface="Consolas"/>
              </a:rPr>
              <a:t> </a:t>
            </a:r>
            <a:r>
              <a:rPr sz="1800" dirty="0">
                <a:latin typeface="Consolas"/>
                <a:cs typeface="Consolas"/>
              </a:rPr>
              <a:t>:</a:t>
            </a:r>
            <a:r>
              <a:rPr sz="1800" spc="-25" dirty="0">
                <a:latin typeface="Consolas"/>
                <a:cs typeface="Consolas"/>
              </a:rPr>
              <a:t> </a:t>
            </a:r>
            <a:r>
              <a:rPr sz="1800" spc="-10" dirty="0">
                <a:solidFill>
                  <a:srgbClr val="2B91AE"/>
                </a:solidFill>
                <a:latin typeface="Consolas"/>
                <a:cs typeface="Consolas"/>
              </a:rPr>
              <a:t>IDriver</a:t>
            </a:r>
            <a:endParaRPr sz="1800">
              <a:latin typeface="Consolas"/>
              <a:cs typeface="Consolas"/>
            </a:endParaRPr>
          </a:p>
          <a:p>
            <a:pPr marL="12700">
              <a:lnSpc>
                <a:spcPct val="100000"/>
              </a:lnSpc>
              <a:spcBef>
                <a:spcPts val="790"/>
              </a:spcBef>
            </a:pPr>
            <a:r>
              <a:rPr sz="1800" spc="-50" dirty="0">
                <a:latin typeface="Consolas"/>
                <a:cs typeface="Consolas"/>
              </a:rPr>
              <a:t>{</a:t>
            </a:r>
            <a:endParaRPr sz="1800">
              <a:latin typeface="Consolas"/>
              <a:cs typeface="Consolas"/>
            </a:endParaRPr>
          </a:p>
          <a:p>
            <a:pPr marL="1015365">
              <a:lnSpc>
                <a:spcPct val="100000"/>
              </a:lnSpc>
              <a:spcBef>
                <a:spcPts val="780"/>
              </a:spcBef>
            </a:pPr>
            <a:r>
              <a:rPr sz="1800" dirty="0">
                <a:solidFill>
                  <a:srgbClr val="0000FF"/>
                </a:solidFill>
                <a:latin typeface="Consolas"/>
                <a:cs typeface="Consolas"/>
              </a:rPr>
              <a:t>public</a:t>
            </a:r>
            <a:r>
              <a:rPr sz="1800" spc="-50" dirty="0">
                <a:solidFill>
                  <a:srgbClr val="0000FF"/>
                </a:solidFill>
                <a:latin typeface="Consolas"/>
                <a:cs typeface="Consolas"/>
              </a:rPr>
              <a:t> </a:t>
            </a:r>
            <a:r>
              <a:rPr sz="1800" dirty="0">
                <a:solidFill>
                  <a:srgbClr val="0000FF"/>
                </a:solidFill>
                <a:latin typeface="Consolas"/>
                <a:cs typeface="Consolas"/>
              </a:rPr>
              <a:t>void</a:t>
            </a:r>
            <a:r>
              <a:rPr sz="1800" spc="-35" dirty="0">
                <a:solidFill>
                  <a:srgbClr val="0000FF"/>
                </a:solidFill>
                <a:latin typeface="Consolas"/>
                <a:cs typeface="Consolas"/>
              </a:rPr>
              <a:t> </a:t>
            </a:r>
            <a:r>
              <a:rPr sz="1800" dirty="0">
                <a:latin typeface="Consolas"/>
                <a:cs typeface="Consolas"/>
              </a:rPr>
              <a:t>Drive()</a:t>
            </a:r>
            <a:r>
              <a:rPr sz="1800" spc="-40" dirty="0">
                <a:latin typeface="Consolas"/>
                <a:cs typeface="Consolas"/>
              </a:rPr>
              <a:t> </a:t>
            </a:r>
            <a:r>
              <a:rPr sz="1800" spc="-25" dirty="0">
                <a:latin typeface="Consolas"/>
                <a:cs typeface="Consolas"/>
              </a:rPr>
              <a:t>{…}</a:t>
            </a:r>
            <a:endParaRPr sz="1800">
              <a:latin typeface="Consolas"/>
              <a:cs typeface="Consolas"/>
            </a:endParaRPr>
          </a:p>
          <a:p>
            <a:pPr marL="12700">
              <a:lnSpc>
                <a:spcPct val="100000"/>
              </a:lnSpc>
              <a:spcBef>
                <a:spcPts val="795"/>
              </a:spcBef>
            </a:pPr>
            <a:r>
              <a:rPr sz="1800" spc="-50" dirty="0">
                <a:latin typeface="Consolas"/>
                <a:cs typeface="Consolas"/>
              </a:rPr>
              <a:t>}</a:t>
            </a:r>
            <a:endParaRPr sz="1800">
              <a:latin typeface="Consolas"/>
              <a:cs typeface="Consolas"/>
            </a:endParaRPr>
          </a:p>
        </p:txBody>
      </p:sp>
      <p:sp>
        <p:nvSpPr>
          <p:cNvPr id="6" name="object 5">
            <a:extLst>
              <a:ext uri="{FF2B5EF4-FFF2-40B4-BE49-F238E27FC236}">
                <a16:creationId xmlns:a16="http://schemas.microsoft.com/office/drawing/2014/main" id="{2D6D2884-3727-2E97-4E4D-7D521463CFFC}"/>
              </a:ext>
            </a:extLst>
          </p:cNvPr>
          <p:cNvSpPr txBox="1"/>
          <p:nvPr/>
        </p:nvSpPr>
        <p:spPr>
          <a:xfrm>
            <a:off x="931688" y="4999546"/>
            <a:ext cx="5289550" cy="1522730"/>
          </a:xfrm>
          <a:prstGeom prst="rect">
            <a:avLst/>
          </a:prstGeom>
        </p:spPr>
        <p:txBody>
          <a:bodyPr vert="horz" wrap="square" lIns="0" tIns="113030" rIns="0" bIns="0" rtlCol="0">
            <a:spAutoFit/>
          </a:bodyPr>
          <a:lstStyle/>
          <a:p>
            <a:pPr marL="12700">
              <a:lnSpc>
                <a:spcPct val="100000"/>
              </a:lnSpc>
              <a:spcBef>
                <a:spcPts val="890"/>
              </a:spcBef>
            </a:pPr>
            <a:r>
              <a:rPr sz="1800" dirty="0">
                <a:solidFill>
                  <a:srgbClr val="0000FF"/>
                </a:solidFill>
                <a:latin typeface="Consolas"/>
                <a:cs typeface="Consolas"/>
              </a:rPr>
              <a:t>public</a:t>
            </a:r>
            <a:r>
              <a:rPr sz="1800" spc="-45" dirty="0">
                <a:solidFill>
                  <a:srgbClr val="0000FF"/>
                </a:solidFill>
                <a:latin typeface="Consolas"/>
                <a:cs typeface="Consolas"/>
              </a:rPr>
              <a:t> </a:t>
            </a:r>
            <a:r>
              <a:rPr sz="1800" dirty="0">
                <a:solidFill>
                  <a:srgbClr val="0000FF"/>
                </a:solidFill>
                <a:latin typeface="Consolas"/>
                <a:cs typeface="Consolas"/>
              </a:rPr>
              <a:t>class</a:t>
            </a:r>
            <a:r>
              <a:rPr sz="1800" spc="-15" dirty="0">
                <a:solidFill>
                  <a:srgbClr val="0000FF"/>
                </a:solidFill>
                <a:latin typeface="Consolas"/>
                <a:cs typeface="Consolas"/>
              </a:rPr>
              <a:t> </a:t>
            </a:r>
            <a:r>
              <a:rPr sz="1800" spc="-25" dirty="0">
                <a:solidFill>
                  <a:srgbClr val="2B91AE"/>
                </a:solidFill>
                <a:latin typeface="Consolas"/>
                <a:cs typeface="Consolas"/>
              </a:rPr>
              <a:t>Car</a:t>
            </a:r>
            <a:endParaRPr sz="1800">
              <a:latin typeface="Consolas"/>
              <a:cs typeface="Consolas"/>
            </a:endParaRPr>
          </a:p>
          <a:p>
            <a:pPr marL="12700">
              <a:lnSpc>
                <a:spcPct val="100000"/>
              </a:lnSpc>
              <a:spcBef>
                <a:spcPts val="790"/>
              </a:spcBef>
            </a:pPr>
            <a:r>
              <a:rPr sz="1800" spc="-50" dirty="0">
                <a:latin typeface="Consolas"/>
                <a:cs typeface="Consolas"/>
              </a:rPr>
              <a:t>{</a:t>
            </a:r>
            <a:endParaRPr sz="1800">
              <a:latin typeface="Consolas"/>
              <a:cs typeface="Consolas"/>
            </a:endParaRPr>
          </a:p>
          <a:p>
            <a:pPr marL="1015365">
              <a:lnSpc>
                <a:spcPct val="100000"/>
              </a:lnSpc>
              <a:spcBef>
                <a:spcPts val="780"/>
              </a:spcBef>
            </a:pPr>
            <a:r>
              <a:rPr sz="1800" dirty="0">
                <a:solidFill>
                  <a:srgbClr val="0000FF"/>
                </a:solidFill>
                <a:latin typeface="Consolas"/>
                <a:cs typeface="Consolas"/>
              </a:rPr>
              <a:t>public</a:t>
            </a:r>
            <a:r>
              <a:rPr sz="1800" spc="-50" dirty="0">
                <a:solidFill>
                  <a:srgbClr val="0000FF"/>
                </a:solidFill>
                <a:latin typeface="Consolas"/>
                <a:cs typeface="Consolas"/>
              </a:rPr>
              <a:t> </a:t>
            </a:r>
            <a:r>
              <a:rPr sz="1800" dirty="0">
                <a:solidFill>
                  <a:srgbClr val="2B91AE"/>
                </a:solidFill>
                <a:latin typeface="Consolas"/>
                <a:cs typeface="Consolas"/>
              </a:rPr>
              <a:t>IDriver</a:t>
            </a:r>
            <a:r>
              <a:rPr sz="1800" spc="-45" dirty="0">
                <a:solidFill>
                  <a:srgbClr val="2B91AE"/>
                </a:solidFill>
                <a:latin typeface="Consolas"/>
                <a:cs typeface="Consolas"/>
              </a:rPr>
              <a:t> </a:t>
            </a:r>
            <a:r>
              <a:rPr sz="1800" dirty="0">
                <a:latin typeface="Consolas"/>
                <a:cs typeface="Consolas"/>
              </a:rPr>
              <a:t>Driver</a:t>
            </a:r>
            <a:r>
              <a:rPr sz="1800" spc="-25" dirty="0">
                <a:latin typeface="Consolas"/>
                <a:cs typeface="Consolas"/>
              </a:rPr>
              <a:t> </a:t>
            </a:r>
            <a:r>
              <a:rPr sz="1800" dirty="0">
                <a:latin typeface="Consolas"/>
                <a:cs typeface="Consolas"/>
              </a:rPr>
              <a:t>{</a:t>
            </a:r>
            <a:r>
              <a:rPr sz="1800" spc="-40" dirty="0">
                <a:latin typeface="Consolas"/>
                <a:cs typeface="Consolas"/>
              </a:rPr>
              <a:t> </a:t>
            </a:r>
            <a:r>
              <a:rPr sz="1800" dirty="0">
                <a:latin typeface="Consolas"/>
                <a:cs typeface="Consolas"/>
              </a:rPr>
              <a:t>get;set;</a:t>
            </a:r>
            <a:r>
              <a:rPr sz="1800" spc="-35" dirty="0">
                <a:latin typeface="Consolas"/>
                <a:cs typeface="Consolas"/>
              </a:rPr>
              <a:t> </a:t>
            </a:r>
            <a:r>
              <a:rPr sz="1800" spc="-50" dirty="0">
                <a:latin typeface="Consolas"/>
                <a:cs typeface="Consolas"/>
              </a:rPr>
              <a:t>}</a:t>
            </a:r>
            <a:endParaRPr sz="1800">
              <a:latin typeface="Consolas"/>
              <a:cs typeface="Consolas"/>
            </a:endParaRPr>
          </a:p>
          <a:p>
            <a:pPr marL="12700">
              <a:lnSpc>
                <a:spcPct val="100000"/>
              </a:lnSpc>
              <a:spcBef>
                <a:spcPts val="785"/>
              </a:spcBef>
            </a:pPr>
            <a:r>
              <a:rPr sz="1800" spc="-50" dirty="0">
                <a:latin typeface="Consolas"/>
                <a:cs typeface="Consolas"/>
              </a:rPr>
              <a:t>}</a:t>
            </a:r>
            <a:endParaRPr sz="1800">
              <a:latin typeface="Consolas"/>
              <a:cs typeface="Consolas"/>
            </a:endParaRPr>
          </a:p>
        </p:txBody>
      </p:sp>
      <p:sp>
        <p:nvSpPr>
          <p:cNvPr id="7" name="object 6">
            <a:extLst>
              <a:ext uri="{FF2B5EF4-FFF2-40B4-BE49-F238E27FC236}">
                <a16:creationId xmlns:a16="http://schemas.microsoft.com/office/drawing/2014/main" id="{7DD19C05-DE1C-A48B-9005-19D8245DB717}"/>
              </a:ext>
            </a:extLst>
          </p:cNvPr>
          <p:cNvSpPr/>
          <p:nvPr/>
        </p:nvSpPr>
        <p:spPr>
          <a:xfrm>
            <a:off x="1102630" y="3527574"/>
            <a:ext cx="2072639" cy="739140"/>
          </a:xfrm>
          <a:custGeom>
            <a:avLst/>
            <a:gdLst/>
            <a:ahLst/>
            <a:cxnLst/>
            <a:rect l="l" t="t" r="r" b="b"/>
            <a:pathLst>
              <a:path w="2072639" h="739139">
                <a:moveTo>
                  <a:pt x="585685" y="592099"/>
                </a:moveTo>
                <a:lnTo>
                  <a:pt x="578218" y="545820"/>
                </a:lnTo>
                <a:lnTo>
                  <a:pt x="557441" y="505625"/>
                </a:lnTo>
                <a:lnTo>
                  <a:pt x="525741" y="473925"/>
                </a:lnTo>
                <a:lnTo>
                  <a:pt x="485546" y="453136"/>
                </a:lnTo>
                <a:lnTo>
                  <a:pt x="439267" y="445681"/>
                </a:lnTo>
                <a:lnTo>
                  <a:pt x="392988" y="453136"/>
                </a:lnTo>
                <a:lnTo>
                  <a:pt x="352793" y="473925"/>
                </a:lnTo>
                <a:lnTo>
                  <a:pt x="321094" y="505625"/>
                </a:lnTo>
                <a:lnTo>
                  <a:pt x="300304" y="545820"/>
                </a:lnTo>
                <a:lnTo>
                  <a:pt x="292836" y="592099"/>
                </a:lnTo>
                <a:lnTo>
                  <a:pt x="300304" y="638390"/>
                </a:lnTo>
                <a:lnTo>
                  <a:pt x="321094" y="678586"/>
                </a:lnTo>
                <a:lnTo>
                  <a:pt x="352793" y="710285"/>
                </a:lnTo>
                <a:lnTo>
                  <a:pt x="392988" y="731062"/>
                </a:lnTo>
                <a:lnTo>
                  <a:pt x="439267" y="738530"/>
                </a:lnTo>
                <a:lnTo>
                  <a:pt x="485546" y="731062"/>
                </a:lnTo>
                <a:lnTo>
                  <a:pt x="525741" y="710285"/>
                </a:lnTo>
                <a:lnTo>
                  <a:pt x="557441" y="678586"/>
                </a:lnTo>
                <a:lnTo>
                  <a:pt x="578218" y="638390"/>
                </a:lnTo>
                <a:lnTo>
                  <a:pt x="585685" y="592099"/>
                </a:lnTo>
                <a:close/>
              </a:path>
              <a:path w="2072639" h="739139">
                <a:moveTo>
                  <a:pt x="1802130" y="592099"/>
                </a:moveTo>
                <a:lnTo>
                  <a:pt x="1794662" y="545820"/>
                </a:lnTo>
                <a:lnTo>
                  <a:pt x="1773872" y="505625"/>
                </a:lnTo>
                <a:lnTo>
                  <a:pt x="1742173" y="473925"/>
                </a:lnTo>
                <a:lnTo>
                  <a:pt x="1701977" y="453136"/>
                </a:lnTo>
                <a:lnTo>
                  <a:pt x="1655699" y="445681"/>
                </a:lnTo>
                <a:lnTo>
                  <a:pt x="1609420" y="453136"/>
                </a:lnTo>
                <a:lnTo>
                  <a:pt x="1569237" y="473925"/>
                </a:lnTo>
                <a:lnTo>
                  <a:pt x="1537538" y="505625"/>
                </a:lnTo>
                <a:lnTo>
                  <a:pt x="1516748" y="545820"/>
                </a:lnTo>
                <a:lnTo>
                  <a:pt x="1509280" y="592099"/>
                </a:lnTo>
                <a:lnTo>
                  <a:pt x="1516748" y="638390"/>
                </a:lnTo>
                <a:lnTo>
                  <a:pt x="1537538" y="678586"/>
                </a:lnTo>
                <a:lnTo>
                  <a:pt x="1569237" y="710285"/>
                </a:lnTo>
                <a:lnTo>
                  <a:pt x="1609420" y="731062"/>
                </a:lnTo>
                <a:lnTo>
                  <a:pt x="1655699" y="738530"/>
                </a:lnTo>
                <a:lnTo>
                  <a:pt x="1701977" y="731062"/>
                </a:lnTo>
                <a:lnTo>
                  <a:pt x="1742173" y="710285"/>
                </a:lnTo>
                <a:lnTo>
                  <a:pt x="1773872" y="678586"/>
                </a:lnTo>
                <a:lnTo>
                  <a:pt x="1794662" y="638390"/>
                </a:lnTo>
                <a:lnTo>
                  <a:pt x="1802130" y="592099"/>
                </a:lnTo>
                <a:close/>
              </a:path>
              <a:path w="2072639" h="739139">
                <a:moveTo>
                  <a:pt x="2072449" y="629793"/>
                </a:moveTo>
                <a:lnTo>
                  <a:pt x="2070481" y="493052"/>
                </a:lnTo>
                <a:lnTo>
                  <a:pt x="2043341" y="450913"/>
                </a:lnTo>
                <a:lnTo>
                  <a:pt x="2014994" y="426135"/>
                </a:lnTo>
                <a:lnTo>
                  <a:pt x="1951850" y="359689"/>
                </a:lnTo>
                <a:lnTo>
                  <a:pt x="1912442" y="326745"/>
                </a:lnTo>
                <a:lnTo>
                  <a:pt x="1869706" y="300672"/>
                </a:lnTo>
                <a:lnTo>
                  <a:pt x="1740192" y="254330"/>
                </a:lnTo>
                <a:lnTo>
                  <a:pt x="1608162" y="225488"/>
                </a:lnTo>
                <a:lnTo>
                  <a:pt x="1464221" y="206552"/>
                </a:lnTo>
                <a:lnTo>
                  <a:pt x="1252562" y="86512"/>
                </a:lnTo>
                <a:lnTo>
                  <a:pt x="1076769" y="2806"/>
                </a:lnTo>
                <a:lnTo>
                  <a:pt x="1065047" y="0"/>
                </a:lnTo>
                <a:lnTo>
                  <a:pt x="1053338" y="1104"/>
                </a:lnTo>
                <a:lnTo>
                  <a:pt x="1042593" y="5867"/>
                </a:lnTo>
                <a:lnTo>
                  <a:pt x="1033741" y="14071"/>
                </a:lnTo>
                <a:lnTo>
                  <a:pt x="1027557" y="27381"/>
                </a:lnTo>
                <a:lnTo>
                  <a:pt x="1026972" y="41541"/>
                </a:lnTo>
                <a:lnTo>
                  <a:pt x="1031735" y="54902"/>
                </a:lnTo>
                <a:lnTo>
                  <a:pt x="1047127" y="69126"/>
                </a:lnTo>
                <a:lnTo>
                  <a:pt x="1175219" y="147040"/>
                </a:lnTo>
                <a:lnTo>
                  <a:pt x="1216431" y="175348"/>
                </a:lnTo>
                <a:lnTo>
                  <a:pt x="1170419" y="175348"/>
                </a:lnTo>
                <a:lnTo>
                  <a:pt x="1153261" y="178816"/>
                </a:lnTo>
                <a:lnTo>
                  <a:pt x="1139240" y="188264"/>
                </a:lnTo>
                <a:lnTo>
                  <a:pt x="1129792" y="202285"/>
                </a:lnTo>
                <a:lnTo>
                  <a:pt x="1126324" y="219443"/>
                </a:lnTo>
                <a:lnTo>
                  <a:pt x="850226" y="217919"/>
                </a:lnTo>
                <a:lnTo>
                  <a:pt x="833475" y="214655"/>
                </a:lnTo>
                <a:lnTo>
                  <a:pt x="833475" y="132715"/>
                </a:lnTo>
                <a:lnTo>
                  <a:pt x="830961" y="116471"/>
                </a:lnTo>
                <a:lnTo>
                  <a:pt x="823252" y="102476"/>
                </a:lnTo>
                <a:lnTo>
                  <a:pt x="811301" y="91884"/>
                </a:lnTo>
                <a:lnTo>
                  <a:pt x="796010" y="85852"/>
                </a:lnTo>
                <a:lnTo>
                  <a:pt x="778116" y="86398"/>
                </a:lnTo>
                <a:lnTo>
                  <a:pt x="762381" y="93510"/>
                </a:lnTo>
                <a:lnTo>
                  <a:pt x="750455" y="106006"/>
                </a:lnTo>
                <a:lnTo>
                  <a:pt x="743369" y="130289"/>
                </a:lnTo>
                <a:lnTo>
                  <a:pt x="743369" y="197192"/>
                </a:lnTo>
                <a:lnTo>
                  <a:pt x="503351" y="155079"/>
                </a:lnTo>
                <a:lnTo>
                  <a:pt x="462661" y="156095"/>
                </a:lnTo>
                <a:lnTo>
                  <a:pt x="382866" y="175285"/>
                </a:lnTo>
                <a:lnTo>
                  <a:pt x="173990" y="248297"/>
                </a:lnTo>
                <a:lnTo>
                  <a:pt x="73177" y="291731"/>
                </a:lnTo>
                <a:lnTo>
                  <a:pt x="18643" y="355320"/>
                </a:lnTo>
                <a:lnTo>
                  <a:pt x="14389" y="424776"/>
                </a:lnTo>
                <a:lnTo>
                  <a:pt x="21691" y="516597"/>
                </a:lnTo>
                <a:lnTo>
                  <a:pt x="0" y="543915"/>
                </a:lnTo>
                <a:lnTo>
                  <a:pt x="10337" y="596531"/>
                </a:lnTo>
                <a:lnTo>
                  <a:pt x="64427" y="622287"/>
                </a:lnTo>
                <a:lnTo>
                  <a:pt x="176187" y="634923"/>
                </a:lnTo>
                <a:lnTo>
                  <a:pt x="230416" y="637959"/>
                </a:lnTo>
                <a:lnTo>
                  <a:pt x="225653" y="604113"/>
                </a:lnTo>
                <a:lnTo>
                  <a:pt x="226517" y="570166"/>
                </a:lnTo>
                <a:lnTo>
                  <a:pt x="244805" y="504748"/>
                </a:lnTo>
                <a:lnTo>
                  <a:pt x="269849" y="462330"/>
                </a:lnTo>
                <a:lnTo>
                  <a:pt x="302793" y="427812"/>
                </a:lnTo>
                <a:lnTo>
                  <a:pt x="341934" y="401840"/>
                </a:lnTo>
                <a:lnTo>
                  <a:pt x="385584" y="385089"/>
                </a:lnTo>
                <a:lnTo>
                  <a:pt x="432041" y="378193"/>
                </a:lnTo>
                <a:lnTo>
                  <a:pt x="479615" y="381787"/>
                </a:lnTo>
                <a:lnTo>
                  <a:pt x="526630" y="396544"/>
                </a:lnTo>
                <a:lnTo>
                  <a:pt x="569468" y="421957"/>
                </a:lnTo>
                <a:lnTo>
                  <a:pt x="604621" y="455879"/>
                </a:lnTo>
                <a:lnTo>
                  <a:pt x="631024" y="496646"/>
                </a:lnTo>
                <a:lnTo>
                  <a:pt x="647598" y="542607"/>
                </a:lnTo>
                <a:lnTo>
                  <a:pt x="653262" y="592099"/>
                </a:lnTo>
                <a:lnTo>
                  <a:pt x="647547" y="641159"/>
                </a:lnTo>
                <a:lnTo>
                  <a:pt x="643128" y="657072"/>
                </a:lnTo>
                <a:lnTo>
                  <a:pt x="1451838" y="657072"/>
                </a:lnTo>
                <a:lnTo>
                  <a:pt x="1442072" y="608622"/>
                </a:lnTo>
                <a:lnTo>
                  <a:pt x="1443494" y="560768"/>
                </a:lnTo>
                <a:lnTo>
                  <a:pt x="1455267" y="515150"/>
                </a:lnTo>
                <a:lnTo>
                  <a:pt x="1476590" y="473354"/>
                </a:lnTo>
                <a:lnTo>
                  <a:pt x="1506613" y="437045"/>
                </a:lnTo>
                <a:lnTo>
                  <a:pt x="1544523" y="407809"/>
                </a:lnTo>
                <a:lnTo>
                  <a:pt x="1589493" y="387273"/>
                </a:lnTo>
                <a:lnTo>
                  <a:pt x="1637944" y="377507"/>
                </a:lnTo>
                <a:lnTo>
                  <a:pt x="1685785" y="378929"/>
                </a:lnTo>
                <a:lnTo>
                  <a:pt x="1731403" y="390715"/>
                </a:lnTo>
                <a:lnTo>
                  <a:pt x="1773174" y="412026"/>
                </a:lnTo>
                <a:lnTo>
                  <a:pt x="1809470" y="442048"/>
                </a:lnTo>
                <a:lnTo>
                  <a:pt x="1838693" y="479958"/>
                </a:lnTo>
                <a:lnTo>
                  <a:pt x="1859191" y="524929"/>
                </a:lnTo>
                <a:lnTo>
                  <a:pt x="1869274" y="576935"/>
                </a:lnTo>
                <a:lnTo>
                  <a:pt x="1866138" y="629793"/>
                </a:lnTo>
                <a:lnTo>
                  <a:pt x="2072449" y="629793"/>
                </a:lnTo>
                <a:close/>
              </a:path>
            </a:pathLst>
          </a:custGeom>
          <a:solidFill>
            <a:srgbClr val="767070"/>
          </a:solidFill>
        </p:spPr>
        <p:txBody>
          <a:bodyPr wrap="square" lIns="0" tIns="0" rIns="0" bIns="0" rtlCol="0"/>
          <a:lstStyle/>
          <a:p>
            <a:endParaRPr/>
          </a:p>
        </p:txBody>
      </p:sp>
      <p:grpSp>
        <p:nvGrpSpPr>
          <p:cNvPr id="8" name="object 7">
            <a:extLst>
              <a:ext uri="{FF2B5EF4-FFF2-40B4-BE49-F238E27FC236}">
                <a16:creationId xmlns:a16="http://schemas.microsoft.com/office/drawing/2014/main" id="{5CC59138-F538-E068-DCE2-CBC2339A3144}"/>
              </a:ext>
            </a:extLst>
          </p:cNvPr>
          <p:cNvGrpSpPr/>
          <p:nvPr/>
        </p:nvGrpSpPr>
        <p:grpSpPr>
          <a:xfrm>
            <a:off x="10037457" y="3273415"/>
            <a:ext cx="617220" cy="1262380"/>
            <a:chOff x="9805081" y="2819647"/>
            <a:chExt cx="617220" cy="1262380"/>
          </a:xfrm>
        </p:grpSpPr>
        <p:pic>
          <p:nvPicPr>
            <p:cNvPr id="9" name="object 8">
              <a:extLst>
                <a:ext uri="{FF2B5EF4-FFF2-40B4-BE49-F238E27FC236}">
                  <a16:creationId xmlns:a16="http://schemas.microsoft.com/office/drawing/2014/main" id="{0D3AD60A-AE90-F226-6528-D1344059E6C3}"/>
                </a:ext>
              </a:extLst>
            </p:cNvPr>
            <p:cNvPicPr/>
            <p:nvPr/>
          </p:nvPicPr>
          <p:blipFill>
            <a:blip r:embed="rId3" cstate="print"/>
            <a:stretch>
              <a:fillRect/>
            </a:stretch>
          </p:blipFill>
          <p:spPr>
            <a:xfrm>
              <a:off x="10001423" y="2819647"/>
              <a:ext cx="224391" cy="224351"/>
            </a:xfrm>
            <a:prstGeom prst="rect">
              <a:avLst/>
            </a:prstGeom>
          </p:spPr>
        </p:pic>
        <p:sp>
          <p:nvSpPr>
            <p:cNvPr id="10" name="object 9">
              <a:extLst>
                <a:ext uri="{FF2B5EF4-FFF2-40B4-BE49-F238E27FC236}">
                  <a16:creationId xmlns:a16="http://schemas.microsoft.com/office/drawing/2014/main" id="{752AA25E-D103-AFE3-1497-05A69D3AB8FB}"/>
                </a:ext>
              </a:extLst>
            </p:cNvPr>
            <p:cNvSpPr/>
            <p:nvPr/>
          </p:nvSpPr>
          <p:spPr>
            <a:xfrm>
              <a:off x="9805081" y="3073012"/>
              <a:ext cx="617220" cy="1009015"/>
            </a:xfrm>
            <a:custGeom>
              <a:avLst/>
              <a:gdLst/>
              <a:ahLst/>
              <a:cxnLst/>
              <a:rect l="l" t="t" r="r" b="b"/>
              <a:pathLst>
                <a:path w="617220" h="1009014">
                  <a:moveTo>
                    <a:pt x="331677" y="0"/>
                  </a:moveTo>
                  <a:lnTo>
                    <a:pt x="285397" y="43"/>
                  </a:lnTo>
                  <a:lnTo>
                    <a:pt x="239116" y="7319"/>
                  </a:lnTo>
                  <a:lnTo>
                    <a:pt x="183369" y="23491"/>
                  </a:lnTo>
                  <a:lnTo>
                    <a:pt x="124466" y="54872"/>
                  </a:lnTo>
                  <a:lnTo>
                    <a:pt x="87652" y="89145"/>
                  </a:lnTo>
                  <a:lnTo>
                    <a:pt x="2804" y="442222"/>
                  </a:lnTo>
                  <a:lnTo>
                    <a:pt x="0" y="447832"/>
                  </a:lnTo>
                  <a:lnTo>
                    <a:pt x="4426" y="475224"/>
                  </a:lnTo>
                  <a:lnTo>
                    <a:pt x="16478" y="493062"/>
                  </a:lnTo>
                  <a:lnTo>
                    <a:pt x="34316" y="505115"/>
                  </a:lnTo>
                  <a:lnTo>
                    <a:pt x="56097" y="509541"/>
                  </a:lnTo>
                  <a:lnTo>
                    <a:pt x="74285" y="506123"/>
                  </a:lnTo>
                  <a:lnTo>
                    <a:pt x="90107" y="496919"/>
                  </a:lnTo>
                  <a:lnTo>
                    <a:pt x="102246" y="483508"/>
                  </a:lnTo>
                  <a:lnTo>
                    <a:pt x="109390" y="467467"/>
                  </a:lnTo>
                  <a:lnTo>
                    <a:pt x="168293" y="223434"/>
                  </a:lnTo>
                  <a:lnTo>
                    <a:pt x="168293" y="1008830"/>
                  </a:lnTo>
                  <a:lnTo>
                    <a:pt x="280489" y="1008830"/>
                  </a:lnTo>
                  <a:lnTo>
                    <a:pt x="280488" y="503932"/>
                  </a:lnTo>
                  <a:lnTo>
                    <a:pt x="336586" y="503932"/>
                  </a:lnTo>
                  <a:lnTo>
                    <a:pt x="336586" y="1008830"/>
                  </a:lnTo>
                  <a:lnTo>
                    <a:pt x="448782" y="1008830"/>
                  </a:lnTo>
                  <a:lnTo>
                    <a:pt x="448781" y="220629"/>
                  </a:lnTo>
                  <a:lnTo>
                    <a:pt x="507684" y="464662"/>
                  </a:lnTo>
                  <a:lnTo>
                    <a:pt x="514828" y="480703"/>
                  </a:lnTo>
                  <a:lnTo>
                    <a:pt x="526968" y="494114"/>
                  </a:lnTo>
                  <a:lnTo>
                    <a:pt x="542789" y="503318"/>
                  </a:lnTo>
                  <a:lnTo>
                    <a:pt x="560977" y="506737"/>
                  </a:lnTo>
                  <a:lnTo>
                    <a:pt x="582759" y="502310"/>
                  </a:lnTo>
                  <a:lnTo>
                    <a:pt x="600596" y="490257"/>
                  </a:lnTo>
                  <a:lnTo>
                    <a:pt x="612648" y="472419"/>
                  </a:lnTo>
                  <a:lnTo>
                    <a:pt x="617075" y="445027"/>
                  </a:lnTo>
                  <a:lnTo>
                    <a:pt x="614270" y="436612"/>
                  </a:lnTo>
                  <a:lnTo>
                    <a:pt x="533103" y="94448"/>
                  </a:lnTo>
                  <a:lnTo>
                    <a:pt x="492608" y="52461"/>
                  </a:lnTo>
                  <a:lnTo>
                    <a:pt x="433705" y="21870"/>
                  </a:lnTo>
                  <a:lnTo>
                    <a:pt x="401098" y="10255"/>
                  </a:lnTo>
                  <a:lnTo>
                    <a:pt x="331677" y="0"/>
                  </a:lnTo>
                  <a:close/>
                </a:path>
              </a:pathLst>
            </a:custGeom>
            <a:solidFill>
              <a:srgbClr val="767070"/>
            </a:solidFill>
          </p:spPr>
          <p:txBody>
            <a:bodyPr wrap="square" lIns="0" tIns="0" rIns="0" bIns="0" rtlCol="0"/>
            <a:lstStyle/>
            <a:p>
              <a:endParaRPr/>
            </a:p>
          </p:txBody>
        </p:sp>
      </p:grpSp>
      <p:sp>
        <p:nvSpPr>
          <p:cNvPr id="11" name="object 10">
            <a:extLst>
              <a:ext uri="{FF2B5EF4-FFF2-40B4-BE49-F238E27FC236}">
                <a16:creationId xmlns:a16="http://schemas.microsoft.com/office/drawing/2014/main" id="{8CDD842C-F5EA-71C2-1238-FD3DA625FF47}"/>
              </a:ext>
            </a:extLst>
          </p:cNvPr>
          <p:cNvSpPr/>
          <p:nvPr/>
        </p:nvSpPr>
        <p:spPr>
          <a:xfrm>
            <a:off x="3771104" y="3864479"/>
            <a:ext cx="1371600" cy="76200"/>
          </a:xfrm>
          <a:custGeom>
            <a:avLst/>
            <a:gdLst/>
            <a:ahLst/>
            <a:cxnLst/>
            <a:rect l="l" t="t" r="r" b="b"/>
            <a:pathLst>
              <a:path w="1371600" h="76200">
                <a:moveTo>
                  <a:pt x="1295400" y="0"/>
                </a:moveTo>
                <a:lnTo>
                  <a:pt x="1295400" y="76200"/>
                </a:lnTo>
                <a:lnTo>
                  <a:pt x="1358900" y="44450"/>
                </a:lnTo>
                <a:lnTo>
                  <a:pt x="1308100" y="44450"/>
                </a:lnTo>
                <a:lnTo>
                  <a:pt x="1308100" y="31750"/>
                </a:lnTo>
                <a:lnTo>
                  <a:pt x="1358900" y="31750"/>
                </a:lnTo>
                <a:lnTo>
                  <a:pt x="1295400" y="0"/>
                </a:lnTo>
                <a:close/>
              </a:path>
              <a:path w="1371600" h="76200">
                <a:moveTo>
                  <a:pt x="1295400" y="31750"/>
                </a:moveTo>
                <a:lnTo>
                  <a:pt x="0" y="31750"/>
                </a:lnTo>
                <a:lnTo>
                  <a:pt x="0" y="44450"/>
                </a:lnTo>
                <a:lnTo>
                  <a:pt x="1295400" y="44450"/>
                </a:lnTo>
                <a:lnTo>
                  <a:pt x="1295400" y="31750"/>
                </a:lnTo>
                <a:close/>
              </a:path>
              <a:path w="1371600" h="76200">
                <a:moveTo>
                  <a:pt x="1358900" y="31750"/>
                </a:moveTo>
                <a:lnTo>
                  <a:pt x="1308100" y="31750"/>
                </a:lnTo>
                <a:lnTo>
                  <a:pt x="1308100" y="44450"/>
                </a:lnTo>
                <a:lnTo>
                  <a:pt x="1358900" y="44450"/>
                </a:lnTo>
                <a:lnTo>
                  <a:pt x="1371600" y="38100"/>
                </a:lnTo>
                <a:lnTo>
                  <a:pt x="1358900" y="31750"/>
                </a:lnTo>
                <a:close/>
              </a:path>
            </a:pathLst>
          </a:custGeom>
          <a:solidFill>
            <a:srgbClr val="4471C4"/>
          </a:solidFill>
        </p:spPr>
        <p:txBody>
          <a:bodyPr wrap="square" lIns="0" tIns="0" rIns="0" bIns="0" rtlCol="0"/>
          <a:lstStyle/>
          <a:p>
            <a:endParaRPr/>
          </a:p>
        </p:txBody>
      </p:sp>
      <p:grpSp>
        <p:nvGrpSpPr>
          <p:cNvPr id="12" name="object 11">
            <a:extLst>
              <a:ext uri="{FF2B5EF4-FFF2-40B4-BE49-F238E27FC236}">
                <a16:creationId xmlns:a16="http://schemas.microsoft.com/office/drawing/2014/main" id="{E29C00BF-9FB9-B4F7-C34E-0C6BAB56DF92}"/>
              </a:ext>
            </a:extLst>
          </p:cNvPr>
          <p:cNvGrpSpPr/>
          <p:nvPr/>
        </p:nvGrpSpPr>
        <p:grpSpPr>
          <a:xfrm>
            <a:off x="5972720" y="3481395"/>
            <a:ext cx="861060" cy="861060"/>
            <a:chOff x="5740344" y="3027627"/>
            <a:chExt cx="861060" cy="861060"/>
          </a:xfrm>
        </p:grpSpPr>
        <p:sp>
          <p:nvSpPr>
            <p:cNvPr id="13" name="object 12">
              <a:extLst>
                <a:ext uri="{FF2B5EF4-FFF2-40B4-BE49-F238E27FC236}">
                  <a16:creationId xmlns:a16="http://schemas.microsoft.com/office/drawing/2014/main" id="{1FDEA360-1CC1-C6A6-4415-241E21D7CB6C}"/>
                </a:ext>
              </a:extLst>
            </p:cNvPr>
            <p:cNvSpPr/>
            <p:nvPr/>
          </p:nvSpPr>
          <p:spPr>
            <a:xfrm>
              <a:off x="5740344" y="3027627"/>
              <a:ext cx="861060" cy="861060"/>
            </a:xfrm>
            <a:custGeom>
              <a:avLst/>
              <a:gdLst/>
              <a:ahLst/>
              <a:cxnLst/>
              <a:rect l="l" t="t" r="r" b="b"/>
              <a:pathLst>
                <a:path w="861059" h="861060">
                  <a:moveTo>
                    <a:pt x="430384" y="0"/>
                  </a:moveTo>
                  <a:lnTo>
                    <a:pt x="383488" y="2525"/>
                  </a:lnTo>
                  <a:lnTo>
                    <a:pt x="338054" y="9925"/>
                  </a:lnTo>
                  <a:lnTo>
                    <a:pt x="294346" y="21938"/>
                  </a:lnTo>
                  <a:lnTo>
                    <a:pt x="252626" y="38301"/>
                  </a:lnTo>
                  <a:lnTo>
                    <a:pt x="213157" y="58752"/>
                  </a:lnTo>
                  <a:lnTo>
                    <a:pt x="176201" y="83029"/>
                  </a:lnTo>
                  <a:lnTo>
                    <a:pt x="142021" y="110868"/>
                  </a:lnTo>
                  <a:lnTo>
                    <a:pt x="110878" y="142008"/>
                  </a:lnTo>
                  <a:lnTo>
                    <a:pt x="83036" y="176187"/>
                  </a:lnTo>
                  <a:lnTo>
                    <a:pt x="58758" y="213140"/>
                  </a:lnTo>
                  <a:lnTo>
                    <a:pt x="38305" y="252608"/>
                  </a:lnTo>
                  <a:lnTo>
                    <a:pt x="21940" y="294326"/>
                  </a:lnTo>
                  <a:lnTo>
                    <a:pt x="9926" y="338032"/>
                  </a:lnTo>
                  <a:lnTo>
                    <a:pt x="2525" y="383464"/>
                  </a:lnTo>
                  <a:lnTo>
                    <a:pt x="0" y="430360"/>
                  </a:lnTo>
                  <a:lnTo>
                    <a:pt x="2525" y="477257"/>
                  </a:lnTo>
                  <a:lnTo>
                    <a:pt x="9926" y="522690"/>
                  </a:lnTo>
                  <a:lnTo>
                    <a:pt x="21940" y="566399"/>
                  </a:lnTo>
                  <a:lnTo>
                    <a:pt x="38305" y="608120"/>
                  </a:lnTo>
                  <a:lnTo>
                    <a:pt x="58758" y="647590"/>
                  </a:lnTo>
                  <a:lnTo>
                    <a:pt x="83037" y="684547"/>
                  </a:lnTo>
                  <a:lnTo>
                    <a:pt x="110878" y="718729"/>
                  </a:lnTo>
                  <a:lnTo>
                    <a:pt x="142021" y="749873"/>
                  </a:lnTo>
                  <a:lnTo>
                    <a:pt x="176201" y="777716"/>
                  </a:lnTo>
                  <a:lnTo>
                    <a:pt x="213157" y="801997"/>
                  </a:lnTo>
                  <a:lnTo>
                    <a:pt x="252627" y="822451"/>
                  </a:lnTo>
                  <a:lnTo>
                    <a:pt x="294346" y="838817"/>
                  </a:lnTo>
                  <a:lnTo>
                    <a:pt x="338054" y="850832"/>
                  </a:lnTo>
                  <a:lnTo>
                    <a:pt x="383488" y="858233"/>
                  </a:lnTo>
                  <a:lnTo>
                    <a:pt x="430384" y="860759"/>
                  </a:lnTo>
                  <a:lnTo>
                    <a:pt x="477279" y="858233"/>
                  </a:lnTo>
                  <a:lnTo>
                    <a:pt x="522712" y="850832"/>
                  </a:lnTo>
                  <a:lnTo>
                    <a:pt x="566420" y="838817"/>
                  </a:lnTo>
                  <a:lnTo>
                    <a:pt x="608141" y="822451"/>
                  </a:lnTo>
                  <a:lnTo>
                    <a:pt x="647612" y="801997"/>
                  </a:lnTo>
                  <a:lnTo>
                    <a:pt x="684570" y="777717"/>
                  </a:lnTo>
                  <a:lnTo>
                    <a:pt x="698032" y="766751"/>
                  </a:lnTo>
                  <a:lnTo>
                    <a:pt x="382966" y="766751"/>
                  </a:lnTo>
                  <a:lnTo>
                    <a:pt x="337776" y="757286"/>
                  </a:lnTo>
                  <a:lnTo>
                    <a:pt x="295275" y="742211"/>
                  </a:lnTo>
                  <a:lnTo>
                    <a:pt x="255806" y="721983"/>
                  </a:lnTo>
                  <a:lnTo>
                    <a:pt x="219715" y="697058"/>
                  </a:lnTo>
                  <a:lnTo>
                    <a:pt x="187346" y="667894"/>
                  </a:lnTo>
                  <a:lnTo>
                    <a:pt x="159043" y="634947"/>
                  </a:lnTo>
                  <a:lnTo>
                    <a:pt x="135150" y="598674"/>
                  </a:lnTo>
                  <a:lnTo>
                    <a:pt x="116013" y="559532"/>
                  </a:lnTo>
                  <a:lnTo>
                    <a:pt x="101974" y="517977"/>
                  </a:lnTo>
                  <a:lnTo>
                    <a:pt x="93380" y="474466"/>
                  </a:lnTo>
                  <a:lnTo>
                    <a:pt x="90631" y="430360"/>
                  </a:lnTo>
                  <a:lnTo>
                    <a:pt x="90683" y="427949"/>
                  </a:lnTo>
                  <a:lnTo>
                    <a:pt x="93896" y="383464"/>
                  </a:lnTo>
                  <a:lnTo>
                    <a:pt x="103518" y="337815"/>
                  </a:lnTo>
                  <a:lnTo>
                    <a:pt x="288957" y="337815"/>
                  </a:lnTo>
                  <a:lnTo>
                    <a:pt x="293837" y="329532"/>
                  </a:lnTo>
                  <a:lnTo>
                    <a:pt x="318390" y="302930"/>
                  </a:lnTo>
                  <a:lnTo>
                    <a:pt x="143083" y="249291"/>
                  </a:lnTo>
                  <a:lnTo>
                    <a:pt x="170224" y="211955"/>
                  </a:lnTo>
                  <a:lnTo>
                    <a:pt x="201379" y="179369"/>
                  </a:lnTo>
                  <a:lnTo>
                    <a:pt x="235990" y="151658"/>
                  </a:lnTo>
                  <a:lnTo>
                    <a:pt x="273501" y="128952"/>
                  </a:lnTo>
                  <a:lnTo>
                    <a:pt x="313353" y="111375"/>
                  </a:lnTo>
                  <a:lnTo>
                    <a:pt x="354989" y="99056"/>
                  </a:lnTo>
                  <a:lnTo>
                    <a:pt x="397852" y="92122"/>
                  </a:lnTo>
                  <a:lnTo>
                    <a:pt x="441383" y="90699"/>
                  </a:lnTo>
                  <a:lnTo>
                    <a:pt x="693987" y="90699"/>
                  </a:lnTo>
                  <a:lnTo>
                    <a:pt x="684570" y="83029"/>
                  </a:lnTo>
                  <a:lnTo>
                    <a:pt x="647612" y="58752"/>
                  </a:lnTo>
                  <a:lnTo>
                    <a:pt x="608141" y="38301"/>
                  </a:lnTo>
                  <a:lnTo>
                    <a:pt x="566420" y="21938"/>
                  </a:lnTo>
                  <a:lnTo>
                    <a:pt x="522712" y="9925"/>
                  </a:lnTo>
                  <a:lnTo>
                    <a:pt x="477279" y="2525"/>
                  </a:lnTo>
                  <a:lnTo>
                    <a:pt x="430384" y="0"/>
                  </a:lnTo>
                  <a:close/>
                </a:path>
                <a:path w="861059" h="861060">
                  <a:moveTo>
                    <a:pt x="356766" y="583265"/>
                  </a:moveTo>
                  <a:lnTo>
                    <a:pt x="382966" y="766751"/>
                  </a:lnTo>
                  <a:lnTo>
                    <a:pt x="477783" y="766751"/>
                  </a:lnTo>
                  <a:lnTo>
                    <a:pt x="501570" y="600290"/>
                  </a:lnTo>
                  <a:lnTo>
                    <a:pt x="430384" y="600290"/>
                  </a:lnTo>
                  <a:lnTo>
                    <a:pt x="392837" y="596034"/>
                  </a:lnTo>
                  <a:lnTo>
                    <a:pt x="356766" y="583265"/>
                  </a:lnTo>
                  <a:close/>
                </a:path>
                <a:path w="861059" h="861060">
                  <a:moveTo>
                    <a:pt x="850800" y="337815"/>
                  </a:moveTo>
                  <a:lnTo>
                    <a:pt x="757250" y="337815"/>
                  </a:lnTo>
                  <a:lnTo>
                    <a:pt x="766849" y="382978"/>
                  </a:lnTo>
                  <a:lnTo>
                    <a:pt x="770230" y="427949"/>
                  </a:lnTo>
                  <a:lnTo>
                    <a:pt x="767673" y="472227"/>
                  </a:lnTo>
                  <a:lnTo>
                    <a:pt x="759454" y="515313"/>
                  </a:lnTo>
                  <a:lnTo>
                    <a:pt x="745854" y="556708"/>
                  </a:lnTo>
                  <a:lnTo>
                    <a:pt x="727151" y="595912"/>
                  </a:lnTo>
                  <a:lnTo>
                    <a:pt x="703624" y="632424"/>
                  </a:lnTo>
                  <a:lnTo>
                    <a:pt x="675550" y="665746"/>
                  </a:lnTo>
                  <a:lnTo>
                    <a:pt x="643210" y="695377"/>
                  </a:lnTo>
                  <a:lnTo>
                    <a:pt x="606880" y="720819"/>
                  </a:lnTo>
                  <a:lnTo>
                    <a:pt x="566841" y="741571"/>
                  </a:lnTo>
                  <a:lnTo>
                    <a:pt x="523370" y="757133"/>
                  </a:lnTo>
                  <a:lnTo>
                    <a:pt x="477783" y="766751"/>
                  </a:lnTo>
                  <a:lnTo>
                    <a:pt x="698032" y="766751"/>
                  </a:lnTo>
                  <a:lnTo>
                    <a:pt x="749897" y="718729"/>
                  </a:lnTo>
                  <a:lnTo>
                    <a:pt x="777741" y="684547"/>
                  </a:lnTo>
                  <a:lnTo>
                    <a:pt x="802022" y="647590"/>
                  </a:lnTo>
                  <a:lnTo>
                    <a:pt x="822478" y="608120"/>
                  </a:lnTo>
                  <a:lnTo>
                    <a:pt x="838844" y="566399"/>
                  </a:lnTo>
                  <a:lnTo>
                    <a:pt x="850860" y="522690"/>
                  </a:lnTo>
                  <a:lnTo>
                    <a:pt x="858262" y="477257"/>
                  </a:lnTo>
                  <a:lnTo>
                    <a:pt x="860788" y="430360"/>
                  </a:lnTo>
                  <a:lnTo>
                    <a:pt x="858262" y="383465"/>
                  </a:lnTo>
                  <a:lnTo>
                    <a:pt x="850860" y="338032"/>
                  </a:lnTo>
                  <a:lnTo>
                    <a:pt x="850800" y="337815"/>
                  </a:lnTo>
                  <a:close/>
                </a:path>
                <a:path w="861059" h="861060">
                  <a:moveTo>
                    <a:pt x="504003" y="583265"/>
                  </a:moveTo>
                  <a:lnTo>
                    <a:pt x="467931" y="596034"/>
                  </a:lnTo>
                  <a:lnTo>
                    <a:pt x="430384" y="600290"/>
                  </a:lnTo>
                  <a:lnTo>
                    <a:pt x="501570" y="600290"/>
                  </a:lnTo>
                  <a:lnTo>
                    <a:pt x="504003" y="583265"/>
                  </a:lnTo>
                  <a:close/>
                </a:path>
                <a:path w="861059" h="861060">
                  <a:moveTo>
                    <a:pt x="288957" y="337815"/>
                  </a:moveTo>
                  <a:lnTo>
                    <a:pt x="103518" y="337815"/>
                  </a:lnTo>
                  <a:lnTo>
                    <a:pt x="261033" y="441186"/>
                  </a:lnTo>
                  <a:lnTo>
                    <a:pt x="260807" y="437590"/>
                  </a:lnTo>
                  <a:lnTo>
                    <a:pt x="260495" y="434022"/>
                  </a:lnTo>
                  <a:lnTo>
                    <a:pt x="260593" y="429456"/>
                  </a:lnTo>
                  <a:lnTo>
                    <a:pt x="264379" y="394366"/>
                  </a:lnTo>
                  <a:lnTo>
                    <a:pt x="275662" y="360384"/>
                  </a:lnTo>
                  <a:lnTo>
                    <a:pt x="288957" y="337815"/>
                  </a:lnTo>
                  <a:close/>
                </a:path>
                <a:path w="861059" h="861060">
                  <a:moveTo>
                    <a:pt x="693987" y="90699"/>
                  </a:moveTo>
                  <a:lnTo>
                    <a:pt x="441383" y="90699"/>
                  </a:lnTo>
                  <a:lnTo>
                    <a:pt x="485027" y="94914"/>
                  </a:lnTo>
                  <a:lnTo>
                    <a:pt x="528224" y="104895"/>
                  </a:lnTo>
                  <a:lnTo>
                    <a:pt x="570418" y="120770"/>
                  </a:lnTo>
                  <a:lnTo>
                    <a:pt x="611051" y="142663"/>
                  </a:lnTo>
                  <a:lnTo>
                    <a:pt x="670359" y="189981"/>
                  </a:lnTo>
                  <a:lnTo>
                    <a:pt x="717675" y="249291"/>
                  </a:lnTo>
                  <a:lnTo>
                    <a:pt x="542360" y="302930"/>
                  </a:lnTo>
                  <a:lnTo>
                    <a:pt x="566920" y="329536"/>
                  </a:lnTo>
                  <a:lnTo>
                    <a:pt x="585095" y="360384"/>
                  </a:lnTo>
                  <a:lnTo>
                    <a:pt x="596383" y="394368"/>
                  </a:lnTo>
                  <a:lnTo>
                    <a:pt x="600175" y="429456"/>
                  </a:lnTo>
                  <a:lnTo>
                    <a:pt x="600273" y="434023"/>
                  </a:lnTo>
                  <a:lnTo>
                    <a:pt x="599952" y="437590"/>
                  </a:lnTo>
                  <a:lnTo>
                    <a:pt x="599725" y="441186"/>
                  </a:lnTo>
                  <a:lnTo>
                    <a:pt x="757250" y="337815"/>
                  </a:lnTo>
                  <a:lnTo>
                    <a:pt x="850800" y="337815"/>
                  </a:lnTo>
                  <a:lnTo>
                    <a:pt x="838844" y="294326"/>
                  </a:lnTo>
                  <a:lnTo>
                    <a:pt x="822477" y="252608"/>
                  </a:lnTo>
                  <a:lnTo>
                    <a:pt x="802022" y="213141"/>
                  </a:lnTo>
                  <a:lnTo>
                    <a:pt x="777741" y="176187"/>
                  </a:lnTo>
                  <a:lnTo>
                    <a:pt x="749897" y="142008"/>
                  </a:lnTo>
                  <a:lnTo>
                    <a:pt x="718752" y="110868"/>
                  </a:lnTo>
                  <a:lnTo>
                    <a:pt x="693987" y="90699"/>
                  </a:lnTo>
                  <a:close/>
                </a:path>
              </a:pathLst>
            </a:custGeom>
            <a:solidFill>
              <a:srgbClr val="767070"/>
            </a:solidFill>
          </p:spPr>
          <p:txBody>
            <a:bodyPr wrap="square" lIns="0" tIns="0" rIns="0" bIns="0" rtlCol="0"/>
            <a:lstStyle/>
            <a:p>
              <a:endParaRPr/>
            </a:p>
          </p:txBody>
        </p:sp>
        <p:pic>
          <p:nvPicPr>
            <p:cNvPr id="14" name="object 13">
              <a:extLst>
                <a:ext uri="{FF2B5EF4-FFF2-40B4-BE49-F238E27FC236}">
                  <a16:creationId xmlns:a16="http://schemas.microsoft.com/office/drawing/2014/main" id="{790CF906-739A-6D0F-2990-08D11A638813}"/>
                </a:ext>
              </a:extLst>
            </p:cNvPr>
            <p:cNvPicPr/>
            <p:nvPr/>
          </p:nvPicPr>
          <p:blipFill>
            <a:blip r:embed="rId4" cstate="print"/>
            <a:stretch>
              <a:fillRect/>
            </a:stretch>
          </p:blipFill>
          <p:spPr>
            <a:xfrm>
              <a:off x="6046144" y="3333399"/>
              <a:ext cx="249170" cy="249178"/>
            </a:xfrm>
            <a:prstGeom prst="rect">
              <a:avLst/>
            </a:prstGeom>
          </p:spPr>
        </p:pic>
      </p:grpSp>
      <p:sp>
        <p:nvSpPr>
          <p:cNvPr id="15" name="object 14">
            <a:extLst>
              <a:ext uri="{FF2B5EF4-FFF2-40B4-BE49-F238E27FC236}">
                <a16:creationId xmlns:a16="http://schemas.microsoft.com/office/drawing/2014/main" id="{F56BBB55-B1A3-63CE-94F9-84E60B7106D6}"/>
              </a:ext>
            </a:extLst>
          </p:cNvPr>
          <p:cNvSpPr/>
          <p:nvPr/>
        </p:nvSpPr>
        <p:spPr>
          <a:xfrm>
            <a:off x="7820371" y="3864479"/>
            <a:ext cx="1371600" cy="76200"/>
          </a:xfrm>
          <a:custGeom>
            <a:avLst/>
            <a:gdLst/>
            <a:ahLst/>
            <a:cxnLst/>
            <a:rect l="l" t="t" r="r" b="b"/>
            <a:pathLst>
              <a:path w="1371600" h="76200">
                <a:moveTo>
                  <a:pt x="1295400" y="0"/>
                </a:moveTo>
                <a:lnTo>
                  <a:pt x="1295400" y="76200"/>
                </a:lnTo>
                <a:lnTo>
                  <a:pt x="1358900" y="44450"/>
                </a:lnTo>
                <a:lnTo>
                  <a:pt x="1308100" y="44450"/>
                </a:lnTo>
                <a:lnTo>
                  <a:pt x="1308100" y="31750"/>
                </a:lnTo>
                <a:lnTo>
                  <a:pt x="1358900" y="31750"/>
                </a:lnTo>
                <a:lnTo>
                  <a:pt x="1295400" y="0"/>
                </a:lnTo>
                <a:close/>
              </a:path>
              <a:path w="1371600" h="76200">
                <a:moveTo>
                  <a:pt x="1295400" y="31750"/>
                </a:moveTo>
                <a:lnTo>
                  <a:pt x="0" y="31750"/>
                </a:lnTo>
                <a:lnTo>
                  <a:pt x="0" y="44450"/>
                </a:lnTo>
                <a:lnTo>
                  <a:pt x="1295400" y="44450"/>
                </a:lnTo>
                <a:lnTo>
                  <a:pt x="1295400" y="31750"/>
                </a:lnTo>
                <a:close/>
              </a:path>
              <a:path w="1371600" h="76200">
                <a:moveTo>
                  <a:pt x="1358900" y="31750"/>
                </a:moveTo>
                <a:lnTo>
                  <a:pt x="1308100" y="31750"/>
                </a:lnTo>
                <a:lnTo>
                  <a:pt x="1308100" y="44450"/>
                </a:lnTo>
                <a:lnTo>
                  <a:pt x="1358900" y="44450"/>
                </a:lnTo>
                <a:lnTo>
                  <a:pt x="1371600" y="38100"/>
                </a:lnTo>
                <a:lnTo>
                  <a:pt x="1358900" y="31750"/>
                </a:lnTo>
                <a:close/>
              </a:path>
            </a:pathLst>
          </a:custGeom>
          <a:solidFill>
            <a:srgbClr val="4471C4"/>
          </a:solidFill>
        </p:spPr>
        <p:txBody>
          <a:bodyPr wrap="square" lIns="0" tIns="0" rIns="0" bIns="0" rtlCol="0"/>
          <a:lstStyle/>
          <a:p>
            <a:endParaRPr/>
          </a:p>
        </p:txBody>
      </p:sp>
    </p:spTree>
    <p:extLst>
      <p:ext uri="{BB962C8B-B14F-4D97-AF65-F5344CB8AC3E}">
        <p14:creationId xmlns:p14="http://schemas.microsoft.com/office/powerpoint/2010/main" val="33285186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830997"/>
          </a:xfrm>
          <a:prstGeom prst="rect">
            <a:avLst/>
          </a:prstGeom>
          <a:noFill/>
        </p:spPr>
        <p:txBody>
          <a:bodyPr wrap="square" rtlCol="0">
            <a:spAutoFit/>
          </a:bodyPr>
          <a:lstStyle/>
          <a:p>
            <a:r>
              <a:rPr lang="fr-FR" sz="2400" b="1" dirty="0"/>
              <a:t>Injection de Dépendance (DI)</a:t>
            </a:r>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9" name="object 3">
            <a:extLst>
              <a:ext uri="{FF2B5EF4-FFF2-40B4-BE49-F238E27FC236}">
                <a16:creationId xmlns:a16="http://schemas.microsoft.com/office/drawing/2014/main" id="{DA52EC2F-20BD-F002-74A5-F624E0850FE9}"/>
              </a:ext>
            </a:extLst>
          </p:cNvPr>
          <p:cNvSpPr txBox="1"/>
          <p:nvPr/>
        </p:nvSpPr>
        <p:spPr>
          <a:xfrm>
            <a:off x="1689735" y="2137558"/>
            <a:ext cx="8812530" cy="2111375"/>
          </a:xfrm>
          <a:prstGeom prst="rect">
            <a:avLst/>
          </a:prstGeom>
        </p:spPr>
        <p:txBody>
          <a:bodyPr vert="horz" wrap="square" lIns="0" tIns="12700" rIns="0" bIns="0" rtlCol="0">
            <a:spAutoFit/>
          </a:bodyPr>
          <a:lstStyle/>
          <a:p>
            <a:pPr marL="12700">
              <a:lnSpc>
                <a:spcPct val="100000"/>
              </a:lnSpc>
              <a:spcBef>
                <a:spcPts val="100"/>
              </a:spcBef>
            </a:pPr>
            <a:r>
              <a:rPr sz="2400" dirty="0">
                <a:latin typeface="Segoe UI"/>
                <a:cs typeface="Segoe UI"/>
              </a:rPr>
              <a:t>Enregistrements</a:t>
            </a:r>
            <a:r>
              <a:rPr sz="2400" spc="-80" dirty="0">
                <a:latin typeface="Segoe UI"/>
                <a:cs typeface="Segoe UI"/>
              </a:rPr>
              <a:t> </a:t>
            </a:r>
            <a:r>
              <a:rPr sz="2400" dirty="0">
                <a:latin typeface="Segoe UI"/>
                <a:cs typeface="Segoe UI"/>
              </a:rPr>
              <a:t>des</a:t>
            </a:r>
            <a:r>
              <a:rPr sz="2400" spc="-55" dirty="0">
                <a:latin typeface="Segoe UI"/>
                <a:cs typeface="Segoe UI"/>
              </a:rPr>
              <a:t> </a:t>
            </a:r>
            <a:r>
              <a:rPr sz="2400" dirty="0">
                <a:latin typeface="Segoe UI"/>
                <a:cs typeface="Segoe UI"/>
              </a:rPr>
              <a:t>dépendances</a:t>
            </a:r>
            <a:r>
              <a:rPr sz="2400" spc="-55" dirty="0">
                <a:latin typeface="Segoe UI"/>
                <a:cs typeface="Segoe UI"/>
              </a:rPr>
              <a:t> </a:t>
            </a:r>
            <a:r>
              <a:rPr sz="2400" dirty="0">
                <a:latin typeface="Segoe UI"/>
                <a:cs typeface="Segoe UI"/>
              </a:rPr>
              <a:t>entre</a:t>
            </a:r>
            <a:r>
              <a:rPr sz="2400" spc="-65" dirty="0">
                <a:latin typeface="Segoe UI"/>
                <a:cs typeface="Segoe UI"/>
              </a:rPr>
              <a:t> </a:t>
            </a:r>
            <a:r>
              <a:rPr sz="2400" dirty="0">
                <a:latin typeface="Segoe UI"/>
                <a:cs typeface="Segoe UI"/>
              </a:rPr>
              <a:t>Car</a:t>
            </a:r>
            <a:r>
              <a:rPr sz="2400" spc="-45" dirty="0">
                <a:latin typeface="Segoe UI"/>
                <a:cs typeface="Segoe UI"/>
              </a:rPr>
              <a:t> </a:t>
            </a:r>
            <a:r>
              <a:rPr sz="2400" dirty="0">
                <a:latin typeface="Segoe UI"/>
                <a:cs typeface="Segoe UI"/>
              </a:rPr>
              <a:t>et</a:t>
            </a:r>
            <a:r>
              <a:rPr sz="2400" spc="-55" dirty="0">
                <a:latin typeface="Segoe UI"/>
                <a:cs typeface="Segoe UI"/>
              </a:rPr>
              <a:t> </a:t>
            </a:r>
            <a:r>
              <a:rPr sz="2400" spc="-10" dirty="0">
                <a:latin typeface="Segoe UI"/>
                <a:cs typeface="Segoe UI"/>
              </a:rPr>
              <a:t>Person</a:t>
            </a:r>
            <a:endParaRPr sz="2400">
              <a:latin typeface="Segoe UI"/>
              <a:cs typeface="Segoe UI"/>
            </a:endParaRPr>
          </a:p>
          <a:p>
            <a:pPr marL="240029" indent="-227329">
              <a:lnSpc>
                <a:spcPct val="100000"/>
              </a:lnSpc>
              <a:spcBef>
                <a:spcPts val="2895"/>
              </a:spcBef>
              <a:buClr>
                <a:srgbClr val="391778"/>
              </a:buClr>
              <a:buFont typeface="Arial"/>
              <a:buChar char="•"/>
              <a:tabLst>
                <a:tab pos="240029" algn="l"/>
              </a:tabLst>
            </a:pPr>
            <a:r>
              <a:rPr sz="2400" dirty="0">
                <a:latin typeface="Segoe UI"/>
                <a:cs typeface="Segoe UI"/>
              </a:rPr>
              <a:t>Enregistrement</a:t>
            </a:r>
            <a:r>
              <a:rPr sz="2400" spc="-85" dirty="0">
                <a:latin typeface="Segoe UI"/>
                <a:cs typeface="Segoe UI"/>
              </a:rPr>
              <a:t> </a:t>
            </a:r>
            <a:r>
              <a:rPr sz="2400" dirty="0">
                <a:latin typeface="Segoe UI"/>
                <a:cs typeface="Segoe UI"/>
              </a:rPr>
              <a:t>d'un</a:t>
            </a:r>
            <a:r>
              <a:rPr sz="2400" spc="-50" dirty="0">
                <a:latin typeface="Segoe UI"/>
                <a:cs typeface="Segoe UI"/>
              </a:rPr>
              <a:t> </a:t>
            </a:r>
            <a:r>
              <a:rPr sz="2400" dirty="0">
                <a:latin typeface="Segoe UI"/>
                <a:cs typeface="Segoe UI"/>
              </a:rPr>
              <a:t>conducteur</a:t>
            </a:r>
            <a:r>
              <a:rPr sz="2400" spc="-35" dirty="0">
                <a:latin typeface="Segoe UI"/>
                <a:cs typeface="Segoe UI"/>
              </a:rPr>
              <a:t> </a:t>
            </a:r>
            <a:r>
              <a:rPr sz="2400" dirty="0">
                <a:latin typeface="Segoe UI"/>
                <a:cs typeface="Segoe UI"/>
              </a:rPr>
              <a:t>dans</a:t>
            </a:r>
            <a:r>
              <a:rPr sz="2400" spc="-55" dirty="0">
                <a:latin typeface="Segoe UI"/>
                <a:cs typeface="Segoe UI"/>
              </a:rPr>
              <a:t> </a:t>
            </a:r>
            <a:r>
              <a:rPr sz="2400" dirty="0">
                <a:latin typeface="Segoe UI"/>
                <a:cs typeface="Segoe UI"/>
              </a:rPr>
              <a:t>une</a:t>
            </a:r>
            <a:r>
              <a:rPr sz="2400" spc="-60" dirty="0">
                <a:latin typeface="Segoe UI"/>
                <a:cs typeface="Segoe UI"/>
              </a:rPr>
              <a:t> </a:t>
            </a:r>
            <a:r>
              <a:rPr sz="2400" dirty="0">
                <a:latin typeface="Segoe UI"/>
                <a:cs typeface="Segoe UI"/>
              </a:rPr>
              <a:t>liste</a:t>
            </a:r>
            <a:r>
              <a:rPr sz="2400" spc="-45" dirty="0">
                <a:latin typeface="Segoe UI"/>
                <a:cs typeface="Segoe UI"/>
              </a:rPr>
              <a:t> </a:t>
            </a:r>
            <a:r>
              <a:rPr sz="2400" dirty="0">
                <a:latin typeface="Segoe UI"/>
                <a:cs typeface="Segoe UI"/>
              </a:rPr>
              <a:t>de</a:t>
            </a:r>
            <a:r>
              <a:rPr sz="2400" spc="-60" dirty="0">
                <a:latin typeface="Segoe UI"/>
                <a:cs typeface="Segoe UI"/>
              </a:rPr>
              <a:t> </a:t>
            </a:r>
            <a:r>
              <a:rPr sz="2400" spc="-10" dirty="0">
                <a:latin typeface="Segoe UI"/>
                <a:cs typeface="Segoe UI"/>
              </a:rPr>
              <a:t>dépendances</a:t>
            </a:r>
            <a:endParaRPr sz="2400">
              <a:latin typeface="Segoe UI"/>
              <a:cs typeface="Segoe UI"/>
            </a:endParaRPr>
          </a:p>
          <a:p>
            <a:pPr marL="698500" lvl="1" indent="-228600">
              <a:lnSpc>
                <a:spcPct val="100000"/>
              </a:lnSpc>
              <a:spcBef>
                <a:spcPts val="1265"/>
              </a:spcBef>
              <a:buClr>
                <a:srgbClr val="391778"/>
              </a:buClr>
              <a:buFont typeface="Arial"/>
              <a:buChar char="•"/>
              <a:tabLst>
                <a:tab pos="698500" algn="l"/>
              </a:tabLst>
            </a:pPr>
            <a:r>
              <a:rPr sz="2000" dirty="0">
                <a:latin typeface="Segoe UI"/>
                <a:cs typeface="Segoe UI"/>
              </a:rPr>
              <a:t>On</a:t>
            </a:r>
            <a:r>
              <a:rPr sz="2000" spc="-25" dirty="0">
                <a:latin typeface="Segoe UI"/>
                <a:cs typeface="Segoe UI"/>
              </a:rPr>
              <a:t> </a:t>
            </a:r>
            <a:r>
              <a:rPr sz="2000" dirty="0">
                <a:latin typeface="Segoe UI"/>
                <a:cs typeface="Segoe UI"/>
              </a:rPr>
              <a:t>appelle</a:t>
            </a:r>
            <a:r>
              <a:rPr sz="2000" spc="-30" dirty="0">
                <a:latin typeface="Segoe UI"/>
                <a:cs typeface="Segoe UI"/>
              </a:rPr>
              <a:t> </a:t>
            </a:r>
            <a:r>
              <a:rPr sz="2000" dirty="0">
                <a:latin typeface="Segoe UI"/>
                <a:cs typeface="Segoe UI"/>
              </a:rPr>
              <a:t>cette</a:t>
            </a:r>
            <a:r>
              <a:rPr sz="2000" spc="-35" dirty="0">
                <a:latin typeface="Segoe UI"/>
                <a:cs typeface="Segoe UI"/>
              </a:rPr>
              <a:t> </a:t>
            </a:r>
            <a:r>
              <a:rPr sz="2000" dirty="0">
                <a:latin typeface="Segoe UI"/>
                <a:cs typeface="Segoe UI"/>
              </a:rPr>
              <a:t>liste</a:t>
            </a:r>
            <a:r>
              <a:rPr sz="2000" spc="-25" dirty="0">
                <a:latin typeface="Segoe UI"/>
                <a:cs typeface="Segoe UI"/>
              </a:rPr>
              <a:t> </a:t>
            </a:r>
            <a:r>
              <a:rPr sz="2000" dirty="0">
                <a:latin typeface="Segoe UI"/>
                <a:cs typeface="Segoe UI"/>
              </a:rPr>
              <a:t>un</a:t>
            </a:r>
            <a:r>
              <a:rPr sz="2000" spc="-25" dirty="0">
                <a:latin typeface="Segoe UI"/>
                <a:cs typeface="Segoe UI"/>
              </a:rPr>
              <a:t> </a:t>
            </a:r>
            <a:r>
              <a:rPr sz="2000" spc="-10" dirty="0">
                <a:latin typeface="Segoe UI"/>
                <a:cs typeface="Segoe UI"/>
              </a:rPr>
              <a:t>"conteneur"</a:t>
            </a:r>
            <a:endParaRPr sz="2000">
              <a:latin typeface="Segoe UI"/>
              <a:cs typeface="Segoe UI"/>
            </a:endParaRPr>
          </a:p>
          <a:p>
            <a:pPr marL="698500" lvl="1" indent="-228600">
              <a:lnSpc>
                <a:spcPct val="100000"/>
              </a:lnSpc>
              <a:spcBef>
                <a:spcPts val="1700"/>
              </a:spcBef>
              <a:buClr>
                <a:srgbClr val="391778"/>
              </a:buClr>
              <a:buFont typeface="Arial"/>
              <a:buChar char="•"/>
              <a:tabLst>
                <a:tab pos="698500" algn="l"/>
              </a:tabLst>
            </a:pPr>
            <a:r>
              <a:rPr sz="2000" dirty="0">
                <a:latin typeface="Segoe UI"/>
                <a:cs typeface="Segoe UI"/>
              </a:rPr>
              <a:t>On</a:t>
            </a:r>
            <a:r>
              <a:rPr sz="2000" spc="-35" dirty="0">
                <a:latin typeface="Segoe UI"/>
                <a:cs typeface="Segoe UI"/>
              </a:rPr>
              <a:t> </a:t>
            </a:r>
            <a:r>
              <a:rPr sz="2000" dirty="0">
                <a:latin typeface="Segoe UI"/>
                <a:cs typeface="Segoe UI"/>
              </a:rPr>
              <a:t>utilise</a:t>
            </a:r>
            <a:r>
              <a:rPr sz="2000" spc="-30" dirty="0">
                <a:latin typeface="Segoe UI"/>
                <a:cs typeface="Segoe UI"/>
              </a:rPr>
              <a:t> </a:t>
            </a:r>
            <a:r>
              <a:rPr sz="2000" dirty="0">
                <a:latin typeface="Segoe UI"/>
                <a:cs typeface="Segoe UI"/>
              </a:rPr>
              <a:t>IDriver</a:t>
            </a:r>
            <a:r>
              <a:rPr sz="2000" spc="-10" dirty="0">
                <a:latin typeface="Segoe UI"/>
                <a:cs typeface="Segoe UI"/>
              </a:rPr>
              <a:t> </a:t>
            </a:r>
            <a:r>
              <a:rPr sz="2000" dirty="0">
                <a:latin typeface="Segoe UI"/>
                <a:cs typeface="Segoe UI"/>
              </a:rPr>
              <a:t>pour</a:t>
            </a:r>
            <a:r>
              <a:rPr sz="2000" spc="-35" dirty="0">
                <a:latin typeface="Segoe UI"/>
                <a:cs typeface="Segoe UI"/>
              </a:rPr>
              <a:t> </a:t>
            </a:r>
            <a:r>
              <a:rPr sz="2000" dirty="0">
                <a:latin typeface="Segoe UI"/>
                <a:cs typeface="Segoe UI"/>
              </a:rPr>
              <a:t>maintenir</a:t>
            </a:r>
            <a:r>
              <a:rPr sz="2000" spc="-35" dirty="0">
                <a:latin typeface="Segoe UI"/>
                <a:cs typeface="Segoe UI"/>
              </a:rPr>
              <a:t> </a:t>
            </a:r>
            <a:r>
              <a:rPr sz="2000" dirty="0">
                <a:latin typeface="Segoe UI"/>
                <a:cs typeface="Segoe UI"/>
              </a:rPr>
              <a:t>un</a:t>
            </a:r>
            <a:r>
              <a:rPr sz="2000" spc="-30" dirty="0">
                <a:latin typeface="Segoe UI"/>
                <a:cs typeface="Segoe UI"/>
              </a:rPr>
              <a:t> </a:t>
            </a:r>
            <a:r>
              <a:rPr sz="2000" dirty="0">
                <a:latin typeface="Segoe UI"/>
                <a:cs typeface="Segoe UI"/>
              </a:rPr>
              <a:t>couplage</a:t>
            </a:r>
            <a:r>
              <a:rPr sz="2000" spc="-35" dirty="0">
                <a:latin typeface="Segoe UI"/>
                <a:cs typeface="Segoe UI"/>
              </a:rPr>
              <a:t> </a:t>
            </a:r>
            <a:r>
              <a:rPr sz="2000" dirty="0">
                <a:latin typeface="Segoe UI"/>
                <a:cs typeface="Segoe UI"/>
              </a:rPr>
              <a:t>le</a:t>
            </a:r>
            <a:r>
              <a:rPr sz="2000" spc="-30" dirty="0">
                <a:latin typeface="Segoe UI"/>
                <a:cs typeface="Segoe UI"/>
              </a:rPr>
              <a:t> </a:t>
            </a:r>
            <a:r>
              <a:rPr sz="2000" dirty="0">
                <a:latin typeface="Segoe UI"/>
                <a:cs typeface="Segoe UI"/>
              </a:rPr>
              <a:t>plus</a:t>
            </a:r>
            <a:r>
              <a:rPr sz="2000" spc="-30" dirty="0">
                <a:latin typeface="Segoe UI"/>
                <a:cs typeface="Segoe UI"/>
              </a:rPr>
              <a:t> </a:t>
            </a:r>
            <a:r>
              <a:rPr sz="2000" dirty="0">
                <a:latin typeface="Segoe UI"/>
                <a:cs typeface="Segoe UI"/>
              </a:rPr>
              <a:t>faible</a:t>
            </a:r>
            <a:r>
              <a:rPr sz="2000" spc="-25" dirty="0">
                <a:latin typeface="Segoe UI"/>
                <a:cs typeface="Segoe UI"/>
              </a:rPr>
              <a:t> </a:t>
            </a:r>
            <a:r>
              <a:rPr sz="2000" spc="-10" dirty="0">
                <a:latin typeface="Segoe UI"/>
                <a:cs typeface="Segoe UI"/>
              </a:rPr>
              <a:t>possible</a:t>
            </a:r>
            <a:endParaRPr sz="2000">
              <a:latin typeface="Segoe UI"/>
              <a:cs typeface="Segoe UI"/>
            </a:endParaRPr>
          </a:p>
        </p:txBody>
      </p:sp>
      <p:grpSp>
        <p:nvGrpSpPr>
          <p:cNvPr id="10" name="object 4">
            <a:extLst>
              <a:ext uri="{FF2B5EF4-FFF2-40B4-BE49-F238E27FC236}">
                <a16:creationId xmlns:a16="http://schemas.microsoft.com/office/drawing/2014/main" id="{D6324639-0425-3091-7E93-4CF45514AE55}"/>
              </a:ext>
            </a:extLst>
          </p:cNvPr>
          <p:cNvGrpSpPr/>
          <p:nvPr/>
        </p:nvGrpSpPr>
        <p:grpSpPr>
          <a:xfrm>
            <a:off x="1237027" y="5053472"/>
            <a:ext cx="617220" cy="1262380"/>
            <a:chOff x="932353" y="4730743"/>
            <a:chExt cx="617220" cy="1262380"/>
          </a:xfrm>
        </p:grpSpPr>
        <p:pic>
          <p:nvPicPr>
            <p:cNvPr id="11" name="object 5">
              <a:extLst>
                <a:ext uri="{FF2B5EF4-FFF2-40B4-BE49-F238E27FC236}">
                  <a16:creationId xmlns:a16="http://schemas.microsoft.com/office/drawing/2014/main" id="{62EF74D4-29EB-086B-1493-B5B7EC07BF76}"/>
                </a:ext>
              </a:extLst>
            </p:cNvPr>
            <p:cNvPicPr/>
            <p:nvPr/>
          </p:nvPicPr>
          <p:blipFill>
            <a:blip r:embed="rId3" cstate="print"/>
            <a:stretch>
              <a:fillRect/>
            </a:stretch>
          </p:blipFill>
          <p:spPr>
            <a:xfrm>
              <a:off x="1128695" y="4730743"/>
              <a:ext cx="224391" cy="224351"/>
            </a:xfrm>
            <a:prstGeom prst="rect">
              <a:avLst/>
            </a:prstGeom>
          </p:spPr>
        </p:pic>
        <p:sp>
          <p:nvSpPr>
            <p:cNvPr id="12" name="object 6">
              <a:extLst>
                <a:ext uri="{FF2B5EF4-FFF2-40B4-BE49-F238E27FC236}">
                  <a16:creationId xmlns:a16="http://schemas.microsoft.com/office/drawing/2014/main" id="{26F2E51D-8551-5F77-8C52-2BC4C7E8EF72}"/>
                </a:ext>
              </a:extLst>
            </p:cNvPr>
            <p:cNvSpPr/>
            <p:nvPr/>
          </p:nvSpPr>
          <p:spPr>
            <a:xfrm>
              <a:off x="932353" y="4984108"/>
              <a:ext cx="617220" cy="1009015"/>
            </a:xfrm>
            <a:custGeom>
              <a:avLst/>
              <a:gdLst/>
              <a:ahLst/>
              <a:cxnLst/>
              <a:rect l="l" t="t" r="r" b="b"/>
              <a:pathLst>
                <a:path w="617219" h="1009014">
                  <a:moveTo>
                    <a:pt x="331678" y="0"/>
                  </a:moveTo>
                  <a:lnTo>
                    <a:pt x="285397" y="43"/>
                  </a:lnTo>
                  <a:lnTo>
                    <a:pt x="239116" y="7319"/>
                  </a:lnTo>
                  <a:lnTo>
                    <a:pt x="183369" y="23491"/>
                  </a:lnTo>
                  <a:lnTo>
                    <a:pt x="124466" y="54872"/>
                  </a:lnTo>
                  <a:lnTo>
                    <a:pt x="87652" y="89145"/>
                  </a:lnTo>
                  <a:lnTo>
                    <a:pt x="2804" y="442222"/>
                  </a:lnTo>
                  <a:lnTo>
                    <a:pt x="0" y="447832"/>
                  </a:lnTo>
                  <a:lnTo>
                    <a:pt x="4426" y="475224"/>
                  </a:lnTo>
                  <a:lnTo>
                    <a:pt x="16478" y="493062"/>
                  </a:lnTo>
                  <a:lnTo>
                    <a:pt x="34316" y="505115"/>
                  </a:lnTo>
                  <a:lnTo>
                    <a:pt x="56097" y="509541"/>
                  </a:lnTo>
                  <a:lnTo>
                    <a:pt x="74285" y="506123"/>
                  </a:lnTo>
                  <a:lnTo>
                    <a:pt x="90107" y="496919"/>
                  </a:lnTo>
                  <a:lnTo>
                    <a:pt x="102246" y="483508"/>
                  </a:lnTo>
                  <a:lnTo>
                    <a:pt x="109390" y="467467"/>
                  </a:lnTo>
                  <a:lnTo>
                    <a:pt x="168293" y="223434"/>
                  </a:lnTo>
                  <a:lnTo>
                    <a:pt x="168293" y="1008830"/>
                  </a:lnTo>
                  <a:lnTo>
                    <a:pt x="280488" y="1008830"/>
                  </a:lnTo>
                  <a:lnTo>
                    <a:pt x="280488" y="503932"/>
                  </a:lnTo>
                  <a:lnTo>
                    <a:pt x="336586" y="503932"/>
                  </a:lnTo>
                  <a:lnTo>
                    <a:pt x="336586" y="1008830"/>
                  </a:lnTo>
                  <a:lnTo>
                    <a:pt x="448782" y="1008830"/>
                  </a:lnTo>
                  <a:lnTo>
                    <a:pt x="448782" y="220629"/>
                  </a:lnTo>
                  <a:lnTo>
                    <a:pt x="507684" y="464662"/>
                  </a:lnTo>
                  <a:lnTo>
                    <a:pt x="514828" y="480703"/>
                  </a:lnTo>
                  <a:lnTo>
                    <a:pt x="526968" y="494114"/>
                  </a:lnTo>
                  <a:lnTo>
                    <a:pt x="542789" y="503318"/>
                  </a:lnTo>
                  <a:lnTo>
                    <a:pt x="560977" y="506737"/>
                  </a:lnTo>
                  <a:lnTo>
                    <a:pt x="582759" y="502310"/>
                  </a:lnTo>
                  <a:lnTo>
                    <a:pt x="600596" y="490257"/>
                  </a:lnTo>
                  <a:lnTo>
                    <a:pt x="612648" y="472419"/>
                  </a:lnTo>
                  <a:lnTo>
                    <a:pt x="617075" y="445027"/>
                  </a:lnTo>
                  <a:lnTo>
                    <a:pt x="614270" y="436612"/>
                  </a:lnTo>
                  <a:lnTo>
                    <a:pt x="533104" y="94448"/>
                  </a:lnTo>
                  <a:lnTo>
                    <a:pt x="492608" y="52461"/>
                  </a:lnTo>
                  <a:lnTo>
                    <a:pt x="433705" y="21870"/>
                  </a:lnTo>
                  <a:lnTo>
                    <a:pt x="401098" y="10255"/>
                  </a:lnTo>
                  <a:lnTo>
                    <a:pt x="331678" y="0"/>
                  </a:lnTo>
                  <a:close/>
                </a:path>
              </a:pathLst>
            </a:custGeom>
            <a:solidFill>
              <a:srgbClr val="767070"/>
            </a:solidFill>
          </p:spPr>
          <p:txBody>
            <a:bodyPr wrap="square" lIns="0" tIns="0" rIns="0" bIns="0" rtlCol="0"/>
            <a:lstStyle/>
            <a:p>
              <a:endParaRPr/>
            </a:p>
          </p:txBody>
        </p:sp>
      </p:grpSp>
      <p:sp>
        <p:nvSpPr>
          <p:cNvPr id="13" name="object 7">
            <a:extLst>
              <a:ext uri="{FF2B5EF4-FFF2-40B4-BE49-F238E27FC236}">
                <a16:creationId xmlns:a16="http://schemas.microsoft.com/office/drawing/2014/main" id="{02075690-90A6-8D4C-0292-0F94F035A1FD}"/>
              </a:ext>
            </a:extLst>
          </p:cNvPr>
          <p:cNvSpPr txBox="1"/>
          <p:nvPr/>
        </p:nvSpPr>
        <p:spPr>
          <a:xfrm>
            <a:off x="2625853" y="5189242"/>
            <a:ext cx="7757795" cy="1123315"/>
          </a:xfrm>
          <a:prstGeom prst="rect">
            <a:avLst/>
          </a:prstGeom>
        </p:spPr>
        <p:txBody>
          <a:bodyPr vert="horz" wrap="square" lIns="0" tIns="12700" rIns="0" bIns="0" rtlCol="0">
            <a:spAutoFit/>
          </a:bodyPr>
          <a:lstStyle/>
          <a:p>
            <a:pPr marL="12700">
              <a:lnSpc>
                <a:spcPct val="100000"/>
              </a:lnSpc>
              <a:spcBef>
                <a:spcPts val="100"/>
              </a:spcBef>
              <a:tabLst>
                <a:tab pos="946785" algn="l"/>
                <a:tab pos="1612265" algn="l"/>
                <a:tab pos="6544945" algn="l"/>
              </a:tabLst>
            </a:pPr>
            <a:r>
              <a:rPr sz="1800" spc="215" dirty="0">
                <a:solidFill>
                  <a:srgbClr val="0000FF"/>
                </a:solidFill>
                <a:latin typeface="Trebuchet MS"/>
                <a:cs typeface="Trebuchet MS"/>
              </a:rPr>
              <a:t>public</a:t>
            </a:r>
            <a:r>
              <a:rPr sz="1800" dirty="0">
                <a:solidFill>
                  <a:srgbClr val="0000FF"/>
                </a:solidFill>
                <a:latin typeface="Trebuchet MS"/>
                <a:cs typeface="Trebuchet MS"/>
              </a:rPr>
              <a:t>	</a:t>
            </a:r>
            <a:r>
              <a:rPr sz="1800" spc="180" dirty="0">
                <a:solidFill>
                  <a:srgbClr val="0000FF"/>
                </a:solidFill>
                <a:latin typeface="Trebuchet MS"/>
                <a:cs typeface="Trebuchet MS"/>
              </a:rPr>
              <a:t>void</a:t>
            </a:r>
            <a:r>
              <a:rPr sz="1800" dirty="0">
                <a:solidFill>
                  <a:srgbClr val="0000FF"/>
                </a:solidFill>
                <a:latin typeface="Trebuchet MS"/>
                <a:cs typeface="Trebuchet MS"/>
              </a:rPr>
              <a:t>	</a:t>
            </a:r>
            <a:r>
              <a:rPr sz="1800" spc="215" dirty="0">
                <a:latin typeface="Trebuchet MS"/>
                <a:cs typeface="Trebuchet MS"/>
              </a:rPr>
              <a:t>ConfigureServices(</a:t>
            </a:r>
            <a:r>
              <a:rPr sz="1800" spc="215" dirty="0">
                <a:solidFill>
                  <a:srgbClr val="2B91AE"/>
                </a:solidFill>
                <a:latin typeface="Trebuchet MS"/>
                <a:cs typeface="Trebuchet MS"/>
              </a:rPr>
              <a:t>IServiceCollection</a:t>
            </a:r>
            <a:r>
              <a:rPr sz="1800" dirty="0">
                <a:solidFill>
                  <a:srgbClr val="2B91AE"/>
                </a:solidFill>
                <a:latin typeface="Trebuchet MS"/>
                <a:cs typeface="Trebuchet MS"/>
              </a:rPr>
              <a:t>	</a:t>
            </a:r>
            <a:r>
              <a:rPr sz="1800" spc="245" dirty="0">
                <a:latin typeface="Trebuchet MS"/>
                <a:cs typeface="Trebuchet MS"/>
              </a:rPr>
              <a:t>services)</a:t>
            </a:r>
            <a:endParaRPr sz="1800">
              <a:latin typeface="Trebuchet MS"/>
              <a:cs typeface="Trebuchet MS"/>
            </a:endParaRPr>
          </a:p>
          <a:p>
            <a:pPr marL="12700">
              <a:lnSpc>
                <a:spcPct val="100000"/>
              </a:lnSpc>
            </a:pPr>
            <a:r>
              <a:rPr sz="1800" spc="340" dirty="0">
                <a:latin typeface="Trebuchet MS"/>
                <a:cs typeface="Trebuchet MS"/>
              </a:rPr>
              <a:t>{</a:t>
            </a:r>
            <a:endParaRPr sz="1800">
              <a:latin typeface="Trebuchet MS"/>
              <a:cs typeface="Trebuchet MS"/>
            </a:endParaRPr>
          </a:p>
          <a:p>
            <a:pPr marL="927100">
              <a:lnSpc>
                <a:spcPct val="100000"/>
              </a:lnSpc>
              <a:tabLst>
                <a:tab pos="4659630" algn="l"/>
              </a:tabLst>
            </a:pPr>
            <a:r>
              <a:rPr sz="1800" spc="185" dirty="0">
                <a:latin typeface="Trebuchet MS"/>
                <a:cs typeface="Trebuchet MS"/>
              </a:rPr>
              <a:t>services.AddScoped&lt;</a:t>
            </a:r>
            <a:r>
              <a:rPr sz="1800" spc="185" dirty="0">
                <a:solidFill>
                  <a:srgbClr val="2B91AE"/>
                </a:solidFill>
                <a:latin typeface="Trebuchet MS"/>
                <a:cs typeface="Trebuchet MS"/>
              </a:rPr>
              <a:t>IDriver</a:t>
            </a:r>
            <a:r>
              <a:rPr sz="1800" spc="185" dirty="0">
                <a:latin typeface="Trebuchet MS"/>
                <a:cs typeface="Trebuchet MS"/>
              </a:rPr>
              <a:t>,</a:t>
            </a:r>
            <a:r>
              <a:rPr sz="1800" dirty="0">
                <a:latin typeface="Trebuchet MS"/>
                <a:cs typeface="Trebuchet MS"/>
              </a:rPr>
              <a:t>	</a:t>
            </a:r>
            <a:r>
              <a:rPr sz="1800" spc="204" dirty="0">
                <a:solidFill>
                  <a:srgbClr val="2B91AE"/>
                </a:solidFill>
                <a:latin typeface="Trebuchet MS"/>
                <a:cs typeface="Trebuchet MS"/>
              </a:rPr>
              <a:t>Person</a:t>
            </a:r>
            <a:r>
              <a:rPr sz="1800" spc="204" dirty="0">
                <a:latin typeface="Trebuchet MS"/>
                <a:cs typeface="Trebuchet MS"/>
              </a:rPr>
              <a:t>&gt;();</a:t>
            </a:r>
            <a:endParaRPr sz="1800">
              <a:latin typeface="Trebuchet MS"/>
              <a:cs typeface="Trebuchet MS"/>
            </a:endParaRPr>
          </a:p>
          <a:p>
            <a:pPr marL="12700">
              <a:lnSpc>
                <a:spcPct val="100000"/>
              </a:lnSpc>
            </a:pPr>
            <a:r>
              <a:rPr sz="1800" spc="340" dirty="0">
                <a:latin typeface="Trebuchet MS"/>
                <a:cs typeface="Trebuchet MS"/>
              </a:rPr>
              <a:t>}</a:t>
            </a:r>
            <a:endParaRPr sz="1800">
              <a:latin typeface="Trebuchet MS"/>
              <a:cs typeface="Trebuchet MS"/>
            </a:endParaRPr>
          </a:p>
        </p:txBody>
      </p:sp>
    </p:spTree>
    <p:extLst>
      <p:ext uri="{BB962C8B-B14F-4D97-AF65-F5344CB8AC3E}">
        <p14:creationId xmlns:p14="http://schemas.microsoft.com/office/powerpoint/2010/main" val="22385959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830997"/>
          </a:xfrm>
          <a:prstGeom prst="rect">
            <a:avLst/>
          </a:prstGeom>
          <a:noFill/>
        </p:spPr>
        <p:txBody>
          <a:bodyPr wrap="square" rtlCol="0">
            <a:spAutoFit/>
          </a:bodyPr>
          <a:lstStyle/>
          <a:p>
            <a:r>
              <a:rPr lang="fr-FR" sz="2400" b="1" dirty="0"/>
              <a:t>Injection de Dépendance (DI)</a:t>
            </a:r>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2" name="object 3">
            <a:extLst>
              <a:ext uri="{FF2B5EF4-FFF2-40B4-BE49-F238E27FC236}">
                <a16:creationId xmlns:a16="http://schemas.microsoft.com/office/drawing/2014/main" id="{D47B534D-71E4-FC4C-FE85-EE9D316C22C6}"/>
              </a:ext>
            </a:extLst>
          </p:cNvPr>
          <p:cNvSpPr txBox="1"/>
          <p:nvPr/>
        </p:nvSpPr>
        <p:spPr>
          <a:xfrm>
            <a:off x="1557184" y="2073014"/>
            <a:ext cx="8869045" cy="425513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AF50"/>
                </a:solidFill>
                <a:latin typeface="Segoe UI"/>
                <a:cs typeface="Segoe UI"/>
              </a:rPr>
              <a:t>Résolution</a:t>
            </a:r>
            <a:r>
              <a:rPr sz="2400" b="1" spc="-40" dirty="0">
                <a:solidFill>
                  <a:srgbClr val="00AF50"/>
                </a:solidFill>
                <a:latin typeface="Segoe UI"/>
                <a:cs typeface="Segoe UI"/>
              </a:rPr>
              <a:t> </a:t>
            </a:r>
            <a:r>
              <a:rPr sz="2400" b="1" dirty="0">
                <a:solidFill>
                  <a:srgbClr val="00AF50"/>
                </a:solidFill>
                <a:latin typeface="Segoe UI"/>
                <a:cs typeface="Segoe UI"/>
              </a:rPr>
              <a:t>des</a:t>
            </a:r>
            <a:r>
              <a:rPr sz="2400" b="1" spc="-20" dirty="0">
                <a:solidFill>
                  <a:srgbClr val="00AF50"/>
                </a:solidFill>
                <a:latin typeface="Segoe UI"/>
                <a:cs typeface="Segoe UI"/>
              </a:rPr>
              <a:t> </a:t>
            </a:r>
            <a:r>
              <a:rPr sz="2400" b="1" dirty="0">
                <a:solidFill>
                  <a:srgbClr val="00AF50"/>
                </a:solidFill>
                <a:latin typeface="Segoe UI"/>
                <a:cs typeface="Segoe UI"/>
              </a:rPr>
              <a:t>dépendances</a:t>
            </a:r>
            <a:r>
              <a:rPr sz="2400" b="1" spc="-15" dirty="0">
                <a:solidFill>
                  <a:srgbClr val="00AF50"/>
                </a:solidFill>
                <a:latin typeface="Segoe UI"/>
                <a:cs typeface="Segoe UI"/>
              </a:rPr>
              <a:t> </a:t>
            </a:r>
            <a:r>
              <a:rPr sz="2400" dirty="0">
                <a:latin typeface="Segoe UI"/>
                <a:cs typeface="Segoe UI"/>
              </a:rPr>
              <a:t>entre</a:t>
            </a:r>
            <a:r>
              <a:rPr sz="2400" spc="-40" dirty="0">
                <a:latin typeface="Segoe UI"/>
                <a:cs typeface="Segoe UI"/>
              </a:rPr>
              <a:t> </a:t>
            </a:r>
            <a:r>
              <a:rPr sz="2400" dirty="0">
                <a:latin typeface="Segoe UI"/>
                <a:cs typeface="Segoe UI"/>
              </a:rPr>
              <a:t>Car</a:t>
            </a:r>
            <a:r>
              <a:rPr sz="2400" spc="-15" dirty="0">
                <a:latin typeface="Segoe UI"/>
                <a:cs typeface="Segoe UI"/>
              </a:rPr>
              <a:t> </a:t>
            </a:r>
            <a:r>
              <a:rPr sz="2400" dirty="0">
                <a:latin typeface="Segoe UI"/>
                <a:cs typeface="Segoe UI"/>
              </a:rPr>
              <a:t>et</a:t>
            </a:r>
            <a:r>
              <a:rPr sz="2400" spc="-20" dirty="0">
                <a:latin typeface="Segoe UI"/>
                <a:cs typeface="Segoe UI"/>
              </a:rPr>
              <a:t> </a:t>
            </a:r>
            <a:r>
              <a:rPr sz="2400" spc="-10" dirty="0">
                <a:latin typeface="Segoe UI"/>
                <a:cs typeface="Segoe UI"/>
              </a:rPr>
              <a:t>Person</a:t>
            </a:r>
            <a:endParaRPr sz="2400">
              <a:latin typeface="Segoe UI"/>
              <a:cs typeface="Segoe UI"/>
            </a:endParaRPr>
          </a:p>
          <a:p>
            <a:pPr marL="240029" indent="-227329">
              <a:lnSpc>
                <a:spcPct val="100000"/>
              </a:lnSpc>
              <a:spcBef>
                <a:spcPts val="2895"/>
              </a:spcBef>
              <a:buClr>
                <a:srgbClr val="391778"/>
              </a:buClr>
              <a:buFont typeface="Arial"/>
              <a:buChar char="•"/>
              <a:tabLst>
                <a:tab pos="240029" algn="l"/>
              </a:tabLst>
            </a:pPr>
            <a:r>
              <a:rPr sz="2400" dirty="0">
                <a:latin typeface="Segoe UI"/>
                <a:cs typeface="Segoe UI"/>
              </a:rPr>
              <a:t>Injection</a:t>
            </a:r>
            <a:r>
              <a:rPr sz="2400" spc="-20" dirty="0">
                <a:latin typeface="Segoe UI"/>
                <a:cs typeface="Segoe UI"/>
              </a:rPr>
              <a:t> </a:t>
            </a:r>
            <a:r>
              <a:rPr sz="2400" dirty="0">
                <a:latin typeface="Segoe UI"/>
                <a:cs typeface="Segoe UI"/>
              </a:rPr>
              <a:t>d'un</a:t>
            </a:r>
            <a:r>
              <a:rPr sz="2400" spc="-55" dirty="0">
                <a:latin typeface="Segoe UI"/>
                <a:cs typeface="Segoe UI"/>
              </a:rPr>
              <a:t> </a:t>
            </a:r>
            <a:r>
              <a:rPr sz="2400" dirty="0">
                <a:latin typeface="Segoe UI"/>
                <a:cs typeface="Segoe UI"/>
              </a:rPr>
              <a:t>conducteur</a:t>
            </a:r>
            <a:r>
              <a:rPr sz="2400" spc="-20" dirty="0">
                <a:latin typeface="Segoe UI"/>
                <a:cs typeface="Segoe UI"/>
              </a:rPr>
              <a:t> </a:t>
            </a:r>
            <a:r>
              <a:rPr sz="2400" dirty="0">
                <a:latin typeface="Segoe UI"/>
                <a:cs typeface="Segoe UI"/>
              </a:rPr>
              <a:t>via</a:t>
            </a:r>
            <a:r>
              <a:rPr sz="2400" spc="-45" dirty="0">
                <a:latin typeface="Segoe UI"/>
                <a:cs typeface="Segoe UI"/>
              </a:rPr>
              <a:t> </a:t>
            </a:r>
            <a:r>
              <a:rPr sz="2400" dirty="0">
                <a:latin typeface="Segoe UI"/>
                <a:cs typeface="Segoe UI"/>
              </a:rPr>
              <a:t>une</a:t>
            </a:r>
            <a:r>
              <a:rPr sz="2400" spc="-55" dirty="0">
                <a:latin typeface="Segoe UI"/>
                <a:cs typeface="Segoe UI"/>
              </a:rPr>
              <a:t> </a:t>
            </a:r>
            <a:r>
              <a:rPr sz="2400" dirty="0">
                <a:latin typeface="Segoe UI"/>
                <a:cs typeface="Segoe UI"/>
              </a:rPr>
              <a:t>propriété</a:t>
            </a:r>
            <a:r>
              <a:rPr sz="2400" spc="-60" dirty="0">
                <a:latin typeface="Segoe UI"/>
                <a:cs typeface="Segoe UI"/>
              </a:rPr>
              <a:t> </a:t>
            </a:r>
            <a:r>
              <a:rPr sz="2400" dirty="0">
                <a:latin typeface="Segoe UI"/>
                <a:cs typeface="Segoe UI"/>
              </a:rPr>
              <a:t>ou</a:t>
            </a:r>
            <a:r>
              <a:rPr sz="2400" spc="-40" dirty="0">
                <a:latin typeface="Segoe UI"/>
                <a:cs typeface="Segoe UI"/>
              </a:rPr>
              <a:t> </a:t>
            </a:r>
            <a:r>
              <a:rPr sz="2400" dirty="0">
                <a:latin typeface="Segoe UI"/>
                <a:cs typeface="Segoe UI"/>
              </a:rPr>
              <a:t>via</a:t>
            </a:r>
            <a:r>
              <a:rPr sz="2400" spc="-45" dirty="0">
                <a:latin typeface="Segoe UI"/>
                <a:cs typeface="Segoe UI"/>
              </a:rPr>
              <a:t> </a:t>
            </a:r>
            <a:r>
              <a:rPr sz="2400" dirty="0">
                <a:latin typeface="Segoe UI"/>
                <a:cs typeface="Segoe UI"/>
              </a:rPr>
              <a:t>une</a:t>
            </a:r>
            <a:r>
              <a:rPr sz="2400" spc="-55" dirty="0">
                <a:latin typeface="Segoe UI"/>
                <a:cs typeface="Segoe UI"/>
              </a:rPr>
              <a:t> </a:t>
            </a:r>
            <a:r>
              <a:rPr sz="2400" spc="-10" dirty="0">
                <a:latin typeface="Segoe UI"/>
                <a:cs typeface="Segoe UI"/>
              </a:rPr>
              <a:t>méthode</a:t>
            </a:r>
            <a:endParaRPr sz="2400">
              <a:latin typeface="Segoe UI"/>
              <a:cs typeface="Segoe UI"/>
            </a:endParaRPr>
          </a:p>
          <a:p>
            <a:pPr>
              <a:lnSpc>
                <a:spcPct val="100000"/>
              </a:lnSpc>
              <a:spcBef>
                <a:spcPts val="2010"/>
              </a:spcBef>
            </a:pPr>
            <a:endParaRPr sz="2400">
              <a:latin typeface="Segoe UI"/>
              <a:cs typeface="Segoe UI"/>
            </a:endParaRPr>
          </a:p>
          <a:p>
            <a:pPr marL="3124835">
              <a:lnSpc>
                <a:spcPct val="100000"/>
              </a:lnSpc>
            </a:pPr>
            <a:r>
              <a:rPr sz="1800" dirty="0">
                <a:solidFill>
                  <a:srgbClr val="0000FF"/>
                </a:solidFill>
                <a:latin typeface="Consolas"/>
                <a:cs typeface="Consolas"/>
              </a:rPr>
              <a:t>public</a:t>
            </a:r>
            <a:r>
              <a:rPr sz="1800" spc="-45" dirty="0">
                <a:solidFill>
                  <a:srgbClr val="0000FF"/>
                </a:solidFill>
                <a:latin typeface="Consolas"/>
                <a:cs typeface="Consolas"/>
              </a:rPr>
              <a:t> </a:t>
            </a:r>
            <a:r>
              <a:rPr sz="1800" dirty="0">
                <a:solidFill>
                  <a:srgbClr val="0000FF"/>
                </a:solidFill>
                <a:latin typeface="Consolas"/>
                <a:cs typeface="Consolas"/>
              </a:rPr>
              <a:t>class</a:t>
            </a:r>
            <a:r>
              <a:rPr sz="1800" spc="-30" dirty="0">
                <a:solidFill>
                  <a:srgbClr val="0000FF"/>
                </a:solidFill>
                <a:latin typeface="Consolas"/>
                <a:cs typeface="Consolas"/>
              </a:rPr>
              <a:t> </a:t>
            </a:r>
            <a:r>
              <a:rPr sz="1800" spc="-25" dirty="0">
                <a:solidFill>
                  <a:srgbClr val="2B91AE"/>
                </a:solidFill>
                <a:latin typeface="Consolas"/>
                <a:cs typeface="Consolas"/>
              </a:rPr>
              <a:t>Car</a:t>
            </a:r>
            <a:endParaRPr sz="1800">
              <a:latin typeface="Consolas"/>
              <a:cs typeface="Consolas"/>
            </a:endParaRPr>
          </a:p>
          <a:p>
            <a:pPr marL="3124835">
              <a:lnSpc>
                <a:spcPct val="100000"/>
              </a:lnSpc>
            </a:pPr>
            <a:r>
              <a:rPr sz="1800" spc="-50" dirty="0">
                <a:latin typeface="Consolas"/>
                <a:cs typeface="Consolas"/>
              </a:rPr>
              <a:t>{</a:t>
            </a:r>
            <a:endParaRPr sz="1800">
              <a:latin typeface="Consolas"/>
              <a:cs typeface="Consolas"/>
            </a:endParaRPr>
          </a:p>
          <a:p>
            <a:pPr marL="4039235">
              <a:lnSpc>
                <a:spcPct val="100000"/>
              </a:lnSpc>
            </a:pPr>
            <a:r>
              <a:rPr sz="1800" dirty="0">
                <a:solidFill>
                  <a:srgbClr val="0000FF"/>
                </a:solidFill>
                <a:latin typeface="Consolas"/>
                <a:cs typeface="Consolas"/>
              </a:rPr>
              <a:t>public</a:t>
            </a:r>
            <a:r>
              <a:rPr sz="1800" spc="-45" dirty="0">
                <a:solidFill>
                  <a:srgbClr val="0000FF"/>
                </a:solidFill>
                <a:latin typeface="Consolas"/>
                <a:cs typeface="Consolas"/>
              </a:rPr>
              <a:t> </a:t>
            </a:r>
            <a:r>
              <a:rPr sz="1800" dirty="0">
                <a:solidFill>
                  <a:srgbClr val="2B91AE"/>
                </a:solidFill>
                <a:latin typeface="Consolas"/>
                <a:cs typeface="Consolas"/>
              </a:rPr>
              <a:t>IDriver</a:t>
            </a:r>
            <a:r>
              <a:rPr sz="1800" spc="-25" dirty="0">
                <a:solidFill>
                  <a:srgbClr val="2B91AE"/>
                </a:solidFill>
                <a:latin typeface="Consolas"/>
                <a:cs typeface="Consolas"/>
              </a:rPr>
              <a:t> </a:t>
            </a:r>
            <a:r>
              <a:rPr sz="1800" dirty="0">
                <a:latin typeface="Consolas"/>
                <a:cs typeface="Consolas"/>
              </a:rPr>
              <a:t>Driver</a:t>
            </a:r>
            <a:r>
              <a:rPr sz="1800" spc="-35" dirty="0">
                <a:latin typeface="Consolas"/>
                <a:cs typeface="Consolas"/>
              </a:rPr>
              <a:t> </a:t>
            </a:r>
            <a:r>
              <a:rPr sz="1800" dirty="0">
                <a:latin typeface="Consolas"/>
                <a:cs typeface="Consolas"/>
              </a:rPr>
              <a:t>{</a:t>
            </a:r>
            <a:r>
              <a:rPr sz="1800" spc="-20" dirty="0">
                <a:latin typeface="Consolas"/>
                <a:cs typeface="Consolas"/>
              </a:rPr>
              <a:t> </a:t>
            </a:r>
            <a:r>
              <a:rPr sz="1800" dirty="0">
                <a:latin typeface="Consolas"/>
                <a:cs typeface="Consolas"/>
              </a:rPr>
              <a:t>get;set;</a:t>
            </a:r>
            <a:r>
              <a:rPr sz="1800" spc="-20" dirty="0">
                <a:latin typeface="Consolas"/>
                <a:cs typeface="Consolas"/>
              </a:rPr>
              <a:t> </a:t>
            </a:r>
            <a:r>
              <a:rPr sz="1800" spc="-50" dirty="0">
                <a:latin typeface="Consolas"/>
                <a:cs typeface="Consolas"/>
              </a:rPr>
              <a:t>}</a:t>
            </a:r>
            <a:endParaRPr sz="1800">
              <a:latin typeface="Consolas"/>
              <a:cs typeface="Consolas"/>
            </a:endParaRPr>
          </a:p>
          <a:p>
            <a:pPr>
              <a:lnSpc>
                <a:spcPct val="100000"/>
              </a:lnSpc>
              <a:spcBef>
                <a:spcPts val="55"/>
              </a:spcBef>
            </a:pPr>
            <a:endParaRPr sz="1800">
              <a:latin typeface="Consolas"/>
              <a:cs typeface="Consolas"/>
            </a:endParaRPr>
          </a:p>
          <a:p>
            <a:pPr marL="4039235">
              <a:lnSpc>
                <a:spcPct val="100000"/>
              </a:lnSpc>
            </a:pPr>
            <a:r>
              <a:rPr sz="1800" dirty="0">
                <a:solidFill>
                  <a:srgbClr val="0000FF"/>
                </a:solidFill>
                <a:latin typeface="Consolas"/>
                <a:cs typeface="Consolas"/>
              </a:rPr>
              <a:t>public</a:t>
            </a:r>
            <a:r>
              <a:rPr sz="1800" spc="-55" dirty="0">
                <a:solidFill>
                  <a:srgbClr val="0000FF"/>
                </a:solidFill>
                <a:latin typeface="Consolas"/>
                <a:cs typeface="Consolas"/>
              </a:rPr>
              <a:t> </a:t>
            </a:r>
            <a:r>
              <a:rPr sz="1800" dirty="0">
                <a:solidFill>
                  <a:srgbClr val="0000FF"/>
                </a:solidFill>
                <a:latin typeface="Consolas"/>
                <a:cs typeface="Consolas"/>
              </a:rPr>
              <a:t>void</a:t>
            </a:r>
            <a:r>
              <a:rPr sz="1800" spc="-30" dirty="0">
                <a:solidFill>
                  <a:srgbClr val="0000FF"/>
                </a:solidFill>
                <a:latin typeface="Consolas"/>
                <a:cs typeface="Consolas"/>
              </a:rPr>
              <a:t> </a:t>
            </a:r>
            <a:r>
              <a:rPr sz="1800" dirty="0">
                <a:latin typeface="Consolas"/>
                <a:cs typeface="Consolas"/>
              </a:rPr>
              <a:t>Move(</a:t>
            </a:r>
            <a:r>
              <a:rPr sz="1800" dirty="0">
                <a:solidFill>
                  <a:srgbClr val="2B91AE"/>
                </a:solidFill>
                <a:latin typeface="Consolas"/>
                <a:cs typeface="Consolas"/>
              </a:rPr>
              <a:t>IDriver</a:t>
            </a:r>
            <a:r>
              <a:rPr sz="1800" spc="-30" dirty="0">
                <a:solidFill>
                  <a:srgbClr val="2B91AE"/>
                </a:solidFill>
                <a:latin typeface="Consolas"/>
                <a:cs typeface="Consolas"/>
              </a:rPr>
              <a:t> </a:t>
            </a:r>
            <a:r>
              <a:rPr sz="1800" spc="-10" dirty="0">
                <a:latin typeface="Consolas"/>
                <a:cs typeface="Consolas"/>
              </a:rPr>
              <a:t>driver)</a:t>
            </a:r>
            <a:endParaRPr sz="1800">
              <a:latin typeface="Consolas"/>
              <a:cs typeface="Consolas"/>
            </a:endParaRPr>
          </a:p>
          <a:p>
            <a:pPr marL="4039235">
              <a:lnSpc>
                <a:spcPct val="100000"/>
              </a:lnSpc>
            </a:pPr>
            <a:r>
              <a:rPr sz="1800" spc="-50" dirty="0">
                <a:latin typeface="Consolas"/>
                <a:cs typeface="Consolas"/>
              </a:rPr>
              <a:t>{</a:t>
            </a:r>
            <a:endParaRPr sz="1800">
              <a:latin typeface="Consolas"/>
              <a:cs typeface="Consolas"/>
            </a:endParaRPr>
          </a:p>
          <a:p>
            <a:pPr marL="4953635">
              <a:lnSpc>
                <a:spcPct val="100000"/>
              </a:lnSpc>
            </a:pPr>
            <a:r>
              <a:rPr sz="1800" spc="-10" dirty="0">
                <a:latin typeface="Consolas"/>
                <a:cs typeface="Consolas"/>
              </a:rPr>
              <a:t>driver.Drive();</a:t>
            </a:r>
            <a:endParaRPr sz="1800">
              <a:latin typeface="Consolas"/>
              <a:cs typeface="Consolas"/>
            </a:endParaRPr>
          </a:p>
          <a:p>
            <a:pPr marL="4039235">
              <a:lnSpc>
                <a:spcPct val="100000"/>
              </a:lnSpc>
            </a:pPr>
            <a:r>
              <a:rPr sz="1800" spc="-50" dirty="0">
                <a:latin typeface="Consolas"/>
                <a:cs typeface="Consolas"/>
              </a:rPr>
              <a:t>}</a:t>
            </a:r>
            <a:endParaRPr sz="1800">
              <a:latin typeface="Consolas"/>
              <a:cs typeface="Consolas"/>
            </a:endParaRPr>
          </a:p>
          <a:p>
            <a:pPr marL="3124835">
              <a:lnSpc>
                <a:spcPct val="100000"/>
              </a:lnSpc>
            </a:pPr>
            <a:r>
              <a:rPr sz="1800" spc="-50" dirty="0">
                <a:latin typeface="Consolas"/>
                <a:cs typeface="Consolas"/>
              </a:rPr>
              <a:t>}</a:t>
            </a:r>
            <a:endParaRPr sz="1800">
              <a:latin typeface="Consolas"/>
              <a:cs typeface="Consolas"/>
            </a:endParaRPr>
          </a:p>
        </p:txBody>
      </p:sp>
      <p:sp>
        <p:nvSpPr>
          <p:cNvPr id="5" name="object 4">
            <a:extLst>
              <a:ext uri="{FF2B5EF4-FFF2-40B4-BE49-F238E27FC236}">
                <a16:creationId xmlns:a16="http://schemas.microsoft.com/office/drawing/2014/main" id="{5E784EA6-8C81-673C-BA4B-033BC49013F4}"/>
              </a:ext>
            </a:extLst>
          </p:cNvPr>
          <p:cNvSpPr/>
          <p:nvPr/>
        </p:nvSpPr>
        <p:spPr>
          <a:xfrm>
            <a:off x="1539201" y="4644155"/>
            <a:ext cx="2072639" cy="739140"/>
          </a:xfrm>
          <a:custGeom>
            <a:avLst/>
            <a:gdLst/>
            <a:ahLst/>
            <a:cxnLst/>
            <a:rect l="l" t="t" r="r" b="b"/>
            <a:pathLst>
              <a:path w="2072639" h="739139">
                <a:moveTo>
                  <a:pt x="585685" y="592099"/>
                </a:moveTo>
                <a:lnTo>
                  <a:pt x="578218" y="545820"/>
                </a:lnTo>
                <a:lnTo>
                  <a:pt x="557441" y="505625"/>
                </a:lnTo>
                <a:lnTo>
                  <a:pt x="525741" y="473925"/>
                </a:lnTo>
                <a:lnTo>
                  <a:pt x="485546" y="453136"/>
                </a:lnTo>
                <a:lnTo>
                  <a:pt x="439267" y="445681"/>
                </a:lnTo>
                <a:lnTo>
                  <a:pt x="392988" y="453136"/>
                </a:lnTo>
                <a:lnTo>
                  <a:pt x="352793" y="473925"/>
                </a:lnTo>
                <a:lnTo>
                  <a:pt x="321094" y="505625"/>
                </a:lnTo>
                <a:lnTo>
                  <a:pt x="300304" y="545820"/>
                </a:lnTo>
                <a:lnTo>
                  <a:pt x="292836" y="592099"/>
                </a:lnTo>
                <a:lnTo>
                  <a:pt x="300304" y="638390"/>
                </a:lnTo>
                <a:lnTo>
                  <a:pt x="321094" y="678586"/>
                </a:lnTo>
                <a:lnTo>
                  <a:pt x="352793" y="710285"/>
                </a:lnTo>
                <a:lnTo>
                  <a:pt x="392988" y="731062"/>
                </a:lnTo>
                <a:lnTo>
                  <a:pt x="439267" y="738530"/>
                </a:lnTo>
                <a:lnTo>
                  <a:pt x="485546" y="731062"/>
                </a:lnTo>
                <a:lnTo>
                  <a:pt x="525741" y="710285"/>
                </a:lnTo>
                <a:lnTo>
                  <a:pt x="557441" y="678586"/>
                </a:lnTo>
                <a:lnTo>
                  <a:pt x="578218" y="638390"/>
                </a:lnTo>
                <a:lnTo>
                  <a:pt x="585685" y="592099"/>
                </a:lnTo>
                <a:close/>
              </a:path>
              <a:path w="2072639" h="739139">
                <a:moveTo>
                  <a:pt x="1802130" y="592099"/>
                </a:moveTo>
                <a:lnTo>
                  <a:pt x="1794662" y="545820"/>
                </a:lnTo>
                <a:lnTo>
                  <a:pt x="1773872" y="505625"/>
                </a:lnTo>
                <a:lnTo>
                  <a:pt x="1742173" y="473925"/>
                </a:lnTo>
                <a:lnTo>
                  <a:pt x="1701977" y="453136"/>
                </a:lnTo>
                <a:lnTo>
                  <a:pt x="1655699" y="445681"/>
                </a:lnTo>
                <a:lnTo>
                  <a:pt x="1609420" y="453136"/>
                </a:lnTo>
                <a:lnTo>
                  <a:pt x="1569237" y="473925"/>
                </a:lnTo>
                <a:lnTo>
                  <a:pt x="1537538" y="505625"/>
                </a:lnTo>
                <a:lnTo>
                  <a:pt x="1516748" y="545820"/>
                </a:lnTo>
                <a:lnTo>
                  <a:pt x="1509280" y="592099"/>
                </a:lnTo>
                <a:lnTo>
                  <a:pt x="1516748" y="638390"/>
                </a:lnTo>
                <a:lnTo>
                  <a:pt x="1537538" y="678586"/>
                </a:lnTo>
                <a:lnTo>
                  <a:pt x="1569237" y="710285"/>
                </a:lnTo>
                <a:lnTo>
                  <a:pt x="1609420" y="731062"/>
                </a:lnTo>
                <a:lnTo>
                  <a:pt x="1655699" y="738530"/>
                </a:lnTo>
                <a:lnTo>
                  <a:pt x="1701977" y="731062"/>
                </a:lnTo>
                <a:lnTo>
                  <a:pt x="1742173" y="710285"/>
                </a:lnTo>
                <a:lnTo>
                  <a:pt x="1773872" y="678586"/>
                </a:lnTo>
                <a:lnTo>
                  <a:pt x="1794662" y="638390"/>
                </a:lnTo>
                <a:lnTo>
                  <a:pt x="1802130" y="592099"/>
                </a:lnTo>
                <a:close/>
              </a:path>
              <a:path w="2072639" h="739139">
                <a:moveTo>
                  <a:pt x="2072449" y="629793"/>
                </a:moveTo>
                <a:lnTo>
                  <a:pt x="2070481" y="493052"/>
                </a:lnTo>
                <a:lnTo>
                  <a:pt x="2043341" y="450913"/>
                </a:lnTo>
                <a:lnTo>
                  <a:pt x="2014994" y="426135"/>
                </a:lnTo>
                <a:lnTo>
                  <a:pt x="1951850" y="359689"/>
                </a:lnTo>
                <a:lnTo>
                  <a:pt x="1912442" y="326745"/>
                </a:lnTo>
                <a:lnTo>
                  <a:pt x="1869706" y="300672"/>
                </a:lnTo>
                <a:lnTo>
                  <a:pt x="1740192" y="254330"/>
                </a:lnTo>
                <a:lnTo>
                  <a:pt x="1608162" y="225488"/>
                </a:lnTo>
                <a:lnTo>
                  <a:pt x="1464221" y="206552"/>
                </a:lnTo>
                <a:lnTo>
                  <a:pt x="1252562" y="86512"/>
                </a:lnTo>
                <a:lnTo>
                  <a:pt x="1076769" y="2806"/>
                </a:lnTo>
                <a:lnTo>
                  <a:pt x="1065047" y="0"/>
                </a:lnTo>
                <a:lnTo>
                  <a:pt x="1053338" y="1104"/>
                </a:lnTo>
                <a:lnTo>
                  <a:pt x="1042593" y="5867"/>
                </a:lnTo>
                <a:lnTo>
                  <a:pt x="1033741" y="14071"/>
                </a:lnTo>
                <a:lnTo>
                  <a:pt x="1027557" y="27381"/>
                </a:lnTo>
                <a:lnTo>
                  <a:pt x="1026972" y="41541"/>
                </a:lnTo>
                <a:lnTo>
                  <a:pt x="1031735" y="54902"/>
                </a:lnTo>
                <a:lnTo>
                  <a:pt x="1047127" y="69126"/>
                </a:lnTo>
                <a:lnTo>
                  <a:pt x="1175219" y="147040"/>
                </a:lnTo>
                <a:lnTo>
                  <a:pt x="1216431" y="175348"/>
                </a:lnTo>
                <a:lnTo>
                  <a:pt x="1170419" y="175348"/>
                </a:lnTo>
                <a:lnTo>
                  <a:pt x="1153261" y="178816"/>
                </a:lnTo>
                <a:lnTo>
                  <a:pt x="1139240" y="188264"/>
                </a:lnTo>
                <a:lnTo>
                  <a:pt x="1129792" y="202285"/>
                </a:lnTo>
                <a:lnTo>
                  <a:pt x="1126324" y="219443"/>
                </a:lnTo>
                <a:lnTo>
                  <a:pt x="850226" y="217919"/>
                </a:lnTo>
                <a:lnTo>
                  <a:pt x="833475" y="214655"/>
                </a:lnTo>
                <a:lnTo>
                  <a:pt x="833475" y="132715"/>
                </a:lnTo>
                <a:lnTo>
                  <a:pt x="830961" y="116471"/>
                </a:lnTo>
                <a:lnTo>
                  <a:pt x="823252" y="102476"/>
                </a:lnTo>
                <a:lnTo>
                  <a:pt x="811301" y="91884"/>
                </a:lnTo>
                <a:lnTo>
                  <a:pt x="796010" y="85852"/>
                </a:lnTo>
                <a:lnTo>
                  <a:pt x="778116" y="86398"/>
                </a:lnTo>
                <a:lnTo>
                  <a:pt x="762381" y="93510"/>
                </a:lnTo>
                <a:lnTo>
                  <a:pt x="750455" y="106006"/>
                </a:lnTo>
                <a:lnTo>
                  <a:pt x="743369" y="130289"/>
                </a:lnTo>
                <a:lnTo>
                  <a:pt x="743369" y="197192"/>
                </a:lnTo>
                <a:lnTo>
                  <a:pt x="503351" y="155079"/>
                </a:lnTo>
                <a:lnTo>
                  <a:pt x="462661" y="156095"/>
                </a:lnTo>
                <a:lnTo>
                  <a:pt x="382866" y="175285"/>
                </a:lnTo>
                <a:lnTo>
                  <a:pt x="173990" y="248297"/>
                </a:lnTo>
                <a:lnTo>
                  <a:pt x="73177" y="291731"/>
                </a:lnTo>
                <a:lnTo>
                  <a:pt x="18643" y="355320"/>
                </a:lnTo>
                <a:lnTo>
                  <a:pt x="14389" y="424776"/>
                </a:lnTo>
                <a:lnTo>
                  <a:pt x="21691" y="516597"/>
                </a:lnTo>
                <a:lnTo>
                  <a:pt x="0" y="543915"/>
                </a:lnTo>
                <a:lnTo>
                  <a:pt x="10337" y="596531"/>
                </a:lnTo>
                <a:lnTo>
                  <a:pt x="64427" y="622287"/>
                </a:lnTo>
                <a:lnTo>
                  <a:pt x="176187" y="634923"/>
                </a:lnTo>
                <a:lnTo>
                  <a:pt x="230416" y="637959"/>
                </a:lnTo>
                <a:lnTo>
                  <a:pt x="225653" y="604113"/>
                </a:lnTo>
                <a:lnTo>
                  <a:pt x="226517" y="570166"/>
                </a:lnTo>
                <a:lnTo>
                  <a:pt x="244805" y="504748"/>
                </a:lnTo>
                <a:lnTo>
                  <a:pt x="269849" y="462330"/>
                </a:lnTo>
                <a:lnTo>
                  <a:pt x="302793" y="427812"/>
                </a:lnTo>
                <a:lnTo>
                  <a:pt x="341934" y="401840"/>
                </a:lnTo>
                <a:lnTo>
                  <a:pt x="385584" y="385089"/>
                </a:lnTo>
                <a:lnTo>
                  <a:pt x="432041" y="378193"/>
                </a:lnTo>
                <a:lnTo>
                  <a:pt x="479615" y="381787"/>
                </a:lnTo>
                <a:lnTo>
                  <a:pt x="526630" y="396544"/>
                </a:lnTo>
                <a:lnTo>
                  <a:pt x="569468" y="421957"/>
                </a:lnTo>
                <a:lnTo>
                  <a:pt x="604621" y="455879"/>
                </a:lnTo>
                <a:lnTo>
                  <a:pt x="631024" y="496646"/>
                </a:lnTo>
                <a:lnTo>
                  <a:pt x="647598" y="542607"/>
                </a:lnTo>
                <a:lnTo>
                  <a:pt x="653262" y="592099"/>
                </a:lnTo>
                <a:lnTo>
                  <a:pt x="647547" y="641159"/>
                </a:lnTo>
                <a:lnTo>
                  <a:pt x="643128" y="657072"/>
                </a:lnTo>
                <a:lnTo>
                  <a:pt x="1451838" y="657072"/>
                </a:lnTo>
                <a:lnTo>
                  <a:pt x="1442072" y="608622"/>
                </a:lnTo>
                <a:lnTo>
                  <a:pt x="1443494" y="560768"/>
                </a:lnTo>
                <a:lnTo>
                  <a:pt x="1455267" y="515137"/>
                </a:lnTo>
                <a:lnTo>
                  <a:pt x="1476590" y="473354"/>
                </a:lnTo>
                <a:lnTo>
                  <a:pt x="1506613" y="437045"/>
                </a:lnTo>
                <a:lnTo>
                  <a:pt x="1544523" y="407809"/>
                </a:lnTo>
                <a:lnTo>
                  <a:pt x="1589493" y="387273"/>
                </a:lnTo>
                <a:lnTo>
                  <a:pt x="1637944" y="377507"/>
                </a:lnTo>
                <a:lnTo>
                  <a:pt x="1685785" y="378929"/>
                </a:lnTo>
                <a:lnTo>
                  <a:pt x="1731403" y="390715"/>
                </a:lnTo>
                <a:lnTo>
                  <a:pt x="1773174" y="412026"/>
                </a:lnTo>
                <a:lnTo>
                  <a:pt x="1809470" y="442048"/>
                </a:lnTo>
                <a:lnTo>
                  <a:pt x="1838693" y="479958"/>
                </a:lnTo>
                <a:lnTo>
                  <a:pt x="1859191" y="524929"/>
                </a:lnTo>
                <a:lnTo>
                  <a:pt x="1869274" y="576935"/>
                </a:lnTo>
                <a:lnTo>
                  <a:pt x="1866138" y="629793"/>
                </a:lnTo>
                <a:lnTo>
                  <a:pt x="2072449" y="629793"/>
                </a:lnTo>
                <a:close/>
              </a:path>
            </a:pathLst>
          </a:custGeom>
          <a:solidFill>
            <a:srgbClr val="767070"/>
          </a:solidFill>
        </p:spPr>
        <p:txBody>
          <a:bodyPr wrap="square" lIns="0" tIns="0" rIns="0" bIns="0" rtlCol="0"/>
          <a:lstStyle/>
          <a:p>
            <a:endParaRPr/>
          </a:p>
        </p:txBody>
      </p:sp>
    </p:spTree>
    <p:extLst>
      <p:ext uri="{BB962C8B-B14F-4D97-AF65-F5344CB8AC3E}">
        <p14:creationId xmlns:p14="http://schemas.microsoft.com/office/powerpoint/2010/main" val="28200260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830997"/>
          </a:xfrm>
          <a:prstGeom prst="rect">
            <a:avLst/>
          </a:prstGeom>
          <a:noFill/>
        </p:spPr>
        <p:txBody>
          <a:bodyPr wrap="square" rtlCol="0">
            <a:spAutoFit/>
          </a:bodyPr>
          <a:lstStyle/>
          <a:p>
            <a:r>
              <a:rPr lang="fr-FR" sz="2400" b="1" dirty="0"/>
              <a:t>Injection de Dépendance (DI)</a:t>
            </a:r>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2" name="object 3">
            <a:extLst>
              <a:ext uri="{FF2B5EF4-FFF2-40B4-BE49-F238E27FC236}">
                <a16:creationId xmlns:a16="http://schemas.microsoft.com/office/drawing/2014/main" id="{545FDC20-06A7-5338-34CE-3BCE7663DA4C}"/>
              </a:ext>
            </a:extLst>
          </p:cNvPr>
          <p:cNvSpPr txBox="1"/>
          <p:nvPr/>
        </p:nvSpPr>
        <p:spPr>
          <a:xfrm>
            <a:off x="728843" y="1896099"/>
            <a:ext cx="7172325" cy="1569720"/>
          </a:xfrm>
          <a:prstGeom prst="rect">
            <a:avLst/>
          </a:prstGeom>
        </p:spPr>
        <p:txBody>
          <a:bodyPr vert="horz" wrap="square" lIns="0" tIns="205104" rIns="0" bIns="0" rtlCol="0">
            <a:spAutoFit/>
          </a:bodyPr>
          <a:lstStyle/>
          <a:p>
            <a:pPr marL="240029" indent="-227329">
              <a:lnSpc>
                <a:spcPct val="100000"/>
              </a:lnSpc>
              <a:spcBef>
                <a:spcPts val="1614"/>
              </a:spcBef>
              <a:buClr>
                <a:srgbClr val="391778"/>
              </a:buClr>
              <a:buFont typeface="Arial"/>
              <a:buChar char="•"/>
              <a:tabLst>
                <a:tab pos="240029" algn="l"/>
              </a:tabLst>
            </a:pPr>
            <a:r>
              <a:rPr sz="2400" dirty="0">
                <a:latin typeface="Segoe UI"/>
                <a:cs typeface="Segoe UI"/>
              </a:rPr>
              <a:t>L'injection</a:t>
            </a:r>
            <a:r>
              <a:rPr sz="2400" spc="-35" dirty="0">
                <a:latin typeface="Segoe UI"/>
                <a:cs typeface="Segoe UI"/>
              </a:rPr>
              <a:t> </a:t>
            </a:r>
            <a:r>
              <a:rPr sz="2400" dirty="0">
                <a:latin typeface="Segoe UI"/>
                <a:cs typeface="Segoe UI"/>
              </a:rPr>
              <a:t>de</a:t>
            </a:r>
            <a:r>
              <a:rPr sz="2400" spc="-65" dirty="0">
                <a:latin typeface="Segoe UI"/>
                <a:cs typeface="Segoe UI"/>
              </a:rPr>
              <a:t> </a:t>
            </a:r>
            <a:r>
              <a:rPr sz="2400" spc="-10" dirty="0">
                <a:latin typeface="Segoe UI"/>
                <a:cs typeface="Segoe UI"/>
              </a:rPr>
              <a:t>dépendances</a:t>
            </a:r>
            <a:endParaRPr sz="2400" dirty="0">
              <a:latin typeface="Segoe UI"/>
              <a:cs typeface="Segoe UI"/>
            </a:endParaRPr>
          </a:p>
          <a:p>
            <a:pPr marL="698500" lvl="1" indent="-228600">
              <a:lnSpc>
                <a:spcPct val="100000"/>
              </a:lnSpc>
              <a:spcBef>
                <a:spcPts val="1265"/>
              </a:spcBef>
              <a:buClr>
                <a:srgbClr val="391778"/>
              </a:buClr>
              <a:buFont typeface="Arial"/>
              <a:buChar char="•"/>
              <a:tabLst>
                <a:tab pos="698500" algn="l"/>
              </a:tabLst>
            </a:pPr>
            <a:r>
              <a:rPr sz="2000" dirty="0">
                <a:latin typeface="Segoe UI"/>
                <a:cs typeface="Segoe UI"/>
              </a:rPr>
              <a:t>Permet</a:t>
            </a:r>
            <a:r>
              <a:rPr sz="2000" spc="-45" dirty="0">
                <a:latin typeface="Segoe UI"/>
                <a:cs typeface="Segoe UI"/>
              </a:rPr>
              <a:t> </a:t>
            </a:r>
            <a:r>
              <a:rPr sz="2000" dirty="0">
                <a:latin typeface="Segoe UI"/>
                <a:cs typeface="Segoe UI"/>
              </a:rPr>
              <a:t>de</a:t>
            </a:r>
            <a:r>
              <a:rPr sz="2000" spc="-55" dirty="0">
                <a:latin typeface="Segoe UI"/>
                <a:cs typeface="Segoe UI"/>
              </a:rPr>
              <a:t> </a:t>
            </a:r>
            <a:r>
              <a:rPr sz="2000" u="sng" dirty="0">
                <a:uFill>
                  <a:solidFill>
                    <a:srgbClr val="000000"/>
                  </a:solidFill>
                </a:uFill>
                <a:latin typeface="Segoe UI"/>
                <a:cs typeface="Segoe UI"/>
              </a:rPr>
              <a:t>diminuer</a:t>
            </a:r>
            <a:r>
              <a:rPr sz="2000" u="sng" spc="-45" dirty="0">
                <a:uFill>
                  <a:solidFill>
                    <a:srgbClr val="000000"/>
                  </a:solidFill>
                </a:uFill>
                <a:latin typeface="Segoe UI"/>
                <a:cs typeface="Segoe UI"/>
              </a:rPr>
              <a:t> </a:t>
            </a:r>
            <a:r>
              <a:rPr sz="2000" u="sng" dirty="0">
                <a:uFill>
                  <a:solidFill>
                    <a:srgbClr val="000000"/>
                  </a:solidFill>
                </a:uFill>
                <a:latin typeface="Segoe UI"/>
                <a:cs typeface="Segoe UI"/>
              </a:rPr>
              <a:t>les</a:t>
            </a:r>
            <a:r>
              <a:rPr sz="2000" u="sng" spc="-35" dirty="0">
                <a:uFill>
                  <a:solidFill>
                    <a:srgbClr val="000000"/>
                  </a:solidFill>
                </a:uFill>
                <a:latin typeface="Segoe UI"/>
                <a:cs typeface="Segoe UI"/>
              </a:rPr>
              <a:t> </a:t>
            </a:r>
            <a:r>
              <a:rPr sz="2000" u="sng" dirty="0">
                <a:uFill>
                  <a:solidFill>
                    <a:srgbClr val="000000"/>
                  </a:solidFill>
                </a:uFill>
                <a:latin typeface="Segoe UI"/>
                <a:cs typeface="Segoe UI"/>
              </a:rPr>
              <a:t>interdépendances</a:t>
            </a:r>
            <a:r>
              <a:rPr sz="2000" u="sng" spc="-45" dirty="0">
                <a:uFill>
                  <a:solidFill>
                    <a:srgbClr val="000000"/>
                  </a:solidFill>
                </a:uFill>
                <a:latin typeface="Segoe UI"/>
                <a:cs typeface="Segoe UI"/>
              </a:rPr>
              <a:t> </a:t>
            </a:r>
            <a:r>
              <a:rPr sz="2000" u="sng" dirty="0">
                <a:uFill>
                  <a:solidFill>
                    <a:srgbClr val="000000"/>
                  </a:solidFill>
                </a:uFill>
                <a:latin typeface="Segoe UI"/>
                <a:cs typeface="Segoe UI"/>
              </a:rPr>
              <a:t>entre</a:t>
            </a:r>
            <a:r>
              <a:rPr sz="2000" u="sng" spc="-45" dirty="0">
                <a:uFill>
                  <a:solidFill>
                    <a:srgbClr val="000000"/>
                  </a:solidFill>
                </a:uFill>
                <a:latin typeface="Segoe UI"/>
                <a:cs typeface="Segoe UI"/>
              </a:rPr>
              <a:t> </a:t>
            </a:r>
            <a:r>
              <a:rPr sz="2000" u="sng" dirty="0">
                <a:uFill>
                  <a:solidFill>
                    <a:srgbClr val="000000"/>
                  </a:solidFill>
                </a:uFill>
                <a:latin typeface="Segoe UI"/>
                <a:cs typeface="Segoe UI"/>
              </a:rPr>
              <a:t>les</a:t>
            </a:r>
            <a:r>
              <a:rPr sz="2000" u="sng" spc="-40" dirty="0">
                <a:uFill>
                  <a:solidFill>
                    <a:srgbClr val="000000"/>
                  </a:solidFill>
                </a:uFill>
                <a:latin typeface="Segoe UI"/>
                <a:cs typeface="Segoe UI"/>
              </a:rPr>
              <a:t> </a:t>
            </a:r>
            <a:r>
              <a:rPr sz="2000" u="sng" spc="-10" dirty="0">
                <a:uFill>
                  <a:solidFill>
                    <a:srgbClr val="000000"/>
                  </a:solidFill>
                </a:uFill>
                <a:latin typeface="Segoe UI"/>
                <a:cs typeface="Segoe UI"/>
              </a:rPr>
              <a:t>objets</a:t>
            </a:r>
            <a:endParaRPr sz="2000" dirty="0">
              <a:latin typeface="Segoe UI"/>
              <a:cs typeface="Segoe UI"/>
            </a:endParaRPr>
          </a:p>
          <a:p>
            <a:pPr marL="698500" lvl="1" indent="-228600">
              <a:lnSpc>
                <a:spcPct val="100000"/>
              </a:lnSpc>
              <a:spcBef>
                <a:spcPts val="1695"/>
              </a:spcBef>
              <a:buClr>
                <a:srgbClr val="391778"/>
              </a:buClr>
              <a:buFont typeface="Arial"/>
              <a:buChar char="•"/>
              <a:tabLst>
                <a:tab pos="698500" algn="l"/>
              </a:tabLst>
            </a:pPr>
            <a:r>
              <a:rPr sz="2000" dirty="0">
                <a:latin typeface="Segoe UI"/>
                <a:cs typeface="Segoe UI"/>
              </a:rPr>
              <a:t>S'appuie</a:t>
            </a:r>
            <a:r>
              <a:rPr sz="2000" spc="-35" dirty="0">
                <a:latin typeface="Segoe UI"/>
                <a:cs typeface="Segoe UI"/>
              </a:rPr>
              <a:t> </a:t>
            </a:r>
            <a:r>
              <a:rPr sz="2000" dirty="0">
                <a:latin typeface="Segoe UI"/>
                <a:cs typeface="Segoe UI"/>
              </a:rPr>
              <a:t>la</a:t>
            </a:r>
            <a:r>
              <a:rPr sz="2000" spc="-25" dirty="0">
                <a:latin typeface="Segoe UI"/>
                <a:cs typeface="Segoe UI"/>
              </a:rPr>
              <a:t> </a:t>
            </a:r>
            <a:r>
              <a:rPr sz="2000" dirty="0">
                <a:latin typeface="Segoe UI"/>
                <a:cs typeface="Segoe UI"/>
              </a:rPr>
              <a:t>plupart</a:t>
            </a:r>
            <a:r>
              <a:rPr sz="2000" spc="-30" dirty="0">
                <a:latin typeface="Segoe UI"/>
                <a:cs typeface="Segoe UI"/>
              </a:rPr>
              <a:t> </a:t>
            </a:r>
            <a:r>
              <a:rPr sz="2000" dirty="0">
                <a:latin typeface="Segoe UI"/>
                <a:cs typeface="Segoe UI"/>
              </a:rPr>
              <a:t>du</a:t>
            </a:r>
            <a:r>
              <a:rPr sz="2000" spc="-35" dirty="0">
                <a:latin typeface="Segoe UI"/>
                <a:cs typeface="Segoe UI"/>
              </a:rPr>
              <a:t> </a:t>
            </a:r>
            <a:r>
              <a:rPr sz="2000" dirty="0">
                <a:latin typeface="Segoe UI"/>
                <a:cs typeface="Segoe UI"/>
              </a:rPr>
              <a:t>temps</a:t>
            </a:r>
            <a:r>
              <a:rPr sz="2000" spc="-25" dirty="0">
                <a:latin typeface="Segoe UI"/>
                <a:cs typeface="Segoe UI"/>
              </a:rPr>
              <a:t> </a:t>
            </a:r>
            <a:r>
              <a:rPr sz="2000" dirty="0">
                <a:latin typeface="Segoe UI"/>
                <a:cs typeface="Segoe UI"/>
              </a:rPr>
              <a:t>sur</a:t>
            </a:r>
            <a:r>
              <a:rPr sz="2000" spc="-25" dirty="0">
                <a:latin typeface="Segoe UI"/>
                <a:cs typeface="Segoe UI"/>
              </a:rPr>
              <a:t> </a:t>
            </a:r>
            <a:r>
              <a:rPr sz="2000" dirty="0">
                <a:latin typeface="Segoe UI"/>
                <a:cs typeface="Segoe UI"/>
              </a:rPr>
              <a:t>l'utilisation</a:t>
            </a:r>
            <a:r>
              <a:rPr sz="2000" spc="-10" dirty="0">
                <a:latin typeface="Segoe UI"/>
                <a:cs typeface="Segoe UI"/>
              </a:rPr>
              <a:t> d'interfaces</a:t>
            </a:r>
            <a:endParaRPr sz="2000" dirty="0">
              <a:latin typeface="Segoe UI"/>
              <a:cs typeface="Segoe UI"/>
            </a:endParaRPr>
          </a:p>
        </p:txBody>
      </p:sp>
      <p:sp>
        <p:nvSpPr>
          <p:cNvPr id="5" name="object 4">
            <a:extLst>
              <a:ext uri="{FF2B5EF4-FFF2-40B4-BE49-F238E27FC236}">
                <a16:creationId xmlns:a16="http://schemas.microsoft.com/office/drawing/2014/main" id="{0DCBF91F-E0CC-72C1-A829-A9D0D8800A8B}"/>
              </a:ext>
            </a:extLst>
          </p:cNvPr>
          <p:cNvSpPr txBox="1"/>
          <p:nvPr/>
        </p:nvSpPr>
        <p:spPr>
          <a:xfrm>
            <a:off x="3415734" y="3935146"/>
            <a:ext cx="1701164" cy="786765"/>
          </a:xfrm>
          <a:prstGeom prst="rect">
            <a:avLst/>
          </a:prstGeom>
          <a:solidFill>
            <a:srgbClr val="4471C4"/>
          </a:solidFill>
          <a:ln w="12700">
            <a:solidFill>
              <a:srgbClr val="2E528F"/>
            </a:solidFill>
          </a:ln>
        </p:spPr>
        <p:txBody>
          <a:bodyPr vert="horz" wrap="square" lIns="0" tIns="241300" rIns="0" bIns="0" rtlCol="0">
            <a:spAutoFit/>
          </a:bodyPr>
          <a:lstStyle/>
          <a:p>
            <a:pPr algn="ctr">
              <a:lnSpc>
                <a:spcPct val="100000"/>
              </a:lnSpc>
              <a:spcBef>
                <a:spcPts val="1900"/>
              </a:spcBef>
            </a:pPr>
            <a:r>
              <a:rPr sz="1800" spc="-25" dirty="0">
                <a:solidFill>
                  <a:srgbClr val="FFFFFF"/>
                </a:solidFill>
                <a:latin typeface="Calibri"/>
                <a:cs typeface="Calibri"/>
              </a:rPr>
              <a:t>Car</a:t>
            </a:r>
            <a:endParaRPr sz="1800">
              <a:latin typeface="Calibri"/>
              <a:cs typeface="Calibri"/>
            </a:endParaRPr>
          </a:p>
        </p:txBody>
      </p:sp>
      <p:sp>
        <p:nvSpPr>
          <p:cNvPr id="6" name="object 5">
            <a:extLst>
              <a:ext uri="{FF2B5EF4-FFF2-40B4-BE49-F238E27FC236}">
                <a16:creationId xmlns:a16="http://schemas.microsoft.com/office/drawing/2014/main" id="{FDE8E6A2-D09B-3409-8517-18438B24BB2B}"/>
              </a:ext>
            </a:extLst>
          </p:cNvPr>
          <p:cNvSpPr txBox="1"/>
          <p:nvPr/>
        </p:nvSpPr>
        <p:spPr>
          <a:xfrm>
            <a:off x="7606733" y="5911775"/>
            <a:ext cx="1701164" cy="786765"/>
          </a:xfrm>
          <a:prstGeom prst="rect">
            <a:avLst/>
          </a:prstGeom>
          <a:solidFill>
            <a:srgbClr val="4471C4"/>
          </a:solidFill>
          <a:ln w="12700">
            <a:solidFill>
              <a:srgbClr val="2E528F"/>
            </a:solidFill>
          </a:ln>
        </p:spPr>
        <p:txBody>
          <a:bodyPr vert="horz" wrap="square" lIns="0" tIns="241300" rIns="0" bIns="0" rtlCol="0">
            <a:spAutoFit/>
          </a:bodyPr>
          <a:lstStyle/>
          <a:p>
            <a:pPr marL="534670">
              <a:lnSpc>
                <a:spcPct val="100000"/>
              </a:lnSpc>
              <a:spcBef>
                <a:spcPts val="1900"/>
              </a:spcBef>
            </a:pPr>
            <a:r>
              <a:rPr sz="1800" spc="-10" dirty="0">
                <a:solidFill>
                  <a:srgbClr val="FFFFFF"/>
                </a:solidFill>
                <a:latin typeface="Calibri"/>
                <a:cs typeface="Calibri"/>
              </a:rPr>
              <a:t>Person</a:t>
            </a:r>
            <a:endParaRPr sz="1800">
              <a:latin typeface="Calibri"/>
              <a:cs typeface="Calibri"/>
            </a:endParaRPr>
          </a:p>
        </p:txBody>
      </p:sp>
      <p:sp>
        <p:nvSpPr>
          <p:cNvPr id="7" name="object 6">
            <a:extLst>
              <a:ext uri="{FF2B5EF4-FFF2-40B4-BE49-F238E27FC236}">
                <a16:creationId xmlns:a16="http://schemas.microsoft.com/office/drawing/2014/main" id="{8768EA54-2B08-56B9-D98A-BF9C8EEE8989}"/>
              </a:ext>
            </a:extLst>
          </p:cNvPr>
          <p:cNvSpPr txBox="1"/>
          <p:nvPr/>
        </p:nvSpPr>
        <p:spPr>
          <a:xfrm>
            <a:off x="7588446" y="3935146"/>
            <a:ext cx="1701164" cy="786765"/>
          </a:xfrm>
          <a:prstGeom prst="rect">
            <a:avLst/>
          </a:prstGeom>
          <a:solidFill>
            <a:srgbClr val="6FAC46"/>
          </a:solidFill>
          <a:ln w="12700">
            <a:solidFill>
              <a:srgbClr val="507D31"/>
            </a:solidFill>
          </a:ln>
        </p:spPr>
        <p:txBody>
          <a:bodyPr vert="horz" wrap="square" lIns="0" tIns="241300" rIns="0" bIns="0" rtlCol="0">
            <a:spAutoFit/>
          </a:bodyPr>
          <a:lstStyle/>
          <a:p>
            <a:pPr marL="538480">
              <a:lnSpc>
                <a:spcPct val="100000"/>
              </a:lnSpc>
              <a:spcBef>
                <a:spcPts val="1900"/>
              </a:spcBef>
            </a:pPr>
            <a:r>
              <a:rPr sz="1800" spc="-10" dirty="0">
                <a:solidFill>
                  <a:srgbClr val="FFFFFF"/>
                </a:solidFill>
                <a:latin typeface="Calibri"/>
                <a:cs typeface="Calibri"/>
              </a:rPr>
              <a:t>IDriver</a:t>
            </a:r>
            <a:endParaRPr sz="1800">
              <a:latin typeface="Calibri"/>
              <a:cs typeface="Calibri"/>
            </a:endParaRPr>
          </a:p>
        </p:txBody>
      </p:sp>
      <p:grpSp>
        <p:nvGrpSpPr>
          <p:cNvPr id="8" name="object 7">
            <a:extLst>
              <a:ext uri="{FF2B5EF4-FFF2-40B4-BE49-F238E27FC236}">
                <a16:creationId xmlns:a16="http://schemas.microsoft.com/office/drawing/2014/main" id="{1682D38A-4FD3-756A-8CFB-26CB633E59CF}"/>
              </a:ext>
            </a:extLst>
          </p:cNvPr>
          <p:cNvGrpSpPr/>
          <p:nvPr/>
        </p:nvGrpSpPr>
        <p:grpSpPr>
          <a:xfrm>
            <a:off x="8216080" y="4715180"/>
            <a:ext cx="445770" cy="1203325"/>
            <a:chOff x="7247890" y="4327905"/>
            <a:chExt cx="445770" cy="1203325"/>
          </a:xfrm>
        </p:grpSpPr>
        <p:sp>
          <p:nvSpPr>
            <p:cNvPr id="9" name="object 8">
              <a:extLst>
                <a:ext uri="{FF2B5EF4-FFF2-40B4-BE49-F238E27FC236}">
                  <a16:creationId xmlns:a16="http://schemas.microsoft.com/office/drawing/2014/main" id="{C83AB36B-7BA6-ED1D-0471-DA33934185C1}"/>
                </a:ext>
              </a:extLst>
            </p:cNvPr>
            <p:cNvSpPr/>
            <p:nvPr/>
          </p:nvSpPr>
          <p:spPr>
            <a:xfrm>
              <a:off x="7254240" y="4334255"/>
              <a:ext cx="433070" cy="1190625"/>
            </a:xfrm>
            <a:custGeom>
              <a:avLst/>
              <a:gdLst/>
              <a:ahLst/>
              <a:cxnLst/>
              <a:rect l="l" t="t" r="r" b="b"/>
              <a:pathLst>
                <a:path w="433070" h="1190625">
                  <a:moveTo>
                    <a:pt x="216407" y="0"/>
                  </a:moveTo>
                  <a:lnTo>
                    <a:pt x="0" y="216408"/>
                  </a:lnTo>
                  <a:lnTo>
                    <a:pt x="108203" y="216408"/>
                  </a:lnTo>
                  <a:lnTo>
                    <a:pt x="108203" y="1190244"/>
                  </a:lnTo>
                  <a:lnTo>
                    <a:pt x="324611" y="1190244"/>
                  </a:lnTo>
                  <a:lnTo>
                    <a:pt x="324611" y="216408"/>
                  </a:lnTo>
                  <a:lnTo>
                    <a:pt x="432815" y="216408"/>
                  </a:lnTo>
                  <a:lnTo>
                    <a:pt x="216407" y="0"/>
                  </a:lnTo>
                  <a:close/>
                </a:path>
              </a:pathLst>
            </a:custGeom>
            <a:solidFill>
              <a:srgbClr val="4471C4"/>
            </a:solidFill>
          </p:spPr>
          <p:txBody>
            <a:bodyPr wrap="square" lIns="0" tIns="0" rIns="0" bIns="0" rtlCol="0"/>
            <a:lstStyle/>
            <a:p>
              <a:endParaRPr/>
            </a:p>
          </p:txBody>
        </p:sp>
        <p:sp>
          <p:nvSpPr>
            <p:cNvPr id="10" name="object 9">
              <a:extLst>
                <a:ext uri="{FF2B5EF4-FFF2-40B4-BE49-F238E27FC236}">
                  <a16:creationId xmlns:a16="http://schemas.microsoft.com/office/drawing/2014/main" id="{B3C400EF-D0FB-E290-729E-B884C178C5D3}"/>
                </a:ext>
              </a:extLst>
            </p:cNvPr>
            <p:cNvSpPr/>
            <p:nvPr/>
          </p:nvSpPr>
          <p:spPr>
            <a:xfrm>
              <a:off x="7254240" y="4334255"/>
              <a:ext cx="433070" cy="1190625"/>
            </a:xfrm>
            <a:custGeom>
              <a:avLst/>
              <a:gdLst/>
              <a:ahLst/>
              <a:cxnLst/>
              <a:rect l="l" t="t" r="r" b="b"/>
              <a:pathLst>
                <a:path w="433070" h="1190625">
                  <a:moveTo>
                    <a:pt x="0" y="216408"/>
                  </a:moveTo>
                  <a:lnTo>
                    <a:pt x="216407" y="0"/>
                  </a:lnTo>
                  <a:lnTo>
                    <a:pt x="432815" y="216408"/>
                  </a:lnTo>
                  <a:lnTo>
                    <a:pt x="324611" y="216408"/>
                  </a:lnTo>
                  <a:lnTo>
                    <a:pt x="324611" y="1190244"/>
                  </a:lnTo>
                  <a:lnTo>
                    <a:pt x="108203" y="1190244"/>
                  </a:lnTo>
                  <a:lnTo>
                    <a:pt x="108203" y="216408"/>
                  </a:lnTo>
                  <a:lnTo>
                    <a:pt x="0" y="216408"/>
                  </a:lnTo>
                  <a:close/>
                </a:path>
              </a:pathLst>
            </a:custGeom>
            <a:ln w="12699">
              <a:solidFill>
                <a:srgbClr val="2E528F"/>
              </a:solidFill>
            </a:ln>
          </p:spPr>
          <p:txBody>
            <a:bodyPr wrap="square" lIns="0" tIns="0" rIns="0" bIns="0" rtlCol="0"/>
            <a:lstStyle/>
            <a:p>
              <a:endParaRPr/>
            </a:p>
          </p:txBody>
        </p:sp>
      </p:grpSp>
      <p:sp>
        <p:nvSpPr>
          <p:cNvPr id="11" name="object 10">
            <a:extLst>
              <a:ext uri="{FF2B5EF4-FFF2-40B4-BE49-F238E27FC236}">
                <a16:creationId xmlns:a16="http://schemas.microsoft.com/office/drawing/2014/main" id="{08576708-D195-D2B8-5EB5-1E9AAF279260}"/>
              </a:ext>
            </a:extLst>
          </p:cNvPr>
          <p:cNvSpPr txBox="1"/>
          <p:nvPr/>
        </p:nvSpPr>
        <p:spPr>
          <a:xfrm>
            <a:off x="3415734" y="5911775"/>
            <a:ext cx="1701164" cy="786765"/>
          </a:xfrm>
          <a:prstGeom prst="rect">
            <a:avLst/>
          </a:prstGeom>
          <a:solidFill>
            <a:srgbClr val="EC7C30"/>
          </a:solidFill>
          <a:ln w="12700">
            <a:solidFill>
              <a:srgbClr val="AD5A20"/>
            </a:solidFill>
          </a:ln>
        </p:spPr>
        <p:txBody>
          <a:bodyPr vert="horz" wrap="square" lIns="0" tIns="104139" rIns="0" bIns="0" rtlCol="0">
            <a:spAutoFit/>
          </a:bodyPr>
          <a:lstStyle/>
          <a:p>
            <a:pPr marL="454025" marR="260985" indent="-186055">
              <a:lnSpc>
                <a:spcPct val="100000"/>
              </a:lnSpc>
              <a:spcBef>
                <a:spcPts val="819"/>
              </a:spcBef>
            </a:pPr>
            <a:r>
              <a:rPr sz="1800" spc="-10" dirty="0">
                <a:solidFill>
                  <a:srgbClr val="FFFFFF"/>
                </a:solidFill>
                <a:latin typeface="Calibri"/>
                <a:cs typeface="Calibri"/>
              </a:rPr>
              <a:t>Dependency Resolver</a:t>
            </a:r>
            <a:endParaRPr sz="1800">
              <a:latin typeface="Calibri"/>
              <a:cs typeface="Calibri"/>
            </a:endParaRPr>
          </a:p>
        </p:txBody>
      </p:sp>
      <p:sp>
        <p:nvSpPr>
          <p:cNvPr id="12" name="object 11">
            <a:extLst>
              <a:ext uri="{FF2B5EF4-FFF2-40B4-BE49-F238E27FC236}">
                <a16:creationId xmlns:a16="http://schemas.microsoft.com/office/drawing/2014/main" id="{970FF597-3DF2-CB7A-51FE-DBB048DDDC62}"/>
              </a:ext>
            </a:extLst>
          </p:cNvPr>
          <p:cNvSpPr/>
          <p:nvPr/>
        </p:nvSpPr>
        <p:spPr>
          <a:xfrm>
            <a:off x="5117280" y="4271951"/>
            <a:ext cx="2472055" cy="114300"/>
          </a:xfrm>
          <a:custGeom>
            <a:avLst/>
            <a:gdLst/>
            <a:ahLst/>
            <a:cxnLst/>
            <a:rect l="l" t="t" r="r" b="b"/>
            <a:pathLst>
              <a:path w="2472054" h="114300">
                <a:moveTo>
                  <a:pt x="114300" y="38100"/>
                </a:moveTo>
                <a:lnTo>
                  <a:pt x="0" y="38100"/>
                </a:lnTo>
                <a:lnTo>
                  <a:pt x="0" y="76200"/>
                </a:lnTo>
                <a:lnTo>
                  <a:pt x="114300" y="76200"/>
                </a:lnTo>
                <a:lnTo>
                  <a:pt x="114300" y="38100"/>
                </a:lnTo>
                <a:close/>
              </a:path>
              <a:path w="2472054" h="114300">
                <a:moveTo>
                  <a:pt x="266700" y="38100"/>
                </a:moveTo>
                <a:lnTo>
                  <a:pt x="152400" y="38100"/>
                </a:lnTo>
                <a:lnTo>
                  <a:pt x="152400" y="76200"/>
                </a:lnTo>
                <a:lnTo>
                  <a:pt x="266700" y="76200"/>
                </a:lnTo>
                <a:lnTo>
                  <a:pt x="266700" y="38100"/>
                </a:lnTo>
                <a:close/>
              </a:path>
              <a:path w="2472054" h="114300">
                <a:moveTo>
                  <a:pt x="419100" y="38100"/>
                </a:moveTo>
                <a:lnTo>
                  <a:pt x="304800" y="38100"/>
                </a:lnTo>
                <a:lnTo>
                  <a:pt x="304800" y="76200"/>
                </a:lnTo>
                <a:lnTo>
                  <a:pt x="419100" y="76200"/>
                </a:lnTo>
                <a:lnTo>
                  <a:pt x="419100" y="38100"/>
                </a:lnTo>
                <a:close/>
              </a:path>
              <a:path w="2472054" h="114300">
                <a:moveTo>
                  <a:pt x="571500" y="38100"/>
                </a:moveTo>
                <a:lnTo>
                  <a:pt x="457200" y="38100"/>
                </a:lnTo>
                <a:lnTo>
                  <a:pt x="457200" y="76200"/>
                </a:lnTo>
                <a:lnTo>
                  <a:pt x="571500" y="76200"/>
                </a:lnTo>
                <a:lnTo>
                  <a:pt x="571500" y="38100"/>
                </a:lnTo>
                <a:close/>
              </a:path>
              <a:path w="2472054" h="114300">
                <a:moveTo>
                  <a:pt x="723900" y="38100"/>
                </a:moveTo>
                <a:lnTo>
                  <a:pt x="609600" y="38100"/>
                </a:lnTo>
                <a:lnTo>
                  <a:pt x="609600" y="76200"/>
                </a:lnTo>
                <a:lnTo>
                  <a:pt x="723900" y="76200"/>
                </a:lnTo>
                <a:lnTo>
                  <a:pt x="723900" y="38100"/>
                </a:lnTo>
                <a:close/>
              </a:path>
              <a:path w="2472054" h="114300">
                <a:moveTo>
                  <a:pt x="876300" y="38100"/>
                </a:moveTo>
                <a:lnTo>
                  <a:pt x="762000" y="38100"/>
                </a:lnTo>
                <a:lnTo>
                  <a:pt x="762000" y="76200"/>
                </a:lnTo>
                <a:lnTo>
                  <a:pt x="876300" y="76200"/>
                </a:lnTo>
                <a:lnTo>
                  <a:pt x="876300" y="38100"/>
                </a:lnTo>
                <a:close/>
              </a:path>
              <a:path w="2472054" h="114300">
                <a:moveTo>
                  <a:pt x="1028700" y="38100"/>
                </a:moveTo>
                <a:lnTo>
                  <a:pt x="914400" y="38100"/>
                </a:lnTo>
                <a:lnTo>
                  <a:pt x="914400" y="76200"/>
                </a:lnTo>
                <a:lnTo>
                  <a:pt x="1028700" y="76200"/>
                </a:lnTo>
                <a:lnTo>
                  <a:pt x="1028700" y="38100"/>
                </a:lnTo>
                <a:close/>
              </a:path>
              <a:path w="2472054" h="114300">
                <a:moveTo>
                  <a:pt x="1181100" y="38100"/>
                </a:moveTo>
                <a:lnTo>
                  <a:pt x="1066800" y="38100"/>
                </a:lnTo>
                <a:lnTo>
                  <a:pt x="1066800" y="76200"/>
                </a:lnTo>
                <a:lnTo>
                  <a:pt x="1181100" y="76200"/>
                </a:lnTo>
                <a:lnTo>
                  <a:pt x="1181100" y="38100"/>
                </a:lnTo>
                <a:close/>
              </a:path>
              <a:path w="2472054" h="114300">
                <a:moveTo>
                  <a:pt x="1333500" y="38100"/>
                </a:moveTo>
                <a:lnTo>
                  <a:pt x="1219200" y="38100"/>
                </a:lnTo>
                <a:lnTo>
                  <a:pt x="1219200" y="76200"/>
                </a:lnTo>
                <a:lnTo>
                  <a:pt x="1333500" y="76200"/>
                </a:lnTo>
                <a:lnTo>
                  <a:pt x="1333500" y="38100"/>
                </a:lnTo>
                <a:close/>
              </a:path>
              <a:path w="2472054" h="114300">
                <a:moveTo>
                  <a:pt x="1485900" y="38100"/>
                </a:moveTo>
                <a:lnTo>
                  <a:pt x="1371600" y="38100"/>
                </a:lnTo>
                <a:lnTo>
                  <a:pt x="1371600" y="76200"/>
                </a:lnTo>
                <a:lnTo>
                  <a:pt x="1485900" y="76200"/>
                </a:lnTo>
                <a:lnTo>
                  <a:pt x="1485900" y="38100"/>
                </a:lnTo>
                <a:close/>
              </a:path>
              <a:path w="2472054" h="114300">
                <a:moveTo>
                  <a:pt x="1638300" y="38100"/>
                </a:moveTo>
                <a:lnTo>
                  <a:pt x="1524000" y="38100"/>
                </a:lnTo>
                <a:lnTo>
                  <a:pt x="1524000" y="76200"/>
                </a:lnTo>
                <a:lnTo>
                  <a:pt x="1638300" y="76200"/>
                </a:lnTo>
                <a:lnTo>
                  <a:pt x="1638300" y="38100"/>
                </a:lnTo>
                <a:close/>
              </a:path>
              <a:path w="2472054" h="114300">
                <a:moveTo>
                  <a:pt x="1790700" y="38100"/>
                </a:moveTo>
                <a:lnTo>
                  <a:pt x="1676400" y="38100"/>
                </a:lnTo>
                <a:lnTo>
                  <a:pt x="1676400" y="76200"/>
                </a:lnTo>
                <a:lnTo>
                  <a:pt x="1790700" y="76200"/>
                </a:lnTo>
                <a:lnTo>
                  <a:pt x="1790700" y="38100"/>
                </a:lnTo>
                <a:close/>
              </a:path>
              <a:path w="2472054" h="114300">
                <a:moveTo>
                  <a:pt x="1943100" y="38100"/>
                </a:moveTo>
                <a:lnTo>
                  <a:pt x="1828800" y="38100"/>
                </a:lnTo>
                <a:lnTo>
                  <a:pt x="1828800" y="76200"/>
                </a:lnTo>
                <a:lnTo>
                  <a:pt x="1943100" y="76200"/>
                </a:lnTo>
                <a:lnTo>
                  <a:pt x="1943100" y="38100"/>
                </a:lnTo>
                <a:close/>
              </a:path>
              <a:path w="2472054" h="114300">
                <a:moveTo>
                  <a:pt x="2095500" y="38100"/>
                </a:moveTo>
                <a:lnTo>
                  <a:pt x="1981200" y="38100"/>
                </a:lnTo>
                <a:lnTo>
                  <a:pt x="1981200" y="76200"/>
                </a:lnTo>
                <a:lnTo>
                  <a:pt x="2095500" y="76200"/>
                </a:lnTo>
                <a:lnTo>
                  <a:pt x="2095500" y="38100"/>
                </a:lnTo>
                <a:close/>
              </a:path>
              <a:path w="2472054" h="114300">
                <a:moveTo>
                  <a:pt x="2247900" y="38100"/>
                </a:moveTo>
                <a:lnTo>
                  <a:pt x="2133600" y="38100"/>
                </a:lnTo>
                <a:lnTo>
                  <a:pt x="2133600" y="76200"/>
                </a:lnTo>
                <a:lnTo>
                  <a:pt x="2247900" y="76200"/>
                </a:lnTo>
                <a:lnTo>
                  <a:pt x="2247900" y="38100"/>
                </a:lnTo>
                <a:close/>
              </a:path>
              <a:path w="2472054" h="114300">
                <a:moveTo>
                  <a:pt x="2357755" y="0"/>
                </a:moveTo>
                <a:lnTo>
                  <a:pt x="2357755" y="114300"/>
                </a:lnTo>
                <a:lnTo>
                  <a:pt x="2433955" y="76200"/>
                </a:lnTo>
                <a:lnTo>
                  <a:pt x="2376805" y="76200"/>
                </a:lnTo>
                <a:lnTo>
                  <a:pt x="2376805" y="38100"/>
                </a:lnTo>
                <a:lnTo>
                  <a:pt x="2433955" y="38100"/>
                </a:lnTo>
                <a:lnTo>
                  <a:pt x="2357755" y="0"/>
                </a:lnTo>
                <a:close/>
              </a:path>
              <a:path w="2472054" h="114300">
                <a:moveTo>
                  <a:pt x="2357755" y="38100"/>
                </a:moveTo>
                <a:lnTo>
                  <a:pt x="2286000" y="38100"/>
                </a:lnTo>
                <a:lnTo>
                  <a:pt x="2286000" y="76200"/>
                </a:lnTo>
                <a:lnTo>
                  <a:pt x="2357755" y="76200"/>
                </a:lnTo>
                <a:lnTo>
                  <a:pt x="2357755" y="38100"/>
                </a:lnTo>
                <a:close/>
              </a:path>
              <a:path w="2472054" h="114300">
                <a:moveTo>
                  <a:pt x="2433955" y="38100"/>
                </a:moveTo>
                <a:lnTo>
                  <a:pt x="2376805" y="38100"/>
                </a:lnTo>
                <a:lnTo>
                  <a:pt x="2376805" y="76200"/>
                </a:lnTo>
                <a:lnTo>
                  <a:pt x="2433955" y="76200"/>
                </a:lnTo>
                <a:lnTo>
                  <a:pt x="2472055" y="57150"/>
                </a:lnTo>
                <a:lnTo>
                  <a:pt x="2433955" y="38100"/>
                </a:lnTo>
                <a:close/>
              </a:path>
            </a:pathLst>
          </a:custGeom>
          <a:solidFill>
            <a:srgbClr val="525252"/>
          </a:solidFill>
        </p:spPr>
        <p:txBody>
          <a:bodyPr wrap="square" lIns="0" tIns="0" rIns="0" bIns="0" rtlCol="0"/>
          <a:lstStyle/>
          <a:p>
            <a:endParaRPr/>
          </a:p>
        </p:txBody>
      </p:sp>
      <p:sp>
        <p:nvSpPr>
          <p:cNvPr id="13" name="object 12">
            <a:extLst>
              <a:ext uri="{FF2B5EF4-FFF2-40B4-BE49-F238E27FC236}">
                <a16:creationId xmlns:a16="http://schemas.microsoft.com/office/drawing/2014/main" id="{859F81F5-DBC4-70C6-7552-6C76071E13A9}"/>
              </a:ext>
            </a:extLst>
          </p:cNvPr>
          <p:cNvSpPr/>
          <p:nvPr/>
        </p:nvSpPr>
        <p:spPr>
          <a:xfrm>
            <a:off x="5117280" y="6248578"/>
            <a:ext cx="2491105" cy="114300"/>
          </a:xfrm>
          <a:custGeom>
            <a:avLst/>
            <a:gdLst/>
            <a:ahLst/>
            <a:cxnLst/>
            <a:rect l="l" t="t" r="r" b="b"/>
            <a:pathLst>
              <a:path w="2491104" h="114300">
                <a:moveTo>
                  <a:pt x="114300" y="38100"/>
                </a:moveTo>
                <a:lnTo>
                  <a:pt x="0" y="38100"/>
                </a:lnTo>
                <a:lnTo>
                  <a:pt x="0" y="76200"/>
                </a:lnTo>
                <a:lnTo>
                  <a:pt x="114300" y="76200"/>
                </a:lnTo>
                <a:lnTo>
                  <a:pt x="114300" y="38100"/>
                </a:lnTo>
                <a:close/>
              </a:path>
              <a:path w="2491104" h="114300">
                <a:moveTo>
                  <a:pt x="266700" y="38100"/>
                </a:moveTo>
                <a:lnTo>
                  <a:pt x="152400" y="38100"/>
                </a:lnTo>
                <a:lnTo>
                  <a:pt x="152400" y="76200"/>
                </a:lnTo>
                <a:lnTo>
                  <a:pt x="266700" y="76200"/>
                </a:lnTo>
                <a:lnTo>
                  <a:pt x="266700" y="38100"/>
                </a:lnTo>
                <a:close/>
              </a:path>
              <a:path w="2491104" h="114300">
                <a:moveTo>
                  <a:pt x="419100" y="38100"/>
                </a:moveTo>
                <a:lnTo>
                  <a:pt x="304800" y="38100"/>
                </a:lnTo>
                <a:lnTo>
                  <a:pt x="304800" y="76200"/>
                </a:lnTo>
                <a:lnTo>
                  <a:pt x="419100" y="76200"/>
                </a:lnTo>
                <a:lnTo>
                  <a:pt x="419100" y="38100"/>
                </a:lnTo>
                <a:close/>
              </a:path>
              <a:path w="2491104" h="114300">
                <a:moveTo>
                  <a:pt x="571500" y="38100"/>
                </a:moveTo>
                <a:lnTo>
                  <a:pt x="457200" y="38100"/>
                </a:lnTo>
                <a:lnTo>
                  <a:pt x="457200" y="76200"/>
                </a:lnTo>
                <a:lnTo>
                  <a:pt x="571500" y="76200"/>
                </a:lnTo>
                <a:lnTo>
                  <a:pt x="571500" y="38100"/>
                </a:lnTo>
                <a:close/>
              </a:path>
              <a:path w="2491104" h="114300">
                <a:moveTo>
                  <a:pt x="723900" y="38100"/>
                </a:moveTo>
                <a:lnTo>
                  <a:pt x="609600" y="38100"/>
                </a:lnTo>
                <a:lnTo>
                  <a:pt x="609600" y="76200"/>
                </a:lnTo>
                <a:lnTo>
                  <a:pt x="723900" y="76200"/>
                </a:lnTo>
                <a:lnTo>
                  <a:pt x="723900" y="38100"/>
                </a:lnTo>
                <a:close/>
              </a:path>
              <a:path w="2491104" h="114300">
                <a:moveTo>
                  <a:pt x="876300" y="38100"/>
                </a:moveTo>
                <a:lnTo>
                  <a:pt x="762000" y="38100"/>
                </a:lnTo>
                <a:lnTo>
                  <a:pt x="762000" y="76200"/>
                </a:lnTo>
                <a:lnTo>
                  <a:pt x="876300" y="76200"/>
                </a:lnTo>
                <a:lnTo>
                  <a:pt x="876300" y="38100"/>
                </a:lnTo>
                <a:close/>
              </a:path>
              <a:path w="2491104" h="114300">
                <a:moveTo>
                  <a:pt x="1028700" y="38100"/>
                </a:moveTo>
                <a:lnTo>
                  <a:pt x="914400" y="38100"/>
                </a:lnTo>
                <a:lnTo>
                  <a:pt x="914400" y="76200"/>
                </a:lnTo>
                <a:lnTo>
                  <a:pt x="1028700" y="76200"/>
                </a:lnTo>
                <a:lnTo>
                  <a:pt x="1028700" y="38100"/>
                </a:lnTo>
                <a:close/>
              </a:path>
              <a:path w="2491104" h="114300">
                <a:moveTo>
                  <a:pt x="1181100" y="38100"/>
                </a:moveTo>
                <a:lnTo>
                  <a:pt x="1066800" y="38100"/>
                </a:lnTo>
                <a:lnTo>
                  <a:pt x="1066800" y="76200"/>
                </a:lnTo>
                <a:lnTo>
                  <a:pt x="1181100" y="76200"/>
                </a:lnTo>
                <a:lnTo>
                  <a:pt x="1181100" y="38100"/>
                </a:lnTo>
                <a:close/>
              </a:path>
              <a:path w="2491104" h="114300">
                <a:moveTo>
                  <a:pt x="1333500" y="38100"/>
                </a:moveTo>
                <a:lnTo>
                  <a:pt x="1219200" y="38100"/>
                </a:lnTo>
                <a:lnTo>
                  <a:pt x="1219200" y="76200"/>
                </a:lnTo>
                <a:lnTo>
                  <a:pt x="1333500" y="76200"/>
                </a:lnTo>
                <a:lnTo>
                  <a:pt x="1333500" y="38100"/>
                </a:lnTo>
                <a:close/>
              </a:path>
              <a:path w="2491104" h="114300">
                <a:moveTo>
                  <a:pt x="1485900" y="38100"/>
                </a:moveTo>
                <a:lnTo>
                  <a:pt x="1371600" y="38100"/>
                </a:lnTo>
                <a:lnTo>
                  <a:pt x="1371600" y="76200"/>
                </a:lnTo>
                <a:lnTo>
                  <a:pt x="1485900" y="76200"/>
                </a:lnTo>
                <a:lnTo>
                  <a:pt x="1485900" y="38100"/>
                </a:lnTo>
                <a:close/>
              </a:path>
              <a:path w="2491104" h="114300">
                <a:moveTo>
                  <a:pt x="1638300" y="38100"/>
                </a:moveTo>
                <a:lnTo>
                  <a:pt x="1524000" y="38100"/>
                </a:lnTo>
                <a:lnTo>
                  <a:pt x="1524000" y="76200"/>
                </a:lnTo>
                <a:lnTo>
                  <a:pt x="1638300" y="76200"/>
                </a:lnTo>
                <a:lnTo>
                  <a:pt x="1638300" y="38100"/>
                </a:lnTo>
                <a:close/>
              </a:path>
              <a:path w="2491104" h="114300">
                <a:moveTo>
                  <a:pt x="1790700" y="38100"/>
                </a:moveTo>
                <a:lnTo>
                  <a:pt x="1676400" y="38100"/>
                </a:lnTo>
                <a:lnTo>
                  <a:pt x="1676400" y="76200"/>
                </a:lnTo>
                <a:lnTo>
                  <a:pt x="1790700" y="76200"/>
                </a:lnTo>
                <a:lnTo>
                  <a:pt x="1790700" y="38100"/>
                </a:lnTo>
                <a:close/>
              </a:path>
              <a:path w="2491104" h="114300">
                <a:moveTo>
                  <a:pt x="1943100" y="38100"/>
                </a:moveTo>
                <a:lnTo>
                  <a:pt x="1828800" y="38100"/>
                </a:lnTo>
                <a:lnTo>
                  <a:pt x="1828800" y="76200"/>
                </a:lnTo>
                <a:lnTo>
                  <a:pt x="1943100" y="76200"/>
                </a:lnTo>
                <a:lnTo>
                  <a:pt x="1943100" y="38100"/>
                </a:lnTo>
                <a:close/>
              </a:path>
              <a:path w="2491104" h="114300">
                <a:moveTo>
                  <a:pt x="2095500" y="38100"/>
                </a:moveTo>
                <a:lnTo>
                  <a:pt x="1981200" y="38100"/>
                </a:lnTo>
                <a:lnTo>
                  <a:pt x="1981200" y="76200"/>
                </a:lnTo>
                <a:lnTo>
                  <a:pt x="2095500" y="76200"/>
                </a:lnTo>
                <a:lnTo>
                  <a:pt x="2095500" y="38100"/>
                </a:lnTo>
                <a:close/>
              </a:path>
              <a:path w="2491104" h="114300">
                <a:moveTo>
                  <a:pt x="2247900" y="38100"/>
                </a:moveTo>
                <a:lnTo>
                  <a:pt x="2133600" y="38100"/>
                </a:lnTo>
                <a:lnTo>
                  <a:pt x="2133600" y="76200"/>
                </a:lnTo>
                <a:lnTo>
                  <a:pt x="2247900" y="76200"/>
                </a:lnTo>
                <a:lnTo>
                  <a:pt x="2247900" y="38100"/>
                </a:lnTo>
                <a:close/>
              </a:path>
              <a:path w="2491104" h="114300">
                <a:moveTo>
                  <a:pt x="2376551" y="0"/>
                </a:moveTo>
                <a:lnTo>
                  <a:pt x="2376551" y="114300"/>
                </a:lnTo>
                <a:lnTo>
                  <a:pt x="2452751" y="76200"/>
                </a:lnTo>
                <a:lnTo>
                  <a:pt x="2395601" y="76200"/>
                </a:lnTo>
                <a:lnTo>
                  <a:pt x="2395601" y="38100"/>
                </a:lnTo>
                <a:lnTo>
                  <a:pt x="2452751" y="38100"/>
                </a:lnTo>
                <a:lnTo>
                  <a:pt x="2376551" y="0"/>
                </a:lnTo>
                <a:close/>
              </a:path>
              <a:path w="2491104" h="114300">
                <a:moveTo>
                  <a:pt x="2376551" y="38100"/>
                </a:moveTo>
                <a:lnTo>
                  <a:pt x="2286000" y="38100"/>
                </a:lnTo>
                <a:lnTo>
                  <a:pt x="2286000" y="76200"/>
                </a:lnTo>
                <a:lnTo>
                  <a:pt x="2376551" y="76200"/>
                </a:lnTo>
                <a:lnTo>
                  <a:pt x="2376551" y="38100"/>
                </a:lnTo>
                <a:close/>
              </a:path>
              <a:path w="2491104" h="114300">
                <a:moveTo>
                  <a:pt x="2452751" y="38100"/>
                </a:moveTo>
                <a:lnTo>
                  <a:pt x="2395601" y="38100"/>
                </a:lnTo>
                <a:lnTo>
                  <a:pt x="2395601" y="76200"/>
                </a:lnTo>
                <a:lnTo>
                  <a:pt x="2452751" y="76200"/>
                </a:lnTo>
                <a:lnTo>
                  <a:pt x="2490851" y="57150"/>
                </a:lnTo>
                <a:lnTo>
                  <a:pt x="2452751" y="38100"/>
                </a:lnTo>
                <a:close/>
              </a:path>
            </a:pathLst>
          </a:custGeom>
          <a:solidFill>
            <a:srgbClr val="525252"/>
          </a:solidFill>
        </p:spPr>
        <p:txBody>
          <a:bodyPr wrap="square" lIns="0" tIns="0" rIns="0" bIns="0" rtlCol="0"/>
          <a:lstStyle/>
          <a:p>
            <a:endParaRPr/>
          </a:p>
        </p:txBody>
      </p:sp>
      <p:sp>
        <p:nvSpPr>
          <p:cNvPr id="14" name="object 13">
            <a:extLst>
              <a:ext uri="{FF2B5EF4-FFF2-40B4-BE49-F238E27FC236}">
                <a16:creationId xmlns:a16="http://schemas.microsoft.com/office/drawing/2014/main" id="{8A8263EC-8236-89E9-7656-7EE2ECB6056F}"/>
              </a:ext>
            </a:extLst>
          </p:cNvPr>
          <p:cNvSpPr/>
          <p:nvPr/>
        </p:nvSpPr>
        <p:spPr>
          <a:xfrm>
            <a:off x="4209738" y="4722292"/>
            <a:ext cx="114300" cy="1189990"/>
          </a:xfrm>
          <a:custGeom>
            <a:avLst/>
            <a:gdLst/>
            <a:ahLst/>
            <a:cxnLst/>
            <a:rect l="l" t="t" r="r" b="b"/>
            <a:pathLst>
              <a:path w="114300" h="1189989">
                <a:moveTo>
                  <a:pt x="76200" y="1075308"/>
                </a:moveTo>
                <a:lnTo>
                  <a:pt x="38100" y="1075308"/>
                </a:lnTo>
                <a:lnTo>
                  <a:pt x="38100" y="1189608"/>
                </a:lnTo>
                <a:lnTo>
                  <a:pt x="76200" y="1189608"/>
                </a:lnTo>
                <a:lnTo>
                  <a:pt x="76200" y="1075308"/>
                </a:lnTo>
                <a:close/>
              </a:path>
              <a:path w="114300" h="1189989">
                <a:moveTo>
                  <a:pt x="76200" y="922908"/>
                </a:moveTo>
                <a:lnTo>
                  <a:pt x="38100" y="922908"/>
                </a:lnTo>
                <a:lnTo>
                  <a:pt x="38100" y="1037208"/>
                </a:lnTo>
                <a:lnTo>
                  <a:pt x="76200" y="1037208"/>
                </a:lnTo>
                <a:lnTo>
                  <a:pt x="76200" y="922908"/>
                </a:lnTo>
                <a:close/>
              </a:path>
              <a:path w="114300" h="1189989">
                <a:moveTo>
                  <a:pt x="76200" y="770508"/>
                </a:moveTo>
                <a:lnTo>
                  <a:pt x="38100" y="770508"/>
                </a:lnTo>
                <a:lnTo>
                  <a:pt x="38100" y="884808"/>
                </a:lnTo>
                <a:lnTo>
                  <a:pt x="76200" y="884808"/>
                </a:lnTo>
                <a:lnTo>
                  <a:pt x="76200" y="770508"/>
                </a:lnTo>
                <a:close/>
              </a:path>
              <a:path w="114300" h="1189989">
                <a:moveTo>
                  <a:pt x="76200" y="618108"/>
                </a:moveTo>
                <a:lnTo>
                  <a:pt x="38100" y="618108"/>
                </a:lnTo>
                <a:lnTo>
                  <a:pt x="38100" y="732408"/>
                </a:lnTo>
                <a:lnTo>
                  <a:pt x="76200" y="732408"/>
                </a:lnTo>
                <a:lnTo>
                  <a:pt x="76200" y="618108"/>
                </a:lnTo>
                <a:close/>
              </a:path>
              <a:path w="114300" h="1189989">
                <a:moveTo>
                  <a:pt x="76200" y="465708"/>
                </a:moveTo>
                <a:lnTo>
                  <a:pt x="38100" y="465708"/>
                </a:lnTo>
                <a:lnTo>
                  <a:pt x="38100" y="580008"/>
                </a:lnTo>
                <a:lnTo>
                  <a:pt x="76200" y="580008"/>
                </a:lnTo>
                <a:lnTo>
                  <a:pt x="76200" y="465708"/>
                </a:lnTo>
                <a:close/>
              </a:path>
              <a:path w="114300" h="1189989">
                <a:moveTo>
                  <a:pt x="76200" y="313308"/>
                </a:moveTo>
                <a:lnTo>
                  <a:pt x="38100" y="313308"/>
                </a:lnTo>
                <a:lnTo>
                  <a:pt x="38100" y="427608"/>
                </a:lnTo>
                <a:lnTo>
                  <a:pt x="76200" y="427608"/>
                </a:lnTo>
                <a:lnTo>
                  <a:pt x="76200" y="313308"/>
                </a:lnTo>
                <a:close/>
              </a:path>
              <a:path w="114300" h="1189989">
                <a:moveTo>
                  <a:pt x="76200" y="160908"/>
                </a:moveTo>
                <a:lnTo>
                  <a:pt x="38100" y="160908"/>
                </a:lnTo>
                <a:lnTo>
                  <a:pt x="38100" y="275208"/>
                </a:lnTo>
                <a:lnTo>
                  <a:pt x="76200" y="275208"/>
                </a:lnTo>
                <a:lnTo>
                  <a:pt x="76200" y="160908"/>
                </a:lnTo>
                <a:close/>
              </a:path>
              <a:path w="114300" h="1189989">
                <a:moveTo>
                  <a:pt x="76200" y="95249"/>
                </a:moveTo>
                <a:lnTo>
                  <a:pt x="38100" y="95249"/>
                </a:lnTo>
                <a:lnTo>
                  <a:pt x="38100" y="122808"/>
                </a:lnTo>
                <a:lnTo>
                  <a:pt x="76200" y="122935"/>
                </a:lnTo>
                <a:lnTo>
                  <a:pt x="76200" y="95249"/>
                </a:lnTo>
                <a:close/>
              </a:path>
              <a:path w="114300" h="1189989">
                <a:moveTo>
                  <a:pt x="57150" y="0"/>
                </a:moveTo>
                <a:lnTo>
                  <a:pt x="0" y="114299"/>
                </a:lnTo>
                <a:lnTo>
                  <a:pt x="38100" y="114299"/>
                </a:lnTo>
                <a:lnTo>
                  <a:pt x="38100" y="95249"/>
                </a:lnTo>
                <a:lnTo>
                  <a:pt x="104775" y="95249"/>
                </a:lnTo>
                <a:lnTo>
                  <a:pt x="57150" y="0"/>
                </a:lnTo>
                <a:close/>
              </a:path>
              <a:path w="114300" h="1189989">
                <a:moveTo>
                  <a:pt x="104775" y="95249"/>
                </a:moveTo>
                <a:lnTo>
                  <a:pt x="76200" y="95249"/>
                </a:lnTo>
                <a:lnTo>
                  <a:pt x="76200" y="114299"/>
                </a:lnTo>
                <a:lnTo>
                  <a:pt x="114300" y="114299"/>
                </a:lnTo>
                <a:lnTo>
                  <a:pt x="104775" y="95249"/>
                </a:lnTo>
                <a:close/>
              </a:path>
            </a:pathLst>
          </a:custGeom>
          <a:solidFill>
            <a:srgbClr val="525252"/>
          </a:solidFill>
        </p:spPr>
        <p:txBody>
          <a:bodyPr wrap="square" lIns="0" tIns="0" rIns="0" bIns="0" rtlCol="0"/>
          <a:lstStyle/>
          <a:p>
            <a:endParaRPr/>
          </a:p>
        </p:txBody>
      </p:sp>
      <p:sp>
        <p:nvSpPr>
          <p:cNvPr id="15" name="object 14">
            <a:extLst>
              <a:ext uri="{FF2B5EF4-FFF2-40B4-BE49-F238E27FC236}">
                <a16:creationId xmlns:a16="http://schemas.microsoft.com/office/drawing/2014/main" id="{08B476FB-D33B-1196-2D1B-9BA584DE44BD}"/>
              </a:ext>
            </a:extLst>
          </p:cNvPr>
          <p:cNvSpPr txBox="1"/>
          <p:nvPr/>
        </p:nvSpPr>
        <p:spPr>
          <a:xfrm>
            <a:off x="5604960" y="5844515"/>
            <a:ext cx="85026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instancie</a:t>
            </a:r>
            <a:endParaRPr sz="1800">
              <a:latin typeface="Calibri"/>
              <a:cs typeface="Calibri"/>
            </a:endParaRPr>
          </a:p>
        </p:txBody>
      </p:sp>
      <p:sp>
        <p:nvSpPr>
          <p:cNvPr id="16" name="object 15">
            <a:extLst>
              <a:ext uri="{FF2B5EF4-FFF2-40B4-BE49-F238E27FC236}">
                <a16:creationId xmlns:a16="http://schemas.microsoft.com/office/drawing/2014/main" id="{BC9247AF-D7B8-06E2-0939-8DF57B398808}"/>
              </a:ext>
            </a:extLst>
          </p:cNvPr>
          <p:cNvSpPr txBox="1"/>
          <p:nvPr/>
        </p:nvSpPr>
        <p:spPr>
          <a:xfrm>
            <a:off x="4369885" y="4899077"/>
            <a:ext cx="62293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résout</a:t>
            </a:r>
            <a:endParaRPr sz="1800">
              <a:latin typeface="Calibri"/>
              <a:cs typeface="Calibri"/>
            </a:endParaRPr>
          </a:p>
        </p:txBody>
      </p:sp>
      <p:sp>
        <p:nvSpPr>
          <p:cNvPr id="17" name="object 16">
            <a:extLst>
              <a:ext uri="{FF2B5EF4-FFF2-40B4-BE49-F238E27FC236}">
                <a16:creationId xmlns:a16="http://schemas.microsoft.com/office/drawing/2014/main" id="{84CD43E9-9161-939A-0CDB-4B28A5F407FF}"/>
              </a:ext>
            </a:extLst>
          </p:cNvPr>
          <p:cNvSpPr/>
          <p:nvPr/>
        </p:nvSpPr>
        <p:spPr>
          <a:xfrm>
            <a:off x="5127186" y="4698416"/>
            <a:ext cx="2480945" cy="1230630"/>
          </a:xfrm>
          <a:custGeom>
            <a:avLst/>
            <a:gdLst/>
            <a:ahLst/>
            <a:cxnLst/>
            <a:rect l="l" t="t" r="r" b="b"/>
            <a:pathLst>
              <a:path w="2480945" h="1230629">
                <a:moveTo>
                  <a:pt x="102615" y="1146174"/>
                </a:moveTo>
                <a:lnTo>
                  <a:pt x="0" y="1196466"/>
                </a:lnTo>
                <a:lnTo>
                  <a:pt x="16763" y="1230629"/>
                </a:lnTo>
                <a:lnTo>
                  <a:pt x="119379" y="1180337"/>
                </a:lnTo>
                <a:lnTo>
                  <a:pt x="102615" y="1146174"/>
                </a:lnTo>
                <a:close/>
              </a:path>
              <a:path w="2480945" h="1230629">
                <a:moveTo>
                  <a:pt x="239394" y="1078991"/>
                </a:moveTo>
                <a:lnTo>
                  <a:pt x="136778" y="1129283"/>
                </a:lnTo>
                <a:lnTo>
                  <a:pt x="153542" y="1163573"/>
                </a:lnTo>
                <a:lnTo>
                  <a:pt x="256158" y="1113154"/>
                </a:lnTo>
                <a:lnTo>
                  <a:pt x="239394" y="1078991"/>
                </a:lnTo>
                <a:close/>
              </a:path>
              <a:path w="2480945" h="1230629">
                <a:moveTo>
                  <a:pt x="376300" y="1011935"/>
                </a:moveTo>
                <a:lnTo>
                  <a:pt x="273684" y="1062227"/>
                </a:lnTo>
                <a:lnTo>
                  <a:pt x="290449" y="1096390"/>
                </a:lnTo>
                <a:lnTo>
                  <a:pt x="393064" y="1046098"/>
                </a:lnTo>
                <a:lnTo>
                  <a:pt x="376300" y="1011935"/>
                </a:lnTo>
                <a:close/>
              </a:path>
              <a:path w="2480945" h="1230629">
                <a:moveTo>
                  <a:pt x="513079" y="944752"/>
                </a:moveTo>
                <a:lnTo>
                  <a:pt x="410463" y="995044"/>
                </a:lnTo>
                <a:lnTo>
                  <a:pt x="427227" y="1029334"/>
                </a:lnTo>
                <a:lnTo>
                  <a:pt x="529843" y="978915"/>
                </a:lnTo>
                <a:lnTo>
                  <a:pt x="513079" y="944752"/>
                </a:lnTo>
                <a:close/>
              </a:path>
              <a:path w="2480945" h="1230629">
                <a:moveTo>
                  <a:pt x="649858" y="877696"/>
                </a:moveTo>
                <a:lnTo>
                  <a:pt x="547242" y="927988"/>
                </a:lnTo>
                <a:lnTo>
                  <a:pt x="564133" y="962151"/>
                </a:lnTo>
                <a:lnTo>
                  <a:pt x="666750" y="911859"/>
                </a:lnTo>
                <a:lnTo>
                  <a:pt x="649858" y="877696"/>
                </a:lnTo>
                <a:close/>
              </a:path>
              <a:path w="2480945" h="1230629">
                <a:moveTo>
                  <a:pt x="786764" y="810513"/>
                </a:moveTo>
                <a:lnTo>
                  <a:pt x="684149" y="860932"/>
                </a:lnTo>
                <a:lnTo>
                  <a:pt x="700913" y="895095"/>
                </a:lnTo>
                <a:lnTo>
                  <a:pt x="803528" y="844803"/>
                </a:lnTo>
                <a:lnTo>
                  <a:pt x="786764" y="810513"/>
                </a:lnTo>
                <a:close/>
              </a:path>
              <a:path w="2480945" h="1230629">
                <a:moveTo>
                  <a:pt x="923543" y="743457"/>
                </a:moveTo>
                <a:lnTo>
                  <a:pt x="820927" y="793749"/>
                </a:lnTo>
                <a:lnTo>
                  <a:pt x="837691" y="827912"/>
                </a:lnTo>
                <a:lnTo>
                  <a:pt x="940307" y="777620"/>
                </a:lnTo>
                <a:lnTo>
                  <a:pt x="923543" y="743457"/>
                </a:lnTo>
                <a:close/>
              </a:path>
              <a:path w="2480945" h="1230629">
                <a:moveTo>
                  <a:pt x="1060450" y="676274"/>
                </a:moveTo>
                <a:lnTo>
                  <a:pt x="957833" y="726693"/>
                </a:lnTo>
                <a:lnTo>
                  <a:pt x="974598" y="760856"/>
                </a:lnTo>
                <a:lnTo>
                  <a:pt x="1077214" y="710564"/>
                </a:lnTo>
                <a:lnTo>
                  <a:pt x="1060450" y="676274"/>
                </a:lnTo>
                <a:close/>
              </a:path>
              <a:path w="2480945" h="1230629">
                <a:moveTo>
                  <a:pt x="1197228" y="609218"/>
                </a:moveTo>
                <a:lnTo>
                  <a:pt x="1094613" y="659510"/>
                </a:lnTo>
                <a:lnTo>
                  <a:pt x="1111377" y="693800"/>
                </a:lnTo>
                <a:lnTo>
                  <a:pt x="1213992" y="643381"/>
                </a:lnTo>
                <a:lnTo>
                  <a:pt x="1197228" y="609218"/>
                </a:lnTo>
                <a:close/>
              </a:path>
              <a:path w="2480945" h="1230629">
                <a:moveTo>
                  <a:pt x="1334007" y="542035"/>
                </a:moveTo>
                <a:lnTo>
                  <a:pt x="1231391" y="592454"/>
                </a:lnTo>
                <a:lnTo>
                  <a:pt x="1248155" y="626617"/>
                </a:lnTo>
                <a:lnTo>
                  <a:pt x="1350771" y="576325"/>
                </a:lnTo>
                <a:lnTo>
                  <a:pt x="1334007" y="542035"/>
                </a:lnTo>
                <a:close/>
              </a:path>
              <a:path w="2480945" h="1230629">
                <a:moveTo>
                  <a:pt x="1470914" y="474979"/>
                </a:moveTo>
                <a:lnTo>
                  <a:pt x="1368298" y="525271"/>
                </a:lnTo>
                <a:lnTo>
                  <a:pt x="1385062" y="559561"/>
                </a:lnTo>
                <a:lnTo>
                  <a:pt x="1487677" y="509142"/>
                </a:lnTo>
                <a:lnTo>
                  <a:pt x="1470914" y="474979"/>
                </a:lnTo>
                <a:close/>
              </a:path>
              <a:path w="2480945" h="1230629">
                <a:moveTo>
                  <a:pt x="1607692" y="407923"/>
                </a:moveTo>
                <a:lnTo>
                  <a:pt x="1505077" y="458215"/>
                </a:lnTo>
                <a:lnTo>
                  <a:pt x="1521840" y="492378"/>
                </a:lnTo>
                <a:lnTo>
                  <a:pt x="1624456" y="442086"/>
                </a:lnTo>
                <a:lnTo>
                  <a:pt x="1607692" y="407923"/>
                </a:lnTo>
                <a:close/>
              </a:path>
              <a:path w="2480945" h="1230629">
                <a:moveTo>
                  <a:pt x="1744471" y="340740"/>
                </a:moveTo>
                <a:lnTo>
                  <a:pt x="1641855" y="391032"/>
                </a:lnTo>
                <a:lnTo>
                  <a:pt x="1658746" y="425322"/>
                </a:lnTo>
                <a:lnTo>
                  <a:pt x="1761363" y="374903"/>
                </a:lnTo>
                <a:lnTo>
                  <a:pt x="1744471" y="340740"/>
                </a:lnTo>
                <a:close/>
              </a:path>
              <a:path w="2480945" h="1230629">
                <a:moveTo>
                  <a:pt x="1881377" y="273684"/>
                </a:moveTo>
                <a:lnTo>
                  <a:pt x="1778762" y="323976"/>
                </a:lnTo>
                <a:lnTo>
                  <a:pt x="1795526" y="358139"/>
                </a:lnTo>
                <a:lnTo>
                  <a:pt x="1898141" y="307847"/>
                </a:lnTo>
                <a:lnTo>
                  <a:pt x="1881377" y="273684"/>
                </a:lnTo>
                <a:close/>
              </a:path>
              <a:path w="2480945" h="1230629">
                <a:moveTo>
                  <a:pt x="2018156" y="206501"/>
                </a:moveTo>
                <a:lnTo>
                  <a:pt x="1915540" y="256920"/>
                </a:lnTo>
                <a:lnTo>
                  <a:pt x="1932304" y="291083"/>
                </a:lnTo>
                <a:lnTo>
                  <a:pt x="2034920" y="240791"/>
                </a:lnTo>
                <a:lnTo>
                  <a:pt x="2018156" y="206501"/>
                </a:lnTo>
                <a:close/>
              </a:path>
              <a:path w="2480945" h="1230629">
                <a:moveTo>
                  <a:pt x="2155063" y="139445"/>
                </a:moveTo>
                <a:lnTo>
                  <a:pt x="2052446" y="189737"/>
                </a:lnTo>
                <a:lnTo>
                  <a:pt x="2069211" y="223900"/>
                </a:lnTo>
                <a:lnTo>
                  <a:pt x="2171827" y="173608"/>
                </a:lnTo>
                <a:lnTo>
                  <a:pt x="2155063" y="139445"/>
                </a:lnTo>
                <a:close/>
              </a:path>
              <a:path w="2480945" h="1230629">
                <a:moveTo>
                  <a:pt x="2291841" y="72262"/>
                </a:moveTo>
                <a:lnTo>
                  <a:pt x="2189226" y="122681"/>
                </a:lnTo>
                <a:lnTo>
                  <a:pt x="2205990" y="156844"/>
                </a:lnTo>
                <a:lnTo>
                  <a:pt x="2308605" y="106552"/>
                </a:lnTo>
                <a:lnTo>
                  <a:pt x="2291841" y="72262"/>
                </a:lnTo>
                <a:close/>
              </a:path>
              <a:path w="2480945" h="1230629">
                <a:moveTo>
                  <a:pt x="2461456" y="25907"/>
                </a:moveTo>
                <a:lnTo>
                  <a:pt x="2386456" y="25907"/>
                </a:lnTo>
                <a:lnTo>
                  <a:pt x="2403348" y="60070"/>
                </a:lnTo>
                <a:lnTo>
                  <a:pt x="2386216" y="68439"/>
                </a:lnTo>
                <a:lnTo>
                  <a:pt x="2402967" y="102615"/>
                </a:lnTo>
                <a:lnTo>
                  <a:pt x="2461456" y="25907"/>
                </a:lnTo>
                <a:close/>
              </a:path>
              <a:path w="2480945" h="1230629">
                <a:moveTo>
                  <a:pt x="2369452" y="34231"/>
                </a:moveTo>
                <a:lnTo>
                  <a:pt x="2326004" y="55498"/>
                </a:lnTo>
                <a:lnTo>
                  <a:pt x="2342768" y="89661"/>
                </a:lnTo>
                <a:lnTo>
                  <a:pt x="2386216" y="68439"/>
                </a:lnTo>
                <a:lnTo>
                  <a:pt x="2369452" y="34231"/>
                </a:lnTo>
                <a:close/>
              </a:path>
              <a:path w="2480945" h="1230629">
                <a:moveTo>
                  <a:pt x="2386456" y="25907"/>
                </a:moveTo>
                <a:lnTo>
                  <a:pt x="2369452" y="34231"/>
                </a:lnTo>
                <a:lnTo>
                  <a:pt x="2386216" y="68439"/>
                </a:lnTo>
                <a:lnTo>
                  <a:pt x="2403348" y="60070"/>
                </a:lnTo>
                <a:lnTo>
                  <a:pt x="2386456" y="25907"/>
                </a:lnTo>
                <a:close/>
              </a:path>
              <a:path w="2480945" h="1230629">
                <a:moveTo>
                  <a:pt x="2352675" y="0"/>
                </a:moveTo>
                <a:lnTo>
                  <a:pt x="2369452" y="34231"/>
                </a:lnTo>
                <a:lnTo>
                  <a:pt x="2386456" y="25907"/>
                </a:lnTo>
                <a:lnTo>
                  <a:pt x="2461456" y="25907"/>
                </a:lnTo>
                <a:lnTo>
                  <a:pt x="2480436" y="1015"/>
                </a:lnTo>
                <a:lnTo>
                  <a:pt x="2352675" y="0"/>
                </a:lnTo>
                <a:close/>
              </a:path>
            </a:pathLst>
          </a:custGeom>
          <a:solidFill>
            <a:srgbClr val="525252"/>
          </a:solidFill>
        </p:spPr>
        <p:txBody>
          <a:bodyPr wrap="square" lIns="0" tIns="0" rIns="0" bIns="0" rtlCol="0"/>
          <a:lstStyle/>
          <a:p>
            <a:endParaRPr/>
          </a:p>
        </p:txBody>
      </p:sp>
      <p:sp>
        <p:nvSpPr>
          <p:cNvPr id="18" name="object 17">
            <a:extLst>
              <a:ext uri="{FF2B5EF4-FFF2-40B4-BE49-F238E27FC236}">
                <a16:creationId xmlns:a16="http://schemas.microsoft.com/office/drawing/2014/main" id="{70125595-452E-59EC-1CC5-609A4BC2BB5E}"/>
              </a:ext>
            </a:extLst>
          </p:cNvPr>
          <p:cNvSpPr txBox="1"/>
          <p:nvPr/>
        </p:nvSpPr>
        <p:spPr>
          <a:xfrm>
            <a:off x="5714942" y="3679496"/>
            <a:ext cx="1264285" cy="574040"/>
          </a:xfrm>
          <a:prstGeom prst="rect">
            <a:avLst/>
          </a:prstGeom>
        </p:spPr>
        <p:txBody>
          <a:bodyPr vert="horz" wrap="square" lIns="0" tIns="12700" rIns="0" bIns="0" rtlCol="0">
            <a:spAutoFit/>
          </a:bodyPr>
          <a:lstStyle/>
          <a:p>
            <a:pPr marL="12700" marR="5080" indent="132080">
              <a:lnSpc>
                <a:spcPct val="100000"/>
              </a:lnSpc>
              <a:spcBef>
                <a:spcPts val="100"/>
              </a:spcBef>
            </a:pPr>
            <a:r>
              <a:rPr sz="1800" spc="-10" dirty="0">
                <a:latin typeface="Calibri"/>
                <a:cs typeface="Calibri"/>
              </a:rPr>
              <a:t>Attend</a:t>
            </a:r>
            <a:r>
              <a:rPr sz="1800" spc="-75" dirty="0">
                <a:latin typeface="Calibri"/>
                <a:cs typeface="Calibri"/>
              </a:rPr>
              <a:t> </a:t>
            </a:r>
            <a:r>
              <a:rPr sz="1800" spc="-35" dirty="0">
                <a:latin typeface="Calibri"/>
                <a:cs typeface="Calibri"/>
              </a:rPr>
              <a:t>un </a:t>
            </a:r>
            <a:r>
              <a:rPr sz="1800" dirty="0">
                <a:latin typeface="Calibri"/>
                <a:cs typeface="Calibri"/>
              </a:rPr>
              <a:t>objet</a:t>
            </a:r>
            <a:r>
              <a:rPr sz="1800" spc="-40" dirty="0">
                <a:latin typeface="Calibri"/>
                <a:cs typeface="Calibri"/>
              </a:rPr>
              <a:t> </a:t>
            </a:r>
            <a:r>
              <a:rPr sz="1800" dirty="0">
                <a:latin typeface="Calibri"/>
                <a:cs typeface="Calibri"/>
              </a:rPr>
              <a:t>de</a:t>
            </a:r>
            <a:r>
              <a:rPr sz="1800" spc="-15" dirty="0">
                <a:latin typeface="Calibri"/>
                <a:cs typeface="Calibri"/>
              </a:rPr>
              <a:t> </a:t>
            </a:r>
            <a:r>
              <a:rPr sz="1800" spc="-20" dirty="0">
                <a:latin typeface="Calibri"/>
                <a:cs typeface="Calibri"/>
              </a:rPr>
              <a:t>type</a:t>
            </a:r>
            <a:endParaRPr sz="1800">
              <a:latin typeface="Calibri"/>
              <a:cs typeface="Calibri"/>
            </a:endParaRPr>
          </a:p>
        </p:txBody>
      </p:sp>
    </p:spTree>
    <p:extLst>
      <p:ext uri="{BB962C8B-B14F-4D97-AF65-F5344CB8AC3E}">
        <p14:creationId xmlns:p14="http://schemas.microsoft.com/office/powerpoint/2010/main" val="5911722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830997"/>
          </a:xfrm>
          <a:prstGeom prst="rect">
            <a:avLst/>
          </a:prstGeom>
          <a:noFill/>
        </p:spPr>
        <p:txBody>
          <a:bodyPr wrap="square" rtlCol="0">
            <a:spAutoFit/>
          </a:bodyPr>
          <a:lstStyle/>
          <a:p>
            <a:r>
              <a:rPr lang="fr-FR" sz="2400" b="1" dirty="0"/>
              <a:t>Injection de Dépendance (DI)</a:t>
            </a:r>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2" name="object 3">
            <a:extLst>
              <a:ext uri="{FF2B5EF4-FFF2-40B4-BE49-F238E27FC236}">
                <a16:creationId xmlns:a16="http://schemas.microsoft.com/office/drawing/2014/main" id="{B8F878A6-20C9-E242-CF9F-060C467516D2}"/>
              </a:ext>
            </a:extLst>
          </p:cNvPr>
          <p:cNvSpPr txBox="1"/>
          <p:nvPr/>
        </p:nvSpPr>
        <p:spPr>
          <a:xfrm>
            <a:off x="1385061" y="2019225"/>
            <a:ext cx="9839960" cy="2295525"/>
          </a:xfrm>
          <a:prstGeom prst="rect">
            <a:avLst/>
          </a:prstGeom>
        </p:spPr>
        <p:txBody>
          <a:bodyPr vert="horz" wrap="square" lIns="0" tIns="12700" rIns="0" bIns="0" rtlCol="0">
            <a:spAutoFit/>
          </a:bodyPr>
          <a:lstStyle/>
          <a:p>
            <a:pPr marL="240029" indent="-227329">
              <a:lnSpc>
                <a:spcPct val="100000"/>
              </a:lnSpc>
              <a:spcBef>
                <a:spcPts val="100"/>
              </a:spcBef>
              <a:buClr>
                <a:srgbClr val="391778"/>
              </a:buClr>
              <a:buFont typeface="Arial"/>
              <a:buChar char="•"/>
              <a:tabLst>
                <a:tab pos="240029" algn="l"/>
              </a:tabLst>
            </a:pPr>
            <a:r>
              <a:rPr sz="2400" dirty="0">
                <a:latin typeface="Segoe UI"/>
                <a:cs typeface="Segoe UI"/>
              </a:rPr>
              <a:t>Par</a:t>
            </a:r>
            <a:r>
              <a:rPr sz="2400" spc="-20" dirty="0">
                <a:latin typeface="Segoe UI"/>
                <a:cs typeface="Segoe UI"/>
              </a:rPr>
              <a:t> </a:t>
            </a:r>
            <a:r>
              <a:rPr sz="2400" dirty="0">
                <a:latin typeface="Segoe UI"/>
                <a:cs typeface="Segoe UI"/>
              </a:rPr>
              <a:t>ailleurs,</a:t>
            </a:r>
            <a:r>
              <a:rPr sz="2400" spc="-20" dirty="0">
                <a:latin typeface="Segoe UI"/>
                <a:cs typeface="Segoe UI"/>
              </a:rPr>
              <a:t> </a:t>
            </a:r>
            <a:r>
              <a:rPr sz="2400" dirty="0">
                <a:latin typeface="Segoe UI"/>
                <a:cs typeface="Segoe UI"/>
              </a:rPr>
              <a:t>par</a:t>
            </a:r>
            <a:r>
              <a:rPr sz="2400" spc="-30" dirty="0">
                <a:latin typeface="Segoe UI"/>
                <a:cs typeface="Segoe UI"/>
              </a:rPr>
              <a:t> </a:t>
            </a:r>
            <a:r>
              <a:rPr sz="2400" dirty="0">
                <a:latin typeface="Segoe UI"/>
                <a:cs typeface="Segoe UI"/>
              </a:rPr>
              <a:t>la</a:t>
            </a:r>
            <a:r>
              <a:rPr sz="2400" spc="-25" dirty="0">
                <a:latin typeface="Segoe UI"/>
                <a:cs typeface="Segoe UI"/>
              </a:rPr>
              <a:t> </a:t>
            </a:r>
            <a:r>
              <a:rPr sz="2400" dirty="0">
                <a:latin typeface="Segoe UI"/>
                <a:cs typeface="Segoe UI"/>
              </a:rPr>
              <a:t>suite</a:t>
            </a:r>
            <a:r>
              <a:rPr sz="2400" spc="-30" dirty="0">
                <a:latin typeface="Segoe UI"/>
                <a:cs typeface="Segoe UI"/>
              </a:rPr>
              <a:t> </a:t>
            </a:r>
            <a:r>
              <a:rPr sz="2400" dirty="0">
                <a:latin typeface="Segoe UI"/>
                <a:cs typeface="Segoe UI"/>
              </a:rPr>
              <a:t>il</a:t>
            </a:r>
            <a:r>
              <a:rPr sz="2400" spc="-10" dirty="0">
                <a:latin typeface="Segoe UI"/>
                <a:cs typeface="Segoe UI"/>
              </a:rPr>
              <a:t> </a:t>
            </a:r>
            <a:r>
              <a:rPr sz="2400" dirty="0">
                <a:latin typeface="Segoe UI"/>
                <a:cs typeface="Segoe UI"/>
              </a:rPr>
              <a:t>serait</a:t>
            </a:r>
            <a:r>
              <a:rPr sz="2400" spc="-40" dirty="0">
                <a:latin typeface="Segoe UI"/>
                <a:cs typeface="Segoe UI"/>
              </a:rPr>
              <a:t> </a:t>
            </a:r>
            <a:r>
              <a:rPr sz="2400" dirty="0">
                <a:latin typeface="Segoe UI"/>
                <a:cs typeface="Segoe UI"/>
              </a:rPr>
              <a:t>aisé</a:t>
            </a:r>
            <a:r>
              <a:rPr sz="2400" spc="-30" dirty="0">
                <a:latin typeface="Segoe UI"/>
                <a:cs typeface="Segoe UI"/>
              </a:rPr>
              <a:t> </a:t>
            </a:r>
            <a:r>
              <a:rPr sz="2400" dirty="0">
                <a:latin typeface="Segoe UI"/>
                <a:cs typeface="Segoe UI"/>
              </a:rPr>
              <a:t>de</a:t>
            </a:r>
            <a:r>
              <a:rPr sz="2400" spc="-40" dirty="0">
                <a:latin typeface="Segoe UI"/>
                <a:cs typeface="Segoe UI"/>
              </a:rPr>
              <a:t> </a:t>
            </a:r>
            <a:r>
              <a:rPr sz="2400" dirty="0">
                <a:latin typeface="Segoe UI"/>
                <a:cs typeface="Segoe UI"/>
              </a:rPr>
              <a:t>remplacer</a:t>
            </a:r>
            <a:r>
              <a:rPr sz="2400" spc="-35" dirty="0">
                <a:latin typeface="Segoe UI"/>
                <a:cs typeface="Segoe UI"/>
              </a:rPr>
              <a:t> </a:t>
            </a:r>
            <a:r>
              <a:rPr sz="2400" dirty="0">
                <a:latin typeface="Segoe UI"/>
                <a:cs typeface="Segoe UI"/>
              </a:rPr>
              <a:t>un</a:t>
            </a:r>
            <a:r>
              <a:rPr sz="2400" spc="-30" dirty="0">
                <a:latin typeface="Segoe UI"/>
                <a:cs typeface="Segoe UI"/>
              </a:rPr>
              <a:t> </a:t>
            </a:r>
            <a:r>
              <a:rPr sz="2400" dirty="0">
                <a:latin typeface="Segoe UI"/>
                <a:cs typeface="Segoe UI"/>
              </a:rPr>
              <a:t>humain</a:t>
            </a:r>
            <a:r>
              <a:rPr sz="2400" spc="-5" dirty="0">
                <a:latin typeface="Segoe UI"/>
                <a:cs typeface="Segoe UI"/>
              </a:rPr>
              <a:t> </a:t>
            </a:r>
            <a:r>
              <a:rPr sz="2400" dirty="0">
                <a:latin typeface="Segoe UI"/>
                <a:cs typeface="Segoe UI"/>
              </a:rPr>
              <a:t>par</a:t>
            </a:r>
            <a:r>
              <a:rPr sz="2400" spc="-30" dirty="0">
                <a:latin typeface="Segoe UI"/>
                <a:cs typeface="Segoe UI"/>
              </a:rPr>
              <a:t> </a:t>
            </a:r>
            <a:r>
              <a:rPr sz="2400" dirty="0">
                <a:latin typeface="Segoe UI"/>
                <a:cs typeface="Segoe UI"/>
              </a:rPr>
              <a:t>une</a:t>
            </a:r>
            <a:r>
              <a:rPr sz="2400" spc="-35" dirty="0">
                <a:latin typeface="Segoe UI"/>
                <a:cs typeface="Segoe UI"/>
              </a:rPr>
              <a:t> </a:t>
            </a:r>
            <a:r>
              <a:rPr sz="2400" spc="-25" dirty="0">
                <a:latin typeface="Segoe UI"/>
                <a:cs typeface="Segoe UI"/>
              </a:rPr>
              <a:t>IA</a:t>
            </a:r>
            <a:endParaRPr sz="2400" dirty="0">
              <a:latin typeface="Segoe UI"/>
              <a:cs typeface="Segoe UI"/>
            </a:endParaRPr>
          </a:p>
          <a:p>
            <a:pPr>
              <a:lnSpc>
                <a:spcPct val="100000"/>
              </a:lnSpc>
              <a:spcBef>
                <a:spcPts val="805"/>
              </a:spcBef>
            </a:pPr>
            <a:endParaRPr sz="2400" dirty="0">
              <a:latin typeface="Segoe UI"/>
              <a:cs typeface="Segoe UI"/>
            </a:endParaRPr>
          </a:p>
          <a:p>
            <a:pPr marL="2773045">
              <a:lnSpc>
                <a:spcPct val="100000"/>
              </a:lnSpc>
              <a:tabLst>
                <a:tab pos="3707765" algn="l"/>
                <a:tab pos="4506595" algn="l"/>
                <a:tab pos="4907280" algn="l"/>
                <a:tab pos="5173980" algn="l"/>
              </a:tabLst>
            </a:pPr>
            <a:r>
              <a:rPr sz="1800" spc="215" dirty="0">
                <a:solidFill>
                  <a:srgbClr val="0000FF"/>
                </a:solidFill>
                <a:latin typeface="Trebuchet MS"/>
                <a:cs typeface="Trebuchet MS"/>
              </a:rPr>
              <a:t>public</a:t>
            </a:r>
            <a:r>
              <a:rPr sz="1800" dirty="0">
                <a:solidFill>
                  <a:srgbClr val="0000FF"/>
                </a:solidFill>
                <a:latin typeface="Trebuchet MS"/>
                <a:cs typeface="Trebuchet MS"/>
              </a:rPr>
              <a:t>	</a:t>
            </a:r>
            <a:r>
              <a:rPr sz="1800" spc="260" dirty="0">
                <a:solidFill>
                  <a:srgbClr val="0000FF"/>
                </a:solidFill>
                <a:latin typeface="Trebuchet MS"/>
                <a:cs typeface="Trebuchet MS"/>
              </a:rPr>
              <a:t>class</a:t>
            </a:r>
            <a:r>
              <a:rPr sz="1800" dirty="0">
                <a:solidFill>
                  <a:srgbClr val="0000FF"/>
                </a:solidFill>
                <a:latin typeface="Trebuchet MS"/>
                <a:cs typeface="Trebuchet MS"/>
              </a:rPr>
              <a:t>	</a:t>
            </a:r>
            <a:r>
              <a:rPr sz="1800" spc="245" dirty="0">
                <a:solidFill>
                  <a:srgbClr val="2B91AE"/>
                </a:solidFill>
                <a:latin typeface="Trebuchet MS"/>
                <a:cs typeface="Trebuchet MS"/>
              </a:rPr>
              <a:t>IA</a:t>
            </a:r>
            <a:r>
              <a:rPr sz="1800" dirty="0">
                <a:solidFill>
                  <a:srgbClr val="2B91AE"/>
                </a:solidFill>
                <a:latin typeface="Trebuchet MS"/>
                <a:cs typeface="Trebuchet MS"/>
              </a:rPr>
              <a:t>	</a:t>
            </a:r>
            <a:r>
              <a:rPr sz="1800" spc="340" dirty="0">
                <a:latin typeface="Trebuchet MS"/>
                <a:cs typeface="Trebuchet MS"/>
              </a:rPr>
              <a:t>:</a:t>
            </a:r>
            <a:r>
              <a:rPr sz="1800" dirty="0">
                <a:latin typeface="Trebuchet MS"/>
                <a:cs typeface="Trebuchet MS"/>
              </a:rPr>
              <a:t>	</a:t>
            </a:r>
            <a:r>
              <a:rPr sz="1800" spc="260" dirty="0">
                <a:solidFill>
                  <a:srgbClr val="2B91AE"/>
                </a:solidFill>
                <a:latin typeface="Trebuchet MS"/>
                <a:cs typeface="Trebuchet MS"/>
              </a:rPr>
              <a:t>IDriver</a:t>
            </a:r>
            <a:endParaRPr sz="1800" dirty="0">
              <a:latin typeface="Trebuchet MS"/>
              <a:cs typeface="Trebuchet MS"/>
            </a:endParaRPr>
          </a:p>
          <a:p>
            <a:pPr marL="2773045">
              <a:lnSpc>
                <a:spcPct val="100000"/>
              </a:lnSpc>
              <a:spcBef>
                <a:spcPts val="780"/>
              </a:spcBef>
            </a:pPr>
            <a:r>
              <a:rPr sz="1800" spc="340" dirty="0">
                <a:latin typeface="Trebuchet MS"/>
                <a:cs typeface="Trebuchet MS"/>
              </a:rPr>
              <a:t>{</a:t>
            </a:r>
            <a:endParaRPr sz="1800" dirty="0">
              <a:latin typeface="Trebuchet MS"/>
              <a:cs typeface="Trebuchet MS"/>
            </a:endParaRPr>
          </a:p>
          <a:p>
            <a:pPr marL="3840479">
              <a:lnSpc>
                <a:spcPct val="100000"/>
              </a:lnSpc>
              <a:spcBef>
                <a:spcPts val="780"/>
              </a:spcBef>
              <a:tabLst>
                <a:tab pos="4772660" algn="l"/>
                <a:tab pos="5440680" algn="l"/>
                <a:tab pos="6505575" algn="l"/>
              </a:tabLst>
            </a:pPr>
            <a:r>
              <a:rPr sz="1800" spc="215" dirty="0">
                <a:solidFill>
                  <a:srgbClr val="0000FF"/>
                </a:solidFill>
                <a:latin typeface="Trebuchet MS"/>
                <a:cs typeface="Trebuchet MS"/>
              </a:rPr>
              <a:t>public</a:t>
            </a:r>
            <a:r>
              <a:rPr sz="1800" dirty="0">
                <a:solidFill>
                  <a:srgbClr val="0000FF"/>
                </a:solidFill>
                <a:latin typeface="Trebuchet MS"/>
                <a:cs typeface="Trebuchet MS"/>
              </a:rPr>
              <a:t>	</a:t>
            </a:r>
            <a:r>
              <a:rPr sz="1800" spc="185" dirty="0">
                <a:solidFill>
                  <a:srgbClr val="0000FF"/>
                </a:solidFill>
                <a:latin typeface="Trebuchet MS"/>
                <a:cs typeface="Trebuchet MS"/>
              </a:rPr>
              <a:t>void</a:t>
            </a:r>
            <a:r>
              <a:rPr sz="1800" dirty="0">
                <a:solidFill>
                  <a:srgbClr val="0000FF"/>
                </a:solidFill>
                <a:latin typeface="Trebuchet MS"/>
                <a:cs typeface="Trebuchet MS"/>
              </a:rPr>
              <a:t>	</a:t>
            </a:r>
            <a:r>
              <a:rPr sz="1800" spc="245" dirty="0">
                <a:latin typeface="Trebuchet MS"/>
                <a:cs typeface="Trebuchet MS"/>
              </a:rPr>
              <a:t>Drive()</a:t>
            </a:r>
            <a:r>
              <a:rPr sz="1800" dirty="0">
                <a:latin typeface="Trebuchet MS"/>
                <a:cs typeface="Trebuchet MS"/>
              </a:rPr>
              <a:t>	</a:t>
            </a:r>
            <a:r>
              <a:rPr sz="1800" spc="140" dirty="0">
                <a:latin typeface="Trebuchet MS"/>
                <a:cs typeface="Trebuchet MS"/>
              </a:rPr>
              <a:t>{…}</a:t>
            </a:r>
            <a:endParaRPr sz="1800" dirty="0">
              <a:latin typeface="Trebuchet MS"/>
              <a:cs typeface="Trebuchet MS"/>
            </a:endParaRPr>
          </a:p>
          <a:p>
            <a:pPr marL="2773045">
              <a:lnSpc>
                <a:spcPct val="100000"/>
              </a:lnSpc>
              <a:spcBef>
                <a:spcPts val="795"/>
              </a:spcBef>
            </a:pPr>
            <a:r>
              <a:rPr sz="1800" spc="340" dirty="0">
                <a:latin typeface="Trebuchet MS"/>
                <a:cs typeface="Trebuchet MS"/>
              </a:rPr>
              <a:t>}</a:t>
            </a:r>
            <a:endParaRPr sz="1800" dirty="0">
              <a:latin typeface="Trebuchet MS"/>
              <a:cs typeface="Trebuchet MS"/>
            </a:endParaRPr>
          </a:p>
        </p:txBody>
      </p:sp>
      <p:sp>
        <p:nvSpPr>
          <p:cNvPr id="5" name="object 4">
            <a:extLst>
              <a:ext uri="{FF2B5EF4-FFF2-40B4-BE49-F238E27FC236}">
                <a16:creationId xmlns:a16="http://schemas.microsoft.com/office/drawing/2014/main" id="{9A2B472B-7E2A-8E6E-B86A-DE73F0FC0C4A}"/>
              </a:ext>
            </a:extLst>
          </p:cNvPr>
          <p:cNvSpPr txBox="1"/>
          <p:nvPr/>
        </p:nvSpPr>
        <p:spPr>
          <a:xfrm>
            <a:off x="2321179" y="4866513"/>
            <a:ext cx="7757795" cy="1123315"/>
          </a:xfrm>
          <a:prstGeom prst="rect">
            <a:avLst/>
          </a:prstGeom>
        </p:spPr>
        <p:txBody>
          <a:bodyPr vert="horz" wrap="square" lIns="0" tIns="12700" rIns="0" bIns="0" rtlCol="0">
            <a:spAutoFit/>
          </a:bodyPr>
          <a:lstStyle/>
          <a:p>
            <a:pPr marL="12700">
              <a:lnSpc>
                <a:spcPct val="100000"/>
              </a:lnSpc>
              <a:spcBef>
                <a:spcPts val="100"/>
              </a:spcBef>
              <a:tabLst>
                <a:tab pos="946785" algn="l"/>
                <a:tab pos="1612265" algn="l"/>
                <a:tab pos="6544945" algn="l"/>
              </a:tabLst>
            </a:pPr>
            <a:r>
              <a:rPr sz="1800" spc="215" dirty="0">
                <a:solidFill>
                  <a:srgbClr val="0000FF"/>
                </a:solidFill>
                <a:latin typeface="Trebuchet MS"/>
                <a:cs typeface="Trebuchet MS"/>
              </a:rPr>
              <a:t>public</a:t>
            </a:r>
            <a:r>
              <a:rPr sz="1800" dirty="0">
                <a:solidFill>
                  <a:srgbClr val="0000FF"/>
                </a:solidFill>
                <a:latin typeface="Trebuchet MS"/>
                <a:cs typeface="Trebuchet MS"/>
              </a:rPr>
              <a:t>	</a:t>
            </a:r>
            <a:r>
              <a:rPr sz="1800" spc="180" dirty="0">
                <a:solidFill>
                  <a:srgbClr val="0000FF"/>
                </a:solidFill>
                <a:latin typeface="Trebuchet MS"/>
                <a:cs typeface="Trebuchet MS"/>
              </a:rPr>
              <a:t>void</a:t>
            </a:r>
            <a:r>
              <a:rPr sz="1800" dirty="0">
                <a:solidFill>
                  <a:srgbClr val="0000FF"/>
                </a:solidFill>
                <a:latin typeface="Trebuchet MS"/>
                <a:cs typeface="Trebuchet MS"/>
              </a:rPr>
              <a:t>	</a:t>
            </a:r>
            <a:r>
              <a:rPr sz="1800" spc="215" dirty="0">
                <a:latin typeface="Trebuchet MS"/>
                <a:cs typeface="Trebuchet MS"/>
              </a:rPr>
              <a:t>ConfigureServices(</a:t>
            </a:r>
            <a:r>
              <a:rPr sz="1800" spc="215" dirty="0">
                <a:solidFill>
                  <a:srgbClr val="2B91AE"/>
                </a:solidFill>
                <a:latin typeface="Trebuchet MS"/>
                <a:cs typeface="Trebuchet MS"/>
              </a:rPr>
              <a:t>IServiceCollection</a:t>
            </a:r>
            <a:r>
              <a:rPr sz="1800" dirty="0">
                <a:solidFill>
                  <a:srgbClr val="2B91AE"/>
                </a:solidFill>
                <a:latin typeface="Trebuchet MS"/>
                <a:cs typeface="Trebuchet MS"/>
              </a:rPr>
              <a:t>	</a:t>
            </a:r>
            <a:r>
              <a:rPr sz="1800" spc="245" dirty="0">
                <a:latin typeface="Trebuchet MS"/>
                <a:cs typeface="Trebuchet MS"/>
              </a:rPr>
              <a:t>services)</a:t>
            </a:r>
            <a:endParaRPr sz="1800">
              <a:latin typeface="Trebuchet MS"/>
              <a:cs typeface="Trebuchet MS"/>
            </a:endParaRPr>
          </a:p>
          <a:p>
            <a:pPr marL="12700">
              <a:lnSpc>
                <a:spcPct val="100000"/>
              </a:lnSpc>
            </a:pPr>
            <a:r>
              <a:rPr sz="1800" spc="340" dirty="0">
                <a:latin typeface="Trebuchet MS"/>
                <a:cs typeface="Trebuchet MS"/>
              </a:rPr>
              <a:t>{</a:t>
            </a:r>
            <a:endParaRPr sz="1800">
              <a:latin typeface="Trebuchet MS"/>
              <a:cs typeface="Trebuchet MS"/>
            </a:endParaRPr>
          </a:p>
          <a:p>
            <a:pPr marL="927100">
              <a:lnSpc>
                <a:spcPct val="100000"/>
              </a:lnSpc>
              <a:tabLst>
                <a:tab pos="4659630" algn="l"/>
              </a:tabLst>
            </a:pPr>
            <a:r>
              <a:rPr sz="1800" spc="185" dirty="0">
                <a:latin typeface="Trebuchet MS"/>
                <a:cs typeface="Trebuchet MS"/>
              </a:rPr>
              <a:t>services.AddScoped&lt;</a:t>
            </a:r>
            <a:r>
              <a:rPr sz="1800" spc="185" dirty="0">
                <a:solidFill>
                  <a:srgbClr val="2B91AE"/>
                </a:solidFill>
                <a:latin typeface="Trebuchet MS"/>
                <a:cs typeface="Trebuchet MS"/>
              </a:rPr>
              <a:t>IDriver</a:t>
            </a:r>
            <a:r>
              <a:rPr sz="1800" spc="185" dirty="0">
                <a:latin typeface="Trebuchet MS"/>
                <a:cs typeface="Trebuchet MS"/>
              </a:rPr>
              <a:t>,</a:t>
            </a:r>
            <a:r>
              <a:rPr sz="1800" dirty="0">
                <a:latin typeface="Trebuchet MS"/>
                <a:cs typeface="Trebuchet MS"/>
              </a:rPr>
              <a:t>	</a:t>
            </a:r>
            <a:r>
              <a:rPr sz="1800" spc="280" dirty="0">
                <a:solidFill>
                  <a:srgbClr val="2B91AE"/>
                </a:solidFill>
                <a:latin typeface="Trebuchet MS"/>
                <a:cs typeface="Trebuchet MS"/>
              </a:rPr>
              <a:t>IA</a:t>
            </a:r>
            <a:r>
              <a:rPr sz="1800" spc="280" dirty="0">
                <a:latin typeface="Trebuchet MS"/>
                <a:cs typeface="Trebuchet MS"/>
              </a:rPr>
              <a:t>&gt;();</a:t>
            </a:r>
            <a:endParaRPr sz="1800">
              <a:latin typeface="Trebuchet MS"/>
              <a:cs typeface="Trebuchet MS"/>
            </a:endParaRPr>
          </a:p>
          <a:p>
            <a:pPr marL="12700">
              <a:lnSpc>
                <a:spcPct val="100000"/>
              </a:lnSpc>
            </a:pPr>
            <a:r>
              <a:rPr sz="1800" spc="340" dirty="0">
                <a:latin typeface="Trebuchet MS"/>
                <a:cs typeface="Trebuchet MS"/>
              </a:rPr>
              <a:t>}</a:t>
            </a:r>
            <a:endParaRPr sz="1800">
              <a:latin typeface="Trebuchet MS"/>
              <a:cs typeface="Trebuchet MS"/>
            </a:endParaRPr>
          </a:p>
        </p:txBody>
      </p:sp>
      <p:sp>
        <p:nvSpPr>
          <p:cNvPr id="6" name="object 5">
            <a:extLst>
              <a:ext uri="{FF2B5EF4-FFF2-40B4-BE49-F238E27FC236}">
                <a16:creationId xmlns:a16="http://schemas.microsoft.com/office/drawing/2014/main" id="{D0E9FDAB-1A1A-FE2B-C993-749125A18D78}"/>
              </a:ext>
            </a:extLst>
          </p:cNvPr>
          <p:cNvSpPr/>
          <p:nvPr/>
        </p:nvSpPr>
        <p:spPr>
          <a:xfrm>
            <a:off x="737864" y="5239929"/>
            <a:ext cx="90170" cy="51435"/>
          </a:xfrm>
          <a:custGeom>
            <a:avLst/>
            <a:gdLst/>
            <a:ahLst/>
            <a:cxnLst/>
            <a:rect l="l" t="t" r="r" b="b"/>
            <a:pathLst>
              <a:path w="90169" h="51435">
                <a:moveTo>
                  <a:pt x="89823" y="0"/>
                </a:moveTo>
                <a:lnTo>
                  <a:pt x="0" y="0"/>
                </a:lnTo>
                <a:lnTo>
                  <a:pt x="0" y="51329"/>
                </a:lnTo>
                <a:lnTo>
                  <a:pt x="89823" y="51329"/>
                </a:lnTo>
                <a:lnTo>
                  <a:pt x="89823" y="0"/>
                </a:lnTo>
                <a:close/>
              </a:path>
            </a:pathLst>
          </a:custGeom>
          <a:solidFill>
            <a:srgbClr val="767070"/>
          </a:solidFill>
        </p:spPr>
        <p:txBody>
          <a:bodyPr wrap="square" lIns="0" tIns="0" rIns="0" bIns="0" rtlCol="0"/>
          <a:lstStyle/>
          <a:p>
            <a:endParaRPr/>
          </a:p>
        </p:txBody>
      </p:sp>
      <p:sp>
        <p:nvSpPr>
          <p:cNvPr id="7" name="object 6">
            <a:extLst>
              <a:ext uri="{FF2B5EF4-FFF2-40B4-BE49-F238E27FC236}">
                <a16:creationId xmlns:a16="http://schemas.microsoft.com/office/drawing/2014/main" id="{48E11504-2A35-8107-2778-0ADF0DB1F699}"/>
              </a:ext>
            </a:extLst>
          </p:cNvPr>
          <p:cNvSpPr/>
          <p:nvPr/>
        </p:nvSpPr>
        <p:spPr>
          <a:xfrm>
            <a:off x="737864" y="5137270"/>
            <a:ext cx="90170" cy="51435"/>
          </a:xfrm>
          <a:custGeom>
            <a:avLst/>
            <a:gdLst/>
            <a:ahLst/>
            <a:cxnLst/>
            <a:rect l="l" t="t" r="r" b="b"/>
            <a:pathLst>
              <a:path w="90169" h="51435">
                <a:moveTo>
                  <a:pt x="89823" y="0"/>
                </a:moveTo>
                <a:lnTo>
                  <a:pt x="0" y="0"/>
                </a:lnTo>
                <a:lnTo>
                  <a:pt x="0" y="51329"/>
                </a:lnTo>
                <a:lnTo>
                  <a:pt x="89823" y="51329"/>
                </a:lnTo>
                <a:lnTo>
                  <a:pt x="89823" y="0"/>
                </a:lnTo>
                <a:close/>
              </a:path>
            </a:pathLst>
          </a:custGeom>
          <a:solidFill>
            <a:srgbClr val="767070"/>
          </a:solidFill>
        </p:spPr>
        <p:txBody>
          <a:bodyPr wrap="square" lIns="0" tIns="0" rIns="0" bIns="0" rtlCol="0"/>
          <a:lstStyle/>
          <a:p>
            <a:endParaRPr/>
          </a:p>
        </p:txBody>
      </p:sp>
      <p:sp>
        <p:nvSpPr>
          <p:cNvPr id="8" name="object 7">
            <a:extLst>
              <a:ext uri="{FF2B5EF4-FFF2-40B4-BE49-F238E27FC236}">
                <a16:creationId xmlns:a16="http://schemas.microsoft.com/office/drawing/2014/main" id="{DB1E46BB-F9E8-84D4-F221-3B2C2A0CB981}"/>
              </a:ext>
            </a:extLst>
          </p:cNvPr>
          <p:cNvSpPr/>
          <p:nvPr/>
        </p:nvSpPr>
        <p:spPr>
          <a:xfrm>
            <a:off x="737864" y="5342587"/>
            <a:ext cx="90170" cy="51435"/>
          </a:xfrm>
          <a:custGeom>
            <a:avLst/>
            <a:gdLst/>
            <a:ahLst/>
            <a:cxnLst/>
            <a:rect l="l" t="t" r="r" b="b"/>
            <a:pathLst>
              <a:path w="90169" h="51435">
                <a:moveTo>
                  <a:pt x="89823" y="0"/>
                </a:moveTo>
                <a:lnTo>
                  <a:pt x="0" y="0"/>
                </a:lnTo>
                <a:lnTo>
                  <a:pt x="0" y="51329"/>
                </a:lnTo>
                <a:lnTo>
                  <a:pt x="89823" y="51329"/>
                </a:lnTo>
                <a:lnTo>
                  <a:pt x="89823" y="0"/>
                </a:lnTo>
                <a:close/>
              </a:path>
            </a:pathLst>
          </a:custGeom>
          <a:solidFill>
            <a:srgbClr val="767070"/>
          </a:solidFill>
        </p:spPr>
        <p:txBody>
          <a:bodyPr wrap="square" lIns="0" tIns="0" rIns="0" bIns="0" rtlCol="0"/>
          <a:lstStyle/>
          <a:p>
            <a:endParaRPr/>
          </a:p>
        </p:txBody>
      </p:sp>
      <p:sp>
        <p:nvSpPr>
          <p:cNvPr id="9" name="object 8">
            <a:extLst>
              <a:ext uri="{FF2B5EF4-FFF2-40B4-BE49-F238E27FC236}">
                <a16:creationId xmlns:a16="http://schemas.microsoft.com/office/drawing/2014/main" id="{1F1CE92D-B99F-6EC5-53EB-5D15AE7D0591}"/>
              </a:ext>
            </a:extLst>
          </p:cNvPr>
          <p:cNvSpPr/>
          <p:nvPr/>
        </p:nvSpPr>
        <p:spPr>
          <a:xfrm>
            <a:off x="737864" y="5650563"/>
            <a:ext cx="90170" cy="51435"/>
          </a:xfrm>
          <a:custGeom>
            <a:avLst/>
            <a:gdLst/>
            <a:ahLst/>
            <a:cxnLst/>
            <a:rect l="l" t="t" r="r" b="b"/>
            <a:pathLst>
              <a:path w="90169" h="51435">
                <a:moveTo>
                  <a:pt x="89823" y="0"/>
                </a:moveTo>
                <a:lnTo>
                  <a:pt x="0" y="0"/>
                </a:lnTo>
                <a:lnTo>
                  <a:pt x="0" y="51329"/>
                </a:lnTo>
                <a:lnTo>
                  <a:pt x="89823" y="51329"/>
                </a:lnTo>
                <a:lnTo>
                  <a:pt x="89823" y="0"/>
                </a:lnTo>
                <a:close/>
              </a:path>
            </a:pathLst>
          </a:custGeom>
          <a:solidFill>
            <a:srgbClr val="767070"/>
          </a:solidFill>
        </p:spPr>
        <p:txBody>
          <a:bodyPr wrap="square" lIns="0" tIns="0" rIns="0" bIns="0" rtlCol="0"/>
          <a:lstStyle/>
          <a:p>
            <a:endParaRPr/>
          </a:p>
        </p:txBody>
      </p:sp>
      <p:sp>
        <p:nvSpPr>
          <p:cNvPr id="10" name="object 9">
            <a:extLst>
              <a:ext uri="{FF2B5EF4-FFF2-40B4-BE49-F238E27FC236}">
                <a16:creationId xmlns:a16="http://schemas.microsoft.com/office/drawing/2014/main" id="{7D741BA1-5F09-71E9-16D8-86FA65863ADF}"/>
              </a:ext>
            </a:extLst>
          </p:cNvPr>
          <p:cNvSpPr/>
          <p:nvPr/>
        </p:nvSpPr>
        <p:spPr>
          <a:xfrm>
            <a:off x="737864" y="5547904"/>
            <a:ext cx="90170" cy="51435"/>
          </a:xfrm>
          <a:custGeom>
            <a:avLst/>
            <a:gdLst/>
            <a:ahLst/>
            <a:cxnLst/>
            <a:rect l="l" t="t" r="r" b="b"/>
            <a:pathLst>
              <a:path w="90169" h="51435">
                <a:moveTo>
                  <a:pt x="89823" y="0"/>
                </a:moveTo>
                <a:lnTo>
                  <a:pt x="0" y="0"/>
                </a:lnTo>
                <a:lnTo>
                  <a:pt x="0" y="51329"/>
                </a:lnTo>
                <a:lnTo>
                  <a:pt x="89823" y="51329"/>
                </a:lnTo>
                <a:lnTo>
                  <a:pt x="89823" y="0"/>
                </a:lnTo>
                <a:close/>
              </a:path>
            </a:pathLst>
          </a:custGeom>
          <a:solidFill>
            <a:srgbClr val="767070"/>
          </a:solidFill>
        </p:spPr>
        <p:txBody>
          <a:bodyPr wrap="square" lIns="0" tIns="0" rIns="0" bIns="0" rtlCol="0"/>
          <a:lstStyle/>
          <a:p>
            <a:endParaRPr/>
          </a:p>
        </p:txBody>
      </p:sp>
      <p:sp>
        <p:nvSpPr>
          <p:cNvPr id="11" name="object 10">
            <a:extLst>
              <a:ext uri="{FF2B5EF4-FFF2-40B4-BE49-F238E27FC236}">
                <a16:creationId xmlns:a16="http://schemas.microsoft.com/office/drawing/2014/main" id="{6D6F8076-48C0-DE63-2E2E-18F8AE85B8BA}"/>
              </a:ext>
            </a:extLst>
          </p:cNvPr>
          <p:cNvSpPr/>
          <p:nvPr/>
        </p:nvSpPr>
        <p:spPr>
          <a:xfrm>
            <a:off x="737864" y="5445246"/>
            <a:ext cx="90170" cy="51435"/>
          </a:xfrm>
          <a:custGeom>
            <a:avLst/>
            <a:gdLst/>
            <a:ahLst/>
            <a:cxnLst/>
            <a:rect l="l" t="t" r="r" b="b"/>
            <a:pathLst>
              <a:path w="90169" h="51435">
                <a:moveTo>
                  <a:pt x="89823" y="0"/>
                </a:moveTo>
                <a:lnTo>
                  <a:pt x="0" y="0"/>
                </a:lnTo>
                <a:lnTo>
                  <a:pt x="0" y="51329"/>
                </a:lnTo>
                <a:lnTo>
                  <a:pt x="89823" y="51329"/>
                </a:lnTo>
                <a:lnTo>
                  <a:pt x="89823" y="0"/>
                </a:lnTo>
                <a:close/>
              </a:path>
            </a:pathLst>
          </a:custGeom>
          <a:solidFill>
            <a:srgbClr val="767070"/>
          </a:solidFill>
        </p:spPr>
        <p:txBody>
          <a:bodyPr wrap="square" lIns="0" tIns="0" rIns="0" bIns="0" rtlCol="0"/>
          <a:lstStyle/>
          <a:p>
            <a:endParaRPr/>
          </a:p>
        </p:txBody>
      </p:sp>
      <p:sp>
        <p:nvSpPr>
          <p:cNvPr id="12" name="object 11">
            <a:extLst>
              <a:ext uri="{FF2B5EF4-FFF2-40B4-BE49-F238E27FC236}">
                <a16:creationId xmlns:a16="http://schemas.microsoft.com/office/drawing/2014/main" id="{EA676CE6-836A-B90D-2C0C-F9911E92B6B0}"/>
              </a:ext>
            </a:extLst>
          </p:cNvPr>
          <p:cNvSpPr/>
          <p:nvPr/>
        </p:nvSpPr>
        <p:spPr>
          <a:xfrm>
            <a:off x="1623264" y="5547904"/>
            <a:ext cx="90170" cy="51435"/>
          </a:xfrm>
          <a:custGeom>
            <a:avLst/>
            <a:gdLst/>
            <a:ahLst/>
            <a:cxnLst/>
            <a:rect l="l" t="t" r="r" b="b"/>
            <a:pathLst>
              <a:path w="90169" h="51435">
                <a:moveTo>
                  <a:pt x="89823" y="0"/>
                </a:moveTo>
                <a:lnTo>
                  <a:pt x="0" y="0"/>
                </a:lnTo>
                <a:lnTo>
                  <a:pt x="0" y="51329"/>
                </a:lnTo>
                <a:lnTo>
                  <a:pt x="89823" y="51329"/>
                </a:lnTo>
                <a:lnTo>
                  <a:pt x="89823" y="0"/>
                </a:lnTo>
                <a:close/>
              </a:path>
            </a:pathLst>
          </a:custGeom>
          <a:solidFill>
            <a:srgbClr val="767070"/>
          </a:solidFill>
        </p:spPr>
        <p:txBody>
          <a:bodyPr wrap="square" lIns="0" tIns="0" rIns="0" bIns="0" rtlCol="0"/>
          <a:lstStyle/>
          <a:p>
            <a:endParaRPr/>
          </a:p>
        </p:txBody>
      </p:sp>
      <p:sp>
        <p:nvSpPr>
          <p:cNvPr id="13" name="object 12">
            <a:extLst>
              <a:ext uri="{FF2B5EF4-FFF2-40B4-BE49-F238E27FC236}">
                <a16:creationId xmlns:a16="http://schemas.microsoft.com/office/drawing/2014/main" id="{0286AF82-3459-A13C-D730-7C0914913117}"/>
              </a:ext>
            </a:extLst>
          </p:cNvPr>
          <p:cNvSpPr/>
          <p:nvPr/>
        </p:nvSpPr>
        <p:spPr>
          <a:xfrm>
            <a:off x="1623264" y="5650563"/>
            <a:ext cx="90170" cy="51435"/>
          </a:xfrm>
          <a:custGeom>
            <a:avLst/>
            <a:gdLst/>
            <a:ahLst/>
            <a:cxnLst/>
            <a:rect l="l" t="t" r="r" b="b"/>
            <a:pathLst>
              <a:path w="90169" h="51435">
                <a:moveTo>
                  <a:pt x="89823" y="0"/>
                </a:moveTo>
                <a:lnTo>
                  <a:pt x="0" y="0"/>
                </a:lnTo>
                <a:lnTo>
                  <a:pt x="0" y="51329"/>
                </a:lnTo>
                <a:lnTo>
                  <a:pt x="89823" y="51329"/>
                </a:lnTo>
                <a:lnTo>
                  <a:pt x="89823" y="0"/>
                </a:lnTo>
                <a:close/>
              </a:path>
            </a:pathLst>
          </a:custGeom>
          <a:solidFill>
            <a:srgbClr val="767070"/>
          </a:solidFill>
        </p:spPr>
        <p:txBody>
          <a:bodyPr wrap="square" lIns="0" tIns="0" rIns="0" bIns="0" rtlCol="0"/>
          <a:lstStyle/>
          <a:p>
            <a:endParaRPr/>
          </a:p>
        </p:txBody>
      </p:sp>
      <p:sp>
        <p:nvSpPr>
          <p:cNvPr id="14" name="object 13">
            <a:extLst>
              <a:ext uri="{FF2B5EF4-FFF2-40B4-BE49-F238E27FC236}">
                <a16:creationId xmlns:a16="http://schemas.microsoft.com/office/drawing/2014/main" id="{50EB7540-827B-AA87-B839-9A2EE3A83AF9}"/>
              </a:ext>
            </a:extLst>
          </p:cNvPr>
          <p:cNvSpPr/>
          <p:nvPr/>
        </p:nvSpPr>
        <p:spPr>
          <a:xfrm>
            <a:off x="1623264" y="5445246"/>
            <a:ext cx="90170" cy="51435"/>
          </a:xfrm>
          <a:custGeom>
            <a:avLst/>
            <a:gdLst/>
            <a:ahLst/>
            <a:cxnLst/>
            <a:rect l="l" t="t" r="r" b="b"/>
            <a:pathLst>
              <a:path w="90169" h="51435">
                <a:moveTo>
                  <a:pt x="89823" y="0"/>
                </a:moveTo>
                <a:lnTo>
                  <a:pt x="0" y="0"/>
                </a:lnTo>
                <a:lnTo>
                  <a:pt x="0" y="51329"/>
                </a:lnTo>
                <a:lnTo>
                  <a:pt x="89823" y="51329"/>
                </a:lnTo>
                <a:lnTo>
                  <a:pt x="89823" y="0"/>
                </a:lnTo>
                <a:close/>
              </a:path>
            </a:pathLst>
          </a:custGeom>
          <a:solidFill>
            <a:srgbClr val="767070"/>
          </a:solidFill>
        </p:spPr>
        <p:txBody>
          <a:bodyPr wrap="square" lIns="0" tIns="0" rIns="0" bIns="0" rtlCol="0"/>
          <a:lstStyle/>
          <a:p>
            <a:endParaRPr/>
          </a:p>
        </p:txBody>
      </p:sp>
      <p:sp>
        <p:nvSpPr>
          <p:cNvPr id="15" name="object 14">
            <a:extLst>
              <a:ext uri="{FF2B5EF4-FFF2-40B4-BE49-F238E27FC236}">
                <a16:creationId xmlns:a16="http://schemas.microsoft.com/office/drawing/2014/main" id="{AB4B3ED0-2BBE-CADE-D41E-FC281055A0AB}"/>
              </a:ext>
            </a:extLst>
          </p:cNvPr>
          <p:cNvSpPr/>
          <p:nvPr/>
        </p:nvSpPr>
        <p:spPr>
          <a:xfrm>
            <a:off x="1623264" y="5137270"/>
            <a:ext cx="90170" cy="51435"/>
          </a:xfrm>
          <a:custGeom>
            <a:avLst/>
            <a:gdLst/>
            <a:ahLst/>
            <a:cxnLst/>
            <a:rect l="l" t="t" r="r" b="b"/>
            <a:pathLst>
              <a:path w="90169" h="51435">
                <a:moveTo>
                  <a:pt x="89823" y="0"/>
                </a:moveTo>
                <a:lnTo>
                  <a:pt x="0" y="0"/>
                </a:lnTo>
                <a:lnTo>
                  <a:pt x="0" y="51329"/>
                </a:lnTo>
                <a:lnTo>
                  <a:pt x="89823" y="51329"/>
                </a:lnTo>
                <a:lnTo>
                  <a:pt x="89823" y="0"/>
                </a:lnTo>
                <a:close/>
              </a:path>
            </a:pathLst>
          </a:custGeom>
          <a:solidFill>
            <a:srgbClr val="767070"/>
          </a:solidFill>
        </p:spPr>
        <p:txBody>
          <a:bodyPr wrap="square" lIns="0" tIns="0" rIns="0" bIns="0" rtlCol="0"/>
          <a:lstStyle/>
          <a:p>
            <a:endParaRPr/>
          </a:p>
        </p:txBody>
      </p:sp>
      <p:sp>
        <p:nvSpPr>
          <p:cNvPr id="16" name="object 15">
            <a:extLst>
              <a:ext uri="{FF2B5EF4-FFF2-40B4-BE49-F238E27FC236}">
                <a16:creationId xmlns:a16="http://schemas.microsoft.com/office/drawing/2014/main" id="{E49DA37F-3864-8583-26F4-403231C20F3D}"/>
              </a:ext>
            </a:extLst>
          </p:cNvPr>
          <p:cNvSpPr/>
          <p:nvPr/>
        </p:nvSpPr>
        <p:spPr>
          <a:xfrm>
            <a:off x="1623264" y="5342587"/>
            <a:ext cx="90170" cy="51435"/>
          </a:xfrm>
          <a:custGeom>
            <a:avLst/>
            <a:gdLst/>
            <a:ahLst/>
            <a:cxnLst/>
            <a:rect l="l" t="t" r="r" b="b"/>
            <a:pathLst>
              <a:path w="90169" h="51435">
                <a:moveTo>
                  <a:pt x="89823" y="0"/>
                </a:moveTo>
                <a:lnTo>
                  <a:pt x="0" y="0"/>
                </a:lnTo>
                <a:lnTo>
                  <a:pt x="0" y="51329"/>
                </a:lnTo>
                <a:lnTo>
                  <a:pt x="89823" y="51329"/>
                </a:lnTo>
                <a:lnTo>
                  <a:pt x="89823" y="0"/>
                </a:lnTo>
                <a:close/>
              </a:path>
            </a:pathLst>
          </a:custGeom>
          <a:solidFill>
            <a:srgbClr val="767070"/>
          </a:solidFill>
        </p:spPr>
        <p:txBody>
          <a:bodyPr wrap="square" lIns="0" tIns="0" rIns="0" bIns="0" rtlCol="0"/>
          <a:lstStyle/>
          <a:p>
            <a:endParaRPr/>
          </a:p>
        </p:txBody>
      </p:sp>
      <p:sp>
        <p:nvSpPr>
          <p:cNvPr id="17" name="object 16">
            <a:extLst>
              <a:ext uri="{FF2B5EF4-FFF2-40B4-BE49-F238E27FC236}">
                <a16:creationId xmlns:a16="http://schemas.microsoft.com/office/drawing/2014/main" id="{E1067806-C873-504D-3648-B7CD26625422}"/>
              </a:ext>
            </a:extLst>
          </p:cNvPr>
          <p:cNvSpPr/>
          <p:nvPr/>
        </p:nvSpPr>
        <p:spPr>
          <a:xfrm>
            <a:off x="1623264" y="5239929"/>
            <a:ext cx="90170" cy="51435"/>
          </a:xfrm>
          <a:custGeom>
            <a:avLst/>
            <a:gdLst/>
            <a:ahLst/>
            <a:cxnLst/>
            <a:rect l="l" t="t" r="r" b="b"/>
            <a:pathLst>
              <a:path w="90169" h="51435">
                <a:moveTo>
                  <a:pt x="89823" y="0"/>
                </a:moveTo>
                <a:lnTo>
                  <a:pt x="0" y="0"/>
                </a:lnTo>
                <a:lnTo>
                  <a:pt x="0" y="51329"/>
                </a:lnTo>
                <a:lnTo>
                  <a:pt x="89823" y="51329"/>
                </a:lnTo>
                <a:lnTo>
                  <a:pt x="89823" y="0"/>
                </a:lnTo>
                <a:close/>
              </a:path>
            </a:pathLst>
          </a:custGeom>
          <a:solidFill>
            <a:srgbClr val="767070"/>
          </a:solidFill>
        </p:spPr>
        <p:txBody>
          <a:bodyPr wrap="square" lIns="0" tIns="0" rIns="0" bIns="0" rtlCol="0"/>
          <a:lstStyle/>
          <a:p>
            <a:endParaRPr/>
          </a:p>
        </p:txBody>
      </p:sp>
      <p:sp>
        <p:nvSpPr>
          <p:cNvPr id="18" name="object 17">
            <a:extLst>
              <a:ext uri="{FF2B5EF4-FFF2-40B4-BE49-F238E27FC236}">
                <a16:creationId xmlns:a16="http://schemas.microsoft.com/office/drawing/2014/main" id="{E3A29877-4DD5-8752-0E15-15D38C2963F0}"/>
              </a:ext>
            </a:extLst>
          </p:cNvPr>
          <p:cNvSpPr/>
          <p:nvPr/>
        </p:nvSpPr>
        <p:spPr>
          <a:xfrm>
            <a:off x="1251139" y="4931953"/>
            <a:ext cx="51435" cy="90170"/>
          </a:xfrm>
          <a:custGeom>
            <a:avLst/>
            <a:gdLst/>
            <a:ahLst/>
            <a:cxnLst/>
            <a:rect l="l" t="t" r="r" b="b"/>
            <a:pathLst>
              <a:path w="51434" h="90170">
                <a:moveTo>
                  <a:pt x="51327" y="0"/>
                </a:moveTo>
                <a:lnTo>
                  <a:pt x="0" y="0"/>
                </a:lnTo>
                <a:lnTo>
                  <a:pt x="0" y="89826"/>
                </a:lnTo>
                <a:lnTo>
                  <a:pt x="51327" y="89826"/>
                </a:lnTo>
                <a:lnTo>
                  <a:pt x="51327" y="0"/>
                </a:lnTo>
                <a:close/>
              </a:path>
            </a:pathLst>
          </a:custGeom>
          <a:solidFill>
            <a:srgbClr val="767070"/>
          </a:solidFill>
        </p:spPr>
        <p:txBody>
          <a:bodyPr wrap="square" lIns="0" tIns="0" rIns="0" bIns="0" rtlCol="0"/>
          <a:lstStyle/>
          <a:p>
            <a:endParaRPr/>
          </a:p>
        </p:txBody>
      </p:sp>
      <p:sp>
        <p:nvSpPr>
          <p:cNvPr id="19" name="object 18">
            <a:extLst>
              <a:ext uri="{FF2B5EF4-FFF2-40B4-BE49-F238E27FC236}">
                <a16:creationId xmlns:a16="http://schemas.microsoft.com/office/drawing/2014/main" id="{BB356F43-AF31-2E57-53CF-19237AA16A03}"/>
              </a:ext>
            </a:extLst>
          </p:cNvPr>
          <p:cNvSpPr/>
          <p:nvPr/>
        </p:nvSpPr>
        <p:spPr>
          <a:xfrm>
            <a:off x="1456450" y="4931953"/>
            <a:ext cx="51435" cy="90170"/>
          </a:xfrm>
          <a:custGeom>
            <a:avLst/>
            <a:gdLst/>
            <a:ahLst/>
            <a:cxnLst/>
            <a:rect l="l" t="t" r="r" b="b"/>
            <a:pathLst>
              <a:path w="51434" h="90170">
                <a:moveTo>
                  <a:pt x="51327" y="0"/>
                </a:moveTo>
                <a:lnTo>
                  <a:pt x="0" y="0"/>
                </a:lnTo>
                <a:lnTo>
                  <a:pt x="0" y="89826"/>
                </a:lnTo>
                <a:lnTo>
                  <a:pt x="51327" y="89826"/>
                </a:lnTo>
                <a:lnTo>
                  <a:pt x="51327" y="0"/>
                </a:lnTo>
                <a:close/>
              </a:path>
            </a:pathLst>
          </a:custGeom>
          <a:solidFill>
            <a:srgbClr val="767070"/>
          </a:solidFill>
        </p:spPr>
        <p:txBody>
          <a:bodyPr wrap="square" lIns="0" tIns="0" rIns="0" bIns="0" rtlCol="0"/>
          <a:lstStyle/>
          <a:p>
            <a:endParaRPr/>
          </a:p>
        </p:txBody>
      </p:sp>
      <p:sp>
        <p:nvSpPr>
          <p:cNvPr id="20" name="object 19">
            <a:extLst>
              <a:ext uri="{FF2B5EF4-FFF2-40B4-BE49-F238E27FC236}">
                <a16:creationId xmlns:a16="http://schemas.microsoft.com/office/drawing/2014/main" id="{072BB21A-187C-3340-D1AA-B34853015C2C}"/>
              </a:ext>
            </a:extLst>
          </p:cNvPr>
          <p:cNvSpPr/>
          <p:nvPr/>
        </p:nvSpPr>
        <p:spPr>
          <a:xfrm>
            <a:off x="1353794" y="4931953"/>
            <a:ext cx="51435" cy="90170"/>
          </a:xfrm>
          <a:custGeom>
            <a:avLst/>
            <a:gdLst/>
            <a:ahLst/>
            <a:cxnLst/>
            <a:rect l="l" t="t" r="r" b="b"/>
            <a:pathLst>
              <a:path w="51434" h="90170">
                <a:moveTo>
                  <a:pt x="51327" y="0"/>
                </a:moveTo>
                <a:lnTo>
                  <a:pt x="0" y="0"/>
                </a:lnTo>
                <a:lnTo>
                  <a:pt x="0" y="89826"/>
                </a:lnTo>
                <a:lnTo>
                  <a:pt x="51327" y="89826"/>
                </a:lnTo>
                <a:lnTo>
                  <a:pt x="51327" y="0"/>
                </a:lnTo>
                <a:close/>
              </a:path>
            </a:pathLst>
          </a:custGeom>
          <a:solidFill>
            <a:srgbClr val="767070"/>
          </a:solidFill>
        </p:spPr>
        <p:txBody>
          <a:bodyPr wrap="square" lIns="0" tIns="0" rIns="0" bIns="0" rtlCol="0"/>
          <a:lstStyle/>
          <a:p>
            <a:endParaRPr/>
          </a:p>
        </p:txBody>
      </p:sp>
      <p:sp>
        <p:nvSpPr>
          <p:cNvPr id="21" name="object 20">
            <a:extLst>
              <a:ext uri="{FF2B5EF4-FFF2-40B4-BE49-F238E27FC236}">
                <a16:creationId xmlns:a16="http://schemas.microsoft.com/office/drawing/2014/main" id="{D4280A61-731F-3116-273D-784538E45620}"/>
              </a:ext>
            </a:extLst>
          </p:cNvPr>
          <p:cNvSpPr/>
          <p:nvPr/>
        </p:nvSpPr>
        <p:spPr>
          <a:xfrm>
            <a:off x="1148484" y="4931953"/>
            <a:ext cx="51435" cy="90170"/>
          </a:xfrm>
          <a:custGeom>
            <a:avLst/>
            <a:gdLst/>
            <a:ahLst/>
            <a:cxnLst/>
            <a:rect l="l" t="t" r="r" b="b"/>
            <a:pathLst>
              <a:path w="51434" h="90170">
                <a:moveTo>
                  <a:pt x="51327" y="0"/>
                </a:moveTo>
                <a:lnTo>
                  <a:pt x="0" y="0"/>
                </a:lnTo>
                <a:lnTo>
                  <a:pt x="0" y="89826"/>
                </a:lnTo>
                <a:lnTo>
                  <a:pt x="51327" y="89826"/>
                </a:lnTo>
                <a:lnTo>
                  <a:pt x="51327" y="0"/>
                </a:lnTo>
                <a:close/>
              </a:path>
            </a:pathLst>
          </a:custGeom>
          <a:solidFill>
            <a:srgbClr val="767070"/>
          </a:solidFill>
        </p:spPr>
        <p:txBody>
          <a:bodyPr wrap="square" lIns="0" tIns="0" rIns="0" bIns="0" rtlCol="0"/>
          <a:lstStyle/>
          <a:p>
            <a:endParaRPr/>
          </a:p>
        </p:txBody>
      </p:sp>
      <p:sp>
        <p:nvSpPr>
          <p:cNvPr id="22" name="object 21">
            <a:extLst>
              <a:ext uri="{FF2B5EF4-FFF2-40B4-BE49-F238E27FC236}">
                <a16:creationId xmlns:a16="http://schemas.microsoft.com/office/drawing/2014/main" id="{96A4DF8E-DC30-E0FD-F21A-C70D350D63AD}"/>
              </a:ext>
            </a:extLst>
          </p:cNvPr>
          <p:cNvSpPr/>
          <p:nvPr/>
        </p:nvSpPr>
        <p:spPr>
          <a:xfrm>
            <a:off x="943174" y="4931953"/>
            <a:ext cx="51435" cy="90170"/>
          </a:xfrm>
          <a:custGeom>
            <a:avLst/>
            <a:gdLst/>
            <a:ahLst/>
            <a:cxnLst/>
            <a:rect l="l" t="t" r="r" b="b"/>
            <a:pathLst>
              <a:path w="51434" h="90170">
                <a:moveTo>
                  <a:pt x="51327" y="0"/>
                </a:moveTo>
                <a:lnTo>
                  <a:pt x="0" y="0"/>
                </a:lnTo>
                <a:lnTo>
                  <a:pt x="0" y="89826"/>
                </a:lnTo>
                <a:lnTo>
                  <a:pt x="51327" y="89826"/>
                </a:lnTo>
                <a:lnTo>
                  <a:pt x="51327" y="0"/>
                </a:lnTo>
                <a:close/>
              </a:path>
            </a:pathLst>
          </a:custGeom>
          <a:solidFill>
            <a:srgbClr val="767070"/>
          </a:solidFill>
        </p:spPr>
        <p:txBody>
          <a:bodyPr wrap="square" lIns="0" tIns="0" rIns="0" bIns="0" rtlCol="0"/>
          <a:lstStyle/>
          <a:p>
            <a:endParaRPr/>
          </a:p>
        </p:txBody>
      </p:sp>
      <p:sp>
        <p:nvSpPr>
          <p:cNvPr id="23" name="object 22">
            <a:extLst>
              <a:ext uri="{FF2B5EF4-FFF2-40B4-BE49-F238E27FC236}">
                <a16:creationId xmlns:a16="http://schemas.microsoft.com/office/drawing/2014/main" id="{C96F5C86-4DD0-AA53-B1D3-66AD44BB8C1D}"/>
              </a:ext>
            </a:extLst>
          </p:cNvPr>
          <p:cNvSpPr/>
          <p:nvPr/>
        </p:nvSpPr>
        <p:spPr>
          <a:xfrm>
            <a:off x="1045829" y="4931953"/>
            <a:ext cx="51435" cy="90170"/>
          </a:xfrm>
          <a:custGeom>
            <a:avLst/>
            <a:gdLst/>
            <a:ahLst/>
            <a:cxnLst/>
            <a:rect l="l" t="t" r="r" b="b"/>
            <a:pathLst>
              <a:path w="51434" h="90170">
                <a:moveTo>
                  <a:pt x="51327" y="0"/>
                </a:moveTo>
                <a:lnTo>
                  <a:pt x="0" y="0"/>
                </a:lnTo>
                <a:lnTo>
                  <a:pt x="0" y="89826"/>
                </a:lnTo>
                <a:lnTo>
                  <a:pt x="51327" y="89826"/>
                </a:lnTo>
                <a:lnTo>
                  <a:pt x="51327" y="0"/>
                </a:lnTo>
                <a:close/>
              </a:path>
            </a:pathLst>
          </a:custGeom>
          <a:solidFill>
            <a:srgbClr val="767070"/>
          </a:solidFill>
        </p:spPr>
        <p:txBody>
          <a:bodyPr wrap="square" lIns="0" tIns="0" rIns="0" bIns="0" rtlCol="0"/>
          <a:lstStyle/>
          <a:p>
            <a:endParaRPr/>
          </a:p>
        </p:txBody>
      </p:sp>
      <p:sp>
        <p:nvSpPr>
          <p:cNvPr id="24" name="object 23">
            <a:extLst>
              <a:ext uri="{FF2B5EF4-FFF2-40B4-BE49-F238E27FC236}">
                <a16:creationId xmlns:a16="http://schemas.microsoft.com/office/drawing/2014/main" id="{BFA4E087-7352-AB50-78B5-617ABEE38563}"/>
              </a:ext>
            </a:extLst>
          </p:cNvPr>
          <p:cNvSpPr/>
          <p:nvPr/>
        </p:nvSpPr>
        <p:spPr>
          <a:xfrm>
            <a:off x="1045829" y="5817383"/>
            <a:ext cx="51435" cy="90170"/>
          </a:xfrm>
          <a:custGeom>
            <a:avLst/>
            <a:gdLst/>
            <a:ahLst/>
            <a:cxnLst/>
            <a:rect l="l" t="t" r="r" b="b"/>
            <a:pathLst>
              <a:path w="51434" h="90170">
                <a:moveTo>
                  <a:pt x="51327" y="0"/>
                </a:moveTo>
                <a:lnTo>
                  <a:pt x="0" y="0"/>
                </a:lnTo>
                <a:lnTo>
                  <a:pt x="0" y="89826"/>
                </a:lnTo>
                <a:lnTo>
                  <a:pt x="51327" y="89826"/>
                </a:lnTo>
                <a:lnTo>
                  <a:pt x="51327" y="0"/>
                </a:lnTo>
                <a:close/>
              </a:path>
            </a:pathLst>
          </a:custGeom>
          <a:solidFill>
            <a:srgbClr val="767070"/>
          </a:solidFill>
        </p:spPr>
        <p:txBody>
          <a:bodyPr wrap="square" lIns="0" tIns="0" rIns="0" bIns="0" rtlCol="0"/>
          <a:lstStyle/>
          <a:p>
            <a:endParaRPr/>
          </a:p>
        </p:txBody>
      </p:sp>
      <p:sp>
        <p:nvSpPr>
          <p:cNvPr id="25" name="object 24">
            <a:extLst>
              <a:ext uri="{FF2B5EF4-FFF2-40B4-BE49-F238E27FC236}">
                <a16:creationId xmlns:a16="http://schemas.microsoft.com/office/drawing/2014/main" id="{8742E358-CFA5-2CD9-7083-A8FF95066AF0}"/>
              </a:ext>
            </a:extLst>
          </p:cNvPr>
          <p:cNvSpPr/>
          <p:nvPr/>
        </p:nvSpPr>
        <p:spPr>
          <a:xfrm>
            <a:off x="943174" y="5817383"/>
            <a:ext cx="51435" cy="90170"/>
          </a:xfrm>
          <a:custGeom>
            <a:avLst/>
            <a:gdLst/>
            <a:ahLst/>
            <a:cxnLst/>
            <a:rect l="l" t="t" r="r" b="b"/>
            <a:pathLst>
              <a:path w="51434" h="90170">
                <a:moveTo>
                  <a:pt x="51327" y="0"/>
                </a:moveTo>
                <a:lnTo>
                  <a:pt x="0" y="0"/>
                </a:lnTo>
                <a:lnTo>
                  <a:pt x="0" y="89826"/>
                </a:lnTo>
                <a:lnTo>
                  <a:pt x="51327" y="89826"/>
                </a:lnTo>
                <a:lnTo>
                  <a:pt x="51327" y="0"/>
                </a:lnTo>
                <a:close/>
              </a:path>
            </a:pathLst>
          </a:custGeom>
          <a:solidFill>
            <a:srgbClr val="767070"/>
          </a:solidFill>
        </p:spPr>
        <p:txBody>
          <a:bodyPr wrap="square" lIns="0" tIns="0" rIns="0" bIns="0" rtlCol="0"/>
          <a:lstStyle/>
          <a:p>
            <a:endParaRPr/>
          </a:p>
        </p:txBody>
      </p:sp>
      <p:sp>
        <p:nvSpPr>
          <p:cNvPr id="26" name="object 25">
            <a:extLst>
              <a:ext uri="{FF2B5EF4-FFF2-40B4-BE49-F238E27FC236}">
                <a16:creationId xmlns:a16="http://schemas.microsoft.com/office/drawing/2014/main" id="{1F0BC431-9629-7ADD-7AD1-E322C16C1C25}"/>
              </a:ext>
            </a:extLst>
          </p:cNvPr>
          <p:cNvSpPr/>
          <p:nvPr/>
        </p:nvSpPr>
        <p:spPr>
          <a:xfrm>
            <a:off x="1148484" y="5817383"/>
            <a:ext cx="51435" cy="90170"/>
          </a:xfrm>
          <a:custGeom>
            <a:avLst/>
            <a:gdLst/>
            <a:ahLst/>
            <a:cxnLst/>
            <a:rect l="l" t="t" r="r" b="b"/>
            <a:pathLst>
              <a:path w="51434" h="90170">
                <a:moveTo>
                  <a:pt x="51327" y="0"/>
                </a:moveTo>
                <a:lnTo>
                  <a:pt x="0" y="0"/>
                </a:lnTo>
                <a:lnTo>
                  <a:pt x="0" y="89826"/>
                </a:lnTo>
                <a:lnTo>
                  <a:pt x="51327" y="89826"/>
                </a:lnTo>
                <a:lnTo>
                  <a:pt x="51327" y="0"/>
                </a:lnTo>
                <a:close/>
              </a:path>
            </a:pathLst>
          </a:custGeom>
          <a:solidFill>
            <a:srgbClr val="767070"/>
          </a:solidFill>
        </p:spPr>
        <p:txBody>
          <a:bodyPr wrap="square" lIns="0" tIns="0" rIns="0" bIns="0" rtlCol="0"/>
          <a:lstStyle/>
          <a:p>
            <a:endParaRPr/>
          </a:p>
        </p:txBody>
      </p:sp>
      <p:sp>
        <p:nvSpPr>
          <p:cNvPr id="27" name="object 26">
            <a:extLst>
              <a:ext uri="{FF2B5EF4-FFF2-40B4-BE49-F238E27FC236}">
                <a16:creationId xmlns:a16="http://schemas.microsoft.com/office/drawing/2014/main" id="{E85C9205-53EE-692A-C274-782CF4C43A48}"/>
              </a:ext>
            </a:extLst>
          </p:cNvPr>
          <p:cNvSpPr/>
          <p:nvPr/>
        </p:nvSpPr>
        <p:spPr>
          <a:xfrm>
            <a:off x="1251139" y="5817383"/>
            <a:ext cx="51435" cy="90170"/>
          </a:xfrm>
          <a:custGeom>
            <a:avLst/>
            <a:gdLst/>
            <a:ahLst/>
            <a:cxnLst/>
            <a:rect l="l" t="t" r="r" b="b"/>
            <a:pathLst>
              <a:path w="51434" h="90170">
                <a:moveTo>
                  <a:pt x="51327" y="0"/>
                </a:moveTo>
                <a:lnTo>
                  <a:pt x="0" y="0"/>
                </a:lnTo>
                <a:lnTo>
                  <a:pt x="0" y="89826"/>
                </a:lnTo>
                <a:lnTo>
                  <a:pt x="51327" y="89826"/>
                </a:lnTo>
                <a:lnTo>
                  <a:pt x="51327" y="0"/>
                </a:lnTo>
                <a:close/>
              </a:path>
            </a:pathLst>
          </a:custGeom>
          <a:solidFill>
            <a:srgbClr val="767070"/>
          </a:solidFill>
        </p:spPr>
        <p:txBody>
          <a:bodyPr wrap="square" lIns="0" tIns="0" rIns="0" bIns="0" rtlCol="0"/>
          <a:lstStyle/>
          <a:p>
            <a:endParaRPr/>
          </a:p>
        </p:txBody>
      </p:sp>
      <p:sp>
        <p:nvSpPr>
          <p:cNvPr id="28" name="object 27">
            <a:extLst>
              <a:ext uri="{FF2B5EF4-FFF2-40B4-BE49-F238E27FC236}">
                <a16:creationId xmlns:a16="http://schemas.microsoft.com/office/drawing/2014/main" id="{B726D6FD-AF4B-9387-0267-9E8659157054}"/>
              </a:ext>
            </a:extLst>
          </p:cNvPr>
          <p:cNvSpPr/>
          <p:nvPr/>
        </p:nvSpPr>
        <p:spPr>
          <a:xfrm>
            <a:off x="1353794" y="5817383"/>
            <a:ext cx="51435" cy="90170"/>
          </a:xfrm>
          <a:custGeom>
            <a:avLst/>
            <a:gdLst/>
            <a:ahLst/>
            <a:cxnLst/>
            <a:rect l="l" t="t" r="r" b="b"/>
            <a:pathLst>
              <a:path w="51434" h="90170">
                <a:moveTo>
                  <a:pt x="51327" y="0"/>
                </a:moveTo>
                <a:lnTo>
                  <a:pt x="0" y="0"/>
                </a:lnTo>
                <a:lnTo>
                  <a:pt x="0" y="89826"/>
                </a:lnTo>
                <a:lnTo>
                  <a:pt x="51327" y="89826"/>
                </a:lnTo>
                <a:lnTo>
                  <a:pt x="51327" y="0"/>
                </a:lnTo>
                <a:close/>
              </a:path>
            </a:pathLst>
          </a:custGeom>
          <a:solidFill>
            <a:srgbClr val="767070"/>
          </a:solidFill>
        </p:spPr>
        <p:txBody>
          <a:bodyPr wrap="square" lIns="0" tIns="0" rIns="0" bIns="0" rtlCol="0"/>
          <a:lstStyle/>
          <a:p>
            <a:endParaRPr/>
          </a:p>
        </p:txBody>
      </p:sp>
      <p:sp>
        <p:nvSpPr>
          <p:cNvPr id="29" name="object 28">
            <a:extLst>
              <a:ext uri="{FF2B5EF4-FFF2-40B4-BE49-F238E27FC236}">
                <a16:creationId xmlns:a16="http://schemas.microsoft.com/office/drawing/2014/main" id="{DF923C81-EF86-9C0A-800E-6D9C49F96627}"/>
              </a:ext>
            </a:extLst>
          </p:cNvPr>
          <p:cNvSpPr/>
          <p:nvPr/>
        </p:nvSpPr>
        <p:spPr>
          <a:xfrm>
            <a:off x="1456450" y="5817383"/>
            <a:ext cx="51435" cy="90170"/>
          </a:xfrm>
          <a:custGeom>
            <a:avLst/>
            <a:gdLst/>
            <a:ahLst/>
            <a:cxnLst/>
            <a:rect l="l" t="t" r="r" b="b"/>
            <a:pathLst>
              <a:path w="51434" h="90170">
                <a:moveTo>
                  <a:pt x="51327" y="0"/>
                </a:moveTo>
                <a:lnTo>
                  <a:pt x="0" y="0"/>
                </a:lnTo>
                <a:lnTo>
                  <a:pt x="0" y="89826"/>
                </a:lnTo>
                <a:lnTo>
                  <a:pt x="51327" y="89826"/>
                </a:lnTo>
                <a:lnTo>
                  <a:pt x="51327" y="0"/>
                </a:lnTo>
                <a:close/>
              </a:path>
            </a:pathLst>
          </a:custGeom>
          <a:solidFill>
            <a:srgbClr val="767070"/>
          </a:solidFill>
        </p:spPr>
        <p:txBody>
          <a:bodyPr wrap="square" lIns="0" tIns="0" rIns="0" bIns="0" rtlCol="0"/>
          <a:lstStyle/>
          <a:p>
            <a:endParaRPr/>
          </a:p>
        </p:txBody>
      </p:sp>
      <p:sp>
        <p:nvSpPr>
          <p:cNvPr id="30" name="object 29">
            <a:extLst>
              <a:ext uri="{FF2B5EF4-FFF2-40B4-BE49-F238E27FC236}">
                <a16:creationId xmlns:a16="http://schemas.microsoft.com/office/drawing/2014/main" id="{C2CD00F8-909A-0125-04B4-01E42456C412}"/>
              </a:ext>
            </a:extLst>
          </p:cNvPr>
          <p:cNvSpPr/>
          <p:nvPr/>
        </p:nvSpPr>
        <p:spPr>
          <a:xfrm>
            <a:off x="879005" y="5073116"/>
            <a:ext cx="693420" cy="693420"/>
          </a:xfrm>
          <a:custGeom>
            <a:avLst/>
            <a:gdLst/>
            <a:ahLst/>
            <a:cxnLst/>
            <a:rect l="l" t="t" r="r" b="b"/>
            <a:pathLst>
              <a:path w="693419" h="693420">
                <a:moveTo>
                  <a:pt x="513283" y="179654"/>
                </a:moveTo>
                <a:lnTo>
                  <a:pt x="179654" y="179654"/>
                </a:lnTo>
                <a:lnTo>
                  <a:pt x="179654" y="513295"/>
                </a:lnTo>
                <a:lnTo>
                  <a:pt x="513283" y="513295"/>
                </a:lnTo>
                <a:lnTo>
                  <a:pt x="513283" y="179654"/>
                </a:lnTo>
                <a:close/>
              </a:path>
              <a:path w="693419" h="693420">
                <a:moveTo>
                  <a:pt x="692924" y="51333"/>
                </a:moveTo>
                <a:lnTo>
                  <a:pt x="688886" y="31343"/>
                </a:lnTo>
                <a:lnTo>
                  <a:pt x="677887" y="15036"/>
                </a:lnTo>
                <a:lnTo>
                  <a:pt x="661581" y="4038"/>
                </a:lnTo>
                <a:lnTo>
                  <a:pt x="641604" y="0"/>
                </a:lnTo>
                <a:lnTo>
                  <a:pt x="564603" y="0"/>
                </a:lnTo>
                <a:lnTo>
                  <a:pt x="564603" y="128320"/>
                </a:lnTo>
                <a:lnTo>
                  <a:pt x="564603" y="564616"/>
                </a:lnTo>
                <a:lnTo>
                  <a:pt x="128320" y="564616"/>
                </a:lnTo>
                <a:lnTo>
                  <a:pt x="128320" y="128320"/>
                </a:lnTo>
                <a:lnTo>
                  <a:pt x="564603" y="128320"/>
                </a:lnTo>
                <a:lnTo>
                  <a:pt x="564603" y="0"/>
                </a:lnTo>
                <a:lnTo>
                  <a:pt x="51333" y="0"/>
                </a:lnTo>
                <a:lnTo>
                  <a:pt x="31356" y="4038"/>
                </a:lnTo>
                <a:lnTo>
                  <a:pt x="15036" y="15036"/>
                </a:lnTo>
                <a:lnTo>
                  <a:pt x="4038" y="31343"/>
                </a:lnTo>
                <a:lnTo>
                  <a:pt x="0" y="51333"/>
                </a:lnTo>
                <a:lnTo>
                  <a:pt x="0" y="641616"/>
                </a:lnTo>
                <a:lnTo>
                  <a:pt x="4038" y="661593"/>
                </a:lnTo>
                <a:lnTo>
                  <a:pt x="15036" y="677913"/>
                </a:lnTo>
                <a:lnTo>
                  <a:pt x="31356" y="688911"/>
                </a:lnTo>
                <a:lnTo>
                  <a:pt x="51333" y="692950"/>
                </a:lnTo>
                <a:lnTo>
                  <a:pt x="641604" y="692950"/>
                </a:lnTo>
                <a:lnTo>
                  <a:pt x="661581" y="688911"/>
                </a:lnTo>
                <a:lnTo>
                  <a:pt x="677887" y="677913"/>
                </a:lnTo>
                <a:lnTo>
                  <a:pt x="688886" y="661593"/>
                </a:lnTo>
                <a:lnTo>
                  <a:pt x="692924" y="641616"/>
                </a:lnTo>
                <a:lnTo>
                  <a:pt x="692924" y="564616"/>
                </a:lnTo>
                <a:lnTo>
                  <a:pt x="692924" y="128320"/>
                </a:lnTo>
                <a:lnTo>
                  <a:pt x="692924" y="51333"/>
                </a:lnTo>
                <a:close/>
              </a:path>
            </a:pathLst>
          </a:custGeom>
          <a:solidFill>
            <a:srgbClr val="767070"/>
          </a:solidFill>
        </p:spPr>
        <p:txBody>
          <a:bodyPr wrap="square" lIns="0" tIns="0" rIns="0" bIns="0" rtlCol="0"/>
          <a:lstStyle/>
          <a:p>
            <a:endParaRPr/>
          </a:p>
        </p:txBody>
      </p:sp>
    </p:spTree>
    <p:extLst>
      <p:ext uri="{BB962C8B-B14F-4D97-AF65-F5344CB8AC3E}">
        <p14:creationId xmlns:p14="http://schemas.microsoft.com/office/powerpoint/2010/main" val="36462131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830997"/>
          </a:xfrm>
          <a:prstGeom prst="rect">
            <a:avLst/>
          </a:prstGeom>
          <a:noFill/>
        </p:spPr>
        <p:txBody>
          <a:bodyPr wrap="square" rtlCol="0">
            <a:spAutoFit/>
          </a:bodyPr>
          <a:lstStyle/>
          <a:p>
            <a:r>
              <a:rPr lang="fr-FR" sz="2400" b="1" dirty="0"/>
              <a:t>Services</a:t>
            </a:r>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34" name="ZoneTexte 33">
            <a:extLst>
              <a:ext uri="{FF2B5EF4-FFF2-40B4-BE49-F238E27FC236}">
                <a16:creationId xmlns:a16="http://schemas.microsoft.com/office/drawing/2014/main" id="{5301FB97-AB05-9F9C-E868-9A1026D99E87}"/>
              </a:ext>
            </a:extLst>
          </p:cNvPr>
          <p:cNvSpPr txBox="1"/>
          <p:nvPr/>
        </p:nvSpPr>
        <p:spPr>
          <a:xfrm>
            <a:off x="1240972" y="1960958"/>
            <a:ext cx="11517086" cy="4746812"/>
          </a:xfrm>
          <a:prstGeom prst="rect">
            <a:avLst/>
          </a:prstGeom>
          <a:noFill/>
        </p:spPr>
        <p:txBody>
          <a:bodyPr wrap="square">
            <a:spAutoFit/>
          </a:bodyPr>
          <a:lstStyle/>
          <a:p>
            <a:pPr marL="240029" indent="-227329">
              <a:lnSpc>
                <a:spcPct val="100000"/>
              </a:lnSpc>
              <a:spcBef>
                <a:spcPts val="100"/>
              </a:spcBef>
              <a:buClr>
                <a:srgbClr val="391778"/>
              </a:buClr>
              <a:buFont typeface="Arial"/>
              <a:buChar char="•"/>
              <a:tabLst>
                <a:tab pos="240029" algn="l"/>
              </a:tabLst>
            </a:pPr>
            <a:r>
              <a:rPr lang="fr-FR" sz="2400" dirty="0">
                <a:latin typeface="Segoe UI"/>
                <a:cs typeface="Segoe UI"/>
              </a:rPr>
              <a:t>L’enregistrement</a:t>
            </a:r>
            <a:r>
              <a:rPr lang="fr-FR" sz="2400" spc="-75" dirty="0">
                <a:latin typeface="Segoe UI"/>
                <a:cs typeface="Segoe UI"/>
              </a:rPr>
              <a:t> </a:t>
            </a:r>
            <a:r>
              <a:rPr lang="fr-FR" sz="2400" dirty="0">
                <a:latin typeface="Segoe UI"/>
                <a:cs typeface="Segoe UI"/>
              </a:rPr>
              <a:t>de</a:t>
            </a:r>
            <a:r>
              <a:rPr lang="fr-FR" sz="2400" spc="-35" dirty="0">
                <a:latin typeface="Segoe UI"/>
                <a:cs typeface="Segoe UI"/>
              </a:rPr>
              <a:t> </a:t>
            </a:r>
            <a:r>
              <a:rPr lang="fr-FR" sz="2400" dirty="0">
                <a:latin typeface="Segoe UI"/>
                <a:cs typeface="Segoe UI"/>
              </a:rPr>
              <a:t>services</a:t>
            </a:r>
            <a:r>
              <a:rPr lang="fr-FR" sz="2400" spc="-55" dirty="0">
                <a:latin typeface="Segoe UI"/>
                <a:cs typeface="Segoe UI"/>
              </a:rPr>
              <a:t> </a:t>
            </a:r>
            <a:r>
              <a:rPr lang="fr-FR" sz="2400" dirty="0">
                <a:latin typeface="Segoe UI"/>
                <a:cs typeface="Segoe UI"/>
              </a:rPr>
              <a:t>est</a:t>
            </a:r>
            <a:r>
              <a:rPr lang="fr-FR" sz="2400" spc="-40" dirty="0">
                <a:latin typeface="Segoe UI"/>
                <a:cs typeface="Segoe UI"/>
              </a:rPr>
              <a:t> </a:t>
            </a:r>
            <a:r>
              <a:rPr lang="fr-FR" sz="2400" dirty="0">
                <a:latin typeface="Segoe UI"/>
                <a:cs typeface="Segoe UI"/>
              </a:rPr>
              <a:t>possible</a:t>
            </a:r>
            <a:r>
              <a:rPr lang="fr-FR" sz="2400" spc="-35" dirty="0">
                <a:latin typeface="Segoe UI"/>
                <a:cs typeface="Segoe UI"/>
              </a:rPr>
              <a:t> </a:t>
            </a:r>
            <a:r>
              <a:rPr lang="fr-FR" sz="2400" dirty="0">
                <a:latin typeface="Segoe UI"/>
                <a:cs typeface="Segoe UI"/>
              </a:rPr>
              <a:t>de</a:t>
            </a:r>
            <a:r>
              <a:rPr lang="fr-FR" sz="2400" spc="-45" dirty="0">
                <a:latin typeface="Segoe UI"/>
                <a:cs typeface="Segoe UI"/>
              </a:rPr>
              <a:t> </a:t>
            </a:r>
            <a:r>
              <a:rPr lang="fr-FR" sz="2400" dirty="0">
                <a:latin typeface="Segoe UI"/>
                <a:cs typeface="Segoe UI"/>
              </a:rPr>
              <a:t>trois</a:t>
            </a:r>
            <a:r>
              <a:rPr lang="fr-FR" sz="2400" spc="-30" dirty="0">
                <a:latin typeface="Segoe UI"/>
                <a:cs typeface="Segoe UI"/>
              </a:rPr>
              <a:t> </a:t>
            </a:r>
            <a:r>
              <a:rPr lang="fr-FR" sz="2400" dirty="0">
                <a:latin typeface="Segoe UI"/>
                <a:cs typeface="Segoe UI"/>
              </a:rPr>
              <a:t>façons</a:t>
            </a:r>
            <a:r>
              <a:rPr lang="fr-FR" sz="2400" spc="-30" dirty="0">
                <a:latin typeface="Segoe UI"/>
                <a:cs typeface="Segoe UI"/>
              </a:rPr>
              <a:t> </a:t>
            </a:r>
            <a:r>
              <a:rPr lang="fr-FR" sz="2400" spc="-50" dirty="0">
                <a:latin typeface="Segoe UI"/>
                <a:cs typeface="Segoe UI"/>
              </a:rPr>
              <a:t>:</a:t>
            </a:r>
            <a:endParaRPr lang="fr-FR" sz="2400" dirty="0">
              <a:latin typeface="Segoe UI"/>
              <a:cs typeface="Segoe UI"/>
            </a:endParaRPr>
          </a:p>
          <a:p>
            <a:pPr marL="698500" lvl="1" indent="-228600">
              <a:lnSpc>
                <a:spcPct val="100000"/>
              </a:lnSpc>
              <a:spcBef>
                <a:spcPts val="1450"/>
              </a:spcBef>
              <a:buClr>
                <a:srgbClr val="391778"/>
              </a:buClr>
              <a:buFont typeface="Arial"/>
              <a:buChar char="•"/>
              <a:tabLst>
                <a:tab pos="698500" algn="l"/>
              </a:tabLst>
            </a:pPr>
            <a:r>
              <a:rPr lang="fr-FR" sz="2000" b="1" dirty="0">
                <a:latin typeface="Segoe UI"/>
                <a:cs typeface="Segoe UI"/>
              </a:rPr>
              <a:t>Transient</a:t>
            </a:r>
            <a:r>
              <a:rPr lang="fr-FR" sz="2000" b="1" spc="-30" dirty="0">
                <a:latin typeface="Segoe UI"/>
                <a:cs typeface="Segoe UI"/>
              </a:rPr>
              <a:t> </a:t>
            </a:r>
            <a:r>
              <a:rPr lang="fr-FR" sz="2000" dirty="0">
                <a:latin typeface="Segoe UI"/>
                <a:cs typeface="Segoe UI"/>
              </a:rPr>
              <a:t>-</a:t>
            </a:r>
            <a:r>
              <a:rPr lang="fr-FR" sz="2000" spc="-20" dirty="0">
                <a:latin typeface="Segoe UI"/>
                <a:cs typeface="Segoe UI"/>
              </a:rPr>
              <a:t> </a:t>
            </a:r>
            <a:r>
              <a:rPr lang="fr-FR" sz="2000" dirty="0">
                <a:latin typeface="Segoe UI"/>
                <a:cs typeface="Segoe UI"/>
              </a:rPr>
              <a:t>Une</a:t>
            </a:r>
            <a:r>
              <a:rPr lang="fr-FR" sz="2000" spc="-40" dirty="0">
                <a:latin typeface="Segoe UI"/>
                <a:cs typeface="Segoe UI"/>
              </a:rPr>
              <a:t> </a:t>
            </a:r>
            <a:r>
              <a:rPr lang="fr-FR" sz="2000" dirty="0">
                <a:latin typeface="Segoe UI"/>
                <a:cs typeface="Segoe UI"/>
              </a:rPr>
              <a:t>nouvelle</a:t>
            </a:r>
            <a:r>
              <a:rPr lang="fr-FR" sz="2000" spc="-10" dirty="0">
                <a:latin typeface="Segoe UI"/>
                <a:cs typeface="Segoe UI"/>
              </a:rPr>
              <a:t> </a:t>
            </a:r>
            <a:r>
              <a:rPr lang="fr-FR" sz="2000" dirty="0">
                <a:latin typeface="Segoe UI"/>
                <a:cs typeface="Segoe UI"/>
              </a:rPr>
              <a:t>instance</a:t>
            </a:r>
            <a:r>
              <a:rPr lang="fr-FR" sz="2000" spc="-35" dirty="0">
                <a:latin typeface="Segoe UI"/>
                <a:cs typeface="Segoe UI"/>
              </a:rPr>
              <a:t> </a:t>
            </a:r>
            <a:r>
              <a:rPr lang="fr-FR" sz="2000" dirty="0">
                <a:latin typeface="Segoe UI"/>
                <a:cs typeface="Segoe UI"/>
              </a:rPr>
              <a:t>à</a:t>
            </a:r>
            <a:r>
              <a:rPr lang="fr-FR" sz="2000" spc="-40" dirty="0">
                <a:latin typeface="Segoe UI"/>
                <a:cs typeface="Segoe UI"/>
              </a:rPr>
              <a:t> </a:t>
            </a:r>
            <a:r>
              <a:rPr lang="fr-FR" sz="2000" dirty="0">
                <a:latin typeface="Segoe UI"/>
                <a:cs typeface="Segoe UI"/>
              </a:rPr>
              <a:t>chaque</a:t>
            </a:r>
            <a:r>
              <a:rPr lang="fr-FR" sz="2000" spc="-25" dirty="0">
                <a:latin typeface="Segoe UI"/>
                <a:cs typeface="Segoe UI"/>
              </a:rPr>
              <a:t> </a:t>
            </a:r>
            <a:r>
              <a:rPr lang="fr-FR" sz="2000" spc="-10" dirty="0">
                <a:latin typeface="Segoe UI"/>
                <a:cs typeface="Segoe UI"/>
              </a:rPr>
              <a:t>injection</a:t>
            </a:r>
            <a:endParaRPr lang="fr-FR" sz="2000" dirty="0">
              <a:latin typeface="Segoe UI"/>
              <a:cs typeface="Segoe UI"/>
            </a:endParaRPr>
          </a:p>
          <a:p>
            <a:pPr marL="698500" lvl="1" indent="-228600">
              <a:lnSpc>
                <a:spcPct val="100000"/>
              </a:lnSpc>
              <a:spcBef>
                <a:spcPts val="1930"/>
              </a:spcBef>
              <a:buClr>
                <a:srgbClr val="391778"/>
              </a:buClr>
              <a:buFont typeface="Arial"/>
              <a:buChar char="•"/>
              <a:tabLst>
                <a:tab pos="698500" algn="l"/>
              </a:tabLst>
            </a:pPr>
            <a:r>
              <a:rPr lang="fr-FR" sz="2000" b="1" dirty="0" err="1">
                <a:latin typeface="Segoe UI"/>
                <a:cs typeface="Segoe UI"/>
              </a:rPr>
              <a:t>Scoped</a:t>
            </a:r>
            <a:r>
              <a:rPr lang="fr-FR" sz="2000" b="1" spc="-40" dirty="0">
                <a:latin typeface="Segoe UI"/>
                <a:cs typeface="Segoe UI"/>
              </a:rPr>
              <a:t> </a:t>
            </a:r>
            <a:r>
              <a:rPr lang="fr-FR" sz="2000" dirty="0">
                <a:latin typeface="Segoe UI"/>
                <a:cs typeface="Segoe UI"/>
              </a:rPr>
              <a:t>-</a:t>
            </a:r>
            <a:r>
              <a:rPr lang="fr-FR" sz="2000" spc="-35" dirty="0">
                <a:latin typeface="Segoe UI"/>
                <a:cs typeface="Segoe UI"/>
              </a:rPr>
              <a:t> </a:t>
            </a:r>
            <a:r>
              <a:rPr lang="fr-FR" sz="2000" dirty="0">
                <a:latin typeface="Segoe UI"/>
                <a:cs typeface="Segoe UI"/>
              </a:rPr>
              <a:t>Une</a:t>
            </a:r>
            <a:r>
              <a:rPr lang="fr-FR" sz="2000" spc="-25" dirty="0">
                <a:latin typeface="Segoe UI"/>
                <a:cs typeface="Segoe UI"/>
              </a:rPr>
              <a:t> </a:t>
            </a:r>
            <a:r>
              <a:rPr lang="fr-FR" sz="2000" dirty="0">
                <a:latin typeface="Segoe UI"/>
                <a:cs typeface="Segoe UI"/>
              </a:rPr>
              <a:t>seule</a:t>
            </a:r>
            <a:r>
              <a:rPr lang="fr-FR" sz="2000" spc="-20" dirty="0">
                <a:latin typeface="Segoe UI"/>
                <a:cs typeface="Segoe UI"/>
              </a:rPr>
              <a:t> </a:t>
            </a:r>
            <a:r>
              <a:rPr lang="fr-FR" sz="2000" dirty="0">
                <a:latin typeface="Segoe UI"/>
                <a:cs typeface="Segoe UI"/>
              </a:rPr>
              <a:t>instance</a:t>
            </a:r>
            <a:r>
              <a:rPr lang="fr-FR" sz="2000" spc="-30" dirty="0">
                <a:latin typeface="Segoe UI"/>
                <a:cs typeface="Segoe UI"/>
              </a:rPr>
              <a:t> </a:t>
            </a:r>
            <a:r>
              <a:rPr lang="fr-FR" sz="2000" dirty="0">
                <a:latin typeface="Segoe UI"/>
                <a:cs typeface="Segoe UI"/>
              </a:rPr>
              <a:t>pour</a:t>
            </a:r>
            <a:r>
              <a:rPr lang="fr-FR" sz="2000" spc="-20" dirty="0">
                <a:latin typeface="Segoe UI"/>
                <a:cs typeface="Segoe UI"/>
              </a:rPr>
              <a:t> </a:t>
            </a:r>
            <a:r>
              <a:rPr lang="fr-FR" sz="2000" dirty="0">
                <a:latin typeface="Segoe UI"/>
                <a:cs typeface="Segoe UI"/>
              </a:rPr>
              <a:t>toute</a:t>
            </a:r>
            <a:r>
              <a:rPr lang="fr-FR" sz="2000" spc="-50" dirty="0">
                <a:latin typeface="Segoe UI"/>
                <a:cs typeface="Segoe UI"/>
              </a:rPr>
              <a:t> </a:t>
            </a:r>
            <a:r>
              <a:rPr lang="fr-FR" sz="2000" dirty="0">
                <a:latin typeface="Segoe UI"/>
                <a:cs typeface="Segoe UI"/>
              </a:rPr>
              <a:t>la</a:t>
            </a:r>
            <a:r>
              <a:rPr lang="fr-FR" sz="2000" spc="-25" dirty="0">
                <a:latin typeface="Segoe UI"/>
                <a:cs typeface="Segoe UI"/>
              </a:rPr>
              <a:t> </a:t>
            </a:r>
            <a:r>
              <a:rPr lang="fr-FR" sz="2000" dirty="0">
                <a:latin typeface="Segoe UI"/>
                <a:cs typeface="Segoe UI"/>
              </a:rPr>
              <a:t>requête</a:t>
            </a:r>
            <a:r>
              <a:rPr lang="fr-FR" sz="2000" spc="-15" dirty="0">
                <a:latin typeface="Segoe UI"/>
                <a:cs typeface="Segoe UI"/>
              </a:rPr>
              <a:t> </a:t>
            </a:r>
            <a:r>
              <a:rPr lang="fr-FR" sz="2000" spc="-20" dirty="0">
                <a:latin typeface="Segoe UI"/>
                <a:cs typeface="Segoe UI"/>
              </a:rPr>
              <a:t>HTTP</a:t>
            </a:r>
            <a:endParaRPr lang="fr-FR" sz="2000" dirty="0">
              <a:latin typeface="Segoe UI"/>
              <a:cs typeface="Segoe UI"/>
            </a:endParaRPr>
          </a:p>
          <a:p>
            <a:pPr marL="698500" lvl="1" indent="-228600">
              <a:lnSpc>
                <a:spcPct val="100000"/>
              </a:lnSpc>
              <a:spcBef>
                <a:spcPts val="1945"/>
              </a:spcBef>
              <a:buClr>
                <a:srgbClr val="391778"/>
              </a:buClr>
              <a:buFont typeface="Arial"/>
              <a:buChar char="•"/>
              <a:tabLst>
                <a:tab pos="698500" algn="l"/>
              </a:tabLst>
            </a:pPr>
            <a:r>
              <a:rPr lang="fr-FR" sz="2000" b="1" dirty="0">
                <a:latin typeface="Segoe UI"/>
                <a:cs typeface="Segoe UI"/>
              </a:rPr>
              <a:t>Singleton</a:t>
            </a:r>
            <a:r>
              <a:rPr lang="fr-FR" sz="2000" b="1" spc="-30" dirty="0">
                <a:latin typeface="Segoe UI"/>
                <a:cs typeface="Segoe UI"/>
              </a:rPr>
              <a:t> </a:t>
            </a:r>
            <a:r>
              <a:rPr lang="fr-FR" sz="2000" dirty="0">
                <a:latin typeface="Segoe UI"/>
                <a:cs typeface="Segoe UI"/>
              </a:rPr>
              <a:t>-</a:t>
            </a:r>
            <a:r>
              <a:rPr lang="fr-FR" sz="2000" spc="-35" dirty="0">
                <a:latin typeface="Segoe UI"/>
                <a:cs typeface="Segoe UI"/>
              </a:rPr>
              <a:t> </a:t>
            </a:r>
            <a:r>
              <a:rPr lang="fr-FR" sz="2000" dirty="0">
                <a:latin typeface="Segoe UI"/>
                <a:cs typeface="Segoe UI"/>
              </a:rPr>
              <a:t>Une</a:t>
            </a:r>
            <a:r>
              <a:rPr lang="fr-FR" sz="2000" spc="-30" dirty="0">
                <a:latin typeface="Segoe UI"/>
                <a:cs typeface="Segoe UI"/>
              </a:rPr>
              <a:t> </a:t>
            </a:r>
            <a:r>
              <a:rPr lang="fr-FR" sz="2000" dirty="0">
                <a:latin typeface="Segoe UI"/>
                <a:cs typeface="Segoe UI"/>
              </a:rPr>
              <a:t>seule</a:t>
            </a:r>
            <a:r>
              <a:rPr lang="fr-FR" sz="2000" spc="-20" dirty="0">
                <a:latin typeface="Segoe UI"/>
                <a:cs typeface="Segoe UI"/>
              </a:rPr>
              <a:t> </a:t>
            </a:r>
            <a:r>
              <a:rPr lang="fr-FR" sz="2000" dirty="0">
                <a:latin typeface="Segoe UI"/>
                <a:cs typeface="Segoe UI"/>
              </a:rPr>
              <a:t>instance</a:t>
            </a:r>
            <a:r>
              <a:rPr lang="fr-FR" sz="2000" spc="-40" dirty="0">
                <a:latin typeface="Segoe UI"/>
                <a:cs typeface="Segoe UI"/>
              </a:rPr>
              <a:t> </a:t>
            </a:r>
            <a:r>
              <a:rPr lang="fr-FR" sz="2000" dirty="0">
                <a:latin typeface="Segoe UI"/>
                <a:cs typeface="Segoe UI"/>
              </a:rPr>
              <a:t>pour</a:t>
            </a:r>
            <a:r>
              <a:rPr lang="fr-FR" sz="2000" spc="-20" dirty="0">
                <a:latin typeface="Segoe UI"/>
                <a:cs typeface="Segoe UI"/>
              </a:rPr>
              <a:t> </a:t>
            </a:r>
            <a:r>
              <a:rPr lang="fr-FR" sz="2000" dirty="0">
                <a:latin typeface="Segoe UI"/>
                <a:cs typeface="Segoe UI"/>
              </a:rPr>
              <a:t>toute</a:t>
            </a:r>
            <a:r>
              <a:rPr lang="fr-FR" sz="2000" spc="-45" dirty="0">
                <a:latin typeface="Segoe UI"/>
                <a:cs typeface="Segoe UI"/>
              </a:rPr>
              <a:t> </a:t>
            </a:r>
            <a:r>
              <a:rPr lang="fr-FR" sz="2000" spc="-10" dirty="0">
                <a:latin typeface="Segoe UI"/>
                <a:cs typeface="Segoe UI"/>
              </a:rPr>
              <a:t>l’application</a:t>
            </a:r>
            <a:endParaRPr lang="fr-FR" sz="2000" dirty="0">
              <a:latin typeface="Segoe UI"/>
              <a:cs typeface="Segoe UI"/>
            </a:endParaRPr>
          </a:p>
          <a:p>
            <a:pPr>
              <a:lnSpc>
                <a:spcPct val="100000"/>
              </a:lnSpc>
              <a:spcBef>
                <a:spcPts val="1550"/>
              </a:spcBef>
            </a:pPr>
            <a:endParaRPr lang="fr-FR" sz="2000" dirty="0">
              <a:latin typeface="Segoe UI"/>
              <a:cs typeface="Segoe UI"/>
            </a:endParaRPr>
          </a:p>
          <a:p>
            <a:pPr marL="12700">
              <a:lnSpc>
                <a:spcPct val="100000"/>
              </a:lnSpc>
              <a:tabLst>
                <a:tab pos="946785" algn="l"/>
                <a:tab pos="1612900" algn="l"/>
                <a:tab pos="6544945" algn="l"/>
              </a:tabLst>
            </a:pPr>
            <a:r>
              <a:rPr lang="fr-FR" sz="1800" spc="215" dirty="0">
                <a:solidFill>
                  <a:srgbClr val="0000FF"/>
                </a:solidFill>
                <a:latin typeface="Trebuchet MS"/>
                <a:cs typeface="Trebuchet MS"/>
              </a:rPr>
              <a:t>public</a:t>
            </a:r>
            <a:r>
              <a:rPr lang="fr-FR" sz="1800" dirty="0">
                <a:solidFill>
                  <a:srgbClr val="0000FF"/>
                </a:solidFill>
                <a:latin typeface="Trebuchet MS"/>
                <a:cs typeface="Trebuchet MS"/>
              </a:rPr>
              <a:t>	</a:t>
            </a:r>
            <a:r>
              <a:rPr lang="fr-FR" sz="1800" spc="180" dirty="0" err="1">
                <a:solidFill>
                  <a:srgbClr val="0000FF"/>
                </a:solidFill>
                <a:latin typeface="Trebuchet MS"/>
                <a:cs typeface="Trebuchet MS"/>
              </a:rPr>
              <a:t>void</a:t>
            </a:r>
            <a:r>
              <a:rPr lang="fr-FR" sz="1800" dirty="0">
                <a:solidFill>
                  <a:srgbClr val="0000FF"/>
                </a:solidFill>
                <a:latin typeface="Trebuchet MS"/>
                <a:cs typeface="Trebuchet MS"/>
              </a:rPr>
              <a:t>	</a:t>
            </a:r>
            <a:r>
              <a:rPr lang="fr-FR" sz="1800" spc="215" dirty="0" err="1">
                <a:latin typeface="Trebuchet MS"/>
                <a:cs typeface="Trebuchet MS"/>
              </a:rPr>
              <a:t>ConfigureServices</a:t>
            </a:r>
            <a:r>
              <a:rPr lang="fr-FR" sz="1800" spc="215" dirty="0">
                <a:latin typeface="Trebuchet MS"/>
                <a:cs typeface="Trebuchet MS"/>
              </a:rPr>
              <a:t>(</a:t>
            </a:r>
            <a:r>
              <a:rPr lang="fr-FR" sz="1800" spc="215" dirty="0" err="1">
                <a:solidFill>
                  <a:srgbClr val="2B91AE"/>
                </a:solidFill>
                <a:latin typeface="Trebuchet MS"/>
                <a:cs typeface="Trebuchet MS"/>
              </a:rPr>
              <a:t>IServiceCollection</a:t>
            </a:r>
            <a:r>
              <a:rPr lang="fr-FR" sz="1800" dirty="0">
                <a:solidFill>
                  <a:srgbClr val="2B91AE"/>
                </a:solidFill>
                <a:latin typeface="Trebuchet MS"/>
                <a:cs typeface="Trebuchet MS"/>
              </a:rPr>
              <a:t>	</a:t>
            </a:r>
            <a:r>
              <a:rPr lang="fr-FR" sz="1800" spc="245" dirty="0">
                <a:latin typeface="Trebuchet MS"/>
                <a:cs typeface="Trebuchet MS"/>
              </a:rPr>
              <a:t>services)</a:t>
            </a:r>
            <a:endParaRPr lang="fr-FR" sz="1800" dirty="0">
              <a:latin typeface="Trebuchet MS"/>
              <a:cs typeface="Trebuchet MS"/>
            </a:endParaRPr>
          </a:p>
          <a:p>
            <a:pPr marL="12700">
              <a:lnSpc>
                <a:spcPct val="100000"/>
              </a:lnSpc>
              <a:spcBef>
                <a:spcPts val="790"/>
              </a:spcBef>
            </a:pPr>
            <a:r>
              <a:rPr lang="fr-FR" sz="1800" spc="340" dirty="0">
                <a:latin typeface="Trebuchet MS"/>
                <a:cs typeface="Trebuchet MS"/>
              </a:rPr>
              <a:t>{</a:t>
            </a:r>
            <a:endParaRPr lang="fr-FR" sz="1800" dirty="0">
              <a:latin typeface="Trebuchet MS"/>
              <a:cs typeface="Trebuchet MS"/>
            </a:endParaRPr>
          </a:p>
          <a:p>
            <a:pPr marL="927100" marR="5080">
              <a:lnSpc>
                <a:spcPct val="136100"/>
              </a:lnSpc>
              <a:spcBef>
                <a:spcPts val="5"/>
              </a:spcBef>
              <a:tabLst>
                <a:tab pos="5592445" algn="l"/>
                <a:tab pos="5859145" algn="l"/>
              </a:tabLst>
            </a:pPr>
            <a:r>
              <a:rPr lang="fr-FR" sz="1800" spc="225" dirty="0" err="1">
                <a:latin typeface="Trebuchet MS"/>
                <a:cs typeface="Trebuchet MS"/>
              </a:rPr>
              <a:t>services.AddSingleton</a:t>
            </a:r>
            <a:r>
              <a:rPr lang="fr-FR" sz="1800" spc="225" dirty="0">
                <a:latin typeface="Trebuchet MS"/>
                <a:cs typeface="Trebuchet MS"/>
              </a:rPr>
              <a:t>&lt;</a:t>
            </a:r>
            <a:r>
              <a:rPr lang="fr-FR" sz="1800" spc="225" dirty="0" err="1">
                <a:solidFill>
                  <a:srgbClr val="2B91AE"/>
                </a:solidFill>
                <a:latin typeface="Trebuchet MS"/>
                <a:cs typeface="Trebuchet MS"/>
              </a:rPr>
              <a:t>IFirstService</a:t>
            </a:r>
            <a:r>
              <a:rPr lang="fr-FR" sz="1800" spc="225" dirty="0">
                <a:latin typeface="Trebuchet MS"/>
                <a:cs typeface="Trebuchet MS"/>
              </a:rPr>
              <a:t>,</a:t>
            </a:r>
            <a:r>
              <a:rPr lang="fr-FR" sz="1800" dirty="0">
                <a:latin typeface="Trebuchet MS"/>
                <a:cs typeface="Trebuchet MS"/>
              </a:rPr>
              <a:t>	</a:t>
            </a:r>
            <a:r>
              <a:rPr lang="fr-FR" sz="1800" spc="260" dirty="0" err="1">
                <a:solidFill>
                  <a:srgbClr val="2B91AE"/>
                </a:solidFill>
                <a:latin typeface="Trebuchet MS"/>
                <a:cs typeface="Trebuchet MS"/>
              </a:rPr>
              <a:t>FirstService</a:t>
            </a:r>
            <a:r>
              <a:rPr lang="fr-FR" sz="1800" spc="260" dirty="0">
                <a:latin typeface="Trebuchet MS"/>
                <a:cs typeface="Trebuchet MS"/>
              </a:rPr>
              <a:t>&gt;(); </a:t>
            </a:r>
            <a:r>
              <a:rPr lang="fr-FR" sz="1800" spc="165" dirty="0" err="1">
                <a:latin typeface="Trebuchet MS"/>
                <a:cs typeface="Trebuchet MS"/>
              </a:rPr>
              <a:t>services.AddScoped</a:t>
            </a:r>
            <a:r>
              <a:rPr lang="fr-FR" sz="1800" spc="165" dirty="0">
                <a:latin typeface="Trebuchet MS"/>
                <a:cs typeface="Trebuchet MS"/>
              </a:rPr>
              <a:t>&lt;</a:t>
            </a:r>
            <a:r>
              <a:rPr lang="fr-FR" sz="1800" spc="165" dirty="0" err="1">
                <a:solidFill>
                  <a:srgbClr val="2B91AE"/>
                </a:solidFill>
                <a:latin typeface="Trebuchet MS"/>
                <a:cs typeface="Trebuchet MS"/>
              </a:rPr>
              <a:t>ISecondService</a:t>
            </a:r>
            <a:r>
              <a:rPr lang="fr-FR" sz="1800" spc="165" dirty="0">
                <a:latin typeface="Trebuchet MS"/>
                <a:cs typeface="Trebuchet MS"/>
              </a:rPr>
              <a:t>,</a:t>
            </a:r>
            <a:r>
              <a:rPr lang="fr-FR" sz="1800" dirty="0">
                <a:latin typeface="Trebuchet MS"/>
                <a:cs typeface="Trebuchet MS"/>
              </a:rPr>
              <a:t>	</a:t>
            </a:r>
            <a:r>
              <a:rPr lang="fr-FR" sz="1800" spc="185" dirty="0" err="1">
                <a:solidFill>
                  <a:srgbClr val="2B91AE"/>
                </a:solidFill>
                <a:latin typeface="Trebuchet MS"/>
                <a:cs typeface="Trebuchet MS"/>
              </a:rPr>
              <a:t>SecondService</a:t>
            </a:r>
            <a:r>
              <a:rPr lang="fr-FR" sz="1800" spc="185" dirty="0">
                <a:latin typeface="Trebuchet MS"/>
                <a:cs typeface="Trebuchet MS"/>
              </a:rPr>
              <a:t>&gt;();</a:t>
            </a:r>
            <a:endParaRPr lang="fr-FR" sz="1800" dirty="0">
              <a:latin typeface="Trebuchet MS"/>
              <a:cs typeface="Trebuchet MS"/>
            </a:endParaRPr>
          </a:p>
          <a:p>
            <a:pPr marL="927100">
              <a:lnSpc>
                <a:spcPct val="100000"/>
              </a:lnSpc>
              <a:spcBef>
                <a:spcPts val="790"/>
              </a:spcBef>
              <a:tabLst>
                <a:tab pos="5859145" algn="l"/>
              </a:tabLst>
            </a:pPr>
            <a:r>
              <a:rPr lang="fr-FR" sz="1800" spc="200" dirty="0" err="1">
                <a:latin typeface="Trebuchet MS"/>
                <a:cs typeface="Trebuchet MS"/>
              </a:rPr>
              <a:t>services.AddTransient</a:t>
            </a:r>
            <a:r>
              <a:rPr lang="fr-FR" sz="1800" spc="200" dirty="0">
                <a:latin typeface="Trebuchet MS"/>
                <a:cs typeface="Trebuchet MS"/>
              </a:rPr>
              <a:t>&lt;</a:t>
            </a:r>
            <a:r>
              <a:rPr lang="fr-FR" sz="1800" spc="200" dirty="0" err="1">
                <a:solidFill>
                  <a:srgbClr val="2B91AE"/>
                </a:solidFill>
                <a:latin typeface="Trebuchet MS"/>
                <a:cs typeface="Trebuchet MS"/>
              </a:rPr>
              <a:t>IThirdService</a:t>
            </a:r>
            <a:r>
              <a:rPr lang="fr-FR" sz="1800" spc="200" dirty="0">
                <a:latin typeface="Trebuchet MS"/>
                <a:cs typeface="Trebuchet MS"/>
              </a:rPr>
              <a:t>,</a:t>
            </a:r>
            <a:r>
              <a:rPr lang="fr-FR" sz="1800" dirty="0">
                <a:latin typeface="Trebuchet MS"/>
                <a:cs typeface="Trebuchet MS"/>
              </a:rPr>
              <a:t>	</a:t>
            </a:r>
            <a:r>
              <a:rPr lang="fr-FR" sz="1800" spc="220" dirty="0" err="1">
                <a:solidFill>
                  <a:srgbClr val="2B91AE"/>
                </a:solidFill>
                <a:latin typeface="Trebuchet MS"/>
                <a:cs typeface="Trebuchet MS"/>
              </a:rPr>
              <a:t>ThirdService</a:t>
            </a:r>
            <a:r>
              <a:rPr lang="fr-FR" sz="1800" spc="220" dirty="0">
                <a:latin typeface="Trebuchet MS"/>
                <a:cs typeface="Trebuchet MS"/>
              </a:rPr>
              <a:t>&gt;();</a:t>
            </a:r>
            <a:endParaRPr lang="fr-FR" sz="1800" dirty="0">
              <a:latin typeface="Trebuchet MS"/>
              <a:cs typeface="Trebuchet MS"/>
            </a:endParaRPr>
          </a:p>
          <a:p>
            <a:pPr marL="12700">
              <a:lnSpc>
                <a:spcPct val="100000"/>
              </a:lnSpc>
              <a:spcBef>
                <a:spcPts val="785"/>
              </a:spcBef>
            </a:pPr>
            <a:r>
              <a:rPr lang="fr-FR" sz="1800" spc="340" dirty="0">
                <a:latin typeface="Trebuchet MS"/>
                <a:cs typeface="Trebuchet MS"/>
              </a:rPr>
              <a:t>}</a:t>
            </a:r>
            <a:endParaRPr lang="fr-FR" sz="1800" dirty="0">
              <a:latin typeface="Trebuchet MS"/>
              <a:cs typeface="Trebuchet MS"/>
            </a:endParaRPr>
          </a:p>
        </p:txBody>
      </p:sp>
    </p:spTree>
    <p:extLst>
      <p:ext uri="{BB962C8B-B14F-4D97-AF65-F5344CB8AC3E}">
        <p14:creationId xmlns:p14="http://schemas.microsoft.com/office/powerpoint/2010/main" val="5266332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830997"/>
          </a:xfrm>
          <a:prstGeom prst="rect">
            <a:avLst/>
          </a:prstGeom>
          <a:noFill/>
        </p:spPr>
        <p:txBody>
          <a:bodyPr wrap="square" rtlCol="0">
            <a:spAutoFit/>
          </a:bodyPr>
          <a:lstStyle/>
          <a:p>
            <a:r>
              <a:rPr lang="fr-FR" sz="2400" b="1" dirty="0"/>
              <a:t>Services</a:t>
            </a:r>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6" name="object 3">
            <a:extLst>
              <a:ext uri="{FF2B5EF4-FFF2-40B4-BE49-F238E27FC236}">
                <a16:creationId xmlns:a16="http://schemas.microsoft.com/office/drawing/2014/main" id="{D8F1A471-396C-9475-9ABD-D239813C904B}"/>
              </a:ext>
            </a:extLst>
          </p:cNvPr>
          <p:cNvSpPr txBox="1"/>
          <p:nvPr/>
        </p:nvSpPr>
        <p:spPr>
          <a:xfrm>
            <a:off x="1287090" y="2096214"/>
            <a:ext cx="8808720" cy="391795"/>
          </a:xfrm>
          <a:prstGeom prst="rect">
            <a:avLst/>
          </a:prstGeom>
        </p:spPr>
        <p:txBody>
          <a:bodyPr vert="horz" wrap="square" lIns="0" tIns="12700" rIns="0" bIns="0" rtlCol="0">
            <a:spAutoFit/>
          </a:bodyPr>
          <a:lstStyle/>
          <a:p>
            <a:pPr marL="240029" indent="-227329">
              <a:lnSpc>
                <a:spcPct val="100000"/>
              </a:lnSpc>
              <a:spcBef>
                <a:spcPts val="100"/>
              </a:spcBef>
              <a:buClr>
                <a:srgbClr val="391778"/>
              </a:buClr>
              <a:buFont typeface="Arial"/>
              <a:buChar char="•"/>
              <a:tabLst>
                <a:tab pos="240029" algn="l"/>
              </a:tabLst>
            </a:pPr>
            <a:r>
              <a:rPr sz="2400" dirty="0">
                <a:latin typeface="Segoe UI"/>
                <a:cs typeface="Segoe UI"/>
              </a:rPr>
              <a:t>L'injection</a:t>
            </a:r>
            <a:r>
              <a:rPr sz="2400" spc="-10" dirty="0">
                <a:latin typeface="Segoe UI"/>
                <a:cs typeface="Segoe UI"/>
              </a:rPr>
              <a:t> </a:t>
            </a:r>
            <a:r>
              <a:rPr sz="2400" dirty="0">
                <a:latin typeface="Segoe UI"/>
                <a:cs typeface="Segoe UI"/>
              </a:rPr>
              <a:t>est</a:t>
            </a:r>
            <a:r>
              <a:rPr sz="2400" spc="-45" dirty="0">
                <a:latin typeface="Segoe UI"/>
                <a:cs typeface="Segoe UI"/>
              </a:rPr>
              <a:t> </a:t>
            </a:r>
            <a:r>
              <a:rPr sz="2400" dirty="0">
                <a:latin typeface="Segoe UI"/>
                <a:cs typeface="Segoe UI"/>
              </a:rPr>
              <a:t>disponible</a:t>
            </a:r>
            <a:r>
              <a:rPr sz="2400" spc="-20" dirty="0">
                <a:latin typeface="Segoe UI"/>
                <a:cs typeface="Segoe UI"/>
              </a:rPr>
              <a:t> </a:t>
            </a:r>
            <a:r>
              <a:rPr sz="2400" dirty="0">
                <a:latin typeface="Segoe UI"/>
                <a:cs typeface="Segoe UI"/>
              </a:rPr>
              <a:t>dans</a:t>
            </a:r>
            <a:r>
              <a:rPr sz="2400" spc="-55" dirty="0">
                <a:latin typeface="Segoe UI"/>
                <a:cs typeface="Segoe UI"/>
              </a:rPr>
              <a:t> </a:t>
            </a:r>
            <a:r>
              <a:rPr sz="2400" dirty="0">
                <a:latin typeface="Segoe UI"/>
                <a:cs typeface="Segoe UI"/>
              </a:rPr>
              <a:t>de</a:t>
            </a:r>
            <a:r>
              <a:rPr sz="2400" spc="-40" dirty="0">
                <a:latin typeface="Segoe UI"/>
                <a:cs typeface="Segoe UI"/>
              </a:rPr>
              <a:t> </a:t>
            </a:r>
            <a:r>
              <a:rPr sz="2400" dirty="0">
                <a:latin typeface="Segoe UI"/>
                <a:cs typeface="Segoe UI"/>
              </a:rPr>
              <a:t>nombreux</a:t>
            </a:r>
            <a:r>
              <a:rPr sz="2400" spc="-45" dirty="0">
                <a:latin typeface="Segoe UI"/>
                <a:cs typeface="Segoe UI"/>
              </a:rPr>
              <a:t> </a:t>
            </a:r>
            <a:r>
              <a:rPr sz="2400" dirty="0">
                <a:latin typeface="Segoe UI"/>
                <a:cs typeface="Segoe UI"/>
              </a:rPr>
              <a:t>éléments</a:t>
            </a:r>
            <a:r>
              <a:rPr sz="2400" spc="-70" dirty="0">
                <a:latin typeface="Segoe UI"/>
                <a:cs typeface="Segoe UI"/>
              </a:rPr>
              <a:t> </a:t>
            </a:r>
            <a:r>
              <a:rPr sz="2400" dirty="0">
                <a:latin typeface="Segoe UI"/>
                <a:cs typeface="Segoe UI"/>
              </a:rPr>
              <a:t>du</a:t>
            </a:r>
            <a:r>
              <a:rPr sz="2400" spc="-45" dirty="0">
                <a:latin typeface="Segoe UI"/>
                <a:cs typeface="Segoe UI"/>
              </a:rPr>
              <a:t> </a:t>
            </a:r>
            <a:r>
              <a:rPr sz="2400" dirty="0">
                <a:latin typeface="Segoe UI"/>
                <a:cs typeface="Segoe UI"/>
              </a:rPr>
              <a:t>code</a:t>
            </a:r>
            <a:r>
              <a:rPr sz="2400" spc="-30" dirty="0">
                <a:latin typeface="Segoe UI"/>
                <a:cs typeface="Segoe UI"/>
              </a:rPr>
              <a:t> </a:t>
            </a:r>
            <a:r>
              <a:rPr sz="2400" spc="-50" dirty="0">
                <a:latin typeface="Segoe UI"/>
                <a:cs typeface="Segoe UI"/>
              </a:rPr>
              <a:t>:</a:t>
            </a:r>
            <a:endParaRPr sz="2400" dirty="0">
              <a:latin typeface="Segoe UI"/>
              <a:cs typeface="Segoe UI"/>
            </a:endParaRPr>
          </a:p>
        </p:txBody>
      </p:sp>
      <p:grpSp>
        <p:nvGrpSpPr>
          <p:cNvPr id="7" name="object 4">
            <a:extLst>
              <a:ext uri="{FF2B5EF4-FFF2-40B4-BE49-F238E27FC236}">
                <a16:creationId xmlns:a16="http://schemas.microsoft.com/office/drawing/2014/main" id="{76330443-71A1-AFCF-BF3E-F670CA214188}"/>
              </a:ext>
            </a:extLst>
          </p:cNvPr>
          <p:cNvGrpSpPr/>
          <p:nvPr/>
        </p:nvGrpSpPr>
        <p:grpSpPr>
          <a:xfrm>
            <a:off x="2363687" y="2749239"/>
            <a:ext cx="7074534" cy="2774315"/>
            <a:chOff x="2276601" y="2515870"/>
            <a:chExt cx="7074534" cy="2774315"/>
          </a:xfrm>
        </p:grpSpPr>
        <p:sp>
          <p:nvSpPr>
            <p:cNvPr id="8" name="object 5">
              <a:extLst>
                <a:ext uri="{FF2B5EF4-FFF2-40B4-BE49-F238E27FC236}">
                  <a16:creationId xmlns:a16="http://schemas.microsoft.com/office/drawing/2014/main" id="{09E2CA16-A477-F983-A3CF-E1E218EA3239}"/>
                </a:ext>
              </a:extLst>
            </p:cNvPr>
            <p:cNvSpPr/>
            <p:nvPr/>
          </p:nvSpPr>
          <p:spPr>
            <a:xfrm>
              <a:off x="2282951" y="4875276"/>
              <a:ext cx="7061834" cy="408940"/>
            </a:xfrm>
            <a:custGeom>
              <a:avLst/>
              <a:gdLst/>
              <a:ahLst/>
              <a:cxnLst/>
              <a:rect l="l" t="t" r="r" b="b"/>
              <a:pathLst>
                <a:path w="7061834" h="408939">
                  <a:moveTo>
                    <a:pt x="3531108" y="0"/>
                  </a:moveTo>
                  <a:lnTo>
                    <a:pt x="3531108" y="204216"/>
                  </a:lnTo>
                  <a:lnTo>
                    <a:pt x="7061834" y="204216"/>
                  </a:lnTo>
                  <a:lnTo>
                    <a:pt x="7061834" y="408559"/>
                  </a:lnTo>
                </a:path>
                <a:path w="7061834" h="408939">
                  <a:moveTo>
                    <a:pt x="3531108" y="0"/>
                  </a:moveTo>
                  <a:lnTo>
                    <a:pt x="3531108" y="204216"/>
                  </a:lnTo>
                  <a:lnTo>
                    <a:pt x="4708017" y="204216"/>
                  </a:lnTo>
                  <a:lnTo>
                    <a:pt x="4708017" y="408559"/>
                  </a:lnTo>
                </a:path>
                <a:path w="7061834" h="408939">
                  <a:moveTo>
                    <a:pt x="3531489" y="0"/>
                  </a:moveTo>
                  <a:lnTo>
                    <a:pt x="3531489" y="204216"/>
                  </a:lnTo>
                  <a:lnTo>
                    <a:pt x="2354580" y="204216"/>
                  </a:lnTo>
                  <a:lnTo>
                    <a:pt x="2354580" y="408559"/>
                  </a:lnTo>
                </a:path>
                <a:path w="7061834" h="408939">
                  <a:moveTo>
                    <a:pt x="3530727" y="0"/>
                  </a:moveTo>
                  <a:lnTo>
                    <a:pt x="3530727" y="204216"/>
                  </a:lnTo>
                  <a:lnTo>
                    <a:pt x="0" y="204216"/>
                  </a:lnTo>
                  <a:lnTo>
                    <a:pt x="0" y="408559"/>
                  </a:lnTo>
                </a:path>
              </a:pathLst>
            </a:custGeom>
            <a:ln w="12700">
              <a:solidFill>
                <a:srgbClr val="3C67B0"/>
              </a:solidFill>
            </a:ln>
          </p:spPr>
          <p:txBody>
            <a:bodyPr wrap="square" lIns="0" tIns="0" rIns="0" bIns="0" rtlCol="0"/>
            <a:lstStyle/>
            <a:p>
              <a:endParaRPr/>
            </a:p>
          </p:txBody>
        </p:sp>
        <p:sp>
          <p:nvSpPr>
            <p:cNvPr id="9" name="object 6">
              <a:extLst>
                <a:ext uri="{FF2B5EF4-FFF2-40B4-BE49-F238E27FC236}">
                  <a16:creationId xmlns:a16="http://schemas.microsoft.com/office/drawing/2014/main" id="{2E4BE141-FB37-1059-BD94-8CC34757CA1A}"/>
                </a:ext>
              </a:extLst>
            </p:cNvPr>
            <p:cNvSpPr/>
            <p:nvPr/>
          </p:nvSpPr>
          <p:spPr>
            <a:xfrm>
              <a:off x="5814060" y="3494532"/>
              <a:ext cx="0" cy="408940"/>
            </a:xfrm>
            <a:custGeom>
              <a:avLst/>
              <a:gdLst/>
              <a:ahLst/>
              <a:cxnLst/>
              <a:rect l="l" t="t" r="r" b="b"/>
              <a:pathLst>
                <a:path h="408939">
                  <a:moveTo>
                    <a:pt x="0" y="0"/>
                  </a:moveTo>
                  <a:lnTo>
                    <a:pt x="0" y="408558"/>
                  </a:lnTo>
                </a:path>
              </a:pathLst>
            </a:custGeom>
            <a:ln w="12700">
              <a:solidFill>
                <a:srgbClr val="34589C"/>
              </a:solidFill>
            </a:ln>
          </p:spPr>
          <p:txBody>
            <a:bodyPr wrap="square" lIns="0" tIns="0" rIns="0" bIns="0" rtlCol="0"/>
            <a:lstStyle/>
            <a:p>
              <a:endParaRPr/>
            </a:p>
          </p:txBody>
        </p:sp>
        <p:sp>
          <p:nvSpPr>
            <p:cNvPr id="10" name="object 7">
              <a:extLst>
                <a:ext uri="{FF2B5EF4-FFF2-40B4-BE49-F238E27FC236}">
                  <a16:creationId xmlns:a16="http://schemas.microsoft.com/office/drawing/2014/main" id="{81C9D251-27E1-0709-4EA1-2ACD89AFF808}"/>
                </a:ext>
              </a:extLst>
            </p:cNvPr>
            <p:cNvSpPr/>
            <p:nvPr/>
          </p:nvSpPr>
          <p:spPr>
            <a:xfrm>
              <a:off x="4841747" y="2522220"/>
              <a:ext cx="1945005" cy="972819"/>
            </a:xfrm>
            <a:custGeom>
              <a:avLst/>
              <a:gdLst/>
              <a:ahLst/>
              <a:cxnLst/>
              <a:rect l="l" t="t" r="r" b="b"/>
              <a:pathLst>
                <a:path w="1945004" h="972820">
                  <a:moveTo>
                    <a:pt x="1944624" y="0"/>
                  </a:moveTo>
                  <a:lnTo>
                    <a:pt x="0" y="0"/>
                  </a:lnTo>
                  <a:lnTo>
                    <a:pt x="0" y="972312"/>
                  </a:lnTo>
                  <a:lnTo>
                    <a:pt x="1944624" y="972312"/>
                  </a:lnTo>
                  <a:lnTo>
                    <a:pt x="1944624" y="0"/>
                  </a:lnTo>
                  <a:close/>
                </a:path>
              </a:pathLst>
            </a:custGeom>
            <a:solidFill>
              <a:srgbClr val="4471C4"/>
            </a:solidFill>
          </p:spPr>
          <p:txBody>
            <a:bodyPr wrap="square" lIns="0" tIns="0" rIns="0" bIns="0" rtlCol="0"/>
            <a:lstStyle/>
            <a:p>
              <a:endParaRPr/>
            </a:p>
          </p:txBody>
        </p:sp>
        <p:sp>
          <p:nvSpPr>
            <p:cNvPr id="11" name="object 8">
              <a:extLst>
                <a:ext uri="{FF2B5EF4-FFF2-40B4-BE49-F238E27FC236}">
                  <a16:creationId xmlns:a16="http://schemas.microsoft.com/office/drawing/2014/main" id="{78FD2EB7-E380-8BFB-5230-DAB7F0E4446C}"/>
                </a:ext>
              </a:extLst>
            </p:cNvPr>
            <p:cNvSpPr/>
            <p:nvPr/>
          </p:nvSpPr>
          <p:spPr>
            <a:xfrm>
              <a:off x="4841747" y="2522220"/>
              <a:ext cx="1945005" cy="972819"/>
            </a:xfrm>
            <a:custGeom>
              <a:avLst/>
              <a:gdLst/>
              <a:ahLst/>
              <a:cxnLst/>
              <a:rect l="l" t="t" r="r" b="b"/>
              <a:pathLst>
                <a:path w="1945004" h="972820">
                  <a:moveTo>
                    <a:pt x="0" y="972312"/>
                  </a:moveTo>
                  <a:lnTo>
                    <a:pt x="1944624" y="972312"/>
                  </a:lnTo>
                  <a:lnTo>
                    <a:pt x="1944624" y="0"/>
                  </a:lnTo>
                  <a:lnTo>
                    <a:pt x="0" y="0"/>
                  </a:lnTo>
                  <a:lnTo>
                    <a:pt x="0" y="972312"/>
                  </a:lnTo>
                  <a:close/>
                </a:path>
              </a:pathLst>
            </a:custGeom>
            <a:ln w="12700">
              <a:solidFill>
                <a:srgbClr val="FFFFFF"/>
              </a:solidFill>
            </a:ln>
          </p:spPr>
          <p:txBody>
            <a:bodyPr wrap="square" lIns="0" tIns="0" rIns="0" bIns="0" rtlCol="0"/>
            <a:lstStyle/>
            <a:p>
              <a:endParaRPr/>
            </a:p>
          </p:txBody>
        </p:sp>
      </p:grpSp>
      <p:sp>
        <p:nvSpPr>
          <p:cNvPr id="12" name="object 9">
            <a:extLst>
              <a:ext uri="{FF2B5EF4-FFF2-40B4-BE49-F238E27FC236}">
                <a16:creationId xmlns:a16="http://schemas.microsoft.com/office/drawing/2014/main" id="{AFF090B5-B869-8B3E-9EC6-9F974D94518B}"/>
              </a:ext>
            </a:extLst>
          </p:cNvPr>
          <p:cNvSpPr txBox="1"/>
          <p:nvPr/>
        </p:nvSpPr>
        <p:spPr>
          <a:xfrm>
            <a:off x="4928833" y="2755589"/>
            <a:ext cx="1945005" cy="972819"/>
          </a:xfrm>
          <a:prstGeom prst="rect">
            <a:avLst/>
          </a:prstGeom>
        </p:spPr>
        <p:txBody>
          <a:bodyPr vert="horz" wrap="square" lIns="0" tIns="6350" rIns="0" bIns="0" rtlCol="0">
            <a:spAutoFit/>
          </a:bodyPr>
          <a:lstStyle/>
          <a:p>
            <a:pPr marL="200025" marR="115570" indent="-76200" algn="just">
              <a:lnSpc>
                <a:spcPct val="91600"/>
              </a:lnSpc>
              <a:spcBef>
                <a:spcPts val="50"/>
              </a:spcBef>
            </a:pPr>
            <a:r>
              <a:rPr sz="2200" dirty="0">
                <a:solidFill>
                  <a:srgbClr val="FFFFFF"/>
                </a:solidFill>
                <a:latin typeface="Calibri"/>
                <a:cs typeface="Calibri"/>
              </a:rPr>
              <a:t>Service</a:t>
            </a:r>
            <a:r>
              <a:rPr sz="2200" spc="-15" dirty="0">
                <a:solidFill>
                  <a:srgbClr val="FFFFFF"/>
                </a:solidFill>
                <a:latin typeface="Calibri"/>
                <a:cs typeface="Calibri"/>
              </a:rPr>
              <a:t> </a:t>
            </a:r>
            <a:r>
              <a:rPr sz="2200" spc="-10" dirty="0">
                <a:solidFill>
                  <a:srgbClr val="FFFFFF"/>
                </a:solidFill>
                <a:latin typeface="Calibri"/>
                <a:cs typeface="Calibri"/>
              </a:rPr>
              <a:t>interne </a:t>
            </a:r>
            <a:r>
              <a:rPr sz="2200" dirty="0">
                <a:solidFill>
                  <a:srgbClr val="FFFFFF"/>
                </a:solidFill>
                <a:latin typeface="Calibri"/>
                <a:cs typeface="Calibri"/>
              </a:rPr>
              <a:t>d'injection</a:t>
            </a:r>
            <a:r>
              <a:rPr sz="2200" spc="-15" dirty="0">
                <a:solidFill>
                  <a:srgbClr val="FFFFFF"/>
                </a:solidFill>
                <a:latin typeface="Calibri"/>
                <a:cs typeface="Calibri"/>
              </a:rPr>
              <a:t> </a:t>
            </a:r>
            <a:r>
              <a:rPr sz="2200" spc="-25" dirty="0">
                <a:solidFill>
                  <a:srgbClr val="FFFFFF"/>
                </a:solidFill>
                <a:latin typeface="Calibri"/>
                <a:cs typeface="Calibri"/>
              </a:rPr>
              <a:t>de </a:t>
            </a:r>
            <a:r>
              <a:rPr sz="2200" spc="-10" dirty="0">
                <a:solidFill>
                  <a:srgbClr val="FFFFFF"/>
                </a:solidFill>
                <a:latin typeface="Calibri"/>
                <a:cs typeface="Calibri"/>
              </a:rPr>
              <a:t>dépendance</a:t>
            </a:r>
            <a:endParaRPr sz="2200">
              <a:latin typeface="Calibri"/>
              <a:cs typeface="Calibri"/>
            </a:endParaRPr>
          </a:p>
        </p:txBody>
      </p:sp>
      <p:grpSp>
        <p:nvGrpSpPr>
          <p:cNvPr id="13" name="object 10">
            <a:extLst>
              <a:ext uri="{FF2B5EF4-FFF2-40B4-BE49-F238E27FC236}">
                <a16:creationId xmlns:a16="http://schemas.microsoft.com/office/drawing/2014/main" id="{DDFD0508-A5A2-A571-078D-E75A6061AB70}"/>
              </a:ext>
            </a:extLst>
          </p:cNvPr>
          <p:cNvGrpSpPr/>
          <p:nvPr/>
        </p:nvGrpSpPr>
        <p:grpSpPr>
          <a:xfrm>
            <a:off x="4922483" y="4129983"/>
            <a:ext cx="1957705" cy="985519"/>
            <a:chOff x="4835397" y="3896614"/>
            <a:chExt cx="1957705" cy="985519"/>
          </a:xfrm>
        </p:grpSpPr>
        <p:sp>
          <p:nvSpPr>
            <p:cNvPr id="14" name="object 11">
              <a:extLst>
                <a:ext uri="{FF2B5EF4-FFF2-40B4-BE49-F238E27FC236}">
                  <a16:creationId xmlns:a16="http://schemas.microsoft.com/office/drawing/2014/main" id="{2DDDE042-3B0A-CC75-E71B-A547670F7DC7}"/>
                </a:ext>
              </a:extLst>
            </p:cNvPr>
            <p:cNvSpPr/>
            <p:nvPr/>
          </p:nvSpPr>
          <p:spPr>
            <a:xfrm>
              <a:off x="4841747" y="3902964"/>
              <a:ext cx="1945005" cy="972819"/>
            </a:xfrm>
            <a:custGeom>
              <a:avLst/>
              <a:gdLst/>
              <a:ahLst/>
              <a:cxnLst/>
              <a:rect l="l" t="t" r="r" b="b"/>
              <a:pathLst>
                <a:path w="1945004" h="972820">
                  <a:moveTo>
                    <a:pt x="1944624" y="0"/>
                  </a:moveTo>
                  <a:lnTo>
                    <a:pt x="0" y="0"/>
                  </a:lnTo>
                  <a:lnTo>
                    <a:pt x="0" y="972312"/>
                  </a:lnTo>
                  <a:lnTo>
                    <a:pt x="1944624" y="972312"/>
                  </a:lnTo>
                  <a:lnTo>
                    <a:pt x="1944624" y="0"/>
                  </a:lnTo>
                  <a:close/>
                </a:path>
              </a:pathLst>
            </a:custGeom>
            <a:solidFill>
              <a:srgbClr val="4471C4"/>
            </a:solidFill>
          </p:spPr>
          <p:txBody>
            <a:bodyPr wrap="square" lIns="0" tIns="0" rIns="0" bIns="0" rtlCol="0"/>
            <a:lstStyle/>
            <a:p>
              <a:endParaRPr/>
            </a:p>
          </p:txBody>
        </p:sp>
        <p:sp>
          <p:nvSpPr>
            <p:cNvPr id="15" name="object 12">
              <a:extLst>
                <a:ext uri="{FF2B5EF4-FFF2-40B4-BE49-F238E27FC236}">
                  <a16:creationId xmlns:a16="http://schemas.microsoft.com/office/drawing/2014/main" id="{3E6CDDCE-E297-57FE-E34E-C8B3FC59ED5D}"/>
                </a:ext>
              </a:extLst>
            </p:cNvPr>
            <p:cNvSpPr/>
            <p:nvPr/>
          </p:nvSpPr>
          <p:spPr>
            <a:xfrm>
              <a:off x="4841747" y="3902964"/>
              <a:ext cx="1945005" cy="972819"/>
            </a:xfrm>
            <a:custGeom>
              <a:avLst/>
              <a:gdLst/>
              <a:ahLst/>
              <a:cxnLst/>
              <a:rect l="l" t="t" r="r" b="b"/>
              <a:pathLst>
                <a:path w="1945004" h="972820">
                  <a:moveTo>
                    <a:pt x="0" y="972312"/>
                  </a:moveTo>
                  <a:lnTo>
                    <a:pt x="1944624" y="972312"/>
                  </a:lnTo>
                  <a:lnTo>
                    <a:pt x="1944624" y="0"/>
                  </a:lnTo>
                  <a:lnTo>
                    <a:pt x="0" y="0"/>
                  </a:lnTo>
                  <a:lnTo>
                    <a:pt x="0" y="972312"/>
                  </a:lnTo>
                  <a:close/>
                </a:path>
              </a:pathLst>
            </a:custGeom>
            <a:ln w="12700">
              <a:solidFill>
                <a:srgbClr val="FFFFFF"/>
              </a:solidFill>
            </a:ln>
          </p:spPr>
          <p:txBody>
            <a:bodyPr wrap="square" lIns="0" tIns="0" rIns="0" bIns="0" rtlCol="0"/>
            <a:lstStyle/>
            <a:p>
              <a:endParaRPr/>
            </a:p>
          </p:txBody>
        </p:sp>
      </p:grpSp>
      <p:sp>
        <p:nvSpPr>
          <p:cNvPr id="16" name="object 13">
            <a:extLst>
              <a:ext uri="{FF2B5EF4-FFF2-40B4-BE49-F238E27FC236}">
                <a16:creationId xmlns:a16="http://schemas.microsoft.com/office/drawing/2014/main" id="{38EB840B-0FCF-716C-AA75-AC0F533BEA43}"/>
              </a:ext>
            </a:extLst>
          </p:cNvPr>
          <p:cNvSpPr txBox="1"/>
          <p:nvPr/>
        </p:nvSpPr>
        <p:spPr>
          <a:xfrm>
            <a:off x="4928833" y="4136333"/>
            <a:ext cx="1945005" cy="972819"/>
          </a:xfrm>
          <a:prstGeom prst="rect">
            <a:avLst/>
          </a:prstGeom>
        </p:spPr>
        <p:txBody>
          <a:bodyPr vert="horz" wrap="square" lIns="0" tIns="7620" rIns="0" bIns="0" rtlCol="0">
            <a:spAutoFit/>
          </a:bodyPr>
          <a:lstStyle/>
          <a:p>
            <a:pPr marL="102870" marR="93345" algn="ctr">
              <a:lnSpc>
                <a:spcPct val="91600"/>
              </a:lnSpc>
              <a:spcBef>
                <a:spcPts val="60"/>
              </a:spcBef>
            </a:pPr>
            <a:r>
              <a:rPr sz="2200" spc="-20" dirty="0">
                <a:solidFill>
                  <a:srgbClr val="FFFFFF"/>
                </a:solidFill>
                <a:latin typeface="Calibri"/>
                <a:cs typeface="Calibri"/>
              </a:rPr>
              <a:t>Enregistrement </a:t>
            </a:r>
            <a:r>
              <a:rPr sz="2200" dirty="0">
                <a:solidFill>
                  <a:srgbClr val="FFFFFF"/>
                </a:solidFill>
                <a:latin typeface="Calibri"/>
                <a:cs typeface="Calibri"/>
              </a:rPr>
              <a:t>dans</a:t>
            </a:r>
            <a:r>
              <a:rPr sz="2200" spc="-20" dirty="0">
                <a:solidFill>
                  <a:srgbClr val="FFFFFF"/>
                </a:solidFill>
                <a:latin typeface="Calibri"/>
                <a:cs typeface="Calibri"/>
              </a:rPr>
              <a:t> </a:t>
            </a:r>
            <a:r>
              <a:rPr sz="2200" spc="-35" dirty="0">
                <a:solidFill>
                  <a:srgbClr val="FFFFFF"/>
                </a:solidFill>
                <a:latin typeface="Calibri"/>
                <a:cs typeface="Calibri"/>
              </a:rPr>
              <a:t>le </a:t>
            </a:r>
            <a:r>
              <a:rPr sz="2200" spc="-10" dirty="0">
                <a:solidFill>
                  <a:srgbClr val="FFFFFF"/>
                </a:solidFill>
                <a:latin typeface="Calibri"/>
                <a:cs typeface="Calibri"/>
              </a:rPr>
              <a:t>conteneur</a:t>
            </a:r>
            <a:endParaRPr sz="2200">
              <a:latin typeface="Calibri"/>
              <a:cs typeface="Calibri"/>
            </a:endParaRPr>
          </a:p>
        </p:txBody>
      </p:sp>
      <p:grpSp>
        <p:nvGrpSpPr>
          <p:cNvPr id="17" name="object 14">
            <a:extLst>
              <a:ext uri="{FF2B5EF4-FFF2-40B4-BE49-F238E27FC236}">
                <a16:creationId xmlns:a16="http://schemas.microsoft.com/office/drawing/2014/main" id="{17AA7583-7228-3C19-62A9-6C34DE161B64}"/>
              </a:ext>
            </a:extLst>
          </p:cNvPr>
          <p:cNvGrpSpPr/>
          <p:nvPr/>
        </p:nvGrpSpPr>
        <p:grpSpPr>
          <a:xfrm>
            <a:off x="1391375" y="5510727"/>
            <a:ext cx="1958975" cy="986790"/>
            <a:chOff x="1304289" y="5277358"/>
            <a:chExt cx="1958975" cy="986790"/>
          </a:xfrm>
        </p:grpSpPr>
        <p:sp>
          <p:nvSpPr>
            <p:cNvPr id="18" name="object 15">
              <a:extLst>
                <a:ext uri="{FF2B5EF4-FFF2-40B4-BE49-F238E27FC236}">
                  <a16:creationId xmlns:a16="http://schemas.microsoft.com/office/drawing/2014/main" id="{8DE1BE93-F1C7-52DF-15A5-8C3FD4806290}"/>
                </a:ext>
              </a:extLst>
            </p:cNvPr>
            <p:cNvSpPr/>
            <p:nvPr/>
          </p:nvSpPr>
          <p:spPr>
            <a:xfrm>
              <a:off x="1310639" y="5283708"/>
              <a:ext cx="1946275" cy="974090"/>
            </a:xfrm>
            <a:custGeom>
              <a:avLst/>
              <a:gdLst/>
              <a:ahLst/>
              <a:cxnLst/>
              <a:rect l="l" t="t" r="r" b="b"/>
              <a:pathLst>
                <a:path w="1946275" h="974089">
                  <a:moveTo>
                    <a:pt x="1946148" y="0"/>
                  </a:moveTo>
                  <a:lnTo>
                    <a:pt x="0" y="0"/>
                  </a:lnTo>
                  <a:lnTo>
                    <a:pt x="0" y="973836"/>
                  </a:lnTo>
                  <a:lnTo>
                    <a:pt x="1946148" y="973836"/>
                  </a:lnTo>
                  <a:lnTo>
                    <a:pt x="1946148" y="0"/>
                  </a:lnTo>
                  <a:close/>
                </a:path>
              </a:pathLst>
            </a:custGeom>
            <a:solidFill>
              <a:srgbClr val="4471C4"/>
            </a:solidFill>
          </p:spPr>
          <p:txBody>
            <a:bodyPr wrap="square" lIns="0" tIns="0" rIns="0" bIns="0" rtlCol="0"/>
            <a:lstStyle/>
            <a:p>
              <a:endParaRPr/>
            </a:p>
          </p:txBody>
        </p:sp>
        <p:sp>
          <p:nvSpPr>
            <p:cNvPr id="19" name="object 16">
              <a:extLst>
                <a:ext uri="{FF2B5EF4-FFF2-40B4-BE49-F238E27FC236}">
                  <a16:creationId xmlns:a16="http://schemas.microsoft.com/office/drawing/2014/main" id="{7652F485-7C17-3C2A-1A7B-3E52BEDDE02A}"/>
                </a:ext>
              </a:extLst>
            </p:cNvPr>
            <p:cNvSpPr/>
            <p:nvPr/>
          </p:nvSpPr>
          <p:spPr>
            <a:xfrm>
              <a:off x="1310639" y="5283708"/>
              <a:ext cx="1946275" cy="974090"/>
            </a:xfrm>
            <a:custGeom>
              <a:avLst/>
              <a:gdLst/>
              <a:ahLst/>
              <a:cxnLst/>
              <a:rect l="l" t="t" r="r" b="b"/>
              <a:pathLst>
                <a:path w="1946275" h="974089">
                  <a:moveTo>
                    <a:pt x="0" y="973836"/>
                  </a:moveTo>
                  <a:lnTo>
                    <a:pt x="1946148" y="973836"/>
                  </a:lnTo>
                  <a:lnTo>
                    <a:pt x="1946148" y="0"/>
                  </a:lnTo>
                  <a:lnTo>
                    <a:pt x="0" y="0"/>
                  </a:lnTo>
                  <a:lnTo>
                    <a:pt x="0" y="973836"/>
                  </a:lnTo>
                  <a:close/>
                </a:path>
              </a:pathLst>
            </a:custGeom>
            <a:ln w="12700">
              <a:solidFill>
                <a:srgbClr val="FFFFFF"/>
              </a:solidFill>
            </a:ln>
          </p:spPr>
          <p:txBody>
            <a:bodyPr wrap="square" lIns="0" tIns="0" rIns="0" bIns="0" rtlCol="0"/>
            <a:lstStyle/>
            <a:p>
              <a:endParaRPr/>
            </a:p>
          </p:txBody>
        </p:sp>
      </p:grpSp>
      <p:sp>
        <p:nvSpPr>
          <p:cNvPr id="20" name="object 17">
            <a:extLst>
              <a:ext uri="{FF2B5EF4-FFF2-40B4-BE49-F238E27FC236}">
                <a16:creationId xmlns:a16="http://schemas.microsoft.com/office/drawing/2014/main" id="{C5C44F2F-CD97-CE39-C752-A7367B4ABC05}"/>
              </a:ext>
            </a:extLst>
          </p:cNvPr>
          <p:cNvSpPr txBox="1"/>
          <p:nvPr/>
        </p:nvSpPr>
        <p:spPr>
          <a:xfrm>
            <a:off x="1397725" y="5517077"/>
            <a:ext cx="1946275" cy="974090"/>
          </a:xfrm>
          <a:prstGeom prst="rect">
            <a:avLst/>
          </a:prstGeom>
        </p:spPr>
        <p:txBody>
          <a:bodyPr vert="horz" wrap="square" lIns="0" tIns="167005" rIns="0" bIns="0" rtlCol="0">
            <a:spAutoFit/>
          </a:bodyPr>
          <a:lstStyle/>
          <a:p>
            <a:pPr marL="421005" marR="109220" indent="-306705">
              <a:lnSpc>
                <a:spcPts val="2420"/>
              </a:lnSpc>
              <a:spcBef>
                <a:spcPts val="1315"/>
              </a:spcBef>
            </a:pPr>
            <a:r>
              <a:rPr sz="2200" dirty="0">
                <a:solidFill>
                  <a:srgbClr val="FFFFFF"/>
                </a:solidFill>
                <a:latin typeface="Calibri"/>
                <a:cs typeface="Calibri"/>
              </a:rPr>
              <a:t>Injectable</a:t>
            </a:r>
            <a:r>
              <a:rPr sz="2200" spc="-20" dirty="0">
                <a:solidFill>
                  <a:srgbClr val="FFFFFF"/>
                </a:solidFill>
                <a:latin typeface="Calibri"/>
                <a:cs typeface="Calibri"/>
              </a:rPr>
              <a:t> dans </a:t>
            </a:r>
            <a:r>
              <a:rPr sz="2200" spc="-10" dirty="0">
                <a:solidFill>
                  <a:srgbClr val="FFFFFF"/>
                </a:solidFill>
                <a:latin typeface="Calibri"/>
                <a:cs typeface="Calibri"/>
              </a:rPr>
              <a:t>Configure</a:t>
            </a:r>
            <a:endParaRPr sz="2200">
              <a:latin typeface="Calibri"/>
              <a:cs typeface="Calibri"/>
            </a:endParaRPr>
          </a:p>
        </p:txBody>
      </p:sp>
      <p:grpSp>
        <p:nvGrpSpPr>
          <p:cNvPr id="21" name="object 18">
            <a:extLst>
              <a:ext uri="{FF2B5EF4-FFF2-40B4-BE49-F238E27FC236}">
                <a16:creationId xmlns:a16="http://schemas.microsoft.com/office/drawing/2014/main" id="{DE206234-8428-6B8B-809B-6AB1E71E0878}"/>
              </a:ext>
            </a:extLst>
          </p:cNvPr>
          <p:cNvGrpSpPr/>
          <p:nvPr/>
        </p:nvGrpSpPr>
        <p:grpSpPr>
          <a:xfrm>
            <a:off x="3745956" y="5510727"/>
            <a:ext cx="1957705" cy="986790"/>
            <a:chOff x="3658870" y="5277358"/>
            <a:chExt cx="1957705" cy="986790"/>
          </a:xfrm>
        </p:grpSpPr>
        <p:sp>
          <p:nvSpPr>
            <p:cNvPr id="22" name="object 19">
              <a:extLst>
                <a:ext uri="{FF2B5EF4-FFF2-40B4-BE49-F238E27FC236}">
                  <a16:creationId xmlns:a16="http://schemas.microsoft.com/office/drawing/2014/main" id="{D332C806-4209-7AB2-9E38-DEF117988970}"/>
                </a:ext>
              </a:extLst>
            </p:cNvPr>
            <p:cNvSpPr/>
            <p:nvPr/>
          </p:nvSpPr>
          <p:spPr>
            <a:xfrm>
              <a:off x="3665220" y="5283708"/>
              <a:ext cx="1945005" cy="974090"/>
            </a:xfrm>
            <a:custGeom>
              <a:avLst/>
              <a:gdLst/>
              <a:ahLst/>
              <a:cxnLst/>
              <a:rect l="l" t="t" r="r" b="b"/>
              <a:pathLst>
                <a:path w="1945004" h="974089">
                  <a:moveTo>
                    <a:pt x="1944624" y="0"/>
                  </a:moveTo>
                  <a:lnTo>
                    <a:pt x="0" y="0"/>
                  </a:lnTo>
                  <a:lnTo>
                    <a:pt x="0" y="973836"/>
                  </a:lnTo>
                  <a:lnTo>
                    <a:pt x="1944624" y="973836"/>
                  </a:lnTo>
                  <a:lnTo>
                    <a:pt x="1944624" y="0"/>
                  </a:lnTo>
                  <a:close/>
                </a:path>
              </a:pathLst>
            </a:custGeom>
            <a:solidFill>
              <a:srgbClr val="4471C4"/>
            </a:solidFill>
          </p:spPr>
          <p:txBody>
            <a:bodyPr wrap="square" lIns="0" tIns="0" rIns="0" bIns="0" rtlCol="0"/>
            <a:lstStyle/>
            <a:p>
              <a:endParaRPr/>
            </a:p>
          </p:txBody>
        </p:sp>
        <p:sp>
          <p:nvSpPr>
            <p:cNvPr id="23" name="object 20">
              <a:extLst>
                <a:ext uri="{FF2B5EF4-FFF2-40B4-BE49-F238E27FC236}">
                  <a16:creationId xmlns:a16="http://schemas.microsoft.com/office/drawing/2014/main" id="{B149418D-F308-F8D3-9EA0-673DBD88295B}"/>
                </a:ext>
              </a:extLst>
            </p:cNvPr>
            <p:cNvSpPr/>
            <p:nvPr/>
          </p:nvSpPr>
          <p:spPr>
            <a:xfrm>
              <a:off x="3665220" y="5283708"/>
              <a:ext cx="1945005" cy="974090"/>
            </a:xfrm>
            <a:custGeom>
              <a:avLst/>
              <a:gdLst/>
              <a:ahLst/>
              <a:cxnLst/>
              <a:rect l="l" t="t" r="r" b="b"/>
              <a:pathLst>
                <a:path w="1945004" h="974089">
                  <a:moveTo>
                    <a:pt x="0" y="973836"/>
                  </a:moveTo>
                  <a:lnTo>
                    <a:pt x="1944624" y="973836"/>
                  </a:lnTo>
                  <a:lnTo>
                    <a:pt x="1944624" y="0"/>
                  </a:lnTo>
                  <a:lnTo>
                    <a:pt x="0" y="0"/>
                  </a:lnTo>
                  <a:lnTo>
                    <a:pt x="0" y="973836"/>
                  </a:lnTo>
                  <a:close/>
                </a:path>
              </a:pathLst>
            </a:custGeom>
            <a:ln w="12700">
              <a:solidFill>
                <a:srgbClr val="FFFFFF"/>
              </a:solidFill>
            </a:ln>
          </p:spPr>
          <p:txBody>
            <a:bodyPr wrap="square" lIns="0" tIns="0" rIns="0" bIns="0" rtlCol="0"/>
            <a:lstStyle/>
            <a:p>
              <a:endParaRPr/>
            </a:p>
          </p:txBody>
        </p:sp>
      </p:grpSp>
      <p:sp>
        <p:nvSpPr>
          <p:cNvPr id="24" name="object 21">
            <a:extLst>
              <a:ext uri="{FF2B5EF4-FFF2-40B4-BE49-F238E27FC236}">
                <a16:creationId xmlns:a16="http://schemas.microsoft.com/office/drawing/2014/main" id="{76743CC3-0CA5-3230-2341-EB75AABF716C}"/>
              </a:ext>
            </a:extLst>
          </p:cNvPr>
          <p:cNvSpPr txBox="1"/>
          <p:nvPr/>
        </p:nvSpPr>
        <p:spPr>
          <a:xfrm>
            <a:off x="3752306" y="5517077"/>
            <a:ext cx="1945005" cy="974090"/>
          </a:xfrm>
          <a:prstGeom prst="rect">
            <a:avLst/>
          </a:prstGeom>
        </p:spPr>
        <p:txBody>
          <a:bodyPr vert="horz" wrap="square" lIns="0" tIns="167005" rIns="0" bIns="0" rtlCol="0">
            <a:spAutoFit/>
          </a:bodyPr>
          <a:lstStyle/>
          <a:p>
            <a:pPr marL="332105" marR="108585" indent="-218440">
              <a:lnSpc>
                <a:spcPts val="2420"/>
              </a:lnSpc>
              <a:spcBef>
                <a:spcPts val="1315"/>
              </a:spcBef>
            </a:pPr>
            <a:r>
              <a:rPr sz="2200" dirty="0">
                <a:solidFill>
                  <a:srgbClr val="FFFFFF"/>
                </a:solidFill>
                <a:latin typeface="Calibri"/>
                <a:cs typeface="Calibri"/>
              </a:rPr>
              <a:t>Injectable</a:t>
            </a:r>
            <a:r>
              <a:rPr sz="2200" spc="-20" dirty="0">
                <a:solidFill>
                  <a:srgbClr val="FFFFFF"/>
                </a:solidFill>
                <a:latin typeface="Calibri"/>
                <a:cs typeface="Calibri"/>
              </a:rPr>
              <a:t> dans </a:t>
            </a:r>
            <a:r>
              <a:rPr sz="2200" dirty="0">
                <a:solidFill>
                  <a:srgbClr val="FFFFFF"/>
                </a:solidFill>
                <a:latin typeface="Calibri"/>
                <a:cs typeface="Calibri"/>
              </a:rPr>
              <a:t>les</a:t>
            </a:r>
            <a:r>
              <a:rPr sz="2200" spc="-40" dirty="0">
                <a:solidFill>
                  <a:srgbClr val="FFFFFF"/>
                </a:solidFill>
                <a:latin typeface="Calibri"/>
                <a:cs typeface="Calibri"/>
              </a:rPr>
              <a:t> </a:t>
            </a:r>
            <a:r>
              <a:rPr sz="2200" spc="-10" dirty="0">
                <a:solidFill>
                  <a:srgbClr val="FFFFFF"/>
                </a:solidFill>
                <a:latin typeface="Calibri"/>
                <a:cs typeface="Calibri"/>
              </a:rPr>
              <a:t>services</a:t>
            </a:r>
            <a:endParaRPr sz="2200">
              <a:latin typeface="Calibri"/>
              <a:cs typeface="Calibri"/>
            </a:endParaRPr>
          </a:p>
        </p:txBody>
      </p:sp>
      <p:grpSp>
        <p:nvGrpSpPr>
          <p:cNvPr id="25" name="object 22">
            <a:extLst>
              <a:ext uri="{FF2B5EF4-FFF2-40B4-BE49-F238E27FC236}">
                <a16:creationId xmlns:a16="http://schemas.microsoft.com/office/drawing/2014/main" id="{711E1E51-EA14-D775-B9C5-0C2CF9E83704}"/>
              </a:ext>
            </a:extLst>
          </p:cNvPr>
          <p:cNvGrpSpPr/>
          <p:nvPr/>
        </p:nvGrpSpPr>
        <p:grpSpPr>
          <a:xfrm>
            <a:off x="6099012" y="5510727"/>
            <a:ext cx="1958975" cy="986790"/>
            <a:chOff x="6011926" y="5277358"/>
            <a:chExt cx="1958975" cy="986790"/>
          </a:xfrm>
        </p:grpSpPr>
        <p:sp>
          <p:nvSpPr>
            <p:cNvPr id="26" name="object 23">
              <a:extLst>
                <a:ext uri="{FF2B5EF4-FFF2-40B4-BE49-F238E27FC236}">
                  <a16:creationId xmlns:a16="http://schemas.microsoft.com/office/drawing/2014/main" id="{37E9C62C-21D5-8642-DE32-D888FEAD4916}"/>
                </a:ext>
              </a:extLst>
            </p:cNvPr>
            <p:cNvSpPr/>
            <p:nvPr/>
          </p:nvSpPr>
          <p:spPr>
            <a:xfrm>
              <a:off x="6018276" y="5283708"/>
              <a:ext cx="1946275" cy="974090"/>
            </a:xfrm>
            <a:custGeom>
              <a:avLst/>
              <a:gdLst/>
              <a:ahLst/>
              <a:cxnLst/>
              <a:rect l="l" t="t" r="r" b="b"/>
              <a:pathLst>
                <a:path w="1946275" h="974089">
                  <a:moveTo>
                    <a:pt x="1946148" y="0"/>
                  </a:moveTo>
                  <a:lnTo>
                    <a:pt x="0" y="0"/>
                  </a:lnTo>
                  <a:lnTo>
                    <a:pt x="0" y="973836"/>
                  </a:lnTo>
                  <a:lnTo>
                    <a:pt x="1946148" y="973836"/>
                  </a:lnTo>
                  <a:lnTo>
                    <a:pt x="1946148" y="0"/>
                  </a:lnTo>
                  <a:close/>
                </a:path>
              </a:pathLst>
            </a:custGeom>
            <a:solidFill>
              <a:srgbClr val="4471C4"/>
            </a:solidFill>
          </p:spPr>
          <p:txBody>
            <a:bodyPr wrap="square" lIns="0" tIns="0" rIns="0" bIns="0" rtlCol="0"/>
            <a:lstStyle/>
            <a:p>
              <a:endParaRPr/>
            </a:p>
          </p:txBody>
        </p:sp>
        <p:sp>
          <p:nvSpPr>
            <p:cNvPr id="27" name="object 24">
              <a:extLst>
                <a:ext uri="{FF2B5EF4-FFF2-40B4-BE49-F238E27FC236}">
                  <a16:creationId xmlns:a16="http://schemas.microsoft.com/office/drawing/2014/main" id="{2C2A0AB6-7D71-A7D4-CF9C-3B92A32E52AF}"/>
                </a:ext>
              </a:extLst>
            </p:cNvPr>
            <p:cNvSpPr/>
            <p:nvPr/>
          </p:nvSpPr>
          <p:spPr>
            <a:xfrm>
              <a:off x="6018276" y="5283708"/>
              <a:ext cx="1946275" cy="974090"/>
            </a:xfrm>
            <a:custGeom>
              <a:avLst/>
              <a:gdLst/>
              <a:ahLst/>
              <a:cxnLst/>
              <a:rect l="l" t="t" r="r" b="b"/>
              <a:pathLst>
                <a:path w="1946275" h="974089">
                  <a:moveTo>
                    <a:pt x="0" y="973836"/>
                  </a:moveTo>
                  <a:lnTo>
                    <a:pt x="1946148" y="973836"/>
                  </a:lnTo>
                  <a:lnTo>
                    <a:pt x="1946148" y="0"/>
                  </a:lnTo>
                  <a:lnTo>
                    <a:pt x="0" y="0"/>
                  </a:lnTo>
                  <a:lnTo>
                    <a:pt x="0" y="973836"/>
                  </a:lnTo>
                  <a:close/>
                </a:path>
              </a:pathLst>
            </a:custGeom>
            <a:ln w="12700">
              <a:solidFill>
                <a:srgbClr val="FFFFFF"/>
              </a:solidFill>
            </a:ln>
          </p:spPr>
          <p:txBody>
            <a:bodyPr wrap="square" lIns="0" tIns="0" rIns="0" bIns="0" rtlCol="0"/>
            <a:lstStyle/>
            <a:p>
              <a:endParaRPr/>
            </a:p>
          </p:txBody>
        </p:sp>
      </p:grpSp>
      <p:sp>
        <p:nvSpPr>
          <p:cNvPr id="28" name="object 25">
            <a:extLst>
              <a:ext uri="{FF2B5EF4-FFF2-40B4-BE49-F238E27FC236}">
                <a16:creationId xmlns:a16="http://schemas.microsoft.com/office/drawing/2014/main" id="{CD1BED75-5DA5-8224-7B76-998A71B40694}"/>
              </a:ext>
            </a:extLst>
          </p:cNvPr>
          <p:cNvSpPr txBox="1"/>
          <p:nvPr/>
        </p:nvSpPr>
        <p:spPr>
          <a:xfrm>
            <a:off x="6105362" y="5517077"/>
            <a:ext cx="1946275" cy="974090"/>
          </a:xfrm>
          <a:prstGeom prst="rect">
            <a:avLst/>
          </a:prstGeom>
        </p:spPr>
        <p:txBody>
          <a:bodyPr vert="horz" wrap="square" lIns="0" tIns="167005" rIns="0" bIns="0" rtlCol="0">
            <a:spAutoFit/>
          </a:bodyPr>
          <a:lstStyle/>
          <a:p>
            <a:pPr marL="139700" marR="108585" indent="-24765">
              <a:lnSpc>
                <a:spcPts val="2420"/>
              </a:lnSpc>
              <a:spcBef>
                <a:spcPts val="1315"/>
              </a:spcBef>
            </a:pPr>
            <a:r>
              <a:rPr sz="2200" dirty="0">
                <a:solidFill>
                  <a:srgbClr val="FFFFFF"/>
                </a:solidFill>
                <a:latin typeface="Calibri"/>
                <a:cs typeface="Calibri"/>
              </a:rPr>
              <a:t>Injectable</a:t>
            </a:r>
            <a:r>
              <a:rPr sz="2200" spc="-20" dirty="0">
                <a:solidFill>
                  <a:srgbClr val="FFFFFF"/>
                </a:solidFill>
                <a:latin typeface="Calibri"/>
                <a:cs typeface="Calibri"/>
              </a:rPr>
              <a:t> dans </a:t>
            </a:r>
            <a:r>
              <a:rPr sz="2200" dirty="0">
                <a:solidFill>
                  <a:srgbClr val="FFFFFF"/>
                </a:solidFill>
                <a:latin typeface="Calibri"/>
                <a:cs typeface="Calibri"/>
              </a:rPr>
              <a:t>les</a:t>
            </a:r>
            <a:r>
              <a:rPr sz="2200" spc="-40" dirty="0">
                <a:solidFill>
                  <a:srgbClr val="FFFFFF"/>
                </a:solidFill>
                <a:latin typeface="Calibri"/>
                <a:cs typeface="Calibri"/>
              </a:rPr>
              <a:t> </a:t>
            </a:r>
            <a:r>
              <a:rPr sz="2200" spc="-10" dirty="0">
                <a:solidFill>
                  <a:srgbClr val="FFFFFF"/>
                </a:solidFill>
                <a:latin typeface="Calibri"/>
                <a:cs typeface="Calibri"/>
              </a:rPr>
              <a:t>contrôleurs</a:t>
            </a:r>
            <a:endParaRPr sz="2200">
              <a:latin typeface="Calibri"/>
              <a:cs typeface="Calibri"/>
            </a:endParaRPr>
          </a:p>
        </p:txBody>
      </p:sp>
      <p:grpSp>
        <p:nvGrpSpPr>
          <p:cNvPr id="29" name="object 26">
            <a:extLst>
              <a:ext uri="{FF2B5EF4-FFF2-40B4-BE49-F238E27FC236}">
                <a16:creationId xmlns:a16="http://schemas.microsoft.com/office/drawing/2014/main" id="{5ED0C4EF-2C52-87EB-8874-2681F170CCE8}"/>
              </a:ext>
            </a:extLst>
          </p:cNvPr>
          <p:cNvGrpSpPr/>
          <p:nvPr/>
        </p:nvGrpSpPr>
        <p:grpSpPr>
          <a:xfrm>
            <a:off x="8453592" y="5510727"/>
            <a:ext cx="1957705" cy="986790"/>
            <a:chOff x="8366506" y="5277358"/>
            <a:chExt cx="1957705" cy="986790"/>
          </a:xfrm>
        </p:grpSpPr>
        <p:sp>
          <p:nvSpPr>
            <p:cNvPr id="30" name="object 27">
              <a:extLst>
                <a:ext uri="{FF2B5EF4-FFF2-40B4-BE49-F238E27FC236}">
                  <a16:creationId xmlns:a16="http://schemas.microsoft.com/office/drawing/2014/main" id="{EE6171A9-F09F-7794-05DC-68EE139E8F4F}"/>
                </a:ext>
              </a:extLst>
            </p:cNvPr>
            <p:cNvSpPr/>
            <p:nvPr/>
          </p:nvSpPr>
          <p:spPr>
            <a:xfrm>
              <a:off x="8372856" y="5283708"/>
              <a:ext cx="1945005" cy="974090"/>
            </a:xfrm>
            <a:custGeom>
              <a:avLst/>
              <a:gdLst/>
              <a:ahLst/>
              <a:cxnLst/>
              <a:rect l="l" t="t" r="r" b="b"/>
              <a:pathLst>
                <a:path w="1945004" h="974089">
                  <a:moveTo>
                    <a:pt x="1944624" y="0"/>
                  </a:moveTo>
                  <a:lnTo>
                    <a:pt x="0" y="0"/>
                  </a:lnTo>
                  <a:lnTo>
                    <a:pt x="0" y="973836"/>
                  </a:lnTo>
                  <a:lnTo>
                    <a:pt x="1944624" y="973836"/>
                  </a:lnTo>
                  <a:lnTo>
                    <a:pt x="1944624" y="0"/>
                  </a:lnTo>
                  <a:close/>
                </a:path>
              </a:pathLst>
            </a:custGeom>
            <a:solidFill>
              <a:srgbClr val="4471C4"/>
            </a:solidFill>
          </p:spPr>
          <p:txBody>
            <a:bodyPr wrap="square" lIns="0" tIns="0" rIns="0" bIns="0" rtlCol="0"/>
            <a:lstStyle/>
            <a:p>
              <a:endParaRPr/>
            </a:p>
          </p:txBody>
        </p:sp>
        <p:sp>
          <p:nvSpPr>
            <p:cNvPr id="31" name="object 28">
              <a:extLst>
                <a:ext uri="{FF2B5EF4-FFF2-40B4-BE49-F238E27FC236}">
                  <a16:creationId xmlns:a16="http://schemas.microsoft.com/office/drawing/2014/main" id="{A23980E3-B741-07C9-D46B-952FFFBE4EF5}"/>
                </a:ext>
              </a:extLst>
            </p:cNvPr>
            <p:cNvSpPr/>
            <p:nvPr/>
          </p:nvSpPr>
          <p:spPr>
            <a:xfrm>
              <a:off x="8372856" y="5283708"/>
              <a:ext cx="1945005" cy="974090"/>
            </a:xfrm>
            <a:custGeom>
              <a:avLst/>
              <a:gdLst/>
              <a:ahLst/>
              <a:cxnLst/>
              <a:rect l="l" t="t" r="r" b="b"/>
              <a:pathLst>
                <a:path w="1945004" h="974089">
                  <a:moveTo>
                    <a:pt x="0" y="973836"/>
                  </a:moveTo>
                  <a:lnTo>
                    <a:pt x="1944624" y="973836"/>
                  </a:lnTo>
                  <a:lnTo>
                    <a:pt x="1944624" y="0"/>
                  </a:lnTo>
                  <a:lnTo>
                    <a:pt x="0" y="0"/>
                  </a:lnTo>
                  <a:lnTo>
                    <a:pt x="0" y="973836"/>
                  </a:lnTo>
                  <a:close/>
                </a:path>
              </a:pathLst>
            </a:custGeom>
            <a:ln w="12700">
              <a:solidFill>
                <a:srgbClr val="FFFFFF"/>
              </a:solidFill>
            </a:ln>
          </p:spPr>
          <p:txBody>
            <a:bodyPr wrap="square" lIns="0" tIns="0" rIns="0" bIns="0" rtlCol="0"/>
            <a:lstStyle/>
            <a:p>
              <a:endParaRPr/>
            </a:p>
          </p:txBody>
        </p:sp>
      </p:grpSp>
      <p:sp>
        <p:nvSpPr>
          <p:cNvPr id="32" name="object 29">
            <a:extLst>
              <a:ext uri="{FF2B5EF4-FFF2-40B4-BE49-F238E27FC236}">
                <a16:creationId xmlns:a16="http://schemas.microsoft.com/office/drawing/2014/main" id="{67CB6A4A-97D9-5E03-1E33-E37250EAFAF6}"/>
              </a:ext>
            </a:extLst>
          </p:cNvPr>
          <p:cNvSpPr txBox="1"/>
          <p:nvPr/>
        </p:nvSpPr>
        <p:spPr>
          <a:xfrm>
            <a:off x="8459942" y="5517077"/>
            <a:ext cx="1945005" cy="974090"/>
          </a:xfrm>
          <a:prstGeom prst="rect">
            <a:avLst/>
          </a:prstGeom>
        </p:spPr>
        <p:txBody>
          <a:bodyPr vert="horz" wrap="square" lIns="0" tIns="167005" rIns="0" bIns="0" rtlCol="0">
            <a:spAutoFit/>
          </a:bodyPr>
          <a:lstStyle/>
          <a:p>
            <a:pPr marL="378460" marR="107950" indent="-264160">
              <a:lnSpc>
                <a:spcPts val="2420"/>
              </a:lnSpc>
              <a:spcBef>
                <a:spcPts val="1315"/>
              </a:spcBef>
            </a:pPr>
            <a:r>
              <a:rPr sz="2200" dirty="0">
                <a:solidFill>
                  <a:srgbClr val="FFFFFF"/>
                </a:solidFill>
                <a:latin typeface="Calibri"/>
                <a:cs typeface="Calibri"/>
              </a:rPr>
              <a:t>Injectable</a:t>
            </a:r>
            <a:r>
              <a:rPr sz="2200" spc="-20" dirty="0">
                <a:solidFill>
                  <a:srgbClr val="FFFFFF"/>
                </a:solidFill>
                <a:latin typeface="Calibri"/>
                <a:cs typeface="Calibri"/>
              </a:rPr>
              <a:t> dans </a:t>
            </a:r>
            <a:r>
              <a:rPr sz="2200" dirty="0">
                <a:solidFill>
                  <a:srgbClr val="FFFFFF"/>
                </a:solidFill>
                <a:latin typeface="Calibri"/>
                <a:cs typeface="Calibri"/>
              </a:rPr>
              <a:t>les</a:t>
            </a:r>
            <a:r>
              <a:rPr sz="2200" spc="-40" dirty="0">
                <a:solidFill>
                  <a:srgbClr val="FFFFFF"/>
                </a:solidFill>
                <a:latin typeface="Calibri"/>
                <a:cs typeface="Calibri"/>
              </a:rPr>
              <a:t> </a:t>
            </a:r>
            <a:r>
              <a:rPr sz="2200" spc="-10" dirty="0">
                <a:solidFill>
                  <a:srgbClr val="FFFFFF"/>
                </a:solidFill>
                <a:latin typeface="Calibri"/>
                <a:cs typeface="Calibri"/>
              </a:rPr>
              <a:t>actions</a:t>
            </a:r>
            <a:endParaRPr sz="2200">
              <a:latin typeface="Calibri"/>
              <a:cs typeface="Calibri"/>
            </a:endParaRPr>
          </a:p>
        </p:txBody>
      </p:sp>
    </p:spTree>
    <p:extLst>
      <p:ext uri="{BB962C8B-B14F-4D97-AF65-F5344CB8AC3E}">
        <p14:creationId xmlns:p14="http://schemas.microsoft.com/office/powerpoint/2010/main" val="6307263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2767424"/>
          </a:xfrm>
          <a:prstGeom prst="rect">
            <a:avLst/>
          </a:prstGeom>
          <a:noFill/>
        </p:spPr>
        <p:txBody>
          <a:bodyPr wrap="square" rtlCol="0">
            <a:spAutoFit/>
          </a:bodyPr>
          <a:lstStyle/>
          <a:p>
            <a:pPr marL="342900" indent="-342900">
              <a:buFont typeface="Arial" panose="020B0604020202020204" pitchFamily="34" charset="0"/>
              <a:buChar char="•"/>
            </a:pPr>
            <a:endParaRPr lang="fr-FR" sz="2400" dirty="0"/>
          </a:p>
          <a:p>
            <a:pPr marL="240029" indent="-227329">
              <a:lnSpc>
                <a:spcPct val="100000"/>
              </a:lnSpc>
              <a:spcBef>
                <a:spcPts val="100"/>
              </a:spcBef>
              <a:buClr>
                <a:srgbClr val="391778"/>
              </a:buClr>
              <a:buFont typeface="Arial"/>
              <a:buChar char="•"/>
              <a:tabLst>
                <a:tab pos="240029" algn="l"/>
              </a:tabLst>
            </a:pPr>
            <a:r>
              <a:rPr lang="fr-FR" sz="2400" dirty="0">
                <a:latin typeface="Segoe UI"/>
                <a:cs typeface="Segoe UI"/>
              </a:rPr>
              <a:t>La</a:t>
            </a:r>
            <a:r>
              <a:rPr lang="fr-FR" sz="2400" spc="-5" dirty="0">
                <a:latin typeface="Segoe UI"/>
                <a:cs typeface="Segoe UI"/>
              </a:rPr>
              <a:t> </a:t>
            </a:r>
            <a:r>
              <a:rPr lang="fr-FR" sz="2400" dirty="0">
                <a:latin typeface="Segoe UI"/>
                <a:cs typeface="Segoe UI"/>
              </a:rPr>
              <a:t>classe </a:t>
            </a:r>
            <a:r>
              <a:rPr lang="fr-FR" sz="2400" i="1" dirty="0">
                <a:latin typeface="Segoe UI"/>
                <a:cs typeface="Segoe UI"/>
              </a:rPr>
              <a:t>Startup</a:t>
            </a:r>
            <a:r>
              <a:rPr lang="fr-FR" sz="2400" i="1" spc="-20" dirty="0">
                <a:latin typeface="Segoe UI"/>
                <a:cs typeface="Segoe UI"/>
              </a:rPr>
              <a:t> </a:t>
            </a:r>
            <a:r>
              <a:rPr lang="fr-FR" sz="2400" dirty="0">
                <a:latin typeface="Segoe UI"/>
                <a:cs typeface="Segoe UI"/>
              </a:rPr>
              <a:t>possèdent</a:t>
            </a:r>
            <a:r>
              <a:rPr lang="fr-FR" sz="2400" spc="-25" dirty="0">
                <a:latin typeface="Segoe UI"/>
                <a:cs typeface="Segoe UI"/>
              </a:rPr>
              <a:t> </a:t>
            </a:r>
            <a:r>
              <a:rPr lang="fr-FR" sz="2400" dirty="0">
                <a:latin typeface="Segoe UI"/>
                <a:cs typeface="Segoe UI"/>
              </a:rPr>
              <a:t>deux</a:t>
            </a:r>
            <a:r>
              <a:rPr lang="fr-FR" sz="2400" spc="-15" dirty="0">
                <a:latin typeface="Segoe UI"/>
                <a:cs typeface="Segoe UI"/>
              </a:rPr>
              <a:t> </a:t>
            </a:r>
            <a:r>
              <a:rPr lang="fr-FR" sz="2400" dirty="0">
                <a:latin typeface="Segoe UI"/>
                <a:cs typeface="Segoe UI"/>
              </a:rPr>
              <a:t>méthodes</a:t>
            </a:r>
            <a:r>
              <a:rPr lang="fr-FR" sz="2400" spc="-10" dirty="0">
                <a:latin typeface="Segoe UI"/>
                <a:cs typeface="Segoe UI"/>
              </a:rPr>
              <a:t> </a:t>
            </a:r>
            <a:r>
              <a:rPr lang="fr-FR" sz="2400" spc="-50" dirty="0">
                <a:latin typeface="Segoe UI"/>
                <a:cs typeface="Segoe UI"/>
              </a:rPr>
              <a:t>:</a:t>
            </a:r>
            <a:endParaRPr lang="fr-FR" sz="2400" dirty="0">
              <a:latin typeface="Segoe UI"/>
              <a:cs typeface="Segoe UI"/>
            </a:endParaRPr>
          </a:p>
          <a:p>
            <a:pPr>
              <a:lnSpc>
                <a:spcPct val="100000"/>
              </a:lnSpc>
              <a:spcBef>
                <a:spcPts val="610"/>
              </a:spcBef>
              <a:buClr>
                <a:srgbClr val="391778"/>
              </a:buClr>
              <a:buFont typeface="Arial"/>
              <a:buChar char="•"/>
            </a:pPr>
            <a:endParaRPr lang="fr-FR" sz="2400" dirty="0">
              <a:latin typeface="Segoe UI"/>
              <a:cs typeface="Segoe UI"/>
            </a:endParaRPr>
          </a:p>
          <a:p>
            <a:pPr marL="697865" lvl="1" indent="-227965">
              <a:lnSpc>
                <a:spcPct val="100000"/>
              </a:lnSpc>
              <a:buClr>
                <a:srgbClr val="391778"/>
              </a:buClr>
              <a:buFont typeface="Arial"/>
              <a:buChar char="•"/>
              <a:tabLst>
                <a:tab pos="697865" algn="l"/>
              </a:tabLst>
            </a:pPr>
            <a:r>
              <a:rPr lang="fr-FR" sz="2400" spc="-10" dirty="0" err="1">
                <a:latin typeface="Segoe UI"/>
                <a:cs typeface="Segoe UI"/>
              </a:rPr>
              <a:t>ConfigureServices</a:t>
            </a:r>
            <a:endParaRPr lang="fr-FR" sz="2400" spc="-10" dirty="0">
              <a:latin typeface="Segoe UI"/>
              <a:cs typeface="Segoe UI"/>
            </a:endParaRPr>
          </a:p>
          <a:p>
            <a:pPr marL="697865" lvl="1" indent="-227965">
              <a:lnSpc>
                <a:spcPct val="100000"/>
              </a:lnSpc>
              <a:buClr>
                <a:srgbClr val="391778"/>
              </a:buClr>
              <a:buFont typeface="Arial"/>
              <a:buChar char="•"/>
              <a:tabLst>
                <a:tab pos="697865" algn="l"/>
              </a:tabLst>
            </a:pPr>
            <a:endParaRPr lang="fr-FR" sz="2400" dirty="0">
              <a:latin typeface="Segoe UI"/>
              <a:cs typeface="Segoe UI"/>
            </a:endParaRPr>
          </a:p>
          <a:p>
            <a:pPr marL="697865" lvl="1" indent="-227965">
              <a:lnSpc>
                <a:spcPct val="100000"/>
              </a:lnSpc>
              <a:buClr>
                <a:srgbClr val="391778"/>
              </a:buClr>
              <a:buFont typeface="Arial"/>
              <a:buChar char="•"/>
              <a:tabLst>
                <a:tab pos="697865" algn="l"/>
              </a:tabLst>
            </a:pPr>
            <a:r>
              <a:rPr lang="fr-FR" sz="2400" b="1" spc="-10" dirty="0">
                <a:latin typeface="Segoe UI"/>
                <a:cs typeface="Segoe UI"/>
              </a:rPr>
              <a:t>Configure</a:t>
            </a:r>
            <a:endParaRPr lang="fr-FR" sz="2400" b="1" dirty="0">
              <a:latin typeface="Segoe UI"/>
              <a:cs typeface="Segoe UI"/>
            </a:endParaRPr>
          </a:p>
          <a:p>
            <a:pPr marL="342900" indent="-342900">
              <a:buFont typeface="Arial" panose="020B0604020202020204" pitchFamily="34" charset="0"/>
              <a:buChar char="•"/>
            </a:pPr>
            <a:endParaRPr lang="fr-FR" sz="2400" dirty="0"/>
          </a:p>
        </p:txBody>
      </p:sp>
    </p:spTree>
    <p:extLst>
      <p:ext uri="{BB962C8B-B14F-4D97-AF65-F5344CB8AC3E}">
        <p14:creationId xmlns:p14="http://schemas.microsoft.com/office/powerpoint/2010/main" val="6873294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851789"/>
          </a:xfrm>
          <a:prstGeom prst="rect">
            <a:avLst/>
          </a:prstGeom>
          <a:noFill/>
        </p:spPr>
        <p:txBody>
          <a:bodyPr wrap="square" rtlCol="0">
            <a:spAutoFit/>
          </a:bodyPr>
          <a:lstStyle/>
          <a:p>
            <a:endParaRPr lang="fr-FR" dirty="0"/>
          </a:p>
          <a:p>
            <a:pPr marL="311150" indent="-227329">
              <a:lnSpc>
                <a:spcPct val="100000"/>
              </a:lnSpc>
              <a:spcBef>
                <a:spcPts val="420"/>
              </a:spcBef>
              <a:buClr>
                <a:srgbClr val="391778"/>
              </a:buClr>
              <a:buFont typeface="Arial"/>
              <a:buChar char="•"/>
              <a:tabLst>
                <a:tab pos="311150" algn="l"/>
              </a:tabLst>
            </a:pPr>
            <a:r>
              <a:rPr lang="fr-FR" sz="2400" dirty="0">
                <a:latin typeface="Segoe UI"/>
                <a:cs typeface="Segoe UI"/>
              </a:rPr>
              <a:t>La méthode</a:t>
            </a:r>
            <a:r>
              <a:rPr lang="fr-FR" sz="2400" spc="-10" dirty="0">
                <a:latin typeface="Segoe UI"/>
                <a:cs typeface="Segoe UI"/>
              </a:rPr>
              <a:t> </a:t>
            </a:r>
            <a:r>
              <a:rPr lang="fr-FR" sz="2400" i="1" spc="-10" dirty="0">
                <a:latin typeface="Segoe UI"/>
                <a:cs typeface="Segoe UI"/>
              </a:rPr>
              <a:t>Configure</a:t>
            </a:r>
            <a:endParaRPr lang="fr-FR" sz="2400" dirty="0">
              <a:latin typeface="Segoe UI"/>
              <a:cs typeface="Segoe UI"/>
            </a:endParaRPr>
          </a:p>
          <a:p>
            <a:pPr marL="770255" lvl="1" indent="-229235">
              <a:lnSpc>
                <a:spcPct val="100000"/>
              </a:lnSpc>
              <a:spcBef>
                <a:spcPts val="270"/>
              </a:spcBef>
              <a:buClr>
                <a:srgbClr val="391778"/>
              </a:buClr>
              <a:buFont typeface="Arial"/>
              <a:buChar char="•"/>
              <a:tabLst>
                <a:tab pos="770255" algn="l"/>
              </a:tabLst>
            </a:pPr>
            <a:r>
              <a:rPr lang="fr-FR" sz="2000" dirty="0">
                <a:latin typeface="Segoe UI"/>
                <a:cs typeface="Segoe UI"/>
              </a:rPr>
              <a:t>Permet</a:t>
            </a:r>
            <a:r>
              <a:rPr lang="fr-FR" sz="2000" spc="-30" dirty="0">
                <a:latin typeface="Segoe UI"/>
                <a:cs typeface="Segoe UI"/>
              </a:rPr>
              <a:t> </a:t>
            </a:r>
            <a:r>
              <a:rPr lang="fr-FR" sz="2000" dirty="0">
                <a:latin typeface="Segoe UI"/>
                <a:cs typeface="Segoe UI"/>
              </a:rPr>
              <a:t>de</a:t>
            </a:r>
            <a:r>
              <a:rPr lang="fr-FR" sz="2000" spc="-45" dirty="0">
                <a:latin typeface="Segoe UI"/>
                <a:cs typeface="Segoe UI"/>
              </a:rPr>
              <a:t> </a:t>
            </a:r>
            <a:r>
              <a:rPr lang="fr-FR" sz="2000" dirty="0">
                <a:latin typeface="Segoe UI"/>
                <a:cs typeface="Segoe UI"/>
              </a:rPr>
              <a:t>définir</a:t>
            </a:r>
            <a:r>
              <a:rPr lang="fr-FR" sz="2000" spc="-15" dirty="0">
                <a:latin typeface="Segoe UI"/>
                <a:cs typeface="Segoe UI"/>
              </a:rPr>
              <a:t> </a:t>
            </a:r>
            <a:r>
              <a:rPr lang="fr-FR" sz="2000" dirty="0">
                <a:latin typeface="Segoe UI"/>
                <a:cs typeface="Segoe UI"/>
              </a:rPr>
              <a:t>le</a:t>
            </a:r>
            <a:r>
              <a:rPr lang="fr-FR" sz="2000" spc="-25" dirty="0">
                <a:latin typeface="Segoe UI"/>
                <a:cs typeface="Segoe UI"/>
              </a:rPr>
              <a:t> </a:t>
            </a:r>
            <a:r>
              <a:rPr lang="fr-FR" sz="2000" b="1" dirty="0">
                <a:latin typeface="Segoe UI"/>
                <a:cs typeface="Segoe UI"/>
              </a:rPr>
              <a:t>pipeline</a:t>
            </a:r>
            <a:r>
              <a:rPr lang="fr-FR" sz="2000" b="1" spc="-55" dirty="0">
                <a:latin typeface="Segoe UI"/>
                <a:cs typeface="Segoe UI"/>
              </a:rPr>
              <a:t> </a:t>
            </a:r>
            <a:r>
              <a:rPr lang="fr-FR" sz="2000" dirty="0">
                <a:latin typeface="Segoe UI"/>
                <a:cs typeface="Segoe UI"/>
              </a:rPr>
              <a:t>(cycle</a:t>
            </a:r>
            <a:r>
              <a:rPr lang="fr-FR" sz="2000" spc="-40" dirty="0">
                <a:latin typeface="Segoe UI"/>
                <a:cs typeface="Segoe UI"/>
              </a:rPr>
              <a:t> </a:t>
            </a:r>
            <a:r>
              <a:rPr lang="fr-FR" sz="2000" dirty="0">
                <a:latin typeface="Segoe UI"/>
                <a:cs typeface="Segoe UI"/>
              </a:rPr>
              <a:t>de</a:t>
            </a:r>
            <a:r>
              <a:rPr lang="fr-FR" sz="2000" spc="-35" dirty="0">
                <a:latin typeface="Segoe UI"/>
                <a:cs typeface="Segoe UI"/>
              </a:rPr>
              <a:t> </a:t>
            </a:r>
            <a:r>
              <a:rPr lang="fr-FR" sz="2000" dirty="0">
                <a:latin typeface="Segoe UI"/>
                <a:cs typeface="Segoe UI"/>
              </a:rPr>
              <a:t>vie)</a:t>
            </a:r>
            <a:r>
              <a:rPr lang="fr-FR" sz="2000" spc="-15" dirty="0">
                <a:latin typeface="Segoe UI"/>
                <a:cs typeface="Segoe UI"/>
              </a:rPr>
              <a:t> </a:t>
            </a:r>
            <a:r>
              <a:rPr lang="fr-FR" sz="2000" dirty="0">
                <a:latin typeface="Segoe UI"/>
                <a:cs typeface="Segoe UI"/>
              </a:rPr>
              <a:t>des</a:t>
            </a:r>
            <a:r>
              <a:rPr lang="fr-FR" sz="2000" spc="-35" dirty="0">
                <a:latin typeface="Segoe UI"/>
                <a:cs typeface="Segoe UI"/>
              </a:rPr>
              <a:t> </a:t>
            </a:r>
            <a:r>
              <a:rPr lang="fr-FR" sz="2000" dirty="0">
                <a:latin typeface="Segoe UI"/>
                <a:cs typeface="Segoe UI"/>
              </a:rPr>
              <a:t>requêtes</a:t>
            </a:r>
            <a:r>
              <a:rPr lang="fr-FR" sz="2000" spc="-35" dirty="0">
                <a:latin typeface="Segoe UI"/>
                <a:cs typeface="Segoe UI"/>
              </a:rPr>
              <a:t> </a:t>
            </a:r>
            <a:r>
              <a:rPr lang="fr-FR" sz="2000" spc="-20" dirty="0">
                <a:latin typeface="Segoe UI"/>
                <a:cs typeface="Segoe UI"/>
              </a:rPr>
              <a:t>HTTP</a:t>
            </a:r>
            <a:endParaRPr lang="fr-FR" sz="2000" dirty="0">
              <a:latin typeface="Segoe UI"/>
              <a:cs typeface="Segoe UI"/>
            </a:endParaRPr>
          </a:p>
          <a:p>
            <a:pPr marL="770255" lvl="1" indent="-229235">
              <a:lnSpc>
                <a:spcPct val="100000"/>
              </a:lnSpc>
              <a:spcBef>
                <a:spcPts val="265"/>
              </a:spcBef>
              <a:buClr>
                <a:srgbClr val="391778"/>
              </a:buClr>
              <a:buFont typeface="Arial"/>
              <a:buChar char="•"/>
              <a:tabLst>
                <a:tab pos="770255" algn="l"/>
              </a:tabLst>
            </a:pPr>
            <a:r>
              <a:rPr lang="fr-FR" sz="2000" dirty="0">
                <a:latin typeface="Segoe UI"/>
                <a:cs typeface="Segoe UI"/>
              </a:rPr>
              <a:t>Est</a:t>
            </a:r>
            <a:r>
              <a:rPr lang="fr-FR" sz="2000" spc="-20" dirty="0">
                <a:latin typeface="Segoe UI"/>
                <a:cs typeface="Segoe UI"/>
              </a:rPr>
              <a:t> </a:t>
            </a:r>
            <a:r>
              <a:rPr lang="fr-FR" sz="2000" dirty="0">
                <a:latin typeface="Segoe UI"/>
                <a:cs typeface="Segoe UI"/>
              </a:rPr>
              <a:t>composé</a:t>
            </a:r>
            <a:r>
              <a:rPr lang="fr-FR" sz="2000" spc="-15" dirty="0">
                <a:latin typeface="Segoe UI"/>
                <a:cs typeface="Segoe UI"/>
              </a:rPr>
              <a:t> </a:t>
            </a:r>
            <a:r>
              <a:rPr lang="fr-FR" sz="2000" dirty="0">
                <a:latin typeface="Segoe UI"/>
                <a:cs typeface="Segoe UI"/>
              </a:rPr>
              <a:t>de</a:t>
            </a:r>
            <a:r>
              <a:rPr lang="fr-FR" sz="2000" spc="-20" dirty="0">
                <a:latin typeface="Segoe UI"/>
                <a:cs typeface="Segoe UI"/>
              </a:rPr>
              <a:t> </a:t>
            </a:r>
            <a:r>
              <a:rPr lang="fr-FR" sz="2000" b="1" dirty="0">
                <a:latin typeface="Segoe UI"/>
                <a:cs typeface="Segoe UI"/>
              </a:rPr>
              <a:t>middlewares </a:t>
            </a:r>
            <a:r>
              <a:rPr lang="fr-FR" sz="2000" dirty="0">
                <a:latin typeface="Segoe UI"/>
                <a:cs typeface="Segoe UI"/>
              </a:rPr>
              <a:t>(étape</a:t>
            </a:r>
            <a:r>
              <a:rPr lang="fr-FR" sz="2000" spc="-25" dirty="0">
                <a:latin typeface="Segoe UI"/>
                <a:cs typeface="Segoe UI"/>
              </a:rPr>
              <a:t> </a:t>
            </a:r>
            <a:r>
              <a:rPr lang="fr-FR" sz="2000" dirty="0">
                <a:latin typeface="Segoe UI"/>
                <a:cs typeface="Segoe UI"/>
              </a:rPr>
              <a:t>du</a:t>
            </a:r>
            <a:r>
              <a:rPr lang="fr-FR" sz="2000" spc="-15" dirty="0">
                <a:latin typeface="Segoe UI"/>
                <a:cs typeface="Segoe UI"/>
              </a:rPr>
              <a:t> </a:t>
            </a:r>
            <a:r>
              <a:rPr lang="fr-FR" sz="2000" dirty="0">
                <a:latin typeface="Segoe UI"/>
                <a:cs typeface="Segoe UI"/>
              </a:rPr>
              <a:t>cycle</a:t>
            </a:r>
            <a:r>
              <a:rPr lang="fr-FR" sz="2000" spc="-20" dirty="0">
                <a:latin typeface="Segoe UI"/>
                <a:cs typeface="Segoe UI"/>
              </a:rPr>
              <a:t> </a:t>
            </a:r>
            <a:r>
              <a:rPr lang="fr-FR" sz="2000" dirty="0">
                <a:latin typeface="Segoe UI"/>
                <a:cs typeface="Segoe UI"/>
              </a:rPr>
              <a:t>de</a:t>
            </a:r>
            <a:r>
              <a:rPr lang="fr-FR" sz="2000" spc="-10" dirty="0">
                <a:latin typeface="Segoe UI"/>
                <a:cs typeface="Segoe UI"/>
              </a:rPr>
              <a:t> </a:t>
            </a:r>
            <a:r>
              <a:rPr lang="fr-FR" sz="2000" spc="-20" dirty="0">
                <a:latin typeface="Segoe UI"/>
                <a:cs typeface="Segoe UI"/>
              </a:rPr>
              <a:t>vie)</a:t>
            </a:r>
            <a:endParaRPr lang="fr-FR" sz="2000" dirty="0">
              <a:latin typeface="Segoe UI"/>
              <a:cs typeface="Segoe UI"/>
            </a:endParaRPr>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5" name="ZoneTexte 4">
            <a:extLst>
              <a:ext uri="{FF2B5EF4-FFF2-40B4-BE49-F238E27FC236}">
                <a16:creationId xmlns:a16="http://schemas.microsoft.com/office/drawing/2014/main" id="{3DAC02F0-6CF8-AF75-F63B-AEE84C4B95AC}"/>
              </a:ext>
            </a:extLst>
          </p:cNvPr>
          <p:cNvSpPr txBox="1"/>
          <p:nvPr/>
        </p:nvSpPr>
        <p:spPr>
          <a:xfrm>
            <a:off x="1214466" y="3412837"/>
            <a:ext cx="9786258" cy="2862322"/>
          </a:xfrm>
          <a:prstGeom prst="rect">
            <a:avLst/>
          </a:prstGeom>
          <a:noFill/>
        </p:spPr>
        <p:txBody>
          <a:bodyPr wrap="square">
            <a:spAutoFit/>
          </a:bodyPr>
          <a:lstStyle/>
          <a:p>
            <a:r>
              <a:rPr lang="fr-FR" sz="1800" dirty="0">
                <a:solidFill>
                  <a:srgbClr val="0000FF"/>
                </a:solidFill>
                <a:latin typeface="Cascadia Mono" panose="020B0609020000020004" pitchFamily="49" charset="0"/>
              </a:rPr>
              <a:t>public</a:t>
            </a:r>
            <a:r>
              <a:rPr lang="fr-FR" sz="1800" dirty="0">
                <a:solidFill>
                  <a:srgbClr val="000000"/>
                </a:solidFill>
                <a:latin typeface="Cascadia Mono" panose="020B0609020000020004" pitchFamily="49" charset="0"/>
              </a:rPr>
              <a:t> </a:t>
            </a:r>
            <a:r>
              <a:rPr lang="fr-FR" sz="1800" dirty="0" err="1">
                <a:solidFill>
                  <a:srgbClr val="0000FF"/>
                </a:solidFill>
                <a:latin typeface="Cascadia Mono" panose="020B0609020000020004" pitchFamily="49" charset="0"/>
              </a:rPr>
              <a:t>void</a:t>
            </a:r>
            <a:r>
              <a:rPr lang="fr-FR" sz="1800" dirty="0">
                <a:solidFill>
                  <a:srgbClr val="000000"/>
                </a:solidFill>
                <a:latin typeface="Cascadia Mono" panose="020B0609020000020004" pitchFamily="49" charset="0"/>
              </a:rPr>
              <a:t> Configure(</a:t>
            </a:r>
            <a:r>
              <a:rPr lang="fr-FR" sz="1800" dirty="0" err="1">
                <a:solidFill>
                  <a:schemeClr val="accent5">
                    <a:lumMod val="75000"/>
                  </a:schemeClr>
                </a:solidFill>
                <a:latin typeface="Cascadia Mono" panose="020B0609020000020004" pitchFamily="49" charset="0"/>
              </a:rPr>
              <a:t>IApplicationBuilder</a:t>
            </a:r>
            <a:r>
              <a:rPr lang="fr-FR" sz="1800" dirty="0">
                <a:solidFill>
                  <a:srgbClr val="000000"/>
                </a:solidFill>
                <a:latin typeface="Cascadia Mono" panose="020B0609020000020004" pitchFamily="49" charset="0"/>
              </a:rPr>
              <a:t> app, </a:t>
            </a:r>
            <a:r>
              <a:rPr lang="fr-FR" sz="1800" dirty="0" err="1">
                <a:solidFill>
                  <a:schemeClr val="accent5">
                    <a:lumMod val="75000"/>
                  </a:schemeClr>
                </a:solidFill>
                <a:latin typeface="Cascadia Mono" panose="020B0609020000020004" pitchFamily="49" charset="0"/>
              </a:rPr>
              <a:t>IWebHostEnvironment</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env</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app.UseHttpsRedirection</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app.UseRouting</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app.UseAuthorization</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app.UseEndpoints</a:t>
            </a:r>
            <a:r>
              <a:rPr lang="fr-FR" sz="1800" dirty="0">
                <a:solidFill>
                  <a:srgbClr val="000000"/>
                </a:solidFill>
                <a:latin typeface="Cascadia Mono" panose="020B0609020000020004" pitchFamily="49" charset="0"/>
              </a:rPr>
              <a:t>(</a:t>
            </a:r>
            <a:r>
              <a:rPr lang="fr-FR" sz="1800" dirty="0" err="1">
                <a:solidFill>
                  <a:srgbClr val="000000"/>
                </a:solidFill>
                <a:latin typeface="Cascadia Mono" panose="020B0609020000020004" pitchFamily="49" charset="0"/>
              </a:rPr>
              <a:t>endpoints</a:t>
            </a:r>
            <a:r>
              <a:rPr lang="fr-FR" sz="1800" dirty="0">
                <a:solidFill>
                  <a:srgbClr val="000000"/>
                </a:solidFill>
                <a:latin typeface="Cascadia Mono" panose="020B0609020000020004" pitchFamily="49" charset="0"/>
              </a:rPr>
              <a:t> =&gt;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endpoints.MapControllers</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a:t>
            </a:r>
            <a:endParaRPr lang="fr-FR" dirty="0"/>
          </a:p>
        </p:txBody>
      </p:sp>
    </p:spTree>
    <p:extLst>
      <p:ext uri="{BB962C8B-B14F-4D97-AF65-F5344CB8AC3E}">
        <p14:creationId xmlns:p14="http://schemas.microsoft.com/office/powerpoint/2010/main" val="42163539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107996"/>
          </a:xfrm>
          <a:prstGeom prst="rect">
            <a:avLst/>
          </a:prstGeom>
          <a:noFill/>
        </p:spPr>
        <p:txBody>
          <a:bodyPr wrap="square" rtlCol="0">
            <a:spAutoFit/>
          </a:bodyPr>
          <a:lstStyle/>
          <a:p>
            <a:r>
              <a:rPr lang="fr-FR" sz="2400" b="1" dirty="0"/>
              <a:t>Middleware</a:t>
            </a:r>
          </a:p>
          <a:p>
            <a:endParaRPr lang="fr-FR" dirty="0"/>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pic>
        <p:nvPicPr>
          <p:cNvPr id="1026" name="Picture 2" descr="Modèle de traitement des requêtes montrant l’arrivée d’une requête, son passage par trois middlewares et la réponse obtenue en quittant l’application. Chaque middleware exécute sa logique et transmet la requête au middleware suivant au niveau de l’instruction next(). Une fois que le troisième middleware a traité la requête, celle-ci repasse par les deux middlewares précédents dans le sens inverse en vue d’un traitement supplémentaire après les instructions next(), avant de quitter l’application en tant que réponse au client.">
            <a:extLst>
              <a:ext uri="{FF2B5EF4-FFF2-40B4-BE49-F238E27FC236}">
                <a16:creationId xmlns:a16="http://schemas.microsoft.com/office/drawing/2014/main" id="{09E81C27-78F6-CA7D-E07B-3FD75BBC45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2842" y="1789285"/>
            <a:ext cx="7625443" cy="4880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78813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107996"/>
          </a:xfrm>
          <a:prstGeom prst="rect">
            <a:avLst/>
          </a:prstGeom>
          <a:noFill/>
        </p:spPr>
        <p:txBody>
          <a:bodyPr wrap="square" rtlCol="0">
            <a:spAutoFit/>
          </a:bodyPr>
          <a:lstStyle/>
          <a:p>
            <a:r>
              <a:rPr lang="fr-FR" sz="2400" b="1" dirty="0"/>
              <a:t>Middleware</a:t>
            </a:r>
          </a:p>
          <a:p>
            <a:endParaRPr lang="fr-FR" dirty="0"/>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5" name="ZoneTexte 4">
            <a:extLst>
              <a:ext uri="{FF2B5EF4-FFF2-40B4-BE49-F238E27FC236}">
                <a16:creationId xmlns:a16="http://schemas.microsoft.com/office/drawing/2014/main" id="{6FAA977E-319D-51AA-D658-31E6F6CDD89B}"/>
              </a:ext>
            </a:extLst>
          </p:cNvPr>
          <p:cNvSpPr txBox="1"/>
          <p:nvPr/>
        </p:nvSpPr>
        <p:spPr>
          <a:xfrm>
            <a:off x="1062066" y="2261406"/>
            <a:ext cx="6999514" cy="3877985"/>
          </a:xfrm>
          <a:prstGeom prst="rect">
            <a:avLst/>
          </a:prstGeom>
          <a:noFill/>
        </p:spPr>
        <p:txBody>
          <a:bodyPr wrap="square">
            <a:spAutoFit/>
          </a:bodyPr>
          <a:lstStyle/>
          <a:p>
            <a:pPr marL="12700">
              <a:lnSpc>
                <a:spcPct val="100000"/>
              </a:lnSpc>
              <a:spcBef>
                <a:spcPts val="100"/>
              </a:spcBef>
            </a:pPr>
            <a:r>
              <a:rPr lang="fr-FR" sz="2400" spc="-40" dirty="0">
                <a:latin typeface="Segoe UI"/>
                <a:cs typeface="Segoe UI"/>
              </a:rPr>
              <a:t>Trois</a:t>
            </a:r>
            <a:r>
              <a:rPr lang="fr-FR" sz="2400" spc="-55" dirty="0">
                <a:latin typeface="Segoe UI"/>
                <a:cs typeface="Segoe UI"/>
              </a:rPr>
              <a:t> </a:t>
            </a:r>
            <a:r>
              <a:rPr lang="fr-FR" sz="2400" dirty="0">
                <a:latin typeface="Segoe UI"/>
                <a:cs typeface="Segoe UI"/>
              </a:rPr>
              <a:t>types</a:t>
            </a:r>
            <a:r>
              <a:rPr lang="fr-FR" sz="2400" spc="-60" dirty="0">
                <a:latin typeface="Segoe UI"/>
                <a:cs typeface="Segoe UI"/>
              </a:rPr>
              <a:t> </a:t>
            </a:r>
            <a:r>
              <a:rPr lang="fr-FR" sz="2400" dirty="0">
                <a:latin typeface="Segoe UI"/>
                <a:cs typeface="Segoe UI"/>
              </a:rPr>
              <a:t>de</a:t>
            </a:r>
            <a:r>
              <a:rPr lang="fr-FR" sz="2400" spc="-65" dirty="0">
                <a:latin typeface="Segoe UI"/>
                <a:cs typeface="Segoe UI"/>
              </a:rPr>
              <a:t> </a:t>
            </a:r>
            <a:r>
              <a:rPr lang="fr-FR" sz="2400" dirty="0">
                <a:latin typeface="Segoe UI"/>
                <a:cs typeface="Segoe UI"/>
              </a:rPr>
              <a:t>méthodes</a:t>
            </a:r>
            <a:r>
              <a:rPr lang="fr-FR" sz="2400" spc="-80" dirty="0">
                <a:latin typeface="Segoe UI"/>
                <a:cs typeface="Segoe UI"/>
              </a:rPr>
              <a:t> </a:t>
            </a:r>
            <a:r>
              <a:rPr lang="fr-FR" sz="2400" dirty="0">
                <a:latin typeface="Segoe UI"/>
                <a:cs typeface="Segoe UI"/>
              </a:rPr>
              <a:t>sont</a:t>
            </a:r>
            <a:r>
              <a:rPr lang="fr-FR" sz="2400" spc="-50" dirty="0">
                <a:latin typeface="Segoe UI"/>
                <a:cs typeface="Segoe UI"/>
              </a:rPr>
              <a:t> </a:t>
            </a:r>
            <a:r>
              <a:rPr lang="fr-FR" sz="2400" dirty="0">
                <a:latin typeface="Segoe UI"/>
                <a:cs typeface="Segoe UI"/>
              </a:rPr>
              <a:t>disponibles</a:t>
            </a:r>
            <a:r>
              <a:rPr lang="fr-FR" sz="2400" spc="-55" dirty="0">
                <a:latin typeface="Segoe UI"/>
                <a:cs typeface="Segoe UI"/>
              </a:rPr>
              <a:t> </a:t>
            </a:r>
            <a:r>
              <a:rPr lang="fr-FR" sz="2400" spc="-50" dirty="0">
                <a:latin typeface="Segoe UI"/>
                <a:cs typeface="Segoe UI"/>
              </a:rPr>
              <a:t>:</a:t>
            </a:r>
            <a:endParaRPr lang="fr-FR" sz="2400" dirty="0">
              <a:latin typeface="Segoe UI"/>
              <a:cs typeface="Segoe UI"/>
            </a:endParaRPr>
          </a:p>
          <a:p>
            <a:pPr marL="697865" indent="-227965">
              <a:lnSpc>
                <a:spcPct val="100000"/>
              </a:lnSpc>
              <a:spcBef>
                <a:spcPts val="2940"/>
              </a:spcBef>
              <a:buClr>
                <a:srgbClr val="391778"/>
              </a:buClr>
              <a:buFont typeface="Arial"/>
              <a:buChar char="•"/>
              <a:tabLst>
                <a:tab pos="697865" algn="l"/>
              </a:tabLst>
            </a:pPr>
            <a:r>
              <a:rPr lang="fr-FR" sz="2400" b="1" spc="-10" dirty="0">
                <a:latin typeface="Segoe UI"/>
                <a:cs typeface="Segoe UI"/>
              </a:rPr>
              <a:t>Use()</a:t>
            </a:r>
            <a:endParaRPr lang="fr-FR" sz="2400" dirty="0">
              <a:latin typeface="Segoe UI"/>
              <a:cs typeface="Segoe UI"/>
            </a:endParaRPr>
          </a:p>
          <a:p>
            <a:pPr marL="1155700" lvl="1" indent="-228600">
              <a:lnSpc>
                <a:spcPct val="100000"/>
              </a:lnSpc>
              <a:spcBef>
                <a:spcPts val="270"/>
              </a:spcBef>
              <a:buClr>
                <a:srgbClr val="391778"/>
              </a:buClr>
              <a:buFont typeface="Arial"/>
              <a:buChar char="•"/>
              <a:tabLst>
                <a:tab pos="1155700" algn="l"/>
              </a:tabLst>
            </a:pPr>
            <a:r>
              <a:rPr lang="fr-FR" sz="2000" dirty="0">
                <a:latin typeface="Segoe UI"/>
                <a:cs typeface="Segoe UI"/>
              </a:rPr>
              <a:t>middleware</a:t>
            </a:r>
            <a:r>
              <a:rPr lang="fr-FR" sz="2000" spc="-35" dirty="0">
                <a:latin typeface="Segoe UI"/>
                <a:cs typeface="Segoe UI"/>
              </a:rPr>
              <a:t> </a:t>
            </a:r>
            <a:r>
              <a:rPr lang="fr-FR" sz="2000" dirty="0">
                <a:latin typeface="Segoe UI"/>
                <a:cs typeface="Segoe UI"/>
              </a:rPr>
              <a:t>qui</a:t>
            </a:r>
            <a:r>
              <a:rPr lang="fr-FR" sz="2000" spc="-30" dirty="0">
                <a:latin typeface="Segoe UI"/>
                <a:cs typeface="Segoe UI"/>
              </a:rPr>
              <a:t> </a:t>
            </a:r>
            <a:r>
              <a:rPr lang="fr-FR" sz="2000" dirty="0">
                <a:latin typeface="Segoe UI"/>
                <a:cs typeface="Segoe UI"/>
              </a:rPr>
              <a:t>peut</a:t>
            </a:r>
            <a:r>
              <a:rPr lang="fr-FR" sz="2000" spc="-40" dirty="0">
                <a:latin typeface="Segoe UI"/>
                <a:cs typeface="Segoe UI"/>
              </a:rPr>
              <a:t> </a:t>
            </a:r>
            <a:r>
              <a:rPr lang="fr-FR" sz="2000" dirty="0">
                <a:latin typeface="Segoe UI"/>
                <a:cs typeface="Segoe UI"/>
              </a:rPr>
              <a:t>appeler</a:t>
            </a:r>
            <a:r>
              <a:rPr lang="fr-FR" sz="2000" spc="-25" dirty="0">
                <a:latin typeface="Segoe UI"/>
                <a:cs typeface="Segoe UI"/>
              </a:rPr>
              <a:t> </a:t>
            </a:r>
            <a:r>
              <a:rPr lang="fr-FR" sz="2000" dirty="0">
                <a:latin typeface="Segoe UI"/>
                <a:cs typeface="Segoe UI"/>
              </a:rPr>
              <a:t>un</a:t>
            </a:r>
            <a:r>
              <a:rPr lang="fr-FR" sz="2000" spc="-30" dirty="0">
                <a:latin typeface="Segoe UI"/>
                <a:cs typeface="Segoe UI"/>
              </a:rPr>
              <a:t> </a:t>
            </a:r>
            <a:r>
              <a:rPr lang="fr-FR" sz="2000" dirty="0">
                <a:latin typeface="Segoe UI"/>
                <a:cs typeface="Segoe UI"/>
              </a:rPr>
              <a:t>autre</a:t>
            </a:r>
            <a:r>
              <a:rPr lang="fr-FR" sz="2000" spc="-45" dirty="0">
                <a:latin typeface="Segoe UI"/>
                <a:cs typeface="Segoe UI"/>
              </a:rPr>
              <a:t> </a:t>
            </a:r>
            <a:r>
              <a:rPr lang="fr-FR" sz="2000" spc="-10" dirty="0">
                <a:latin typeface="Segoe UI"/>
                <a:cs typeface="Segoe UI"/>
              </a:rPr>
              <a:t>middleware</a:t>
            </a:r>
            <a:endParaRPr lang="fr-FR" sz="2000" dirty="0">
              <a:latin typeface="Segoe UI"/>
              <a:cs typeface="Segoe UI"/>
            </a:endParaRPr>
          </a:p>
          <a:p>
            <a:pPr lvl="1">
              <a:lnSpc>
                <a:spcPct val="100000"/>
              </a:lnSpc>
              <a:spcBef>
                <a:spcPts val="1070"/>
              </a:spcBef>
              <a:buClr>
                <a:srgbClr val="391778"/>
              </a:buClr>
              <a:buFont typeface="Arial"/>
              <a:buChar char="•"/>
            </a:pPr>
            <a:endParaRPr lang="fr-FR" sz="2000" dirty="0">
              <a:latin typeface="Segoe UI"/>
              <a:cs typeface="Segoe UI"/>
            </a:endParaRPr>
          </a:p>
          <a:p>
            <a:pPr marL="697865" indent="-227965">
              <a:lnSpc>
                <a:spcPct val="100000"/>
              </a:lnSpc>
              <a:buClr>
                <a:srgbClr val="391778"/>
              </a:buClr>
              <a:buFont typeface="Arial"/>
              <a:buChar char="•"/>
              <a:tabLst>
                <a:tab pos="697865" algn="l"/>
              </a:tabLst>
            </a:pPr>
            <a:r>
              <a:rPr lang="fr-FR" sz="2400" b="1" spc="-10" dirty="0">
                <a:latin typeface="Segoe UI"/>
                <a:cs typeface="Segoe UI"/>
              </a:rPr>
              <a:t>Run()</a:t>
            </a:r>
            <a:endParaRPr lang="fr-FR" sz="2400" dirty="0">
              <a:latin typeface="Segoe UI"/>
              <a:cs typeface="Segoe UI"/>
            </a:endParaRPr>
          </a:p>
          <a:p>
            <a:pPr marL="1155700" lvl="1" indent="-228600">
              <a:lnSpc>
                <a:spcPct val="100000"/>
              </a:lnSpc>
              <a:spcBef>
                <a:spcPts val="265"/>
              </a:spcBef>
              <a:buClr>
                <a:srgbClr val="391778"/>
              </a:buClr>
              <a:buFont typeface="Arial"/>
              <a:buChar char="•"/>
              <a:tabLst>
                <a:tab pos="1155700" algn="l"/>
              </a:tabLst>
            </a:pPr>
            <a:r>
              <a:rPr lang="fr-FR" sz="2000" dirty="0">
                <a:latin typeface="Segoe UI"/>
                <a:cs typeface="Segoe UI"/>
              </a:rPr>
              <a:t>dernier</a:t>
            </a:r>
            <a:r>
              <a:rPr lang="fr-FR" sz="2000" spc="-40" dirty="0">
                <a:latin typeface="Segoe UI"/>
                <a:cs typeface="Segoe UI"/>
              </a:rPr>
              <a:t> </a:t>
            </a:r>
            <a:r>
              <a:rPr lang="fr-FR" sz="2000" dirty="0">
                <a:latin typeface="Segoe UI"/>
                <a:cs typeface="Segoe UI"/>
              </a:rPr>
              <a:t>middleware</a:t>
            </a:r>
            <a:r>
              <a:rPr lang="fr-FR" sz="2000" spc="-20" dirty="0">
                <a:latin typeface="Segoe UI"/>
                <a:cs typeface="Segoe UI"/>
              </a:rPr>
              <a:t> </a:t>
            </a:r>
            <a:r>
              <a:rPr lang="fr-FR" sz="2000" dirty="0">
                <a:latin typeface="Segoe UI"/>
                <a:cs typeface="Segoe UI"/>
              </a:rPr>
              <a:t>du</a:t>
            </a:r>
            <a:r>
              <a:rPr lang="fr-FR" sz="2000" spc="-50" dirty="0">
                <a:latin typeface="Segoe UI"/>
                <a:cs typeface="Segoe UI"/>
              </a:rPr>
              <a:t> </a:t>
            </a:r>
            <a:r>
              <a:rPr lang="fr-FR" sz="2000" spc="-10" dirty="0">
                <a:latin typeface="Segoe UI"/>
                <a:cs typeface="Segoe UI"/>
              </a:rPr>
              <a:t>pipeline</a:t>
            </a:r>
            <a:endParaRPr lang="fr-FR" sz="2000" dirty="0">
              <a:latin typeface="Segoe UI"/>
              <a:cs typeface="Segoe UI"/>
            </a:endParaRPr>
          </a:p>
          <a:p>
            <a:pPr lvl="1">
              <a:lnSpc>
                <a:spcPct val="100000"/>
              </a:lnSpc>
              <a:spcBef>
                <a:spcPts val="1070"/>
              </a:spcBef>
              <a:buClr>
                <a:srgbClr val="391778"/>
              </a:buClr>
              <a:buFont typeface="Arial"/>
              <a:buChar char="•"/>
            </a:pPr>
            <a:endParaRPr lang="fr-FR" sz="2000" dirty="0">
              <a:latin typeface="Segoe UI"/>
              <a:cs typeface="Segoe UI"/>
            </a:endParaRPr>
          </a:p>
          <a:p>
            <a:pPr marL="697865" indent="-227965">
              <a:lnSpc>
                <a:spcPct val="100000"/>
              </a:lnSpc>
              <a:spcBef>
                <a:spcPts val="5"/>
              </a:spcBef>
              <a:buClr>
                <a:srgbClr val="391778"/>
              </a:buClr>
              <a:buFont typeface="Arial"/>
              <a:buChar char="•"/>
              <a:tabLst>
                <a:tab pos="697865" algn="l"/>
              </a:tabLst>
            </a:pPr>
            <a:r>
              <a:rPr lang="fr-FR" sz="2400" b="1" spc="-10" dirty="0" err="1">
                <a:latin typeface="Segoe UI"/>
                <a:cs typeface="Segoe UI"/>
              </a:rPr>
              <a:t>Map</a:t>
            </a:r>
            <a:r>
              <a:rPr lang="fr-FR" sz="2400" b="1" spc="-10" dirty="0">
                <a:latin typeface="Segoe UI"/>
                <a:cs typeface="Segoe UI"/>
              </a:rPr>
              <a:t>()</a:t>
            </a:r>
            <a:endParaRPr lang="fr-FR" sz="2400" dirty="0">
              <a:latin typeface="Segoe UI"/>
              <a:cs typeface="Segoe UI"/>
            </a:endParaRPr>
          </a:p>
          <a:p>
            <a:pPr marL="1155700" lvl="1" indent="-228600">
              <a:lnSpc>
                <a:spcPct val="100000"/>
              </a:lnSpc>
              <a:spcBef>
                <a:spcPts val="265"/>
              </a:spcBef>
              <a:buClr>
                <a:srgbClr val="391778"/>
              </a:buClr>
              <a:buFont typeface="Arial"/>
              <a:buChar char="•"/>
              <a:tabLst>
                <a:tab pos="1155700" algn="l"/>
              </a:tabLst>
            </a:pPr>
            <a:r>
              <a:rPr lang="fr-FR" sz="2000" dirty="0">
                <a:latin typeface="Segoe UI"/>
                <a:cs typeface="Segoe UI"/>
              </a:rPr>
              <a:t>permet</a:t>
            </a:r>
            <a:r>
              <a:rPr lang="fr-FR" sz="2000" spc="-45" dirty="0">
                <a:latin typeface="Segoe UI"/>
                <a:cs typeface="Segoe UI"/>
              </a:rPr>
              <a:t> </a:t>
            </a:r>
            <a:r>
              <a:rPr lang="fr-FR" sz="2000" dirty="0">
                <a:latin typeface="Segoe UI"/>
                <a:cs typeface="Segoe UI"/>
              </a:rPr>
              <a:t>de</a:t>
            </a:r>
            <a:r>
              <a:rPr lang="fr-FR" sz="2000" spc="-30" dirty="0">
                <a:latin typeface="Segoe UI"/>
                <a:cs typeface="Segoe UI"/>
              </a:rPr>
              <a:t> </a:t>
            </a:r>
            <a:r>
              <a:rPr lang="fr-FR" sz="2000" dirty="0">
                <a:latin typeface="Segoe UI"/>
                <a:cs typeface="Segoe UI"/>
              </a:rPr>
              <a:t>définir</a:t>
            </a:r>
            <a:r>
              <a:rPr lang="fr-FR" sz="2000" spc="-10" dirty="0">
                <a:latin typeface="Segoe UI"/>
                <a:cs typeface="Segoe UI"/>
              </a:rPr>
              <a:t> </a:t>
            </a:r>
            <a:r>
              <a:rPr lang="fr-FR" sz="2000" dirty="0">
                <a:latin typeface="Segoe UI"/>
                <a:cs typeface="Segoe UI"/>
              </a:rPr>
              <a:t>un</a:t>
            </a:r>
            <a:r>
              <a:rPr lang="fr-FR" sz="2000" spc="-30" dirty="0">
                <a:latin typeface="Segoe UI"/>
                <a:cs typeface="Segoe UI"/>
              </a:rPr>
              <a:t> </a:t>
            </a:r>
            <a:r>
              <a:rPr lang="fr-FR" sz="2000" dirty="0">
                <a:latin typeface="Segoe UI"/>
                <a:cs typeface="Segoe UI"/>
              </a:rPr>
              <a:t>autre</a:t>
            </a:r>
            <a:r>
              <a:rPr lang="fr-FR" sz="2000" spc="-50" dirty="0">
                <a:latin typeface="Segoe UI"/>
                <a:cs typeface="Segoe UI"/>
              </a:rPr>
              <a:t> </a:t>
            </a:r>
            <a:r>
              <a:rPr lang="fr-FR" sz="2000" spc="-10" dirty="0">
                <a:latin typeface="Segoe UI"/>
                <a:cs typeface="Segoe UI"/>
              </a:rPr>
              <a:t>pipeline</a:t>
            </a:r>
            <a:endParaRPr lang="fr-FR" sz="2000" dirty="0">
              <a:latin typeface="Segoe UI"/>
              <a:cs typeface="Segoe UI"/>
            </a:endParaRPr>
          </a:p>
        </p:txBody>
      </p:sp>
    </p:spTree>
    <p:extLst>
      <p:ext uri="{BB962C8B-B14F-4D97-AF65-F5344CB8AC3E}">
        <p14:creationId xmlns:p14="http://schemas.microsoft.com/office/powerpoint/2010/main" val="12778598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6" name="ZoneTexte 5">
            <a:extLst>
              <a:ext uri="{FF2B5EF4-FFF2-40B4-BE49-F238E27FC236}">
                <a16:creationId xmlns:a16="http://schemas.microsoft.com/office/drawing/2014/main" id="{B236E0E5-D11A-F0DF-D2E2-22D5B320BF2B}"/>
              </a:ext>
            </a:extLst>
          </p:cNvPr>
          <p:cNvSpPr txBox="1"/>
          <p:nvPr/>
        </p:nvSpPr>
        <p:spPr>
          <a:xfrm>
            <a:off x="1197428" y="2018944"/>
            <a:ext cx="9797143" cy="3693319"/>
          </a:xfrm>
          <a:prstGeom prst="rect">
            <a:avLst/>
          </a:prstGeom>
          <a:noFill/>
        </p:spPr>
        <p:txBody>
          <a:bodyPr wrap="square">
            <a:spAutoFit/>
          </a:bodyPr>
          <a:lstStyle/>
          <a:p>
            <a:r>
              <a:rPr lang="fr-FR" sz="1800" dirty="0">
                <a:solidFill>
                  <a:srgbClr val="0000FF"/>
                </a:solidFill>
                <a:latin typeface="Cascadia Mono" panose="020B0609020000020004" pitchFamily="49" charset="0"/>
              </a:rPr>
              <a:t>public</a:t>
            </a:r>
            <a:r>
              <a:rPr lang="fr-FR" sz="1800" dirty="0">
                <a:solidFill>
                  <a:srgbClr val="000000"/>
                </a:solidFill>
                <a:latin typeface="Cascadia Mono" panose="020B0609020000020004" pitchFamily="49" charset="0"/>
              </a:rPr>
              <a:t> </a:t>
            </a:r>
            <a:r>
              <a:rPr lang="fr-FR" sz="1800" dirty="0" err="1">
                <a:solidFill>
                  <a:srgbClr val="0000FF"/>
                </a:solidFill>
                <a:latin typeface="Cascadia Mono" panose="020B0609020000020004" pitchFamily="49" charset="0"/>
              </a:rPr>
              <a:t>void</a:t>
            </a:r>
            <a:r>
              <a:rPr lang="fr-FR" sz="1800" dirty="0">
                <a:solidFill>
                  <a:srgbClr val="000000"/>
                </a:solidFill>
                <a:latin typeface="Cascadia Mono" panose="020B0609020000020004" pitchFamily="49" charset="0"/>
              </a:rPr>
              <a:t> Configure(</a:t>
            </a:r>
            <a:r>
              <a:rPr lang="fr-FR" sz="1800" dirty="0" err="1">
                <a:solidFill>
                  <a:schemeClr val="accent5">
                    <a:lumMod val="75000"/>
                  </a:schemeClr>
                </a:solidFill>
                <a:latin typeface="Cascadia Mono" panose="020B0609020000020004" pitchFamily="49" charset="0"/>
              </a:rPr>
              <a:t>IApplicationBuilder</a:t>
            </a:r>
            <a:r>
              <a:rPr lang="fr-FR" sz="1800" dirty="0">
                <a:solidFill>
                  <a:srgbClr val="000000"/>
                </a:solidFill>
                <a:latin typeface="Cascadia Mono" panose="020B0609020000020004" pitchFamily="49" charset="0"/>
              </a:rPr>
              <a:t> app, </a:t>
            </a:r>
            <a:r>
              <a:rPr lang="fr-FR" sz="1800" dirty="0" err="1">
                <a:solidFill>
                  <a:schemeClr val="accent5">
                    <a:lumMod val="75000"/>
                  </a:schemeClr>
                </a:solidFill>
                <a:latin typeface="Cascadia Mono" panose="020B0609020000020004" pitchFamily="49" charset="0"/>
              </a:rPr>
              <a:t>ILogger</a:t>
            </a:r>
            <a:r>
              <a:rPr lang="fr-FR" sz="1800" dirty="0">
                <a:solidFill>
                  <a:srgbClr val="000000"/>
                </a:solidFill>
                <a:latin typeface="Cascadia Mono" panose="020B0609020000020004" pitchFamily="49" charset="0"/>
              </a:rPr>
              <a:t>&lt;</a:t>
            </a:r>
            <a:r>
              <a:rPr lang="fr-FR" sz="1800" dirty="0">
                <a:solidFill>
                  <a:schemeClr val="accent5">
                    <a:lumMod val="75000"/>
                  </a:schemeClr>
                </a:solidFill>
                <a:latin typeface="Cascadia Mono" panose="020B0609020000020004" pitchFamily="49" charset="0"/>
              </a:rPr>
              <a:t>Startup</a:t>
            </a:r>
            <a:r>
              <a:rPr lang="fr-FR" sz="1800" dirty="0">
                <a:solidFill>
                  <a:srgbClr val="000000"/>
                </a:solidFill>
                <a:latin typeface="Cascadia Mono" panose="020B0609020000020004" pitchFamily="49" charset="0"/>
              </a:rPr>
              <a:t>&gt; logger)</a:t>
            </a:r>
          </a:p>
          <a:p>
            <a:r>
              <a:rPr lang="fr-FR"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app.Use</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async</a:t>
            </a:r>
            <a:r>
              <a:rPr lang="en-US" sz="1800" dirty="0">
                <a:solidFill>
                  <a:srgbClr val="000000"/>
                </a:solidFill>
                <a:latin typeface="Cascadia Mono" panose="020B0609020000020004" pitchFamily="49" charset="0"/>
              </a:rPr>
              <a:t> (context, next) =&gt;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logger.LogInformation</a:t>
            </a:r>
            <a:r>
              <a:rPr lang="fr-FR" sz="1800" dirty="0">
                <a:solidFill>
                  <a:srgbClr val="000000"/>
                </a:solidFill>
                <a:latin typeface="Cascadia Mono" panose="020B0609020000020004" pitchFamily="49" charset="0"/>
              </a:rPr>
              <a:t>(</a:t>
            </a:r>
            <a:r>
              <a:rPr lang="fr-FR" sz="1800" dirty="0">
                <a:solidFill>
                  <a:srgbClr val="A31515"/>
                </a:solidFill>
                <a:latin typeface="Cascadia Mono" panose="020B0609020000020004" pitchFamily="49" charset="0"/>
              </a:rPr>
              <a:t>"Middleware start"</a:t>
            </a:r>
            <a:r>
              <a:rPr lang="fr-FR" sz="1800" dirty="0">
                <a:solidFill>
                  <a:srgbClr val="000000"/>
                </a:solidFill>
                <a:latin typeface="Cascadia Mono" panose="020B0609020000020004" pitchFamily="49" charset="0"/>
              </a:rPr>
              <a:t>); </a:t>
            </a:r>
            <a:r>
              <a:rPr lang="fr-FR" sz="1800" dirty="0" err="1">
                <a:solidFill>
                  <a:srgbClr val="0000FF"/>
                </a:solidFill>
                <a:latin typeface="Cascadia Mono" panose="020B0609020000020004" pitchFamily="49" charset="0"/>
              </a:rPr>
              <a:t>await</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next.Invoke</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logger.LogInformation</a:t>
            </a:r>
            <a:r>
              <a:rPr lang="fr-FR" sz="1800" dirty="0">
                <a:solidFill>
                  <a:srgbClr val="000000"/>
                </a:solidFill>
                <a:latin typeface="Cascadia Mono" panose="020B0609020000020004" pitchFamily="49" charset="0"/>
              </a:rPr>
              <a:t>(</a:t>
            </a:r>
            <a:r>
              <a:rPr lang="fr-FR" sz="1800" dirty="0">
                <a:solidFill>
                  <a:srgbClr val="A31515"/>
                </a:solidFill>
                <a:latin typeface="Cascadia Mono" panose="020B0609020000020004" pitchFamily="49" charset="0"/>
              </a:rPr>
              <a:t>"Middleware end"</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endParaRPr lang="fr-FR" sz="1800" dirty="0">
              <a:solidFill>
                <a:srgbClr val="000000"/>
              </a:solidFill>
              <a:latin typeface="Cascadia Mono" panose="020B0609020000020004" pitchFamily="49" charset="0"/>
            </a:endParaRPr>
          </a:p>
          <a:p>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app.Run</a:t>
            </a:r>
            <a:r>
              <a:rPr lang="fr-FR" sz="1800" dirty="0">
                <a:solidFill>
                  <a:srgbClr val="000000"/>
                </a:solidFill>
                <a:latin typeface="Cascadia Mono" panose="020B0609020000020004" pitchFamily="49" charset="0"/>
              </a:rPr>
              <a:t>(</a:t>
            </a:r>
            <a:r>
              <a:rPr lang="fr-FR" sz="1800" dirty="0" err="1">
                <a:solidFill>
                  <a:srgbClr val="0000FF"/>
                </a:solidFill>
                <a:latin typeface="Cascadia Mono" panose="020B0609020000020004" pitchFamily="49" charset="0"/>
              </a:rPr>
              <a:t>async</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context</a:t>
            </a:r>
            <a:r>
              <a:rPr lang="fr-FR" sz="1800" dirty="0">
                <a:solidFill>
                  <a:srgbClr val="000000"/>
                </a:solidFill>
                <a:latin typeface="Cascadia Mono" panose="020B0609020000020004" pitchFamily="49" charset="0"/>
              </a:rPr>
              <a:t> =&gt;</a:t>
            </a:r>
          </a:p>
          <a:p>
            <a:r>
              <a:rPr lang="fr-FR" sz="1800" dirty="0">
                <a:solidFill>
                  <a:srgbClr val="000000"/>
                </a:solidFill>
                <a:latin typeface="Cascadia Mono" panose="020B0609020000020004" pitchFamily="49" charset="0"/>
              </a:rPr>
              <a:t>    {</a:t>
            </a: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await</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context.Response.WriteAsync</a:t>
            </a:r>
            <a:r>
              <a:rPr lang="en-US" sz="1800" dirty="0">
                <a:solidFill>
                  <a:srgbClr val="000000"/>
                </a:solidFill>
                <a:latin typeface="Cascadia Mono" panose="020B0609020000020004" pitchFamily="49" charset="0"/>
              </a:rPr>
              <a:t>(</a:t>
            </a:r>
            <a:r>
              <a:rPr lang="en-US" sz="1800" dirty="0">
                <a:solidFill>
                  <a:srgbClr val="A31515"/>
                </a:solidFill>
                <a:latin typeface="Cascadia Mono" panose="020B0609020000020004" pitchFamily="49" charset="0"/>
              </a:rPr>
              <a:t>"Hello World"</a:t>
            </a:r>
            <a:r>
              <a:rPr lang="en-US"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a:t>
            </a:r>
            <a:endParaRPr lang="fr-FR" dirty="0"/>
          </a:p>
        </p:txBody>
      </p:sp>
      <p:grpSp>
        <p:nvGrpSpPr>
          <p:cNvPr id="7" name="object 8">
            <a:extLst>
              <a:ext uri="{FF2B5EF4-FFF2-40B4-BE49-F238E27FC236}">
                <a16:creationId xmlns:a16="http://schemas.microsoft.com/office/drawing/2014/main" id="{1A4188A9-8288-7451-50AE-8A27F7ACCD67}"/>
              </a:ext>
            </a:extLst>
          </p:cNvPr>
          <p:cNvGrpSpPr/>
          <p:nvPr/>
        </p:nvGrpSpPr>
        <p:grpSpPr>
          <a:xfrm>
            <a:off x="7325434" y="727614"/>
            <a:ext cx="3831590" cy="1220470"/>
            <a:chOff x="7728204" y="313956"/>
            <a:chExt cx="3831590" cy="1220470"/>
          </a:xfrm>
        </p:grpSpPr>
        <p:sp>
          <p:nvSpPr>
            <p:cNvPr id="8" name="object 9">
              <a:extLst>
                <a:ext uri="{FF2B5EF4-FFF2-40B4-BE49-F238E27FC236}">
                  <a16:creationId xmlns:a16="http://schemas.microsoft.com/office/drawing/2014/main" id="{83CAD1B7-8887-C7F6-D514-22A919E454AF}"/>
                </a:ext>
              </a:extLst>
            </p:cNvPr>
            <p:cNvSpPr/>
            <p:nvPr/>
          </p:nvSpPr>
          <p:spPr>
            <a:xfrm>
              <a:off x="9435084" y="723138"/>
              <a:ext cx="114300" cy="810895"/>
            </a:xfrm>
            <a:custGeom>
              <a:avLst/>
              <a:gdLst/>
              <a:ahLst/>
              <a:cxnLst/>
              <a:rect l="l" t="t" r="r" b="b"/>
              <a:pathLst>
                <a:path w="114300" h="810894">
                  <a:moveTo>
                    <a:pt x="38100" y="696595"/>
                  </a:moveTo>
                  <a:lnTo>
                    <a:pt x="0" y="696595"/>
                  </a:lnTo>
                  <a:lnTo>
                    <a:pt x="57150" y="810895"/>
                  </a:lnTo>
                  <a:lnTo>
                    <a:pt x="104775" y="715645"/>
                  </a:lnTo>
                  <a:lnTo>
                    <a:pt x="38100" y="715645"/>
                  </a:lnTo>
                  <a:lnTo>
                    <a:pt x="38100" y="696595"/>
                  </a:lnTo>
                  <a:close/>
                </a:path>
                <a:path w="114300" h="810894">
                  <a:moveTo>
                    <a:pt x="76200" y="0"/>
                  </a:moveTo>
                  <a:lnTo>
                    <a:pt x="38100" y="0"/>
                  </a:lnTo>
                  <a:lnTo>
                    <a:pt x="38100" y="715645"/>
                  </a:lnTo>
                  <a:lnTo>
                    <a:pt x="76200" y="715645"/>
                  </a:lnTo>
                  <a:lnTo>
                    <a:pt x="76200" y="0"/>
                  </a:lnTo>
                  <a:close/>
                </a:path>
                <a:path w="114300" h="810894">
                  <a:moveTo>
                    <a:pt x="114300" y="696595"/>
                  </a:moveTo>
                  <a:lnTo>
                    <a:pt x="76200" y="696595"/>
                  </a:lnTo>
                  <a:lnTo>
                    <a:pt x="76200" y="715645"/>
                  </a:lnTo>
                  <a:lnTo>
                    <a:pt x="104775" y="715645"/>
                  </a:lnTo>
                  <a:lnTo>
                    <a:pt x="114300" y="696595"/>
                  </a:lnTo>
                  <a:close/>
                </a:path>
              </a:pathLst>
            </a:custGeom>
            <a:solidFill>
              <a:srgbClr val="6F2F9F"/>
            </a:solidFill>
          </p:spPr>
          <p:txBody>
            <a:bodyPr wrap="square" lIns="0" tIns="0" rIns="0" bIns="0" rtlCol="0"/>
            <a:lstStyle/>
            <a:p>
              <a:endParaRPr/>
            </a:p>
          </p:txBody>
        </p:sp>
        <p:pic>
          <p:nvPicPr>
            <p:cNvPr id="9" name="object 10">
              <a:extLst>
                <a:ext uri="{FF2B5EF4-FFF2-40B4-BE49-F238E27FC236}">
                  <a16:creationId xmlns:a16="http://schemas.microsoft.com/office/drawing/2014/main" id="{C418AD1F-FA26-787F-8973-A43B0B7F305D}"/>
                </a:ext>
              </a:extLst>
            </p:cNvPr>
            <p:cNvPicPr/>
            <p:nvPr/>
          </p:nvPicPr>
          <p:blipFill>
            <a:blip r:embed="rId3" cstate="print"/>
            <a:stretch>
              <a:fillRect/>
            </a:stretch>
          </p:blipFill>
          <p:spPr>
            <a:xfrm>
              <a:off x="7773924" y="339852"/>
              <a:ext cx="3785616" cy="470915"/>
            </a:xfrm>
            <a:prstGeom prst="rect">
              <a:avLst/>
            </a:prstGeom>
          </p:spPr>
        </p:pic>
        <p:pic>
          <p:nvPicPr>
            <p:cNvPr id="10" name="object 11">
              <a:extLst>
                <a:ext uri="{FF2B5EF4-FFF2-40B4-BE49-F238E27FC236}">
                  <a16:creationId xmlns:a16="http://schemas.microsoft.com/office/drawing/2014/main" id="{248A4FCB-9294-958D-35DF-8C807A04C59C}"/>
                </a:ext>
              </a:extLst>
            </p:cNvPr>
            <p:cNvPicPr/>
            <p:nvPr/>
          </p:nvPicPr>
          <p:blipFill>
            <a:blip r:embed="rId4" cstate="print"/>
            <a:stretch>
              <a:fillRect/>
            </a:stretch>
          </p:blipFill>
          <p:spPr>
            <a:xfrm>
              <a:off x="7728204" y="313956"/>
              <a:ext cx="3686555" cy="582155"/>
            </a:xfrm>
            <a:prstGeom prst="rect">
              <a:avLst/>
            </a:prstGeom>
          </p:spPr>
        </p:pic>
      </p:grpSp>
      <p:sp>
        <p:nvSpPr>
          <p:cNvPr id="11" name="object 12">
            <a:extLst>
              <a:ext uri="{FF2B5EF4-FFF2-40B4-BE49-F238E27FC236}">
                <a16:creationId xmlns:a16="http://schemas.microsoft.com/office/drawing/2014/main" id="{7C7B0765-CABC-DF8C-3EA0-F6E4C5923F83}"/>
              </a:ext>
            </a:extLst>
          </p:cNvPr>
          <p:cNvSpPr txBox="1"/>
          <p:nvPr/>
        </p:nvSpPr>
        <p:spPr>
          <a:xfrm>
            <a:off x="7397061" y="779417"/>
            <a:ext cx="3683635" cy="368935"/>
          </a:xfrm>
          <a:prstGeom prst="rect">
            <a:avLst/>
          </a:prstGeom>
          <a:solidFill>
            <a:srgbClr val="ECECEC"/>
          </a:solidFill>
        </p:spPr>
        <p:txBody>
          <a:bodyPr vert="horz" wrap="square" lIns="0" tIns="29844" rIns="0" bIns="0" rtlCol="0">
            <a:spAutoFit/>
          </a:bodyPr>
          <a:lstStyle/>
          <a:p>
            <a:pPr marL="92710">
              <a:lnSpc>
                <a:spcPct val="100000"/>
              </a:lnSpc>
              <a:spcBef>
                <a:spcPts val="234"/>
              </a:spcBef>
            </a:pPr>
            <a:r>
              <a:rPr sz="1800" spc="-10" dirty="0">
                <a:latin typeface="Calibri"/>
                <a:cs typeface="Calibri"/>
              </a:rPr>
              <a:t>Exemple</a:t>
            </a:r>
            <a:r>
              <a:rPr sz="1800" spc="-40" dirty="0">
                <a:latin typeface="Calibri"/>
                <a:cs typeface="Calibri"/>
              </a:rPr>
              <a:t> </a:t>
            </a:r>
            <a:r>
              <a:rPr sz="1800" dirty="0">
                <a:latin typeface="Calibri"/>
                <a:cs typeface="Calibri"/>
              </a:rPr>
              <a:t>d'injection</a:t>
            </a:r>
            <a:r>
              <a:rPr sz="1800" spc="-20" dirty="0">
                <a:latin typeface="Calibri"/>
                <a:cs typeface="Calibri"/>
              </a:rPr>
              <a:t> </a:t>
            </a:r>
            <a:r>
              <a:rPr sz="1800" dirty="0">
                <a:latin typeface="Calibri"/>
                <a:cs typeface="Calibri"/>
              </a:rPr>
              <a:t>de</a:t>
            </a:r>
            <a:r>
              <a:rPr sz="1800" spc="-25" dirty="0">
                <a:latin typeface="Calibri"/>
                <a:cs typeface="Calibri"/>
              </a:rPr>
              <a:t> </a:t>
            </a:r>
            <a:r>
              <a:rPr sz="1800" spc="-10" dirty="0">
                <a:latin typeface="Calibri"/>
                <a:cs typeface="Calibri"/>
              </a:rPr>
              <a:t>dépendance</a:t>
            </a:r>
            <a:endParaRPr sz="1800">
              <a:latin typeface="Calibri"/>
              <a:cs typeface="Calibri"/>
            </a:endParaRPr>
          </a:p>
        </p:txBody>
      </p:sp>
    </p:spTree>
    <p:extLst>
      <p:ext uri="{BB962C8B-B14F-4D97-AF65-F5344CB8AC3E}">
        <p14:creationId xmlns:p14="http://schemas.microsoft.com/office/powerpoint/2010/main" val="278893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311486"/>
            <a:ext cx="10525539" cy="1107996"/>
          </a:xfrm>
          <a:prstGeom prst="rect">
            <a:avLst/>
          </a:prstGeom>
          <a:noFill/>
        </p:spPr>
        <p:txBody>
          <a:bodyPr wrap="square" rtlCol="0">
            <a:spAutoFit/>
          </a:bodyPr>
          <a:lstStyle/>
          <a:p>
            <a:r>
              <a:rPr lang="fr-FR" sz="2400" b="1" dirty="0"/>
              <a:t>Middleware</a:t>
            </a:r>
          </a:p>
          <a:p>
            <a:endParaRPr lang="fr-FR" dirty="0"/>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5" name="ZoneTexte 4">
            <a:extLst>
              <a:ext uri="{FF2B5EF4-FFF2-40B4-BE49-F238E27FC236}">
                <a16:creationId xmlns:a16="http://schemas.microsoft.com/office/drawing/2014/main" id="{6FAA977E-319D-51AA-D658-31E6F6CDD89B}"/>
              </a:ext>
            </a:extLst>
          </p:cNvPr>
          <p:cNvSpPr txBox="1"/>
          <p:nvPr/>
        </p:nvSpPr>
        <p:spPr>
          <a:xfrm>
            <a:off x="985866" y="1902168"/>
            <a:ext cx="10161105" cy="4724370"/>
          </a:xfrm>
          <a:prstGeom prst="rect">
            <a:avLst/>
          </a:prstGeom>
          <a:noFill/>
        </p:spPr>
        <p:txBody>
          <a:bodyPr wrap="square">
            <a:spAutoFit/>
          </a:bodyPr>
          <a:lstStyle/>
          <a:p>
            <a:pPr marL="240029" marR="5080" indent="-227329">
              <a:lnSpc>
                <a:spcPts val="2590"/>
              </a:lnSpc>
              <a:spcBef>
                <a:spcPts val="425"/>
              </a:spcBef>
              <a:buClr>
                <a:srgbClr val="391778"/>
              </a:buClr>
              <a:buFont typeface="Arial"/>
              <a:buChar char="•"/>
              <a:tabLst>
                <a:tab pos="241300" algn="l"/>
              </a:tabLst>
            </a:pPr>
            <a:r>
              <a:rPr lang="fr-FR" sz="2400" dirty="0">
                <a:latin typeface="Segoe UI"/>
                <a:cs typeface="Segoe UI"/>
              </a:rPr>
              <a:t>De</a:t>
            </a:r>
            <a:r>
              <a:rPr lang="fr-FR" sz="2400" spc="-60" dirty="0">
                <a:latin typeface="Segoe UI"/>
                <a:cs typeface="Segoe UI"/>
              </a:rPr>
              <a:t> </a:t>
            </a:r>
            <a:r>
              <a:rPr lang="fr-FR" sz="2400" u="sng" dirty="0">
                <a:uFill>
                  <a:solidFill>
                    <a:srgbClr val="000000"/>
                  </a:solidFill>
                </a:uFill>
                <a:latin typeface="Segoe UI"/>
                <a:cs typeface="Segoe UI"/>
              </a:rPr>
              <a:t>nombreux</a:t>
            </a:r>
            <a:r>
              <a:rPr lang="fr-FR" sz="2400" u="sng" spc="-55" dirty="0">
                <a:uFill>
                  <a:solidFill>
                    <a:srgbClr val="000000"/>
                  </a:solidFill>
                </a:uFill>
                <a:latin typeface="Segoe UI"/>
                <a:cs typeface="Segoe UI"/>
              </a:rPr>
              <a:t> </a:t>
            </a:r>
            <a:r>
              <a:rPr lang="fr-FR" sz="2400" u="sng" dirty="0">
                <a:uFill>
                  <a:solidFill>
                    <a:srgbClr val="000000"/>
                  </a:solidFill>
                </a:uFill>
                <a:latin typeface="Segoe UI"/>
                <a:cs typeface="Segoe UI"/>
              </a:rPr>
              <a:t>middleware</a:t>
            </a:r>
            <a:r>
              <a:rPr lang="fr-FR" sz="2400" u="sng" spc="-60" dirty="0">
                <a:uFill>
                  <a:solidFill>
                    <a:srgbClr val="000000"/>
                  </a:solidFill>
                </a:uFill>
                <a:latin typeface="Segoe UI"/>
                <a:cs typeface="Segoe UI"/>
              </a:rPr>
              <a:t> </a:t>
            </a:r>
            <a:r>
              <a:rPr lang="fr-FR" sz="2400" u="sng" dirty="0">
                <a:uFill>
                  <a:solidFill>
                    <a:srgbClr val="000000"/>
                  </a:solidFill>
                </a:uFill>
                <a:latin typeface="Segoe UI"/>
                <a:cs typeface="Segoe UI"/>
              </a:rPr>
              <a:t>ont</a:t>
            </a:r>
            <a:r>
              <a:rPr lang="fr-FR" sz="2400" u="sng" spc="-50" dirty="0">
                <a:uFill>
                  <a:solidFill>
                    <a:srgbClr val="000000"/>
                  </a:solidFill>
                </a:uFill>
                <a:latin typeface="Segoe UI"/>
                <a:cs typeface="Segoe UI"/>
              </a:rPr>
              <a:t> </a:t>
            </a:r>
            <a:r>
              <a:rPr lang="fr-FR" sz="2400" u="sng" dirty="0">
                <a:uFill>
                  <a:solidFill>
                    <a:srgbClr val="000000"/>
                  </a:solidFill>
                </a:uFill>
                <a:latin typeface="Segoe UI"/>
                <a:cs typeface="Segoe UI"/>
              </a:rPr>
              <a:t>déjà</a:t>
            </a:r>
            <a:r>
              <a:rPr lang="fr-FR" sz="2400" u="sng" spc="-65" dirty="0">
                <a:uFill>
                  <a:solidFill>
                    <a:srgbClr val="000000"/>
                  </a:solidFill>
                </a:uFill>
                <a:latin typeface="Segoe UI"/>
                <a:cs typeface="Segoe UI"/>
              </a:rPr>
              <a:t> </a:t>
            </a:r>
            <a:r>
              <a:rPr lang="fr-FR" sz="2400" u="sng" dirty="0">
                <a:uFill>
                  <a:solidFill>
                    <a:srgbClr val="000000"/>
                  </a:solidFill>
                </a:uFill>
                <a:latin typeface="Segoe UI"/>
                <a:cs typeface="Segoe UI"/>
              </a:rPr>
              <a:t>été</a:t>
            </a:r>
            <a:r>
              <a:rPr lang="fr-FR" sz="2400" u="sng" spc="-80" dirty="0">
                <a:uFill>
                  <a:solidFill>
                    <a:srgbClr val="000000"/>
                  </a:solidFill>
                </a:uFill>
                <a:latin typeface="Segoe UI"/>
                <a:cs typeface="Segoe UI"/>
              </a:rPr>
              <a:t> </a:t>
            </a:r>
            <a:r>
              <a:rPr lang="fr-FR" sz="2400" u="sng" dirty="0">
                <a:uFill>
                  <a:solidFill>
                    <a:srgbClr val="000000"/>
                  </a:solidFill>
                </a:uFill>
                <a:latin typeface="Segoe UI"/>
                <a:cs typeface="Segoe UI"/>
              </a:rPr>
              <a:t>créées</a:t>
            </a:r>
            <a:r>
              <a:rPr lang="fr-FR" sz="2400" spc="-60" dirty="0">
                <a:latin typeface="Segoe UI"/>
                <a:cs typeface="Segoe UI"/>
              </a:rPr>
              <a:t> </a:t>
            </a:r>
            <a:r>
              <a:rPr lang="fr-FR" sz="2400" dirty="0">
                <a:latin typeface="Segoe UI"/>
                <a:cs typeface="Segoe UI"/>
              </a:rPr>
              <a:t>pour</a:t>
            </a:r>
            <a:r>
              <a:rPr lang="fr-FR" sz="2400" spc="-50" dirty="0">
                <a:latin typeface="Segoe UI"/>
                <a:cs typeface="Segoe UI"/>
              </a:rPr>
              <a:t> </a:t>
            </a:r>
            <a:r>
              <a:rPr lang="fr-FR" sz="2400" dirty="0">
                <a:latin typeface="Segoe UI"/>
                <a:cs typeface="Segoe UI"/>
              </a:rPr>
              <a:t>répondre</a:t>
            </a:r>
            <a:r>
              <a:rPr lang="fr-FR" sz="2400" spc="-65" dirty="0">
                <a:latin typeface="Segoe UI"/>
                <a:cs typeface="Segoe UI"/>
              </a:rPr>
              <a:t> </a:t>
            </a:r>
            <a:r>
              <a:rPr lang="fr-FR" sz="2400" spc="-25" dirty="0">
                <a:latin typeface="Segoe UI"/>
                <a:cs typeface="Segoe UI"/>
              </a:rPr>
              <a:t>aux </a:t>
            </a:r>
            <a:r>
              <a:rPr lang="fr-FR" sz="2400" dirty="0">
                <a:latin typeface="Segoe UI"/>
                <a:cs typeface="Segoe UI"/>
              </a:rPr>
              <a:t>besoins</a:t>
            </a:r>
            <a:r>
              <a:rPr lang="fr-FR" sz="2400" spc="-5" dirty="0">
                <a:latin typeface="Segoe UI"/>
                <a:cs typeface="Segoe UI"/>
              </a:rPr>
              <a:t> </a:t>
            </a:r>
            <a:r>
              <a:rPr lang="fr-FR" sz="2400" dirty="0">
                <a:latin typeface="Segoe UI"/>
                <a:cs typeface="Segoe UI"/>
              </a:rPr>
              <a:t>des</a:t>
            </a:r>
            <a:r>
              <a:rPr lang="fr-FR" sz="2400" spc="-5" dirty="0">
                <a:latin typeface="Segoe UI"/>
                <a:cs typeface="Segoe UI"/>
              </a:rPr>
              <a:t> </a:t>
            </a:r>
            <a:r>
              <a:rPr lang="fr-FR" sz="2400" dirty="0">
                <a:latin typeface="Segoe UI"/>
                <a:cs typeface="Segoe UI"/>
              </a:rPr>
              <a:t>services</a:t>
            </a:r>
            <a:r>
              <a:rPr lang="fr-FR" sz="2400" spc="-25" dirty="0">
                <a:latin typeface="Segoe UI"/>
                <a:cs typeface="Segoe UI"/>
              </a:rPr>
              <a:t> </a:t>
            </a:r>
            <a:r>
              <a:rPr lang="fr-FR" sz="2400" dirty="0">
                <a:latin typeface="Segoe UI"/>
                <a:cs typeface="Segoe UI"/>
              </a:rPr>
              <a:t>et</a:t>
            </a:r>
            <a:r>
              <a:rPr lang="fr-FR" sz="2400" spc="-5" dirty="0">
                <a:latin typeface="Segoe UI"/>
                <a:cs typeface="Segoe UI"/>
              </a:rPr>
              <a:t> </a:t>
            </a:r>
            <a:r>
              <a:rPr lang="fr-FR" sz="2400" dirty="0">
                <a:latin typeface="Segoe UI"/>
                <a:cs typeface="Segoe UI"/>
              </a:rPr>
              <a:t>des</a:t>
            </a:r>
            <a:r>
              <a:rPr lang="fr-FR" sz="2400" spc="-15" dirty="0">
                <a:latin typeface="Segoe UI"/>
                <a:cs typeface="Segoe UI"/>
              </a:rPr>
              <a:t> </a:t>
            </a:r>
            <a:r>
              <a:rPr lang="fr-FR" sz="2400" spc="-10" dirty="0">
                <a:latin typeface="Segoe UI"/>
                <a:cs typeface="Segoe UI"/>
              </a:rPr>
              <a:t>bibliothèques</a:t>
            </a:r>
            <a:endParaRPr lang="fr-FR" sz="2400" dirty="0">
              <a:latin typeface="Segoe UI"/>
              <a:cs typeface="Segoe UI"/>
            </a:endParaRPr>
          </a:p>
          <a:p>
            <a:pPr>
              <a:lnSpc>
                <a:spcPct val="100000"/>
              </a:lnSpc>
              <a:spcBef>
                <a:spcPts val="204"/>
              </a:spcBef>
              <a:buClr>
                <a:srgbClr val="391778"/>
              </a:buClr>
              <a:buFont typeface="Arial"/>
              <a:buChar char="•"/>
            </a:pPr>
            <a:endParaRPr lang="fr-FR" sz="2400" dirty="0">
              <a:latin typeface="Segoe UI"/>
              <a:cs typeface="Segoe UI"/>
            </a:endParaRPr>
          </a:p>
          <a:p>
            <a:pPr marL="240029" indent="-227329">
              <a:lnSpc>
                <a:spcPct val="100000"/>
              </a:lnSpc>
              <a:spcBef>
                <a:spcPts val="5"/>
              </a:spcBef>
              <a:buClr>
                <a:srgbClr val="391778"/>
              </a:buClr>
              <a:buFont typeface="Arial"/>
              <a:buChar char="•"/>
              <a:tabLst>
                <a:tab pos="240029" algn="l"/>
              </a:tabLst>
            </a:pPr>
            <a:r>
              <a:rPr lang="fr-FR" sz="2400" dirty="0">
                <a:latin typeface="Segoe UI"/>
                <a:cs typeface="Segoe UI"/>
              </a:rPr>
              <a:t>Il</a:t>
            </a:r>
            <a:r>
              <a:rPr lang="fr-FR" sz="2400" spc="-50" dirty="0">
                <a:latin typeface="Segoe UI"/>
                <a:cs typeface="Segoe UI"/>
              </a:rPr>
              <a:t> </a:t>
            </a:r>
            <a:r>
              <a:rPr lang="fr-FR" sz="2400" dirty="0">
                <a:latin typeface="Segoe UI"/>
                <a:cs typeface="Segoe UI"/>
              </a:rPr>
              <a:t>est</a:t>
            </a:r>
            <a:r>
              <a:rPr lang="fr-FR" sz="2400" spc="-50" dirty="0">
                <a:latin typeface="Segoe UI"/>
                <a:cs typeface="Segoe UI"/>
              </a:rPr>
              <a:t> </a:t>
            </a:r>
            <a:r>
              <a:rPr lang="fr-FR" sz="2400" dirty="0">
                <a:latin typeface="Segoe UI"/>
                <a:cs typeface="Segoe UI"/>
              </a:rPr>
              <a:t>donc</a:t>
            </a:r>
            <a:r>
              <a:rPr lang="fr-FR" sz="2400" spc="-35" dirty="0">
                <a:latin typeface="Segoe UI"/>
                <a:cs typeface="Segoe UI"/>
              </a:rPr>
              <a:t> </a:t>
            </a:r>
            <a:r>
              <a:rPr lang="fr-FR" sz="2400" dirty="0">
                <a:latin typeface="Segoe UI"/>
                <a:cs typeface="Segoe UI"/>
              </a:rPr>
              <a:t>rarement</a:t>
            </a:r>
            <a:r>
              <a:rPr lang="fr-FR" sz="2400" spc="-70" dirty="0">
                <a:latin typeface="Segoe UI"/>
                <a:cs typeface="Segoe UI"/>
              </a:rPr>
              <a:t> </a:t>
            </a:r>
            <a:r>
              <a:rPr lang="fr-FR" sz="2400" dirty="0">
                <a:latin typeface="Segoe UI"/>
                <a:cs typeface="Segoe UI"/>
              </a:rPr>
              <a:t>nécessaire</a:t>
            </a:r>
            <a:r>
              <a:rPr lang="fr-FR" sz="2400" spc="-50" dirty="0">
                <a:latin typeface="Segoe UI"/>
                <a:cs typeface="Segoe UI"/>
              </a:rPr>
              <a:t> </a:t>
            </a:r>
            <a:r>
              <a:rPr lang="fr-FR" sz="2400" dirty="0">
                <a:latin typeface="Segoe UI"/>
                <a:cs typeface="Segoe UI"/>
              </a:rPr>
              <a:t>de</a:t>
            </a:r>
            <a:r>
              <a:rPr lang="fr-FR" sz="2400" spc="-45" dirty="0">
                <a:latin typeface="Segoe UI"/>
                <a:cs typeface="Segoe UI"/>
              </a:rPr>
              <a:t> </a:t>
            </a:r>
            <a:r>
              <a:rPr lang="fr-FR" sz="2400" dirty="0">
                <a:latin typeface="Segoe UI"/>
                <a:cs typeface="Segoe UI"/>
              </a:rPr>
              <a:t>créer</a:t>
            </a:r>
            <a:r>
              <a:rPr lang="fr-FR" sz="2400" spc="-45" dirty="0">
                <a:latin typeface="Segoe UI"/>
                <a:cs typeface="Segoe UI"/>
              </a:rPr>
              <a:t> </a:t>
            </a:r>
            <a:r>
              <a:rPr lang="fr-FR" sz="2400" dirty="0">
                <a:latin typeface="Segoe UI"/>
                <a:cs typeface="Segoe UI"/>
              </a:rPr>
              <a:t>son</a:t>
            </a:r>
            <a:r>
              <a:rPr lang="fr-FR" sz="2400" spc="-45" dirty="0">
                <a:latin typeface="Segoe UI"/>
                <a:cs typeface="Segoe UI"/>
              </a:rPr>
              <a:t> </a:t>
            </a:r>
            <a:r>
              <a:rPr lang="fr-FR" sz="2400" dirty="0">
                <a:latin typeface="Segoe UI"/>
                <a:cs typeface="Segoe UI"/>
              </a:rPr>
              <a:t>propre</a:t>
            </a:r>
            <a:r>
              <a:rPr lang="fr-FR" sz="2400" spc="-50" dirty="0">
                <a:latin typeface="Segoe UI"/>
                <a:cs typeface="Segoe UI"/>
              </a:rPr>
              <a:t> </a:t>
            </a:r>
            <a:r>
              <a:rPr lang="fr-FR" sz="2400" spc="-10" dirty="0">
                <a:latin typeface="Segoe UI"/>
                <a:cs typeface="Segoe UI"/>
              </a:rPr>
              <a:t>middleware</a:t>
            </a:r>
            <a:endParaRPr lang="fr-FR" sz="2400" dirty="0">
              <a:latin typeface="Segoe UI"/>
              <a:cs typeface="Segoe UI"/>
            </a:endParaRPr>
          </a:p>
          <a:p>
            <a:pPr>
              <a:lnSpc>
                <a:spcPct val="100000"/>
              </a:lnSpc>
              <a:spcBef>
                <a:spcPts val="250"/>
              </a:spcBef>
              <a:buClr>
                <a:srgbClr val="391778"/>
              </a:buClr>
              <a:buFont typeface="Arial"/>
              <a:buChar char="•"/>
            </a:pPr>
            <a:endParaRPr lang="fr-FR" sz="2400" dirty="0">
              <a:latin typeface="Segoe UI"/>
              <a:cs typeface="Segoe UI"/>
            </a:endParaRPr>
          </a:p>
          <a:p>
            <a:pPr marL="240029" indent="-227329">
              <a:lnSpc>
                <a:spcPct val="100000"/>
              </a:lnSpc>
              <a:buClr>
                <a:srgbClr val="391778"/>
              </a:buClr>
              <a:buFont typeface="Arial"/>
              <a:buChar char="•"/>
              <a:tabLst>
                <a:tab pos="240029" algn="l"/>
              </a:tabLst>
            </a:pPr>
            <a:r>
              <a:rPr lang="fr-FR" sz="2400" dirty="0">
                <a:latin typeface="Segoe UI"/>
                <a:cs typeface="Segoe UI"/>
              </a:rPr>
              <a:t>Quelques</a:t>
            </a:r>
            <a:r>
              <a:rPr lang="fr-FR" sz="2400" spc="-80" dirty="0">
                <a:latin typeface="Segoe UI"/>
                <a:cs typeface="Segoe UI"/>
              </a:rPr>
              <a:t> </a:t>
            </a:r>
            <a:r>
              <a:rPr lang="fr-FR" sz="2400" dirty="0">
                <a:latin typeface="Segoe UI"/>
                <a:cs typeface="Segoe UI"/>
              </a:rPr>
              <a:t>exemples</a:t>
            </a:r>
            <a:r>
              <a:rPr lang="fr-FR" sz="2400" spc="-105" dirty="0">
                <a:latin typeface="Segoe UI"/>
                <a:cs typeface="Segoe UI"/>
              </a:rPr>
              <a:t> </a:t>
            </a:r>
            <a:r>
              <a:rPr lang="fr-FR" sz="2400" dirty="0">
                <a:latin typeface="Segoe UI"/>
                <a:cs typeface="Segoe UI"/>
              </a:rPr>
              <a:t>de</a:t>
            </a:r>
            <a:r>
              <a:rPr lang="fr-FR" sz="2400" spc="-70" dirty="0">
                <a:latin typeface="Segoe UI"/>
                <a:cs typeface="Segoe UI"/>
              </a:rPr>
              <a:t> </a:t>
            </a:r>
            <a:r>
              <a:rPr lang="fr-FR" sz="2400" dirty="0">
                <a:latin typeface="Segoe UI"/>
                <a:cs typeface="Segoe UI"/>
              </a:rPr>
              <a:t>middlewares</a:t>
            </a:r>
            <a:r>
              <a:rPr lang="fr-FR" sz="2400" spc="-80" dirty="0">
                <a:latin typeface="Segoe UI"/>
                <a:cs typeface="Segoe UI"/>
              </a:rPr>
              <a:t> </a:t>
            </a:r>
            <a:r>
              <a:rPr lang="fr-FR" sz="2400" spc="-50" dirty="0">
                <a:latin typeface="Segoe UI"/>
                <a:cs typeface="Segoe UI"/>
              </a:rPr>
              <a:t>:</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spc="-10" dirty="0" err="1">
                <a:latin typeface="Segoe UI"/>
                <a:cs typeface="Segoe UI"/>
              </a:rPr>
              <a:t>UseSwagger</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spc="-10" dirty="0" err="1">
                <a:latin typeface="Segoe UI"/>
                <a:cs typeface="Segoe UI"/>
              </a:rPr>
              <a:t>UseCors</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spc="-10" dirty="0" err="1">
                <a:latin typeface="Segoe UI"/>
                <a:cs typeface="Segoe UI"/>
              </a:rPr>
              <a:t>UseRouting</a:t>
            </a:r>
            <a:endParaRPr lang="fr-FR" sz="2000" dirty="0">
              <a:latin typeface="Segoe UI"/>
              <a:cs typeface="Segoe UI"/>
            </a:endParaRPr>
          </a:p>
          <a:p>
            <a:pPr marL="698500" lvl="1" indent="-228600">
              <a:lnSpc>
                <a:spcPct val="100000"/>
              </a:lnSpc>
              <a:spcBef>
                <a:spcPts val="254"/>
              </a:spcBef>
              <a:buClr>
                <a:srgbClr val="391778"/>
              </a:buClr>
              <a:buFont typeface="Arial"/>
              <a:buChar char="•"/>
              <a:tabLst>
                <a:tab pos="698500" algn="l"/>
              </a:tabLst>
            </a:pPr>
            <a:r>
              <a:rPr lang="fr-FR" sz="2000" spc="-10" dirty="0" err="1">
                <a:latin typeface="Segoe UI"/>
                <a:cs typeface="Segoe UI"/>
              </a:rPr>
              <a:t>UseAuthentication</a:t>
            </a:r>
            <a:endParaRPr lang="fr-FR" sz="2000" dirty="0">
              <a:latin typeface="Segoe UI"/>
              <a:cs typeface="Segoe UI"/>
            </a:endParaRPr>
          </a:p>
          <a:p>
            <a:pPr marL="698500" lvl="1" indent="-228600">
              <a:lnSpc>
                <a:spcPct val="100000"/>
              </a:lnSpc>
              <a:spcBef>
                <a:spcPts val="260"/>
              </a:spcBef>
              <a:buClr>
                <a:srgbClr val="391778"/>
              </a:buClr>
              <a:buFont typeface="Arial"/>
              <a:buChar char="•"/>
              <a:tabLst>
                <a:tab pos="698500" algn="l"/>
              </a:tabLst>
            </a:pPr>
            <a:r>
              <a:rPr lang="fr-FR" sz="2000" spc="-10" dirty="0" err="1">
                <a:latin typeface="Segoe UI"/>
                <a:cs typeface="Segoe UI"/>
              </a:rPr>
              <a:t>UseAuthorization</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spc="-10" dirty="0" err="1">
                <a:latin typeface="Segoe UI"/>
                <a:cs typeface="Segoe UI"/>
              </a:rPr>
              <a:t>UseEndpoints</a:t>
            </a:r>
            <a:endParaRPr lang="fr-FR" sz="2000" dirty="0">
              <a:latin typeface="Segoe UI"/>
              <a:cs typeface="Segoe UI"/>
            </a:endParaRPr>
          </a:p>
          <a:p>
            <a:pPr marL="698500" lvl="1" indent="-228600">
              <a:lnSpc>
                <a:spcPct val="100000"/>
              </a:lnSpc>
              <a:spcBef>
                <a:spcPts val="254"/>
              </a:spcBef>
              <a:buClr>
                <a:srgbClr val="391778"/>
              </a:buClr>
              <a:buFont typeface="Arial"/>
              <a:buChar char="•"/>
              <a:tabLst>
                <a:tab pos="698500" algn="l"/>
              </a:tabLst>
            </a:pPr>
            <a:r>
              <a:rPr lang="fr-FR" sz="2000" spc="-50" dirty="0">
                <a:latin typeface="Segoe UI"/>
                <a:cs typeface="Segoe UI"/>
              </a:rPr>
              <a:t>…</a:t>
            </a:r>
            <a:endParaRPr lang="fr-FR" sz="2000" dirty="0">
              <a:latin typeface="Segoe UI"/>
              <a:cs typeface="Segoe UI"/>
            </a:endParaRPr>
          </a:p>
        </p:txBody>
      </p:sp>
    </p:spTree>
    <p:extLst>
      <p:ext uri="{BB962C8B-B14F-4D97-AF65-F5344CB8AC3E}">
        <p14:creationId xmlns:p14="http://schemas.microsoft.com/office/powerpoint/2010/main" val="4009558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311486"/>
            <a:ext cx="10525539" cy="1107996"/>
          </a:xfrm>
          <a:prstGeom prst="rect">
            <a:avLst/>
          </a:prstGeom>
          <a:noFill/>
        </p:spPr>
        <p:txBody>
          <a:bodyPr wrap="square" rtlCol="0">
            <a:spAutoFit/>
          </a:bodyPr>
          <a:lstStyle/>
          <a:p>
            <a:r>
              <a:rPr lang="fr-FR" sz="2400" b="1" dirty="0"/>
              <a:t>ASP.NET 6 et 7</a:t>
            </a:r>
          </a:p>
          <a:p>
            <a:endParaRPr lang="fr-FR" dirty="0"/>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sp>
        <p:nvSpPr>
          <p:cNvPr id="5" name="ZoneTexte 4">
            <a:extLst>
              <a:ext uri="{FF2B5EF4-FFF2-40B4-BE49-F238E27FC236}">
                <a16:creationId xmlns:a16="http://schemas.microsoft.com/office/drawing/2014/main" id="{6FAA977E-319D-51AA-D658-31E6F6CDD89B}"/>
              </a:ext>
            </a:extLst>
          </p:cNvPr>
          <p:cNvSpPr txBox="1"/>
          <p:nvPr/>
        </p:nvSpPr>
        <p:spPr>
          <a:xfrm>
            <a:off x="985866" y="1989253"/>
            <a:ext cx="10161105" cy="3808735"/>
          </a:xfrm>
          <a:prstGeom prst="rect">
            <a:avLst/>
          </a:prstGeom>
          <a:noFill/>
        </p:spPr>
        <p:txBody>
          <a:bodyPr wrap="square">
            <a:spAutoFit/>
          </a:bodyPr>
          <a:lstStyle/>
          <a:p>
            <a:pPr marL="240029" indent="-227329">
              <a:lnSpc>
                <a:spcPct val="100000"/>
              </a:lnSpc>
              <a:spcBef>
                <a:spcPts val="100"/>
              </a:spcBef>
              <a:buClr>
                <a:srgbClr val="391778"/>
              </a:buClr>
              <a:buFont typeface="Arial"/>
              <a:buChar char="•"/>
              <a:tabLst>
                <a:tab pos="240029" algn="l"/>
              </a:tabLst>
            </a:pPr>
            <a:r>
              <a:rPr lang="fr-FR" sz="2400" dirty="0">
                <a:latin typeface="Segoe UI"/>
                <a:cs typeface="Segoe UI"/>
              </a:rPr>
              <a:t>Le</a:t>
            </a:r>
            <a:r>
              <a:rPr lang="fr-FR" sz="2400" spc="-65" dirty="0">
                <a:latin typeface="Segoe UI"/>
                <a:cs typeface="Segoe UI"/>
              </a:rPr>
              <a:t> </a:t>
            </a:r>
            <a:r>
              <a:rPr lang="fr-FR" sz="2400" dirty="0">
                <a:latin typeface="Segoe UI"/>
                <a:cs typeface="Segoe UI"/>
              </a:rPr>
              <a:t>nouveau</a:t>
            </a:r>
            <a:r>
              <a:rPr lang="fr-FR" sz="2400" spc="-30" dirty="0">
                <a:latin typeface="Segoe UI"/>
                <a:cs typeface="Segoe UI"/>
              </a:rPr>
              <a:t> </a:t>
            </a:r>
            <a:r>
              <a:rPr lang="fr-FR" sz="2400" dirty="0" err="1">
                <a:latin typeface="Segoe UI"/>
                <a:cs typeface="Segoe UI"/>
              </a:rPr>
              <a:t>template</a:t>
            </a:r>
            <a:r>
              <a:rPr lang="fr-FR" sz="2400" spc="-70" dirty="0">
                <a:latin typeface="Segoe UI"/>
                <a:cs typeface="Segoe UI"/>
              </a:rPr>
              <a:t> </a:t>
            </a:r>
            <a:r>
              <a:rPr lang="fr-FR" sz="2400" spc="-50" dirty="0">
                <a:latin typeface="Segoe UI"/>
                <a:cs typeface="Segoe UI"/>
              </a:rPr>
              <a:t>ASP.NET</a:t>
            </a:r>
            <a:r>
              <a:rPr lang="fr-FR" sz="2400" spc="-30" dirty="0">
                <a:latin typeface="Segoe UI"/>
                <a:cs typeface="Segoe UI"/>
              </a:rPr>
              <a:t> </a:t>
            </a:r>
            <a:r>
              <a:rPr lang="fr-FR" sz="2400" dirty="0">
                <a:latin typeface="Segoe UI"/>
                <a:cs typeface="Segoe UI"/>
              </a:rPr>
              <a:t>6</a:t>
            </a:r>
            <a:r>
              <a:rPr lang="fr-FR" sz="2400" spc="-60" dirty="0">
                <a:latin typeface="Segoe UI"/>
                <a:cs typeface="Segoe UI"/>
              </a:rPr>
              <a:t> </a:t>
            </a:r>
            <a:r>
              <a:rPr lang="fr-FR" sz="2400" dirty="0">
                <a:latin typeface="Segoe UI"/>
                <a:cs typeface="Segoe UI"/>
              </a:rPr>
              <a:t>et</a:t>
            </a:r>
            <a:r>
              <a:rPr lang="fr-FR" sz="2400" spc="-65" dirty="0">
                <a:latin typeface="Segoe UI"/>
                <a:cs typeface="Segoe UI"/>
              </a:rPr>
              <a:t> </a:t>
            </a:r>
            <a:r>
              <a:rPr lang="fr-FR" sz="2400" spc="-25" dirty="0">
                <a:latin typeface="Segoe UI"/>
                <a:cs typeface="Segoe UI"/>
              </a:rPr>
              <a:t>7:</a:t>
            </a:r>
            <a:endParaRPr lang="fr-FR" sz="2400" dirty="0">
              <a:latin typeface="Segoe UI"/>
              <a:cs typeface="Segoe UI"/>
            </a:endParaRPr>
          </a:p>
          <a:p>
            <a:pPr marL="698500" lvl="1" indent="-228600">
              <a:lnSpc>
                <a:spcPct val="100000"/>
              </a:lnSpc>
              <a:spcBef>
                <a:spcPts val="2995"/>
              </a:spcBef>
              <a:buClr>
                <a:srgbClr val="391778"/>
              </a:buClr>
              <a:buFont typeface="Arial"/>
              <a:buChar char="•"/>
              <a:tabLst>
                <a:tab pos="698500" algn="l"/>
              </a:tabLst>
            </a:pPr>
            <a:r>
              <a:rPr lang="fr-FR" sz="2000" dirty="0">
                <a:latin typeface="Segoe UI"/>
                <a:cs typeface="Segoe UI"/>
              </a:rPr>
              <a:t>Program</a:t>
            </a:r>
            <a:r>
              <a:rPr lang="fr-FR" sz="2000" spc="-30" dirty="0">
                <a:latin typeface="Segoe UI"/>
                <a:cs typeface="Segoe UI"/>
              </a:rPr>
              <a:t> </a:t>
            </a:r>
            <a:r>
              <a:rPr lang="fr-FR" sz="2000" dirty="0">
                <a:latin typeface="Segoe UI"/>
                <a:cs typeface="Segoe UI"/>
              </a:rPr>
              <a:t>et</a:t>
            </a:r>
            <a:r>
              <a:rPr lang="fr-FR" sz="2000" spc="-15" dirty="0">
                <a:latin typeface="Segoe UI"/>
                <a:cs typeface="Segoe UI"/>
              </a:rPr>
              <a:t> </a:t>
            </a:r>
            <a:r>
              <a:rPr lang="fr-FR" sz="2000" dirty="0">
                <a:latin typeface="Segoe UI"/>
                <a:cs typeface="Segoe UI"/>
              </a:rPr>
              <a:t>Startup</a:t>
            </a:r>
            <a:r>
              <a:rPr lang="fr-FR" sz="2000" spc="-65" dirty="0">
                <a:latin typeface="Segoe UI"/>
                <a:cs typeface="Segoe UI"/>
              </a:rPr>
              <a:t> </a:t>
            </a:r>
            <a:r>
              <a:rPr lang="fr-FR" sz="2000" dirty="0">
                <a:latin typeface="Segoe UI"/>
                <a:cs typeface="Segoe UI"/>
              </a:rPr>
              <a:t>ont</a:t>
            </a:r>
            <a:r>
              <a:rPr lang="fr-FR" sz="2000" spc="-20" dirty="0">
                <a:latin typeface="Segoe UI"/>
                <a:cs typeface="Segoe UI"/>
              </a:rPr>
              <a:t> </a:t>
            </a:r>
            <a:r>
              <a:rPr lang="fr-FR" sz="2000" spc="-10" dirty="0">
                <a:latin typeface="Segoe UI"/>
                <a:cs typeface="Segoe UI"/>
              </a:rPr>
              <a:t>fusionné</a:t>
            </a:r>
            <a:endParaRPr lang="fr-FR" sz="2000" dirty="0">
              <a:latin typeface="Segoe UI"/>
              <a:cs typeface="Segoe UI"/>
            </a:endParaRPr>
          </a:p>
          <a:p>
            <a:pPr marL="698500" lvl="1" indent="-228600">
              <a:lnSpc>
                <a:spcPct val="100000"/>
              </a:lnSpc>
              <a:spcBef>
                <a:spcPts val="2495"/>
              </a:spcBef>
              <a:buClr>
                <a:srgbClr val="391778"/>
              </a:buClr>
              <a:buFont typeface="Arial"/>
              <a:buChar char="•"/>
              <a:tabLst>
                <a:tab pos="698500" algn="l"/>
              </a:tabLst>
            </a:pPr>
            <a:r>
              <a:rPr lang="fr-FR" sz="2000" dirty="0">
                <a:latin typeface="Segoe UI"/>
                <a:cs typeface="Segoe UI"/>
              </a:rPr>
              <a:t>Suppression</a:t>
            </a:r>
            <a:r>
              <a:rPr lang="fr-FR" sz="2000" spc="-35" dirty="0">
                <a:latin typeface="Segoe UI"/>
                <a:cs typeface="Segoe UI"/>
              </a:rPr>
              <a:t> </a:t>
            </a:r>
            <a:r>
              <a:rPr lang="fr-FR" sz="2000" dirty="0">
                <a:latin typeface="Segoe UI"/>
                <a:cs typeface="Segoe UI"/>
              </a:rPr>
              <a:t>de</a:t>
            </a:r>
            <a:r>
              <a:rPr lang="fr-FR" sz="2000" spc="-35" dirty="0">
                <a:latin typeface="Segoe UI"/>
                <a:cs typeface="Segoe UI"/>
              </a:rPr>
              <a:t> </a:t>
            </a:r>
            <a:r>
              <a:rPr lang="fr-FR" sz="2000" dirty="0">
                <a:latin typeface="Segoe UI"/>
                <a:cs typeface="Segoe UI"/>
              </a:rPr>
              <a:t>certains</a:t>
            </a:r>
            <a:r>
              <a:rPr lang="fr-FR" sz="2000" spc="-35" dirty="0">
                <a:latin typeface="Segoe UI"/>
                <a:cs typeface="Segoe UI"/>
              </a:rPr>
              <a:t> </a:t>
            </a:r>
            <a:r>
              <a:rPr lang="fr-FR" sz="2000" spc="-10" dirty="0">
                <a:latin typeface="Segoe UI"/>
                <a:cs typeface="Segoe UI"/>
              </a:rPr>
              <a:t>éléments</a:t>
            </a:r>
            <a:endParaRPr lang="fr-FR" sz="2000" dirty="0">
              <a:latin typeface="Segoe UI"/>
              <a:cs typeface="Segoe UI"/>
            </a:endParaRPr>
          </a:p>
          <a:p>
            <a:pPr marL="1155700" lvl="2" indent="-228600">
              <a:lnSpc>
                <a:spcPct val="100000"/>
              </a:lnSpc>
              <a:spcBef>
                <a:spcPts val="315"/>
              </a:spcBef>
              <a:buClr>
                <a:srgbClr val="391778"/>
              </a:buClr>
              <a:buFont typeface="Arial"/>
              <a:buChar char="•"/>
              <a:tabLst>
                <a:tab pos="1155700" algn="l"/>
              </a:tabLst>
            </a:pPr>
            <a:r>
              <a:rPr lang="fr-FR" sz="1600" dirty="0">
                <a:latin typeface="Segoe UI"/>
                <a:cs typeface="Segoe UI"/>
              </a:rPr>
              <a:t>La</a:t>
            </a:r>
            <a:r>
              <a:rPr lang="fr-FR" sz="1600" spc="-30" dirty="0">
                <a:latin typeface="Segoe UI"/>
                <a:cs typeface="Segoe UI"/>
              </a:rPr>
              <a:t> </a:t>
            </a:r>
            <a:r>
              <a:rPr lang="fr-FR" sz="1600" dirty="0">
                <a:latin typeface="Segoe UI"/>
                <a:cs typeface="Segoe UI"/>
              </a:rPr>
              <a:t>classe</a:t>
            </a:r>
            <a:r>
              <a:rPr lang="fr-FR" sz="1600" spc="-20" dirty="0">
                <a:latin typeface="Segoe UI"/>
                <a:cs typeface="Segoe UI"/>
              </a:rPr>
              <a:t> </a:t>
            </a:r>
            <a:r>
              <a:rPr lang="fr-FR" sz="1600" spc="-10" dirty="0">
                <a:latin typeface="Segoe UI"/>
                <a:cs typeface="Segoe UI"/>
              </a:rPr>
              <a:t>Startup,</a:t>
            </a:r>
            <a:endParaRPr lang="fr-FR" sz="1600" dirty="0">
              <a:latin typeface="Segoe UI"/>
              <a:cs typeface="Segoe UI"/>
            </a:endParaRPr>
          </a:p>
          <a:p>
            <a:pPr marL="1155700" lvl="2" indent="-228600">
              <a:lnSpc>
                <a:spcPct val="100000"/>
              </a:lnSpc>
              <a:spcBef>
                <a:spcPts val="305"/>
              </a:spcBef>
              <a:buClr>
                <a:srgbClr val="391778"/>
              </a:buClr>
              <a:buFont typeface="Arial"/>
              <a:buChar char="•"/>
              <a:tabLst>
                <a:tab pos="1155700" algn="l"/>
              </a:tabLst>
            </a:pPr>
            <a:r>
              <a:rPr lang="fr-FR" sz="1600" dirty="0">
                <a:latin typeface="Segoe UI"/>
                <a:cs typeface="Segoe UI"/>
              </a:rPr>
              <a:t>La</a:t>
            </a:r>
            <a:r>
              <a:rPr lang="fr-FR" sz="1600" spc="-55" dirty="0">
                <a:latin typeface="Segoe UI"/>
                <a:cs typeface="Segoe UI"/>
              </a:rPr>
              <a:t> </a:t>
            </a:r>
            <a:r>
              <a:rPr lang="fr-FR" sz="1600" dirty="0">
                <a:latin typeface="Segoe UI"/>
                <a:cs typeface="Segoe UI"/>
              </a:rPr>
              <a:t>méthode</a:t>
            </a:r>
            <a:r>
              <a:rPr lang="fr-FR" sz="1600" spc="-55" dirty="0">
                <a:latin typeface="Segoe UI"/>
                <a:cs typeface="Segoe UI"/>
              </a:rPr>
              <a:t> </a:t>
            </a:r>
            <a:r>
              <a:rPr lang="fr-FR" sz="1600" dirty="0" err="1">
                <a:latin typeface="Segoe UI"/>
                <a:cs typeface="Segoe UI"/>
              </a:rPr>
              <a:t>CreateHostBuilder</a:t>
            </a:r>
            <a:r>
              <a:rPr lang="fr-FR" sz="1600" spc="-10" dirty="0">
                <a:latin typeface="Segoe UI"/>
                <a:cs typeface="Segoe UI"/>
              </a:rPr>
              <a:t> </a:t>
            </a:r>
            <a:r>
              <a:rPr lang="fr-FR" sz="1600" dirty="0">
                <a:latin typeface="Segoe UI"/>
                <a:cs typeface="Segoe UI"/>
              </a:rPr>
              <a:t>de</a:t>
            </a:r>
            <a:r>
              <a:rPr lang="fr-FR" sz="1600" spc="-35" dirty="0">
                <a:latin typeface="Segoe UI"/>
                <a:cs typeface="Segoe UI"/>
              </a:rPr>
              <a:t> </a:t>
            </a:r>
            <a:r>
              <a:rPr lang="fr-FR" sz="1600" spc="-10" dirty="0">
                <a:latin typeface="Segoe UI"/>
                <a:cs typeface="Segoe UI"/>
              </a:rPr>
              <a:t>Program,</a:t>
            </a:r>
            <a:endParaRPr lang="fr-FR" sz="1600" dirty="0">
              <a:latin typeface="Segoe UI"/>
              <a:cs typeface="Segoe UI"/>
            </a:endParaRPr>
          </a:p>
          <a:p>
            <a:pPr marL="1155700" lvl="2" indent="-228600">
              <a:lnSpc>
                <a:spcPct val="100000"/>
              </a:lnSpc>
              <a:spcBef>
                <a:spcPts val="310"/>
              </a:spcBef>
              <a:buClr>
                <a:srgbClr val="391778"/>
              </a:buClr>
              <a:buFont typeface="Arial"/>
              <a:buChar char="•"/>
              <a:tabLst>
                <a:tab pos="1155700" algn="l"/>
              </a:tabLst>
            </a:pPr>
            <a:r>
              <a:rPr lang="fr-FR" sz="1600" dirty="0">
                <a:latin typeface="Segoe UI"/>
                <a:cs typeface="Segoe UI"/>
              </a:rPr>
              <a:t>Les</a:t>
            </a:r>
            <a:r>
              <a:rPr lang="fr-FR" sz="1600" spc="-50" dirty="0">
                <a:latin typeface="Segoe UI"/>
                <a:cs typeface="Segoe UI"/>
              </a:rPr>
              <a:t> </a:t>
            </a:r>
            <a:r>
              <a:rPr lang="fr-FR" sz="1600" dirty="0">
                <a:latin typeface="Segoe UI"/>
                <a:cs typeface="Segoe UI"/>
              </a:rPr>
              <a:t>méthodes</a:t>
            </a:r>
            <a:r>
              <a:rPr lang="fr-FR" sz="1600" spc="-45" dirty="0">
                <a:latin typeface="Segoe UI"/>
                <a:cs typeface="Segoe UI"/>
              </a:rPr>
              <a:t> </a:t>
            </a:r>
            <a:r>
              <a:rPr lang="fr-FR" sz="1600" dirty="0">
                <a:latin typeface="Segoe UI"/>
                <a:cs typeface="Segoe UI"/>
              </a:rPr>
              <a:t>Configure</a:t>
            </a:r>
            <a:r>
              <a:rPr lang="fr-FR" sz="1600" spc="-20" dirty="0">
                <a:latin typeface="Segoe UI"/>
                <a:cs typeface="Segoe UI"/>
              </a:rPr>
              <a:t> </a:t>
            </a:r>
            <a:r>
              <a:rPr lang="fr-FR" sz="1600" dirty="0">
                <a:latin typeface="Segoe UI"/>
                <a:cs typeface="Segoe UI"/>
              </a:rPr>
              <a:t>et</a:t>
            </a:r>
            <a:r>
              <a:rPr lang="fr-FR" sz="1600" spc="-35" dirty="0">
                <a:latin typeface="Segoe UI"/>
                <a:cs typeface="Segoe UI"/>
              </a:rPr>
              <a:t> </a:t>
            </a:r>
            <a:r>
              <a:rPr lang="fr-FR" sz="1600" dirty="0" err="1">
                <a:latin typeface="Segoe UI"/>
                <a:cs typeface="Segoe UI"/>
              </a:rPr>
              <a:t>ConfigureServices</a:t>
            </a:r>
            <a:r>
              <a:rPr lang="fr-FR" sz="1600" spc="-20" dirty="0">
                <a:latin typeface="Segoe UI"/>
                <a:cs typeface="Segoe UI"/>
              </a:rPr>
              <a:t> </a:t>
            </a:r>
            <a:r>
              <a:rPr lang="fr-FR" sz="1600" dirty="0">
                <a:latin typeface="Segoe UI"/>
                <a:cs typeface="Segoe UI"/>
              </a:rPr>
              <a:t>de</a:t>
            </a:r>
            <a:r>
              <a:rPr lang="fr-FR" sz="1600" spc="-40" dirty="0">
                <a:latin typeface="Segoe UI"/>
                <a:cs typeface="Segoe UI"/>
              </a:rPr>
              <a:t> </a:t>
            </a:r>
            <a:r>
              <a:rPr lang="fr-FR" sz="1600" spc="-10" dirty="0">
                <a:latin typeface="Segoe UI"/>
                <a:cs typeface="Segoe UI"/>
              </a:rPr>
              <a:t>Startup</a:t>
            </a:r>
            <a:endParaRPr lang="fr-FR" sz="1600" dirty="0">
              <a:latin typeface="Segoe UI"/>
              <a:cs typeface="Segoe UI"/>
            </a:endParaRPr>
          </a:p>
          <a:p>
            <a:pPr lvl="2">
              <a:lnSpc>
                <a:spcPct val="100000"/>
              </a:lnSpc>
              <a:spcBef>
                <a:spcPts val="350"/>
              </a:spcBef>
              <a:buClr>
                <a:srgbClr val="391778"/>
              </a:buClr>
              <a:buFont typeface="Arial"/>
              <a:buChar char="•"/>
            </a:pPr>
            <a:endParaRPr lang="fr-FR" sz="1600" dirty="0">
              <a:latin typeface="Segoe UI"/>
              <a:cs typeface="Segoe UI"/>
            </a:endParaRPr>
          </a:p>
          <a:p>
            <a:pPr marL="698500" lvl="1" indent="-228600">
              <a:lnSpc>
                <a:spcPts val="2280"/>
              </a:lnSpc>
              <a:buClr>
                <a:srgbClr val="391778"/>
              </a:buClr>
              <a:buFont typeface="Arial"/>
              <a:buChar char="•"/>
              <a:tabLst>
                <a:tab pos="698500" algn="l"/>
              </a:tabLst>
            </a:pPr>
            <a:r>
              <a:rPr lang="fr-FR" sz="2000" dirty="0">
                <a:latin typeface="Segoe UI"/>
                <a:cs typeface="Segoe UI"/>
              </a:rPr>
              <a:t>Par</a:t>
            </a:r>
            <a:r>
              <a:rPr lang="fr-FR" sz="2000" spc="-20" dirty="0">
                <a:latin typeface="Segoe UI"/>
                <a:cs typeface="Segoe UI"/>
              </a:rPr>
              <a:t> </a:t>
            </a:r>
            <a:r>
              <a:rPr lang="fr-FR" sz="2000" dirty="0">
                <a:latin typeface="Segoe UI"/>
                <a:cs typeface="Segoe UI"/>
              </a:rPr>
              <a:t>défaut</a:t>
            </a:r>
            <a:r>
              <a:rPr lang="fr-FR" sz="2000" spc="-25" dirty="0">
                <a:latin typeface="Segoe UI"/>
                <a:cs typeface="Segoe UI"/>
              </a:rPr>
              <a:t> </a:t>
            </a:r>
            <a:r>
              <a:rPr lang="fr-FR" sz="2000" dirty="0">
                <a:latin typeface="Segoe UI"/>
                <a:cs typeface="Segoe UI"/>
              </a:rPr>
              <a:t>(top-</a:t>
            </a:r>
            <a:r>
              <a:rPr lang="fr-FR" sz="2000" dirty="0" err="1">
                <a:latin typeface="Segoe UI"/>
                <a:cs typeface="Segoe UI"/>
              </a:rPr>
              <a:t>level</a:t>
            </a:r>
            <a:r>
              <a:rPr lang="fr-FR" sz="2000" spc="-10" dirty="0">
                <a:latin typeface="Segoe UI"/>
                <a:cs typeface="Segoe UI"/>
              </a:rPr>
              <a:t> </a:t>
            </a:r>
            <a:r>
              <a:rPr lang="fr-FR" sz="2000" dirty="0" err="1">
                <a:latin typeface="Segoe UI"/>
                <a:cs typeface="Segoe UI"/>
              </a:rPr>
              <a:t>statement</a:t>
            </a:r>
            <a:r>
              <a:rPr lang="fr-FR" sz="2000" dirty="0">
                <a:latin typeface="Segoe UI"/>
                <a:cs typeface="Segoe UI"/>
              </a:rPr>
              <a:t>),</a:t>
            </a:r>
            <a:r>
              <a:rPr lang="fr-FR" sz="2000" spc="-50" dirty="0">
                <a:latin typeface="Segoe UI"/>
                <a:cs typeface="Segoe UI"/>
              </a:rPr>
              <a:t> </a:t>
            </a:r>
            <a:r>
              <a:rPr lang="fr-FR" sz="2000" dirty="0">
                <a:latin typeface="Segoe UI"/>
                <a:cs typeface="Segoe UI"/>
              </a:rPr>
              <a:t>le</a:t>
            </a:r>
            <a:r>
              <a:rPr lang="fr-FR" sz="2000" spc="-15" dirty="0">
                <a:latin typeface="Segoe UI"/>
                <a:cs typeface="Segoe UI"/>
              </a:rPr>
              <a:t> </a:t>
            </a:r>
            <a:r>
              <a:rPr lang="fr-FR" sz="2000" dirty="0" err="1">
                <a:latin typeface="Segoe UI"/>
                <a:cs typeface="Segoe UI"/>
              </a:rPr>
              <a:t>template</a:t>
            </a:r>
            <a:r>
              <a:rPr lang="fr-FR" sz="2000" spc="-30" dirty="0">
                <a:latin typeface="Segoe UI"/>
                <a:cs typeface="Segoe UI"/>
              </a:rPr>
              <a:t> </a:t>
            </a:r>
            <a:r>
              <a:rPr lang="fr-FR" sz="2000" dirty="0">
                <a:latin typeface="Segoe UI"/>
                <a:cs typeface="Segoe UI"/>
              </a:rPr>
              <a:t>ouvre</a:t>
            </a:r>
            <a:r>
              <a:rPr lang="fr-FR" sz="2000" spc="-20" dirty="0">
                <a:latin typeface="Segoe UI"/>
                <a:cs typeface="Segoe UI"/>
              </a:rPr>
              <a:t> </a:t>
            </a:r>
            <a:r>
              <a:rPr lang="fr-FR" sz="2000" dirty="0">
                <a:latin typeface="Segoe UI"/>
                <a:cs typeface="Segoe UI"/>
              </a:rPr>
              <a:t>la</a:t>
            </a:r>
            <a:r>
              <a:rPr lang="fr-FR" sz="2000" spc="-20" dirty="0">
                <a:latin typeface="Segoe UI"/>
                <a:cs typeface="Segoe UI"/>
              </a:rPr>
              <a:t> </a:t>
            </a:r>
            <a:r>
              <a:rPr lang="fr-FR" sz="2000" dirty="0">
                <a:latin typeface="Segoe UI"/>
                <a:cs typeface="Segoe UI"/>
              </a:rPr>
              <a:t>classe</a:t>
            </a:r>
            <a:r>
              <a:rPr lang="fr-FR" sz="2000" spc="-20" dirty="0">
                <a:latin typeface="Segoe UI"/>
                <a:cs typeface="Segoe UI"/>
              </a:rPr>
              <a:t> </a:t>
            </a:r>
            <a:r>
              <a:rPr lang="fr-FR" sz="2000" dirty="0">
                <a:latin typeface="Segoe UI"/>
                <a:cs typeface="Segoe UI"/>
              </a:rPr>
              <a:t>directement dans</a:t>
            </a:r>
            <a:r>
              <a:rPr lang="fr-FR" sz="2000" spc="-40" dirty="0">
                <a:latin typeface="Segoe UI"/>
                <a:cs typeface="Segoe UI"/>
              </a:rPr>
              <a:t> </a:t>
            </a:r>
            <a:r>
              <a:rPr lang="fr-FR" sz="2000" spc="-25" dirty="0">
                <a:latin typeface="Segoe UI"/>
                <a:cs typeface="Segoe UI"/>
              </a:rPr>
              <a:t>le</a:t>
            </a:r>
            <a:endParaRPr lang="fr-FR" sz="2000" dirty="0">
              <a:latin typeface="Segoe UI"/>
              <a:cs typeface="Segoe UI"/>
            </a:endParaRPr>
          </a:p>
          <a:p>
            <a:pPr marL="698500">
              <a:lnSpc>
                <a:spcPts val="2280"/>
              </a:lnSpc>
            </a:pPr>
            <a:r>
              <a:rPr lang="fr-FR" sz="2000" dirty="0">
                <a:latin typeface="Segoe UI"/>
                <a:cs typeface="Segoe UI"/>
              </a:rPr>
              <a:t>code</a:t>
            </a:r>
            <a:r>
              <a:rPr lang="fr-FR" sz="2000" spc="-15" dirty="0">
                <a:latin typeface="Segoe UI"/>
                <a:cs typeface="Segoe UI"/>
              </a:rPr>
              <a:t> </a:t>
            </a:r>
            <a:r>
              <a:rPr lang="fr-FR" sz="2000" dirty="0">
                <a:latin typeface="Segoe UI"/>
                <a:cs typeface="Segoe UI"/>
              </a:rPr>
              <a:t>de</a:t>
            </a:r>
            <a:r>
              <a:rPr lang="fr-FR" sz="2000" spc="-15" dirty="0">
                <a:latin typeface="Segoe UI"/>
                <a:cs typeface="Segoe UI"/>
              </a:rPr>
              <a:t> </a:t>
            </a:r>
            <a:r>
              <a:rPr lang="fr-FR" sz="2000" dirty="0">
                <a:latin typeface="Segoe UI"/>
                <a:cs typeface="Segoe UI"/>
              </a:rPr>
              <a:t>la</a:t>
            </a:r>
            <a:r>
              <a:rPr lang="fr-FR" sz="2000" spc="-15" dirty="0">
                <a:latin typeface="Segoe UI"/>
                <a:cs typeface="Segoe UI"/>
              </a:rPr>
              <a:t> </a:t>
            </a:r>
            <a:r>
              <a:rPr lang="fr-FR" sz="2000" dirty="0">
                <a:latin typeface="Segoe UI"/>
                <a:cs typeface="Segoe UI"/>
              </a:rPr>
              <a:t>méthode</a:t>
            </a:r>
            <a:r>
              <a:rPr lang="fr-FR" sz="2000" spc="-20" dirty="0">
                <a:latin typeface="Segoe UI"/>
                <a:cs typeface="Segoe UI"/>
              </a:rPr>
              <a:t> Main</a:t>
            </a:r>
            <a:endParaRPr lang="fr-FR" sz="2000" dirty="0">
              <a:latin typeface="Segoe UI"/>
              <a:cs typeface="Segoe UI"/>
            </a:endParaRPr>
          </a:p>
          <a:p>
            <a:pPr marL="1155700" lvl="2" indent="-228600">
              <a:lnSpc>
                <a:spcPct val="100000"/>
              </a:lnSpc>
              <a:spcBef>
                <a:spcPts val="320"/>
              </a:spcBef>
              <a:buClr>
                <a:srgbClr val="391778"/>
              </a:buClr>
              <a:buFont typeface="Arial"/>
              <a:buChar char="•"/>
              <a:tabLst>
                <a:tab pos="1155700" algn="l"/>
              </a:tabLst>
            </a:pPr>
            <a:r>
              <a:rPr lang="fr-FR" sz="1600" dirty="0">
                <a:latin typeface="Segoe UI"/>
                <a:cs typeface="Segoe UI"/>
              </a:rPr>
              <a:t>Principe</a:t>
            </a:r>
            <a:r>
              <a:rPr lang="fr-FR" sz="1600" spc="-25" dirty="0">
                <a:latin typeface="Segoe UI"/>
                <a:cs typeface="Segoe UI"/>
              </a:rPr>
              <a:t> </a:t>
            </a:r>
            <a:r>
              <a:rPr lang="fr-FR" sz="1600" dirty="0">
                <a:latin typeface="Segoe UI"/>
                <a:cs typeface="Segoe UI"/>
              </a:rPr>
              <a:t>similaire</a:t>
            </a:r>
            <a:r>
              <a:rPr lang="fr-FR" sz="1600" spc="-35" dirty="0">
                <a:latin typeface="Segoe UI"/>
                <a:cs typeface="Segoe UI"/>
              </a:rPr>
              <a:t> </a:t>
            </a:r>
            <a:r>
              <a:rPr lang="fr-FR" sz="1600" dirty="0">
                <a:latin typeface="Segoe UI"/>
                <a:cs typeface="Segoe UI"/>
              </a:rPr>
              <a:t>à</a:t>
            </a:r>
            <a:r>
              <a:rPr lang="fr-FR" sz="1600" spc="-50" dirty="0">
                <a:latin typeface="Segoe UI"/>
                <a:cs typeface="Segoe UI"/>
              </a:rPr>
              <a:t> </a:t>
            </a:r>
            <a:r>
              <a:rPr lang="fr-FR" sz="1600" dirty="0">
                <a:latin typeface="Segoe UI"/>
                <a:cs typeface="Segoe UI"/>
              </a:rPr>
              <a:t>une</a:t>
            </a:r>
            <a:r>
              <a:rPr lang="fr-FR" sz="1600" spc="-45" dirty="0">
                <a:latin typeface="Segoe UI"/>
                <a:cs typeface="Segoe UI"/>
              </a:rPr>
              <a:t> </a:t>
            </a:r>
            <a:r>
              <a:rPr lang="fr-FR" sz="1600" dirty="0">
                <a:latin typeface="Segoe UI"/>
                <a:cs typeface="Segoe UI"/>
              </a:rPr>
              <a:t>application</a:t>
            </a:r>
            <a:r>
              <a:rPr lang="fr-FR" sz="1600" spc="-50" dirty="0">
                <a:latin typeface="Segoe UI"/>
                <a:cs typeface="Segoe UI"/>
              </a:rPr>
              <a:t> </a:t>
            </a:r>
            <a:r>
              <a:rPr lang="fr-FR" sz="1600" spc="-10" dirty="0">
                <a:latin typeface="Segoe UI"/>
                <a:cs typeface="Segoe UI"/>
              </a:rPr>
              <a:t>console</a:t>
            </a:r>
            <a:endParaRPr lang="fr-FR" sz="1600" dirty="0">
              <a:latin typeface="Segoe UI"/>
              <a:cs typeface="Segoe UI"/>
            </a:endParaRPr>
          </a:p>
        </p:txBody>
      </p:sp>
    </p:spTree>
    <p:extLst>
      <p:ext uri="{BB962C8B-B14F-4D97-AF65-F5344CB8AC3E}">
        <p14:creationId xmlns:p14="http://schemas.microsoft.com/office/powerpoint/2010/main" val="9187045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5C8C869-0EAD-EA43-AF3E-D7D5D6E20C31}"/>
              </a:ext>
            </a:extLst>
          </p:cNvPr>
          <p:cNvSpPr txBox="1"/>
          <p:nvPr/>
        </p:nvSpPr>
        <p:spPr>
          <a:xfrm>
            <a:off x="844826" y="1311486"/>
            <a:ext cx="10525539" cy="1107996"/>
          </a:xfrm>
          <a:prstGeom prst="rect">
            <a:avLst/>
          </a:prstGeom>
          <a:noFill/>
        </p:spPr>
        <p:txBody>
          <a:bodyPr wrap="square" rtlCol="0">
            <a:spAutoFit/>
          </a:bodyPr>
          <a:lstStyle/>
          <a:p>
            <a:r>
              <a:rPr lang="fr-FR" sz="2400" b="1" dirty="0"/>
              <a:t>ASP.NET 6 et 7</a:t>
            </a:r>
          </a:p>
          <a:p>
            <a:endParaRPr lang="fr-FR" dirty="0"/>
          </a:p>
          <a:p>
            <a:endParaRPr lang="fr-FR" sz="2400" dirty="0"/>
          </a:p>
        </p:txBody>
      </p:sp>
      <p:sp>
        <p:nvSpPr>
          <p:cNvPr id="4" name="Titre 1">
            <a:extLst>
              <a:ext uri="{FF2B5EF4-FFF2-40B4-BE49-F238E27FC236}">
                <a16:creationId xmlns:a16="http://schemas.microsoft.com/office/drawing/2014/main" id="{38DD3DF5-0C5B-98A8-902C-39D95B01199B}"/>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4. Startup</a:t>
            </a:r>
          </a:p>
        </p:txBody>
      </p:sp>
      <p:pic>
        <p:nvPicPr>
          <p:cNvPr id="2" name="object 3">
            <a:extLst>
              <a:ext uri="{FF2B5EF4-FFF2-40B4-BE49-F238E27FC236}">
                <a16:creationId xmlns:a16="http://schemas.microsoft.com/office/drawing/2014/main" id="{EBED9191-A55E-CE9A-4DB8-B3B6A96D6A58}"/>
              </a:ext>
            </a:extLst>
          </p:cNvPr>
          <p:cNvPicPr/>
          <p:nvPr/>
        </p:nvPicPr>
        <p:blipFill>
          <a:blip r:embed="rId3" cstate="print"/>
          <a:stretch>
            <a:fillRect/>
          </a:stretch>
        </p:blipFill>
        <p:spPr>
          <a:xfrm>
            <a:off x="3680023" y="1021080"/>
            <a:ext cx="6444996" cy="5556504"/>
          </a:xfrm>
          <a:prstGeom prst="rect">
            <a:avLst/>
          </a:prstGeom>
        </p:spPr>
      </p:pic>
    </p:spTree>
    <p:extLst>
      <p:ext uri="{BB962C8B-B14F-4D97-AF65-F5344CB8AC3E}">
        <p14:creationId xmlns:p14="http://schemas.microsoft.com/office/powerpoint/2010/main" val="29141395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117F3F9E-E45E-9844-8215-AA148A5923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6000" y="1989000"/>
            <a:ext cx="2880000" cy="2880000"/>
          </a:xfrm>
          <a:prstGeom prst="rect">
            <a:avLst/>
          </a:prstGeom>
        </p:spPr>
      </p:pic>
      <p:sp>
        <p:nvSpPr>
          <p:cNvPr id="6" name="Titre 1">
            <a:extLst>
              <a:ext uri="{FF2B5EF4-FFF2-40B4-BE49-F238E27FC236}">
                <a16:creationId xmlns:a16="http://schemas.microsoft.com/office/drawing/2014/main" id="{6784514D-DFE8-6540-A8D9-ED1329C44D3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solidFill>
                  <a:schemeClr val="bg1"/>
                </a:solidFill>
              </a:rPr>
              <a:t>4. Startup</a:t>
            </a:r>
          </a:p>
        </p:txBody>
      </p:sp>
    </p:spTree>
    <p:extLst>
      <p:ext uri="{BB962C8B-B14F-4D97-AF65-F5344CB8AC3E}">
        <p14:creationId xmlns:p14="http://schemas.microsoft.com/office/powerpoint/2010/main" val="14979913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AC0B1E25-C870-E44C-9AEC-2F6389ADF8D7}"/>
              </a:ext>
            </a:extLst>
          </p:cNvPr>
          <p:cNvSpPr txBox="1">
            <a:spLocks/>
          </p:cNvSpPr>
          <p:nvPr/>
        </p:nvSpPr>
        <p:spPr>
          <a:xfrm>
            <a:off x="831850" y="1709738"/>
            <a:ext cx="10515600" cy="2851200"/>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5400" dirty="0"/>
          </a:p>
          <a:p>
            <a:endParaRPr lang="fr-FR" sz="5400" dirty="0"/>
          </a:p>
          <a:p>
            <a:endParaRPr lang="fr-FR" sz="5400" dirty="0"/>
          </a:p>
          <a:p>
            <a:r>
              <a:rPr lang="fr-FR" sz="5400" dirty="0">
                <a:solidFill>
                  <a:schemeClr val="bg1"/>
                </a:solidFill>
              </a:rPr>
              <a:t>5. Contrôleurs</a:t>
            </a:r>
          </a:p>
        </p:txBody>
      </p:sp>
    </p:spTree>
    <p:extLst>
      <p:ext uri="{BB962C8B-B14F-4D97-AF65-F5344CB8AC3E}">
        <p14:creationId xmlns:p14="http://schemas.microsoft.com/office/powerpoint/2010/main" val="20032954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798750"/>
          </a:xfrm>
          <a:prstGeom prst="rect">
            <a:avLst/>
          </a:prstGeom>
          <a:noFill/>
        </p:spPr>
        <p:txBody>
          <a:bodyPr wrap="square" rtlCol="0">
            <a:spAutoFit/>
          </a:bodyPr>
          <a:lstStyle/>
          <a:p>
            <a:r>
              <a:rPr lang="fr-FR" sz="2400" b="1" dirty="0"/>
              <a:t>Cycle de vie dans MVC</a:t>
            </a:r>
          </a:p>
          <a:p>
            <a:endParaRPr lang="fr-FR" sz="2400" dirty="0"/>
          </a:p>
          <a:p>
            <a:pPr marL="240029" indent="-227329">
              <a:lnSpc>
                <a:spcPct val="100000"/>
              </a:lnSpc>
              <a:spcBef>
                <a:spcPts val="100"/>
              </a:spcBef>
              <a:buClr>
                <a:srgbClr val="391778"/>
              </a:buClr>
              <a:buFont typeface="Arial"/>
              <a:buChar char="•"/>
              <a:tabLst>
                <a:tab pos="240029" algn="l"/>
              </a:tabLst>
            </a:pPr>
            <a:r>
              <a:rPr lang="fr-FR" sz="2400" dirty="0">
                <a:latin typeface="Segoe UI"/>
                <a:cs typeface="Segoe UI"/>
              </a:rPr>
              <a:t>Le</a:t>
            </a:r>
            <a:r>
              <a:rPr lang="fr-FR" sz="2400" spc="-50" dirty="0">
                <a:latin typeface="Segoe UI"/>
                <a:cs typeface="Segoe UI"/>
              </a:rPr>
              <a:t> </a:t>
            </a:r>
            <a:r>
              <a:rPr lang="fr-FR" sz="2400" dirty="0">
                <a:latin typeface="Segoe UI"/>
                <a:cs typeface="Segoe UI"/>
              </a:rPr>
              <a:t>middleware</a:t>
            </a:r>
            <a:r>
              <a:rPr lang="fr-FR" sz="2400" spc="-50" dirty="0">
                <a:latin typeface="Segoe UI"/>
                <a:cs typeface="Segoe UI"/>
              </a:rPr>
              <a:t> </a:t>
            </a:r>
            <a:r>
              <a:rPr lang="fr-FR" sz="2400" b="1" dirty="0" err="1">
                <a:latin typeface="Segoe UI"/>
                <a:cs typeface="Segoe UI"/>
              </a:rPr>
              <a:t>MapController</a:t>
            </a:r>
            <a:r>
              <a:rPr lang="fr-FR" sz="2400" b="1" spc="-55" dirty="0">
                <a:latin typeface="Segoe UI"/>
                <a:cs typeface="Segoe UI"/>
              </a:rPr>
              <a:t> </a:t>
            </a:r>
            <a:r>
              <a:rPr lang="fr-FR" sz="2400" dirty="0">
                <a:latin typeface="Segoe UI"/>
                <a:cs typeface="Segoe UI"/>
              </a:rPr>
              <a:t>définit</a:t>
            </a:r>
            <a:r>
              <a:rPr lang="fr-FR" sz="2400" spc="-40" dirty="0">
                <a:latin typeface="Segoe UI"/>
                <a:cs typeface="Segoe UI"/>
              </a:rPr>
              <a:t> </a:t>
            </a:r>
            <a:r>
              <a:rPr lang="fr-FR" sz="2400" dirty="0">
                <a:latin typeface="Segoe UI"/>
                <a:cs typeface="Segoe UI"/>
              </a:rPr>
              <a:t>un</a:t>
            </a:r>
            <a:r>
              <a:rPr lang="fr-FR" sz="2400" spc="-45" dirty="0">
                <a:latin typeface="Segoe UI"/>
                <a:cs typeface="Segoe UI"/>
              </a:rPr>
              <a:t> </a:t>
            </a:r>
            <a:r>
              <a:rPr lang="fr-FR" sz="2400" dirty="0">
                <a:latin typeface="Segoe UI"/>
                <a:cs typeface="Segoe UI"/>
              </a:rPr>
              <a:t>cycle</a:t>
            </a:r>
            <a:r>
              <a:rPr lang="fr-FR" sz="2400" spc="-25" dirty="0">
                <a:latin typeface="Segoe UI"/>
                <a:cs typeface="Segoe UI"/>
              </a:rPr>
              <a:t> </a:t>
            </a:r>
            <a:r>
              <a:rPr lang="fr-FR" sz="2400" dirty="0">
                <a:latin typeface="Segoe UI"/>
                <a:cs typeface="Segoe UI"/>
              </a:rPr>
              <a:t>de</a:t>
            </a:r>
            <a:r>
              <a:rPr lang="fr-FR" sz="2400" spc="-50" dirty="0">
                <a:latin typeface="Segoe UI"/>
                <a:cs typeface="Segoe UI"/>
              </a:rPr>
              <a:t> </a:t>
            </a:r>
            <a:r>
              <a:rPr lang="fr-FR" sz="2400" dirty="0">
                <a:latin typeface="Segoe UI"/>
                <a:cs typeface="Segoe UI"/>
              </a:rPr>
              <a:t>vie</a:t>
            </a:r>
            <a:r>
              <a:rPr lang="fr-FR" sz="2400" spc="-50" dirty="0">
                <a:latin typeface="Segoe UI"/>
                <a:cs typeface="Segoe UI"/>
              </a:rPr>
              <a:t> </a:t>
            </a:r>
            <a:r>
              <a:rPr lang="fr-FR" sz="2400" dirty="0">
                <a:latin typeface="Segoe UI"/>
                <a:cs typeface="Segoe UI"/>
              </a:rPr>
              <a:t>spécifique</a:t>
            </a:r>
            <a:r>
              <a:rPr lang="fr-FR" sz="2400" spc="-50" dirty="0">
                <a:latin typeface="Segoe UI"/>
                <a:cs typeface="Segoe UI"/>
              </a:rPr>
              <a:t> </a:t>
            </a:r>
            <a:r>
              <a:rPr lang="fr-FR" sz="2400" dirty="0">
                <a:latin typeface="Segoe UI"/>
                <a:cs typeface="Segoe UI"/>
              </a:rPr>
              <a:t>à</a:t>
            </a:r>
            <a:r>
              <a:rPr lang="fr-FR" sz="2400" spc="-45" dirty="0">
                <a:latin typeface="Segoe UI"/>
                <a:cs typeface="Segoe UI"/>
              </a:rPr>
              <a:t> </a:t>
            </a:r>
            <a:r>
              <a:rPr lang="fr-FR" sz="2400" spc="-25" dirty="0">
                <a:latin typeface="Segoe UI"/>
                <a:cs typeface="Segoe UI"/>
              </a:rPr>
              <a:t>MVC</a:t>
            </a:r>
            <a:endParaRPr lang="fr-FR" sz="2400" dirty="0">
              <a:latin typeface="Segoe UI"/>
              <a:cs typeface="Segoe UI"/>
            </a:endParaRPr>
          </a:p>
          <a:p>
            <a:pPr>
              <a:lnSpc>
                <a:spcPct val="100000"/>
              </a:lnSpc>
              <a:spcBef>
                <a:spcPts val="665"/>
              </a:spcBef>
              <a:buClr>
                <a:srgbClr val="391778"/>
              </a:buClr>
              <a:buFont typeface="Arial"/>
              <a:buChar char="•"/>
            </a:pPr>
            <a:endParaRPr lang="fr-FR" dirty="0">
              <a:latin typeface="Segoe UI"/>
              <a:cs typeface="Segoe UI"/>
            </a:endParaRPr>
          </a:p>
          <a:p>
            <a:pPr marL="698500" lvl="1" indent="-228600">
              <a:lnSpc>
                <a:spcPct val="100000"/>
              </a:lnSpc>
              <a:buClr>
                <a:srgbClr val="391778"/>
              </a:buClr>
              <a:buFont typeface="Arial"/>
              <a:buChar char="•"/>
              <a:tabLst>
                <a:tab pos="698500" algn="l"/>
              </a:tabLst>
            </a:pPr>
            <a:r>
              <a:rPr lang="fr-FR" sz="2000" dirty="0">
                <a:latin typeface="Segoe UI"/>
                <a:cs typeface="Segoe UI"/>
              </a:rPr>
              <a:t>Dans</a:t>
            </a:r>
            <a:r>
              <a:rPr lang="fr-FR" sz="2000" spc="-55" dirty="0">
                <a:latin typeface="Segoe UI"/>
                <a:cs typeface="Segoe UI"/>
              </a:rPr>
              <a:t> </a:t>
            </a:r>
            <a:r>
              <a:rPr lang="fr-FR" sz="2000" dirty="0">
                <a:latin typeface="Segoe UI"/>
                <a:cs typeface="Segoe UI"/>
              </a:rPr>
              <a:t>le</a:t>
            </a:r>
            <a:r>
              <a:rPr lang="fr-FR" sz="2000" spc="-35" dirty="0">
                <a:latin typeface="Segoe UI"/>
                <a:cs typeface="Segoe UI"/>
              </a:rPr>
              <a:t> </a:t>
            </a:r>
            <a:r>
              <a:rPr lang="fr-FR" sz="2000" dirty="0">
                <a:latin typeface="Segoe UI"/>
                <a:cs typeface="Segoe UI"/>
              </a:rPr>
              <a:t>pipeline en</a:t>
            </a:r>
            <a:r>
              <a:rPr lang="fr-FR" sz="2000" spc="-35" dirty="0">
                <a:latin typeface="Segoe UI"/>
                <a:cs typeface="Segoe UI"/>
              </a:rPr>
              <a:t> </a:t>
            </a:r>
            <a:r>
              <a:rPr lang="fr-FR" sz="2000" dirty="0">
                <a:latin typeface="Segoe UI"/>
                <a:cs typeface="Segoe UI"/>
              </a:rPr>
              <a:t>.NET</a:t>
            </a:r>
            <a:r>
              <a:rPr lang="fr-FR" sz="2000" spc="-30" dirty="0">
                <a:latin typeface="Segoe UI"/>
                <a:cs typeface="Segoe UI"/>
              </a:rPr>
              <a:t> </a:t>
            </a:r>
            <a:r>
              <a:rPr lang="fr-FR" sz="2000" spc="-10" dirty="0">
                <a:latin typeface="Segoe UI"/>
                <a:cs typeface="Segoe UI"/>
              </a:rPr>
              <a:t>3.x/5</a:t>
            </a:r>
            <a:endParaRPr lang="fr-FR" sz="2000" dirty="0">
              <a:latin typeface="Segoe UI"/>
              <a:cs typeface="Segoe UI"/>
            </a:endParaRPr>
          </a:p>
          <a:p>
            <a:pPr>
              <a:lnSpc>
                <a:spcPct val="100000"/>
              </a:lnSpc>
              <a:spcBef>
                <a:spcPts val="850"/>
              </a:spcBef>
            </a:pPr>
            <a:endParaRPr lang="fr-FR" sz="2000" dirty="0">
              <a:latin typeface="Segoe UI"/>
              <a:cs typeface="Segoe UI"/>
            </a:endParaRPr>
          </a:p>
          <a:p>
            <a:pPr>
              <a:lnSpc>
                <a:spcPct val="100000"/>
              </a:lnSpc>
              <a:spcBef>
                <a:spcPts val="850"/>
              </a:spcBef>
            </a:pPr>
            <a:endParaRPr lang="fr-FR" sz="2000" dirty="0">
              <a:latin typeface="Segoe UI"/>
              <a:cs typeface="Segoe UI"/>
            </a:endParaRPr>
          </a:p>
          <a:p>
            <a:pPr>
              <a:lnSpc>
                <a:spcPct val="100000"/>
              </a:lnSpc>
              <a:spcBef>
                <a:spcPts val="850"/>
              </a:spcBef>
            </a:pPr>
            <a:endParaRPr lang="fr-FR" sz="1800" dirty="0">
              <a:latin typeface="Trebuchet MS"/>
              <a:cs typeface="Trebuchet MS"/>
            </a:endParaRPr>
          </a:p>
          <a:p>
            <a:pPr marL="698500" lvl="1" indent="-228600">
              <a:lnSpc>
                <a:spcPct val="100000"/>
              </a:lnSpc>
              <a:buClr>
                <a:srgbClr val="391778"/>
              </a:buClr>
              <a:buFont typeface="Arial"/>
              <a:buChar char="•"/>
              <a:tabLst>
                <a:tab pos="698500" algn="l"/>
              </a:tabLst>
            </a:pPr>
            <a:endParaRPr lang="fr-FR" sz="2000" dirty="0">
              <a:latin typeface="Segoe UI"/>
              <a:cs typeface="Segoe UI"/>
            </a:endParaRPr>
          </a:p>
          <a:p>
            <a:pPr marL="698500" lvl="1" indent="-228600">
              <a:lnSpc>
                <a:spcPct val="100000"/>
              </a:lnSpc>
              <a:buClr>
                <a:srgbClr val="391778"/>
              </a:buClr>
              <a:buFont typeface="Arial"/>
              <a:buChar char="•"/>
              <a:tabLst>
                <a:tab pos="698500" algn="l"/>
              </a:tabLst>
            </a:pPr>
            <a:endParaRPr lang="fr-FR" sz="2000" dirty="0">
              <a:latin typeface="Segoe UI"/>
              <a:cs typeface="Segoe UI"/>
            </a:endParaRPr>
          </a:p>
          <a:p>
            <a:pPr marL="698500" lvl="1" indent="-228600">
              <a:lnSpc>
                <a:spcPct val="100000"/>
              </a:lnSpc>
              <a:buClr>
                <a:srgbClr val="391778"/>
              </a:buClr>
              <a:buFont typeface="Arial"/>
              <a:buChar char="•"/>
              <a:tabLst>
                <a:tab pos="698500" algn="l"/>
              </a:tabLst>
            </a:pPr>
            <a:r>
              <a:rPr lang="fr-FR" sz="2000" dirty="0">
                <a:latin typeface="Segoe UI"/>
                <a:cs typeface="Segoe UI"/>
              </a:rPr>
              <a:t>Dans</a:t>
            </a:r>
            <a:r>
              <a:rPr lang="fr-FR" sz="2000" spc="-50" dirty="0">
                <a:latin typeface="Segoe UI"/>
                <a:cs typeface="Segoe UI"/>
              </a:rPr>
              <a:t> </a:t>
            </a:r>
            <a:r>
              <a:rPr lang="fr-FR" sz="2000" dirty="0">
                <a:latin typeface="Segoe UI"/>
                <a:cs typeface="Segoe UI"/>
              </a:rPr>
              <a:t>le</a:t>
            </a:r>
            <a:r>
              <a:rPr lang="fr-FR" sz="2000" spc="-30" dirty="0">
                <a:latin typeface="Segoe UI"/>
                <a:cs typeface="Segoe UI"/>
              </a:rPr>
              <a:t> </a:t>
            </a:r>
            <a:r>
              <a:rPr lang="fr-FR" sz="2000" dirty="0">
                <a:latin typeface="Segoe UI"/>
                <a:cs typeface="Segoe UI"/>
              </a:rPr>
              <a:t>pipeline</a:t>
            </a:r>
            <a:r>
              <a:rPr lang="fr-FR" sz="2000" spc="5" dirty="0">
                <a:latin typeface="Segoe UI"/>
                <a:cs typeface="Segoe UI"/>
              </a:rPr>
              <a:t> </a:t>
            </a:r>
            <a:r>
              <a:rPr lang="fr-FR" sz="2000" dirty="0">
                <a:latin typeface="Segoe UI"/>
                <a:cs typeface="Segoe UI"/>
              </a:rPr>
              <a:t>en</a:t>
            </a:r>
            <a:r>
              <a:rPr lang="fr-FR" sz="2000" spc="-25" dirty="0">
                <a:latin typeface="Segoe UI"/>
                <a:cs typeface="Segoe UI"/>
              </a:rPr>
              <a:t> </a:t>
            </a:r>
            <a:r>
              <a:rPr lang="fr-FR" sz="2000" dirty="0">
                <a:latin typeface="Segoe UI"/>
                <a:cs typeface="Segoe UI"/>
              </a:rPr>
              <a:t>.NET</a:t>
            </a:r>
            <a:r>
              <a:rPr lang="fr-FR" sz="2000" spc="-25" dirty="0">
                <a:latin typeface="Segoe UI"/>
                <a:cs typeface="Segoe UI"/>
              </a:rPr>
              <a:t> 6/7</a:t>
            </a:r>
            <a:endParaRPr lang="fr-FR" sz="2000" dirty="0">
              <a:latin typeface="Segoe UI"/>
              <a:cs typeface="Segoe UI"/>
            </a:endParaRPr>
          </a:p>
          <a:p>
            <a:pPr>
              <a:lnSpc>
                <a:spcPct val="100000"/>
              </a:lnSpc>
              <a:spcBef>
                <a:spcPts val="770"/>
              </a:spcBef>
            </a:pPr>
            <a:endParaRPr lang="fr-FR" sz="1800" dirty="0">
              <a:latin typeface="Trebuchet MS"/>
              <a:cs typeface="Trebuchet MS"/>
            </a:endParaRPr>
          </a:p>
          <a:p>
            <a:pPr marL="342900" indent="-342900">
              <a:buFont typeface="Arial" panose="020B0604020202020204" pitchFamily="34" charset="0"/>
              <a:buChar char="•"/>
            </a:pPr>
            <a:endParaRPr lang="fr-FR" sz="2400" dirty="0"/>
          </a:p>
        </p:txBody>
      </p:sp>
      <p:sp>
        <p:nvSpPr>
          <p:cNvPr id="7" name="ZoneTexte 6">
            <a:extLst>
              <a:ext uri="{FF2B5EF4-FFF2-40B4-BE49-F238E27FC236}">
                <a16:creationId xmlns:a16="http://schemas.microsoft.com/office/drawing/2014/main" id="{3C043497-46B9-B6CB-D7E3-EBFF054E07BC}"/>
              </a:ext>
            </a:extLst>
          </p:cNvPr>
          <p:cNvSpPr txBox="1"/>
          <p:nvPr/>
        </p:nvSpPr>
        <p:spPr>
          <a:xfrm>
            <a:off x="1861458" y="3405777"/>
            <a:ext cx="6096000" cy="1200329"/>
          </a:xfrm>
          <a:prstGeom prst="rect">
            <a:avLst/>
          </a:prstGeom>
          <a:noFill/>
        </p:spPr>
        <p:txBody>
          <a:bodyPr wrap="square">
            <a:spAutoFit/>
          </a:bodyPr>
          <a:lstStyle/>
          <a:p>
            <a:r>
              <a:rPr lang="fr-FR" sz="1800" dirty="0" err="1">
                <a:solidFill>
                  <a:schemeClr val="accent5">
                    <a:lumMod val="75000"/>
                  </a:schemeClr>
                </a:solidFill>
                <a:latin typeface="Cascadia Mono" panose="020B0609020000020004" pitchFamily="49" charset="0"/>
              </a:rPr>
              <a:t>app</a:t>
            </a:r>
            <a:r>
              <a:rPr lang="fr-FR" sz="1800" dirty="0" err="1">
                <a:solidFill>
                  <a:srgbClr val="000000"/>
                </a:solidFill>
                <a:latin typeface="Cascadia Mono" panose="020B0609020000020004" pitchFamily="49" charset="0"/>
              </a:rPr>
              <a:t>.UseEndpoints</a:t>
            </a:r>
            <a:r>
              <a:rPr lang="fr-FR" sz="1800" dirty="0">
                <a:solidFill>
                  <a:srgbClr val="000000"/>
                </a:solidFill>
                <a:latin typeface="Cascadia Mono" panose="020B0609020000020004" pitchFamily="49" charset="0"/>
              </a:rPr>
              <a:t>(</a:t>
            </a:r>
            <a:r>
              <a:rPr lang="fr-FR" sz="1800" dirty="0" err="1">
                <a:solidFill>
                  <a:srgbClr val="000000"/>
                </a:solidFill>
                <a:latin typeface="Cascadia Mono" panose="020B0609020000020004" pitchFamily="49" charset="0"/>
              </a:rPr>
              <a:t>endpoints</a:t>
            </a:r>
            <a:r>
              <a:rPr lang="fr-FR" sz="1800" dirty="0">
                <a:solidFill>
                  <a:srgbClr val="000000"/>
                </a:solidFill>
                <a:latin typeface="Cascadia Mono" panose="020B0609020000020004" pitchFamily="49" charset="0"/>
              </a:rPr>
              <a:t> =&gt;</a:t>
            </a:r>
          </a:p>
          <a:p>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r>
              <a:rPr lang="fr-FR" sz="1800" dirty="0" err="1">
                <a:solidFill>
                  <a:schemeClr val="accent5">
                    <a:lumMod val="75000"/>
                  </a:schemeClr>
                </a:solidFill>
                <a:latin typeface="Cascadia Mono" panose="020B0609020000020004" pitchFamily="49" charset="0"/>
              </a:rPr>
              <a:t>endpoints</a:t>
            </a:r>
            <a:r>
              <a:rPr lang="fr-FR" sz="1800" dirty="0" err="1">
                <a:solidFill>
                  <a:srgbClr val="000000"/>
                </a:solidFill>
                <a:latin typeface="Cascadia Mono" panose="020B0609020000020004" pitchFamily="49" charset="0"/>
              </a:rPr>
              <a:t>.MapControllers</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a:t>
            </a:r>
            <a:endParaRPr lang="fr-FR" dirty="0"/>
          </a:p>
        </p:txBody>
      </p:sp>
      <p:sp>
        <p:nvSpPr>
          <p:cNvPr id="9" name="ZoneTexte 8">
            <a:extLst>
              <a:ext uri="{FF2B5EF4-FFF2-40B4-BE49-F238E27FC236}">
                <a16:creationId xmlns:a16="http://schemas.microsoft.com/office/drawing/2014/main" id="{41C7664E-97CB-5F52-7364-446D8D2E6888}"/>
              </a:ext>
            </a:extLst>
          </p:cNvPr>
          <p:cNvSpPr txBox="1"/>
          <p:nvPr/>
        </p:nvSpPr>
        <p:spPr>
          <a:xfrm>
            <a:off x="1861458" y="5595648"/>
            <a:ext cx="6096000" cy="369332"/>
          </a:xfrm>
          <a:prstGeom prst="rect">
            <a:avLst/>
          </a:prstGeom>
          <a:noFill/>
        </p:spPr>
        <p:txBody>
          <a:bodyPr wrap="square">
            <a:spAutoFit/>
          </a:bodyPr>
          <a:lstStyle/>
          <a:p>
            <a:r>
              <a:rPr lang="fr-FR" sz="1800" dirty="0" err="1">
                <a:solidFill>
                  <a:schemeClr val="accent5">
                    <a:lumMod val="75000"/>
                  </a:schemeClr>
                </a:solidFill>
                <a:latin typeface="Cascadia Mono" panose="020B0609020000020004" pitchFamily="49" charset="0"/>
              </a:rPr>
              <a:t>app</a:t>
            </a:r>
            <a:r>
              <a:rPr lang="fr-FR" sz="1800" dirty="0" err="1">
                <a:solidFill>
                  <a:srgbClr val="000000"/>
                </a:solidFill>
                <a:latin typeface="Cascadia Mono" panose="020B0609020000020004" pitchFamily="49" charset="0"/>
              </a:rPr>
              <a:t>.MapControllers</a:t>
            </a:r>
            <a:r>
              <a:rPr lang="fr-FR" sz="1800" dirty="0">
                <a:solidFill>
                  <a:srgbClr val="000000"/>
                </a:solidFill>
                <a:latin typeface="Cascadia Mono" panose="020B0609020000020004" pitchFamily="49" charset="0"/>
              </a:rPr>
              <a:t>();</a:t>
            </a:r>
            <a:endParaRPr lang="fr-FR" dirty="0"/>
          </a:p>
        </p:txBody>
      </p:sp>
    </p:spTree>
    <p:extLst>
      <p:ext uri="{BB962C8B-B14F-4D97-AF65-F5344CB8AC3E}">
        <p14:creationId xmlns:p14="http://schemas.microsoft.com/office/powerpoint/2010/main" val="41986244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967205"/>
          </a:xfrm>
          <a:prstGeom prst="rect">
            <a:avLst/>
          </a:prstGeom>
          <a:noFill/>
        </p:spPr>
        <p:txBody>
          <a:bodyPr wrap="square" rtlCol="0">
            <a:spAutoFit/>
          </a:bodyPr>
          <a:lstStyle/>
          <a:p>
            <a:r>
              <a:rPr lang="fr-FR" sz="2400" b="1" dirty="0"/>
              <a:t>Créer un contrôleur</a:t>
            </a:r>
          </a:p>
          <a:p>
            <a:endParaRPr lang="fr-FR" sz="2400" dirty="0"/>
          </a:p>
          <a:p>
            <a:pPr marL="240665" indent="-227965">
              <a:lnSpc>
                <a:spcPct val="100000"/>
              </a:lnSpc>
              <a:spcBef>
                <a:spcPts val="415"/>
              </a:spcBef>
              <a:buClr>
                <a:srgbClr val="391778"/>
              </a:buClr>
              <a:buFont typeface="Arial"/>
              <a:buChar char="•"/>
              <a:tabLst>
                <a:tab pos="240665" algn="l"/>
              </a:tabLst>
            </a:pPr>
            <a:r>
              <a:rPr lang="fr-FR" sz="2400" dirty="0">
                <a:latin typeface="Segoe UI"/>
                <a:cs typeface="Segoe UI"/>
              </a:rPr>
              <a:t>Les</a:t>
            </a:r>
            <a:r>
              <a:rPr lang="fr-FR" sz="2400" spc="-75" dirty="0">
                <a:latin typeface="Segoe UI"/>
                <a:cs typeface="Segoe UI"/>
              </a:rPr>
              <a:t> </a:t>
            </a:r>
            <a:r>
              <a:rPr lang="fr-FR" sz="2400" dirty="0">
                <a:latin typeface="Segoe UI"/>
                <a:cs typeface="Segoe UI"/>
              </a:rPr>
              <a:t>contrôleurs</a:t>
            </a:r>
            <a:r>
              <a:rPr lang="fr-FR" sz="2400" spc="-20" dirty="0">
                <a:latin typeface="Segoe UI"/>
                <a:cs typeface="Segoe UI"/>
              </a:rPr>
              <a:t> </a:t>
            </a:r>
            <a:r>
              <a:rPr lang="fr-FR" sz="2400" dirty="0">
                <a:latin typeface="Segoe UI"/>
                <a:cs typeface="Segoe UI"/>
              </a:rPr>
              <a:t>de</a:t>
            </a:r>
            <a:r>
              <a:rPr lang="fr-FR" sz="2400" spc="-50" dirty="0">
                <a:latin typeface="Segoe UI"/>
                <a:cs typeface="Segoe UI"/>
              </a:rPr>
              <a:t> </a:t>
            </a:r>
            <a:r>
              <a:rPr lang="fr-FR" sz="2400" dirty="0">
                <a:latin typeface="Segoe UI"/>
                <a:cs typeface="Segoe UI"/>
              </a:rPr>
              <a:t>la</a:t>
            </a:r>
            <a:r>
              <a:rPr lang="fr-FR" sz="2400" spc="-45" dirty="0">
                <a:latin typeface="Segoe UI"/>
                <a:cs typeface="Segoe UI"/>
              </a:rPr>
              <a:t> </a:t>
            </a:r>
            <a:r>
              <a:rPr lang="fr-FR" sz="2400" dirty="0">
                <a:latin typeface="Segoe UI"/>
                <a:cs typeface="Segoe UI"/>
              </a:rPr>
              <a:t>Web</a:t>
            </a:r>
            <a:r>
              <a:rPr lang="fr-FR" sz="2400" spc="-55" dirty="0">
                <a:latin typeface="Segoe UI"/>
                <a:cs typeface="Segoe UI"/>
              </a:rPr>
              <a:t> </a:t>
            </a:r>
            <a:r>
              <a:rPr lang="fr-FR" sz="2400" dirty="0">
                <a:latin typeface="Segoe UI"/>
                <a:cs typeface="Segoe UI"/>
              </a:rPr>
              <a:t>API</a:t>
            </a:r>
            <a:r>
              <a:rPr lang="fr-FR" sz="2400" spc="-50" dirty="0">
                <a:latin typeface="Segoe UI"/>
                <a:cs typeface="Segoe UI"/>
              </a:rPr>
              <a:t> </a:t>
            </a:r>
            <a:r>
              <a:rPr lang="fr-FR" sz="2400" dirty="0">
                <a:latin typeface="Segoe UI"/>
                <a:cs typeface="Segoe UI"/>
              </a:rPr>
              <a:t>ont</a:t>
            </a:r>
            <a:r>
              <a:rPr lang="fr-FR" sz="2400" spc="-45" dirty="0">
                <a:latin typeface="Segoe UI"/>
                <a:cs typeface="Segoe UI"/>
              </a:rPr>
              <a:t> </a:t>
            </a:r>
            <a:r>
              <a:rPr lang="fr-FR" sz="2400" dirty="0">
                <a:latin typeface="Segoe UI"/>
                <a:cs typeface="Segoe UI"/>
              </a:rPr>
              <a:t>leur</a:t>
            </a:r>
            <a:r>
              <a:rPr lang="fr-FR" sz="2400" spc="-55" dirty="0">
                <a:latin typeface="Segoe UI"/>
                <a:cs typeface="Segoe UI"/>
              </a:rPr>
              <a:t> </a:t>
            </a:r>
            <a:r>
              <a:rPr lang="fr-FR" sz="2400" dirty="0">
                <a:latin typeface="Segoe UI"/>
                <a:cs typeface="Segoe UI"/>
              </a:rPr>
              <a:t>propre</a:t>
            </a:r>
            <a:r>
              <a:rPr lang="fr-FR" sz="2400" spc="-50" dirty="0">
                <a:latin typeface="Segoe UI"/>
                <a:cs typeface="Segoe UI"/>
              </a:rPr>
              <a:t> </a:t>
            </a:r>
            <a:r>
              <a:rPr lang="fr-FR" sz="2400" spc="-10" dirty="0">
                <a:latin typeface="Segoe UI"/>
                <a:cs typeface="Segoe UI"/>
              </a:rPr>
              <a:t>catégorie</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dirty="0">
                <a:latin typeface="Segoe UI"/>
                <a:cs typeface="Segoe UI"/>
              </a:rPr>
              <a:t>Attention</a:t>
            </a:r>
            <a:r>
              <a:rPr lang="fr-FR" sz="2000" spc="-65" dirty="0">
                <a:latin typeface="Segoe UI"/>
                <a:cs typeface="Segoe UI"/>
              </a:rPr>
              <a:t> </a:t>
            </a:r>
            <a:r>
              <a:rPr lang="fr-FR" sz="2000" dirty="0">
                <a:latin typeface="Segoe UI"/>
                <a:cs typeface="Segoe UI"/>
              </a:rPr>
              <a:t>par</a:t>
            </a:r>
            <a:r>
              <a:rPr lang="fr-FR" sz="2000" spc="-50" dirty="0">
                <a:latin typeface="Segoe UI"/>
                <a:cs typeface="Segoe UI"/>
              </a:rPr>
              <a:t> </a:t>
            </a:r>
            <a:r>
              <a:rPr lang="fr-FR" sz="2000" dirty="0">
                <a:latin typeface="Segoe UI"/>
                <a:cs typeface="Segoe UI"/>
              </a:rPr>
              <a:t>défaut</a:t>
            </a:r>
            <a:r>
              <a:rPr lang="fr-FR" sz="2000" spc="-40" dirty="0">
                <a:latin typeface="Segoe UI"/>
                <a:cs typeface="Segoe UI"/>
              </a:rPr>
              <a:t> </a:t>
            </a:r>
            <a:r>
              <a:rPr lang="fr-FR" sz="2000" dirty="0">
                <a:latin typeface="Segoe UI"/>
                <a:cs typeface="Segoe UI"/>
              </a:rPr>
              <a:t>l’ajout</a:t>
            </a:r>
            <a:r>
              <a:rPr lang="fr-FR" sz="2000" spc="-30" dirty="0">
                <a:latin typeface="Segoe UI"/>
                <a:cs typeface="Segoe UI"/>
              </a:rPr>
              <a:t> </a:t>
            </a:r>
            <a:r>
              <a:rPr lang="fr-FR" sz="2000" dirty="0">
                <a:latin typeface="Segoe UI"/>
                <a:cs typeface="Segoe UI"/>
              </a:rPr>
              <a:t>de</a:t>
            </a:r>
            <a:r>
              <a:rPr lang="fr-FR" sz="2000" spc="-40" dirty="0">
                <a:latin typeface="Segoe UI"/>
                <a:cs typeface="Segoe UI"/>
              </a:rPr>
              <a:t> </a:t>
            </a:r>
            <a:r>
              <a:rPr lang="fr-FR" sz="2000" dirty="0">
                <a:latin typeface="Segoe UI"/>
                <a:cs typeface="Segoe UI"/>
              </a:rPr>
              <a:t>contrôleur</a:t>
            </a:r>
            <a:r>
              <a:rPr lang="fr-FR" sz="2000" spc="-30" dirty="0">
                <a:latin typeface="Segoe UI"/>
                <a:cs typeface="Segoe UI"/>
              </a:rPr>
              <a:t> </a:t>
            </a:r>
            <a:r>
              <a:rPr lang="fr-FR" sz="2000" dirty="0">
                <a:latin typeface="Segoe UI"/>
                <a:cs typeface="Segoe UI"/>
              </a:rPr>
              <a:t>propose</a:t>
            </a:r>
            <a:r>
              <a:rPr lang="fr-FR" sz="2000" spc="-40" dirty="0">
                <a:latin typeface="Segoe UI"/>
                <a:cs typeface="Segoe UI"/>
              </a:rPr>
              <a:t> </a:t>
            </a:r>
            <a:r>
              <a:rPr lang="fr-FR" sz="2000" dirty="0">
                <a:latin typeface="Segoe UI"/>
                <a:cs typeface="Segoe UI"/>
              </a:rPr>
              <a:t>ceux</a:t>
            </a:r>
            <a:r>
              <a:rPr lang="fr-FR" sz="2000" spc="-40" dirty="0">
                <a:latin typeface="Segoe UI"/>
                <a:cs typeface="Segoe UI"/>
              </a:rPr>
              <a:t> </a:t>
            </a:r>
            <a:r>
              <a:rPr lang="fr-FR" sz="2000" dirty="0">
                <a:latin typeface="Segoe UI"/>
                <a:cs typeface="Segoe UI"/>
              </a:rPr>
              <a:t>de</a:t>
            </a:r>
            <a:r>
              <a:rPr lang="fr-FR" sz="2000" spc="-45" dirty="0">
                <a:latin typeface="Segoe UI"/>
                <a:cs typeface="Segoe UI"/>
              </a:rPr>
              <a:t> </a:t>
            </a:r>
            <a:r>
              <a:rPr lang="fr-FR" sz="2000" dirty="0">
                <a:latin typeface="Segoe UI"/>
                <a:cs typeface="Segoe UI"/>
              </a:rPr>
              <a:t>MVC</a:t>
            </a:r>
            <a:r>
              <a:rPr lang="fr-FR" sz="2000" spc="-50" dirty="0">
                <a:latin typeface="Segoe UI"/>
                <a:cs typeface="Segoe UI"/>
              </a:rPr>
              <a:t> </a:t>
            </a:r>
            <a:r>
              <a:rPr lang="fr-FR" sz="2000" dirty="0">
                <a:latin typeface="Segoe UI"/>
                <a:cs typeface="Segoe UI"/>
              </a:rPr>
              <a:t>(avec</a:t>
            </a:r>
            <a:r>
              <a:rPr lang="fr-FR" sz="2000" spc="-40" dirty="0">
                <a:latin typeface="Segoe UI"/>
                <a:cs typeface="Segoe UI"/>
              </a:rPr>
              <a:t> </a:t>
            </a:r>
            <a:r>
              <a:rPr lang="fr-FR" sz="2000" dirty="0">
                <a:latin typeface="Segoe UI"/>
                <a:cs typeface="Segoe UI"/>
              </a:rPr>
              <a:t>une</a:t>
            </a:r>
            <a:r>
              <a:rPr lang="fr-FR" sz="2000" spc="-35" dirty="0">
                <a:latin typeface="Segoe UI"/>
                <a:cs typeface="Segoe UI"/>
              </a:rPr>
              <a:t> </a:t>
            </a:r>
            <a:r>
              <a:rPr lang="fr-FR" sz="2000" spc="-20" dirty="0">
                <a:latin typeface="Segoe UI"/>
                <a:cs typeface="Segoe UI"/>
              </a:rPr>
              <a:t>vue)</a:t>
            </a:r>
            <a:endParaRPr lang="fr-FR" sz="2000" dirty="0">
              <a:latin typeface="Segoe UI"/>
              <a:cs typeface="Segoe UI"/>
            </a:endParaRPr>
          </a:p>
          <a:p>
            <a:pPr marL="342900" indent="-342900">
              <a:buFont typeface="Arial" panose="020B0604020202020204" pitchFamily="34" charset="0"/>
              <a:buChar char="•"/>
            </a:pPr>
            <a:endParaRPr lang="fr-FR" sz="2400" dirty="0"/>
          </a:p>
        </p:txBody>
      </p:sp>
      <p:pic>
        <p:nvPicPr>
          <p:cNvPr id="4" name="object 3">
            <a:extLst>
              <a:ext uri="{FF2B5EF4-FFF2-40B4-BE49-F238E27FC236}">
                <a16:creationId xmlns:a16="http://schemas.microsoft.com/office/drawing/2014/main" id="{02C3699B-87DF-943D-1246-8EC3994E9C17}"/>
              </a:ext>
            </a:extLst>
          </p:cNvPr>
          <p:cNvPicPr/>
          <p:nvPr/>
        </p:nvPicPr>
        <p:blipFill>
          <a:blip r:embed="rId3" cstate="print"/>
          <a:stretch>
            <a:fillRect/>
          </a:stretch>
        </p:blipFill>
        <p:spPr>
          <a:xfrm>
            <a:off x="2763774" y="3220864"/>
            <a:ext cx="6664452" cy="3156204"/>
          </a:xfrm>
          <a:prstGeom prst="rect">
            <a:avLst/>
          </a:prstGeom>
        </p:spPr>
      </p:pic>
    </p:spTree>
    <p:extLst>
      <p:ext uri="{BB962C8B-B14F-4D97-AF65-F5344CB8AC3E}">
        <p14:creationId xmlns:p14="http://schemas.microsoft.com/office/powerpoint/2010/main" val="27432458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771563"/>
          </a:xfrm>
          <a:prstGeom prst="rect">
            <a:avLst/>
          </a:prstGeom>
          <a:noFill/>
        </p:spPr>
        <p:txBody>
          <a:bodyPr wrap="square" rtlCol="0">
            <a:spAutoFit/>
          </a:bodyPr>
          <a:lstStyle/>
          <a:p>
            <a:r>
              <a:rPr lang="fr-FR" sz="2400" b="1" dirty="0"/>
              <a:t>Contrôleur / Action</a:t>
            </a:r>
          </a:p>
          <a:p>
            <a:endParaRPr lang="fr-FR" sz="2400" dirty="0"/>
          </a:p>
          <a:p>
            <a:pPr marL="240029" indent="-227329">
              <a:lnSpc>
                <a:spcPct val="100000"/>
              </a:lnSpc>
              <a:spcBef>
                <a:spcPts val="409"/>
              </a:spcBef>
              <a:buClr>
                <a:srgbClr val="391778"/>
              </a:buClr>
              <a:buFont typeface="Arial"/>
              <a:buChar char="•"/>
              <a:tabLst>
                <a:tab pos="240029" algn="l"/>
              </a:tabLst>
            </a:pPr>
            <a:r>
              <a:rPr lang="fr-FR" sz="2400" dirty="0">
                <a:latin typeface="Segoe UI"/>
                <a:cs typeface="Segoe UI"/>
              </a:rPr>
              <a:t>Chaque</a:t>
            </a:r>
            <a:r>
              <a:rPr lang="fr-FR" sz="2400" spc="-114" dirty="0">
                <a:latin typeface="Segoe UI"/>
                <a:cs typeface="Segoe UI"/>
              </a:rPr>
              <a:t> </a:t>
            </a:r>
            <a:r>
              <a:rPr lang="fr-FR" sz="2400" dirty="0">
                <a:latin typeface="Segoe UI"/>
                <a:cs typeface="Segoe UI"/>
              </a:rPr>
              <a:t>contrôleur</a:t>
            </a:r>
            <a:r>
              <a:rPr lang="fr-FR" sz="2400" spc="-90" dirty="0">
                <a:latin typeface="Segoe UI"/>
                <a:cs typeface="Segoe UI"/>
              </a:rPr>
              <a:t> </a:t>
            </a:r>
            <a:r>
              <a:rPr lang="fr-FR" sz="2400" spc="-50" dirty="0">
                <a:latin typeface="Segoe UI"/>
                <a:cs typeface="Segoe UI"/>
              </a:rPr>
              <a:t>:</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dirty="0">
                <a:latin typeface="Segoe UI"/>
                <a:cs typeface="Segoe UI"/>
              </a:rPr>
              <a:t>Hérite</a:t>
            </a:r>
            <a:r>
              <a:rPr lang="fr-FR" sz="2000" spc="-35" dirty="0">
                <a:latin typeface="Segoe UI"/>
                <a:cs typeface="Segoe UI"/>
              </a:rPr>
              <a:t> </a:t>
            </a:r>
            <a:r>
              <a:rPr lang="fr-FR" sz="2000" dirty="0">
                <a:latin typeface="Segoe UI"/>
                <a:cs typeface="Segoe UI"/>
              </a:rPr>
              <a:t>de</a:t>
            </a:r>
            <a:r>
              <a:rPr lang="fr-FR" sz="2000" spc="-25" dirty="0">
                <a:latin typeface="Segoe UI"/>
                <a:cs typeface="Segoe UI"/>
              </a:rPr>
              <a:t> </a:t>
            </a:r>
            <a:r>
              <a:rPr lang="fr-FR" sz="2000" dirty="0">
                <a:latin typeface="Segoe UI"/>
                <a:cs typeface="Segoe UI"/>
              </a:rPr>
              <a:t>la</a:t>
            </a:r>
            <a:r>
              <a:rPr lang="fr-FR" sz="2000" spc="-35" dirty="0">
                <a:latin typeface="Segoe UI"/>
                <a:cs typeface="Segoe UI"/>
              </a:rPr>
              <a:t> </a:t>
            </a:r>
            <a:r>
              <a:rPr lang="fr-FR" sz="2000" dirty="0">
                <a:latin typeface="Segoe UI"/>
                <a:cs typeface="Segoe UI"/>
              </a:rPr>
              <a:t>classe</a:t>
            </a:r>
            <a:r>
              <a:rPr lang="fr-FR" sz="2000" spc="-30" dirty="0">
                <a:latin typeface="Segoe UI"/>
                <a:cs typeface="Segoe UI"/>
              </a:rPr>
              <a:t> </a:t>
            </a:r>
            <a:r>
              <a:rPr lang="fr-FR" sz="2000" spc="-10" dirty="0" err="1">
                <a:solidFill>
                  <a:srgbClr val="2B91AE"/>
                </a:solidFill>
                <a:latin typeface="Segoe UI"/>
                <a:cs typeface="Segoe UI"/>
              </a:rPr>
              <a:t>ControllerBase</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Définis</a:t>
            </a:r>
            <a:r>
              <a:rPr lang="fr-FR" sz="2000" spc="-30" dirty="0">
                <a:latin typeface="Segoe UI"/>
                <a:cs typeface="Segoe UI"/>
              </a:rPr>
              <a:t> </a:t>
            </a:r>
            <a:r>
              <a:rPr lang="fr-FR" sz="2000" dirty="0">
                <a:latin typeface="Segoe UI"/>
                <a:cs typeface="Segoe UI"/>
              </a:rPr>
              <a:t>des</a:t>
            </a:r>
            <a:r>
              <a:rPr lang="fr-FR" sz="2000" spc="-40" dirty="0">
                <a:latin typeface="Segoe UI"/>
                <a:cs typeface="Segoe UI"/>
              </a:rPr>
              <a:t> </a:t>
            </a:r>
            <a:r>
              <a:rPr lang="fr-FR" sz="2000" dirty="0">
                <a:latin typeface="Segoe UI"/>
                <a:cs typeface="Segoe UI"/>
              </a:rPr>
              <a:t>méthodes</a:t>
            </a:r>
            <a:r>
              <a:rPr lang="fr-FR" sz="2000" spc="-50" dirty="0">
                <a:latin typeface="Segoe UI"/>
                <a:cs typeface="Segoe UI"/>
              </a:rPr>
              <a:t> </a:t>
            </a:r>
            <a:r>
              <a:rPr lang="fr-FR" sz="2000" dirty="0">
                <a:latin typeface="Segoe UI"/>
                <a:cs typeface="Segoe UI"/>
              </a:rPr>
              <a:t>appelées</a:t>
            </a:r>
            <a:r>
              <a:rPr lang="fr-FR" sz="2000" spc="-30" dirty="0">
                <a:latin typeface="Segoe UI"/>
                <a:cs typeface="Segoe UI"/>
              </a:rPr>
              <a:t> </a:t>
            </a:r>
            <a:r>
              <a:rPr lang="fr-FR" sz="2000" spc="-10" dirty="0">
                <a:latin typeface="Segoe UI"/>
                <a:cs typeface="Segoe UI"/>
              </a:rPr>
              <a:t>"actions"</a:t>
            </a:r>
            <a:endParaRPr lang="fr-FR" sz="2000" dirty="0">
              <a:latin typeface="Segoe UI"/>
              <a:cs typeface="Segoe UI"/>
            </a:endParaRPr>
          </a:p>
          <a:p>
            <a:pPr marL="698500" lvl="1" indent="-228600">
              <a:lnSpc>
                <a:spcPct val="100000"/>
              </a:lnSpc>
              <a:spcBef>
                <a:spcPts val="254"/>
              </a:spcBef>
              <a:buClr>
                <a:srgbClr val="391778"/>
              </a:buClr>
              <a:buFont typeface="Arial"/>
              <a:buChar char="•"/>
              <a:tabLst>
                <a:tab pos="698500" algn="l"/>
              </a:tabLst>
            </a:pPr>
            <a:r>
              <a:rPr lang="fr-FR" sz="2000" dirty="0">
                <a:latin typeface="Segoe UI"/>
                <a:cs typeface="Segoe UI"/>
              </a:rPr>
              <a:t>Est</a:t>
            </a:r>
            <a:r>
              <a:rPr lang="fr-FR" sz="2000" spc="-35" dirty="0">
                <a:latin typeface="Segoe UI"/>
                <a:cs typeface="Segoe UI"/>
              </a:rPr>
              <a:t> </a:t>
            </a:r>
            <a:r>
              <a:rPr lang="fr-FR" sz="2000" dirty="0">
                <a:latin typeface="Segoe UI"/>
                <a:cs typeface="Segoe UI"/>
              </a:rPr>
              <a:t>crée</a:t>
            </a:r>
            <a:r>
              <a:rPr lang="fr-FR" sz="2000" spc="-20" dirty="0">
                <a:latin typeface="Segoe UI"/>
                <a:cs typeface="Segoe UI"/>
              </a:rPr>
              <a:t> </a:t>
            </a:r>
            <a:r>
              <a:rPr lang="fr-FR" sz="2000" dirty="0">
                <a:latin typeface="Segoe UI"/>
                <a:cs typeface="Segoe UI"/>
              </a:rPr>
              <a:t>dans</a:t>
            </a:r>
            <a:r>
              <a:rPr lang="fr-FR" sz="2000" spc="-25" dirty="0">
                <a:latin typeface="Segoe UI"/>
                <a:cs typeface="Segoe UI"/>
              </a:rPr>
              <a:t> </a:t>
            </a:r>
            <a:r>
              <a:rPr lang="fr-FR" sz="2000" dirty="0">
                <a:latin typeface="Segoe UI"/>
                <a:cs typeface="Segoe UI"/>
              </a:rPr>
              <a:t>le</a:t>
            </a:r>
            <a:r>
              <a:rPr lang="fr-FR" sz="2000" spc="-20" dirty="0">
                <a:latin typeface="Segoe UI"/>
                <a:cs typeface="Segoe UI"/>
              </a:rPr>
              <a:t> </a:t>
            </a:r>
            <a:r>
              <a:rPr lang="fr-FR" sz="2000" dirty="0">
                <a:latin typeface="Segoe UI"/>
                <a:cs typeface="Segoe UI"/>
              </a:rPr>
              <a:t>dossier</a:t>
            </a:r>
            <a:r>
              <a:rPr lang="fr-FR" sz="2000" spc="-15" dirty="0">
                <a:latin typeface="Segoe UI"/>
                <a:cs typeface="Segoe UI"/>
              </a:rPr>
              <a:t> </a:t>
            </a:r>
            <a:r>
              <a:rPr lang="fr-FR" sz="2000" dirty="0">
                <a:latin typeface="Segoe UI"/>
                <a:cs typeface="Segoe UI"/>
              </a:rPr>
              <a:t>«</a:t>
            </a:r>
            <a:r>
              <a:rPr lang="fr-FR" sz="2000" spc="-15" dirty="0">
                <a:latin typeface="Segoe UI"/>
                <a:cs typeface="Segoe UI"/>
              </a:rPr>
              <a:t> </a:t>
            </a:r>
            <a:r>
              <a:rPr lang="fr-FR" sz="2000" dirty="0" err="1">
                <a:latin typeface="Segoe UI"/>
                <a:cs typeface="Segoe UI"/>
              </a:rPr>
              <a:t>Controllers</a:t>
            </a:r>
            <a:r>
              <a:rPr lang="fr-FR" sz="2000" spc="-5" dirty="0">
                <a:latin typeface="Segoe UI"/>
                <a:cs typeface="Segoe UI"/>
              </a:rPr>
              <a:t> </a:t>
            </a:r>
            <a:r>
              <a:rPr lang="fr-FR" sz="2000" dirty="0">
                <a:latin typeface="Segoe UI"/>
                <a:cs typeface="Segoe UI"/>
              </a:rPr>
              <a:t>»</a:t>
            </a:r>
            <a:r>
              <a:rPr lang="fr-FR" sz="2000" spc="-30" dirty="0">
                <a:latin typeface="Segoe UI"/>
                <a:cs typeface="Segoe UI"/>
              </a:rPr>
              <a:t> </a:t>
            </a:r>
            <a:r>
              <a:rPr lang="fr-FR" sz="2000" dirty="0">
                <a:latin typeface="Segoe UI"/>
                <a:cs typeface="Segoe UI"/>
              </a:rPr>
              <a:t>du</a:t>
            </a:r>
            <a:r>
              <a:rPr lang="fr-FR" sz="2000" spc="-25" dirty="0">
                <a:latin typeface="Segoe UI"/>
                <a:cs typeface="Segoe UI"/>
              </a:rPr>
              <a:t> </a:t>
            </a:r>
            <a:r>
              <a:rPr lang="fr-FR" sz="2000" spc="-10" dirty="0">
                <a:latin typeface="Segoe UI"/>
                <a:cs typeface="Segoe UI"/>
              </a:rPr>
              <a:t>projet</a:t>
            </a:r>
            <a:endParaRPr lang="fr-FR" sz="2000" dirty="0">
              <a:latin typeface="Segoe UI"/>
              <a:cs typeface="Segoe UI"/>
            </a:endParaRPr>
          </a:p>
          <a:p>
            <a:pPr lvl="1">
              <a:lnSpc>
                <a:spcPct val="100000"/>
              </a:lnSpc>
              <a:spcBef>
                <a:spcPts val="705"/>
              </a:spcBef>
              <a:buClr>
                <a:srgbClr val="391778"/>
              </a:buClr>
              <a:buFont typeface="Arial"/>
              <a:buChar char="•"/>
            </a:pPr>
            <a:endParaRPr lang="fr-FR" sz="2000" dirty="0">
              <a:latin typeface="Segoe UI"/>
              <a:cs typeface="Segoe UI"/>
            </a:endParaRPr>
          </a:p>
          <a:p>
            <a:pPr marL="240029" indent="-227329">
              <a:lnSpc>
                <a:spcPct val="100000"/>
              </a:lnSpc>
              <a:spcBef>
                <a:spcPts val="5"/>
              </a:spcBef>
              <a:buClr>
                <a:srgbClr val="391778"/>
              </a:buClr>
              <a:buFont typeface="Arial"/>
              <a:buChar char="•"/>
              <a:tabLst>
                <a:tab pos="240029" algn="l"/>
              </a:tabLst>
            </a:pPr>
            <a:r>
              <a:rPr lang="fr-FR" sz="2400" dirty="0">
                <a:latin typeface="Segoe UI"/>
                <a:cs typeface="Segoe UI"/>
              </a:rPr>
              <a:t>Chaque</a:t>
            </a:r>
            <a:r>
              <a:rPr lang="fr-FR" sz="2400" spc="-70" dirty="0">
                <a:latin typeface="Segoe UI"/>
                <a:cs typeface="Segoe UI"/>
              </a:rPr>
              <a:t> </a:t>
            </a:r>
            <a:r>
              <a:rPr lang="fr-FR" sz="2400" dirty="0">
                <a:latin typeface="Segoe UI"/>
                <a:cs typeface="Segoe UI"/>
              </a:rPr>
              <a:t>action</a:t>
            </a:r>
            <a:r>
              <a:rPr lang="fr-FR" sz="2400" spc="-50" dirty="0">
                <a:latin typeface="Segoe UI"/>
                <a:cs typeface="Segoe UI"/>
              </a:rPr>
              <a:t> :</a:t>
            </a:r>
            <a:endParaRPr lang="fr-FR" sz="2400" dirty="0">
              <a:latin typeface="Segoe UI"/>
              <a:cs typeface="Segoe UI"/>
            </a:endParaRPr>
          </a:p>
          <a:p>
            <a:pPr marL="651510" marR="1154430" lvl="1" indent="-182245">
              <a:lnSpc>
                <a:spcPct val="111000"/>
              </a:lnSpc>
              <a:buChar char="•"/>
              <a:tabLst>
                <a:tab pos="651510" algn="l"/>
                <a:tab pos="698500" algn="l"/>
              </a:tabLst>
            </a:pPr>
            <a:r>
              <a:rPr lang="fr-FR" sz="2000" dirty="0">
                <a:solidFill>
                  <a:srgbClr val="391778"/>
                </a:solidFill>
                <a:latin typeface="Arial"/>
                <a:cs typeface="Arial"/>
              </a:rPr>
              <a:t>	</a:t>
            </a:r>
            <a:r>
              <a:rPr lang="fr-FR" sz="2000" dirty="0">
                <a:latin typeface="Segoe UI"/>
                <a:cs typeface="Segoe UI"/>
              </a:rPr>
              <a:t>Retourne</a:t>
            </a:r>
            <a:r>
              <a:rPr lang="fr-FR" sz="2000" spc="-40" dirty="0">
                <a:latin typeface="Segoe UI"/>
                <a:cs typeface="Segoe UI"/>
              </a:rPr>
              <a:t> </a:t>
            </a:r>
            <a:r>
              <a:rPr lang="fr-FR" sz="2000" dirty="0">
                <a:latin typeface="Segoe UI"/>
                <a:cs typeface="Segoe UI"/>
              </a:rPr>
              <a:t>un</a:t>
            </a:r>
            <a:r>
              <a:rPr lang="fr-FR" sz="2000" spc="-35" dirty="0">
                <a:latin typeface="Segoe UI"/>
                <a:cs typeface="Segoe UI"/>
              </a:rPr>
              <a:t> </a:t>
            </a:r>
            <a:r>
              <a:rPr lang="fr-FR" sz="2000" dirty="0">
                <a:latin typeface="Segoe UI"/>
                <a:cs typeface="Segoe UI"/>
              </a:rPr>
              <a:t>objet</a:t>
            </a:r>
            <a:r>
              <a:rPr lang="fr-FR" sz="2000" spc="-35" dirty="0">
                <a:latin typeface="Segoe UI"/>
                <a:cs typeface="Segoe UI"/>
              </a:rPr>
              <a:t> </a:t>
            </a:r>
            <a:r>
              <a:rPr lang="fr-FR" sz="2000" dirty="0">
                <a:latin typeface="Segoe UI"/>
                <a:cs typeface="Segoe UI"/>
              </a:rPr>
              <a:t>de</a:t>
            </a:r>
            <a:r>
              <a:rPr lang="fr-FR" sz="2000" spc="-35" dirty="0">
                <a:latin typeface="Segoe UI"/>
                <a:cs typeface="Segoe UI"/>
              </a:rPr>
              <a:t> </a:t>
            </a:r>
            <a:r>
              <a:rPr lang="fr-FR" sz="2000" dirty="0">
                <a:latin typeface="Segoe UI"/>
                <a:cs typeface="Segoe UI"/>
              </a:rPr>
              <a:t>type</a:t>
            </a:r>
            <a:r>
              <a:rPr lang="fr-FR" sz="2000" spc="-40" dirty="0">
                <a:latin typeface="Segoe UI"/>
                <a:cs typeface="Segoe UI"/>
              </a:rPr>
              <a:t> </a:t>
            </a:r>
            <a:r>
              <a:rPr lang="fr-FR" sz="2000" spc="-10" dirty="0" err="1">
                <a:solidFill>
                  <a:srgbClr val="2B91AE"/>
                </a:solidFill>
                <a:latin typeface="Segoe UI"/>
                <a:cs typeface="Segoe UI"/>
              </a:rPr>
              <a:t>IActionResult</a:t>
            </a:r>
            <a:endParaRPr lang="fr-FR" sz="2000" spc="-10" dirty="0">
              <a:solidFill>
                <a:srgbClr val="2B91AE"/>
              </a:solidFill>
              <a:latin typeface="Segoe UI"/>
              <a:cs typeface="Segoe UI"/>
            </a:endParaRPr>
          </a:p>
          <a:p>
            <a:pPr marL="469265" marR="1154430" lvl="1">
              <a:lnSpc>
                <a:spcPct val="111000"/>
              </a:lnSpc>
              <a:tabLst>
                <a:tab pos="651510" algn="l"/>
                <a:tab pos="698500" algn="l"/>
              </a:tabLst>
            </a:pPr>
            <a:r>
              <a:rPr lang="fr-FR" sz="2000" spc="-10" dirty="0">
                <a:solidFill>
                  <a:srgbClr val="2B91AE"/>
                </a:solidFill>
                <a:latin typeface="Segoe UI"/>
                <a:cs typeface="Segoe UI"/>
              </a:rPr>
              <a:t>	  </a:t>
            </a:r>
            <a:r>
              <a:rPr lang="fr-FR" sz="2000" dirty="0">
                <a:latin typeface="Segoe UI"/>
                <a:cs typeface="Segoe UI"/>
              </a:rPr>
              <a:t>de</a:t>
            </a:r>
            <a:r>
              <a:rPr lang="fr-FR" sz="2000" spc="-40" dirty="0">
                <a:latin typeface="Segoe UI"/>
                <a:cs typeface="Segoe UI"/>
              </a:rPr>
              <a:t> </a:t>
            </a:r>
            <a:r>
              <a:rPr lang="fr-FR" sz="2000" dirty="0">
                <a:latin typeface="Segoe UI"/>
                <a:cs typeface="Segoe UI"/>
              </a:rPr>
              <a:t>façon</a:t>
            </a:r>
            <a:r>
              <a:rPr lang="fr-FR" sz="2000" spc="-25" dirty="0">
                <a:latin typeface="Segoe UI"/>
                <a:cs typeface="Segoe UI"/>
              </a:rPr>
              <a:t> </a:t>
            </a:r>
            <a:r>
              <a:rPr lang="fr-FR" sz="2000" dirty="0">
                <a:latin typeface="Segoe UI"/>
                <a:cs typeface="Segoe UI"/>
              </a:rPr>
              <a:t>synchrone</a:t>
            </a:r>
            <a:r>
              <a:rPr lang="fr-FR" sz="2000" spc="-40" dirty="0">
                <a:latin typeface="Segoe UI"/>
                <a:cs typeface="Segoe UI"/>
              </a:rPr>
              <a:t> </a:t>
            </a:r>
            <a:r>
              <a:rPr lang="fr-FR" sz="2000" dirty="0">
                <a:latin typeface="Segoe UI"/>
                <a:cs typeface="Segoe UI"/>
              </a:rPr>
              <a:t>ou</a:t>
            </a:r>
            <a:r>
              <a:rPr lang="fr-FR" sz="2000" spc="-20" dirty="0">
                <a:latin typeface="Segoe UI"/>
                <a:cs typeface="Segoe UI"/>
              </a:rPr>
              <a:t> </a:t>
            </a:r>
            <a:r>
              <a:rPr lang="fr-FR" sz="2000" spc="-10" dirty="0">
                <a:latin typeface="Segoe UI"/>
                <a:cs typeface="Segoe UI"/>
              </a:rPr>
              <a:t>asynchrone</a:t>
            </a:r>
            <a:endParaRPr lang="fr-FR" sz="2000" dirty="0">
              <a:latin typeface="Segoe UI"/>
              <a:cs typeface="Segoe UI"/>
            </a:endParaRPr>
          </a:p>
          <a:p>
            <a:pPr marL="698500" lvl="1" indent="-228600">
              <a:lnSpc>
                <a:spcPct val="100000"/>
              </a:lnSpc>
              <a:spcBef>
                <a:spcPts val="254"/>
              </a:spcBef>
              <a:buClr>
                <a:srgbClr val="391778"/>
              </a:buClr>
              <a:buFont typeface="Arial"/>
              <a:buChar char="•"/>
              <a:tabLst>
                <a:tab pos="698500" algn="l"/>
              </a:tabLst>
            </a:pPr>
            <a:r>
              <a:rPr lang="fr-FR" sz="2000" dirty="0">
                <a:latin typeface="Segoe UI"/>
                <a:cs typeface="Segoe UI"/>
              </a:rPr>
              <a:t>Répond</a:t>
            </a:r>
            <a:r>
              <a:rPr lang="fr-FR" sz="2000" spc="-60" dirty="0">
                <a:latin typeface="Segoe UI"/>
                <a:cs typeface="Segoe UI"/>
              </a:rPr>
              <a:t> </a:t>
            </a:r>
            <a:r>
              <a:rPr lang="fr-FR" sz="2000" dirty="0">
                <a:latin typeface="Segoe UI"/>
                <a:cs typeface="Segoe UI"/>
              </a:rPr>
              <a:t>à</a:t>
            </a:r>
            <a:r>
              <a:rPr lang="fr-FR" sz="2000" spc="-45" dirty="0">
                <a:latin typeface="Segoe UI"/>
                <a:cs typeface="Segoe UI"/>
              </a:rPr>
              <a:t> </a:t>
            </a:r>
            <a:r>
              <a:rPr lang="fr-FR" sz="2000" dirty="0">
                <a:latin typeface="Segoe UI"/>
                <a:cs typeface="Segoe UI"/>
              </a:rPr>
              <a:t>une</a:t>
            </a:r>
            <a:r>
              <a:rPr lang="fr-FR" sz="2000" spc="-50" dirty="0">
                <a:latin typeface="Segoe UI"/>
                <a:cs typeface="Segoe UI"/>
              </a:rPr>
              <a:t> </a:t>
            </a:r>
            <a:r>
              <a:rPr lang="fr-FR" sz="2000" dirty="0">
                <a:latin typeface="Segoe UI"/>
                <a:cs typeface="Segoe UI"/>
              </a:rPr>
              <a:t>requête</a:t>
            </a:r>
            <a:r>
              <a:rPr lang="fr-FR" sz="2000" spc="-55" dirty="0">
                <a:latin typeface="Segoe UI"/>
                <a:cs typeface="Segoe UI"/>
              </a:rPr>
              <a:t> </a:t>
            </a:r>
            <a:r>
              <a:rPr lang="fr-FR" sz="2000" dirty="0">
                <a:latin typeface="Segoe UI"/>
                <a:cs typeface="Segoe UI"/>
              </a:rPr>
              <a:t>en</a:t>
            </a:r>
            <a:r>
              <a:rPr lang="fr-FR" sz="2000" spc="-40" dirty="0">
                <a:latin typeface="Segoe UI"/>
                <a:cs typeface="Segoe UI"/>
              </a:rPr>
              <a:t> </a:t>
            </a:r>
            <a:r>
              <a:rPr lang="fr-FR" sz="2000" dirty="0">
                <a:latin typeface="Segoe UI"/>
                <a:cs typeface="Segoe UI"/>
              </a:rPr>
              <a:t>utilisant</a:t>
            </a:r>
            <a:r>
              <a:rPr lang="fr-FR" sz="2000" spc="-50" dirty="0">
                <a:latin typeface="Segoe UI"/>
                <a:cs typeface="Segoe UI"/>
              </a:rPr>
              <a:t> </a:t>
            </a:r>
            <a:r>
              <a:rPr lang="fr-FR" sz="2000" dirty="0">
                <a:latin typeface="Segoe UI"/>
                <a:cs typeface="Segoe UI"/>
              </a:rPr>
              <a:t>les</a:t>
            </a:r>
            <a:r>
              <a:rPr lang="fr-FR" sz="2000" spc="-30" dirty="0">
                <a:latin typeface="Segoe UI"/>
                <a:cs typeface="Segoe UI"/>
              </a:rPr>
              <a:t> </a:t>
            </a:r>
            <a:r>
              <a:rPr lang="fr-FR" sz="2000" dirty="0">
                <a:latin typeface="Segoe UI"/>
                <a:cs typeface="Segoe UI"/>
              </a:rPr>
              <a:t>verbes</a:t>
            </a:r>
            <a:r>
              <a:rPr lang="fr-FR" sz="2000" spc="-35" dirty="0">
                <a:latin typeface="Segoe UI"/>
                <a:cs typeface="Segoe UI"/>
              </a:rPr>
              <a:t> </a:t>
            </a:r>
            <a:r>
              <a:rPr lang="fr-FR" sz="2000" spc="-20" dirty="0">
                <a:latin typeface="Segoe UI"/>
                <a:cs typeface="Segoe UI"/>
              </a:rPr>
              <a:t>HTTP</a:t>
            </a:r>
            <a:endParaRPr lang="fr-FR" sz="2000" dirty="0">
              <a:latin typeface="Segoe UI"/>
              <a:cs typeface="Segoe UI"/>
            </a:endParaRPr>
          </a:p>
          <a:p>
            <a:pPr marL="1155700" lvl="2" indent="-228600">
              <a:lnSpc>
                <a:spcPct val="100000"/>
              </a:lnSpc>
              <a:spcBef>
                <a:spcPts val="300"/>
              </a:spcBef>
              <a:buClr>
                <a:srgbClr val="391778"/>
              </a:buClr>
              <a:buFont typeface="Arial"/>
              <a:buChar char="•"/>
              <a:tabLst>
                <a:tab pos="1155700" algn="l"/>
              </a:tabLst>
            </a:pPr>
            <a:r>
              <a:rPr lang="fr-FR" sz="1800" spc="-10" dirty="0">
                <a:latin typeface="Segoe UI"/>
                <a:cs typeface="Segoe UI"/>
              </a:rPr>
              <a:t>GET/POST/PUT/DELETE…</a:t>
            </a:r>
            <a:endParaRPr lang="fr-FR" sz="1800" dirty="0">
              <a:latin typeface="Segoe UI"/>
              <a:cs typeface="Segoe UI"/>
            </a:endParaRPr>
          </a:p>
          <a:p>
            <a:pPr marL="342900" indent="-342900">
              <a:buFont typeface="Arial" panose="020B0604020202020204" pitchFamily="34" charset="0"/>
              <a:buChar char="•"/>
            </a:pPr>
            <a:endParaRPr lang="fr-FR" sz="2400" dirty="0"/>
          </a:p>
        </p:txBody>
      </p:sp>
      <p:grpSp>
        <p:nvGrpSpPr>
          <p:cNvPr id="5" name="object 4">
            <a:extLst>
              <a:ext uri="{FF2B5EF4-FFF2-40B4-BE49-F238E27FC236}">
                <a16:creationId xmlns:a16="http://schemas.microsoft.com/office/drawing/2014/main" id="{99ADD999-8FF5-ABF7-74EE-1905F94CC891}"/>
              </a:ext>
            </a:extLst>
          </p:cNvPr>
          <p:cNvGrpSpPr/>
          <p:nvPr/>
        </p:nvGrpSpPr>
        <p:grpSpPr>
          <a:xfrm>
            <a:off x="8098282" y="1725144"/>
            <a:ext cx="2520950" cy="2752725"/>
            <a:chOff x="8810053" y="1476755"/>
            <a:chExt cx="2520950" cy="2752725"/>
          </a:xfrm>
        </p:grpSpPr>
        <p:pic>
          <p:nvPicPr>
            <p:cNvPr id="6" name="object 5">
              <a:extLst>
                <a:ext uri="{FF2B5EF4-FFF2-40B4-BE49-F238E27FC236}">
                  <a16:creationId xmlns:a16="http://schemas.microsoft.com/office/drawing/2014/main" id="{75DD681C-D8A9-6235-69D5-F84581119A20}"/>
                </a:ext>
              </a:extLst>
            </p:cNvPr>
            <p:cNvPicPr/>
            <p:nvPr/>
          </p:nvPicPr>
          <p:blipFill>
            <a:blip r:embed="rId3" cstate="print"/>
            <a:stretch>
              <a:fillRect/>
            </a:stretch>
          </p:blipFill>
          <p:spPr>
            <a:xfrm>
              <a:off x="8819388" y="1476755"/>
              <a:ext cx="2485644" cy="2752344"/>
            </a:xfrm>
            <a:prstGeom prst="rect">
              <a:avLst/>
            </a:prstGeom>
          </p:spPr>
        </p:pic>
        <p:sp>
          <p:nvSpPr>
            <p:cNvPr id="7" name="object 6">
              <a:extLst>
                <a:ext uri="{FF2B5EF4-FFF2-40B4-BE49-F238E27FC236}">
                  <a16:creationId xmlns:a16="http://schemas.microsoft.com/office/drawing/2014/main" id="{9153387D-719C-9DF0-C586-F438BFEA483F}"/>
                </a:ext>
              </a:extLst>
            </p:cNvPr>
            <p:cNvSpPr/>
            <p:nvPr/>
          </p:nvSpPr>
          <p:spPr>
            <a:xfrm>
              <a:off x="8835390" y="2187701"/>
              <a:ext cx="2495550" cy="1539875"/>
            </a:xfrm>
            <a:custGeom>
              <a:avLst/>
              <a:gdLst/>
              <a:ahLst/>
              <a:cxnLst/>
              <a:rect l="l" t="t" r="r" b="b"/>
              <a:pathLst>
                <a:path w="2495550" h="1539875">
                  <a:moveTo>
                    <a:pt x="2493136" y="0"/>
                  </a:moveTo>
                  <a:lnTo>
                    <a:pt x="2158" y="0"/>
                  </a:lnTo>
                  <a:lnTo>
                    <a:pt x="0" y="2159"/>
                  </a:lnTo>
                  <a:lnTo>
                    <a:pt x="0" y="1537589"/>
                  </a:lnTo>
                  <a:lnTo>
                    <a:pt x="2158" y="1539621"/>
                  </a:lnTo>
                  <a:lnTo>
                    <a:pt x="2493136" y="1539621"/>
                  </a:lnTo>
                  <a:lnTo>
                    <a:pt x="2495168" y="1537589"/>
                  </a:lnTo>
                  <a:lnTo>
                    <a:pt x="2495168" y="1530096"/>
                  </a:lnTo>
                  <a:lnTo>
                    <a:pt x="9525" y="1530096"/>
                  </a:lnTo>
                  <a:lnTo>
                    <a:pt x="9525" y="9525"/>
                  </a:lnTo>
                  <a:lnTo>
                    <a:pt x="2495168" y="9525"/>
                  </a:lnTo>
                  <a:lnTo>
                    <a:pt x="2495168" y="2159"/>
                  </a:lnTo>
                  <a:lnTo>
                    <a:pt x="2493136" y="0"/>
                  </a:lnTo>
                  <a:close/>
                </a:path>
                <a:path w="2495550" h="1539875">
                  <a:moveTo>
                    <a:pt x="2495168" y="9525"/>
                  </a:moveTo>
                  <a:lnTo>
                    <a:pt x="2485643" y="9525"/>
                  </a:lnTo>
                  <a:lnTo>
                    <a:pt x="2485643" y="1530096"/>
                  </a:lnTo>
                  <a:lnTo>
                    <a:pt x="2495168" y="1530096"/>
                  </a:lnTo>
                  <a:lnTo>
                    <a:pt x="2495168" y="9525"/>
                  </a:lnTo>
                  <a:close/>
                </a:path>
              </a:pathLst>
            </a:custGeom>
            <a:solidFill>
              <a:srgbClr val="AEAEAE"/>
            </a:solidFill>
          </p:spPr>
          <p:txBody>
            <a:bodyPr wrap="square" lIns="0" tIns="0" rIns="0" bIns="0" rtlCol="0"/>
            <a:lstStyle/>
            <a:p>
              <a:endParaRPr/>
            </a:p>
          </p:txBody>
        </p:sp>
        <p:sp>
          <p:nvSpPr>
            <p:cNvPr id="8" name="object 7">
              <a:extLst>
                <a:ext uri="{FF2B5EF4-FFF2-40B4-BE49-F238E27FC236}">
                  <a16:creationId xmlns:a16="http://schemas.microsoft.com/office/drawing/2014/main" id="{E669B76C-6DE6-F5DE-06FB-BC2200E36E8F}"/>
                </a:ext>
              </a:extLst>
            </p:cNvPr>
            <p:cNvSpPr/>
            <p:nvPr/>
          </p:nvSpPr>
          <p:spPr>
            <a:xfrm>
              <a:off x="8814816" y="2167127"/>
              <a:ext cx="2486025" cy="1530350"/>
            </a:xfrm>
            <a:custGeom>
              <a:avLst/>
              <a:gdLst/>
              <a:ahLst/>
              <a:cxnLst/>
              <a:rect l="l" t="t" r="r" b="b"/>
              <a:pathLst>
                <a:path w="2486025" h="1530350">
                  <a:moveTo>
                    <a:pt x="0" y="1530096"/>
                  </a:moveTo>
                  <a:lnTo>
                    <a:pt x="2485644" y="1530096"/>
                  </a:lnTo>
                  <a:lnTo>
                    <a:pt x="2485644" y="0"/>
                  </a:lnTo>
                  <a:lnTo>
                    <a:pt x="0" y="0"/>
                  </a:lnTo>
                  <a:lnTo>
                    <a:pt x="0" y="1530096"/>
                  </a:lnTo>
                  <a:close/>
                </a:path>
              </a:pathLst>
            </a:custGeom>
            <a:ln w="9525">
              <a:solidFill>
                <a:srgbClr val="FF0000"/>
              </a:solidFill>
            </a:ln>
          </p:spPr>
          <p:txBody>
            <a:bodyPr wrap="square" lIns="0" tIns="0" rIns="0" bIns="0" rtlCol="0"/>
            <a:lstStyle/>
            <a:p>
              <a:endParaRPr/>
            </a:p>
          </p:txBody>
        </p:sp>
      </p:grpSp>
    </p:spTree>
    <p:extLst>
      <p:ext uri="{BB962C8B-B14F-4D97-AF65-F5344CB8AC3E}">
        <p14:creationId xmlns:p14="http://schemas.microsoft.com/office/powerpoint/2010/main" val="25007850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289714"/>
            <a:ext cx="10525539" cy="1200329"/>
          </a:xfrm>
          <a:prstGeom prst="rect">
            <a:avLst/>
          </a:prstGeom>
          <a:noFill/>
        </p:spPr>
        <p:txBody>
          <a:bodyPr wrap="square" rtlCol="0">
            <a:spAutoFit/>
          </a:bodyPr>
          <a:lstStyle/>
          <a:p>
            <a:r>
              <a:rPr lang="fr-FR" sz="2400" b="1" dirty="0"/>
              <a:t>Cycle de vie dans MVC</a:t>
            </a:r>
          </a:p>
          <a:p>
            <a:endParaRPr lang="fr-FR" sz="2400" dirty="0"/>
          </a:p>
          <a:p>
            <a:pPr marL="342900" indent="-342900">
              <a:buFont typeface="Arial" panose="020B0604020202020204" pitchFamily="34" charset="0"/>
              <a:buChar char="•"/>
            </a:pPr>
            <a:endParaRPr lang="fr-FR" sz="2400" dirty="0"/>
          </a:p>
        </p:txBody>
      </p:sp>
      <p:sp>
        <p:nvSpPr>
          <p:cNvPr id="38" name="object 3">
            <a:extLst>
              <a:ext uri="{FF2B5EF4-FFF2-40B4-BE49-F238E27FC236}">
                <a16:creationId xmlns:a16="http://schemas.microsoft.com/office/drawing/2014/main" id="{5CB16521-314D-F0F0-A783-EF208CA3E797}"/>
              </a:ext>
            </a:extLst>
          </p:cNvPr>
          <p:cNvSpPr txBox="1"/>
          <p:nvPr/>
        </p:nvSpPr>
        <p:spPr>
          <a:xfrm>
            <a:off x="4776124" y="1504124"/>
            <a:ext cx="697865" cy="239395"/>
          </a:xfrm>
          <a:prstGeom prst="rect">
            <a:avLst/>
          </a:prstGeom>
        </p:spPr>
        <p:txBody>
          <a:bodyPr vert="horz" wrap="square" lIns="0" tIns="13335" rIns="0" bIns="0" rtlCol="0">
            <a:spAutoFit/>
          </a:bodyPr>
          <a:lstStyle/>
          <a:p>
            <a:pPr marL="12700">
              <a:lnSpc>
                <a:spcPct val="100000"/>
              </a:lnSpc>
              <a:spcBef>
                <a:spcPts val="105"/>
              </a:spcBef>
            </a:pPr>
            <a:r>
              <a:rPr sz="1400" b="1" spc="-10" dirty="0">
                <a:latin typeface="Segoe UI"/>
                <a:cs typeface="Segoe UI"/>
              </a:rPr>
              <a:t>Pipeline</a:t>
            </a:r>
            <a:endParaRPr sz="1400">
              <a:latin typeface="Segoe UI"/>
              <a:cs typeface="Segoe UI"/>
            </a:endParaRPr>
          </a:p>
        </p:txBody>
      </p:sp>
      <p:sp>
        <p:nvSpPr>
          <p:cNvPr id="39" name="object 4">
            <a:extLst>
              <a:ext uri="{FF2B5EF4-FFF2-40B4-BE49-F238E27FC236}">
                <a16:creationId xmlns:a16="http://schemas.microsoft.com/office/drawing/2014/main" id="{25CA46C5-7F6D-7457-2DDA-63212F1E1A6C}"/>
              </a:ext>
            </a:extLst>
          </p:cNvPr>
          <p:cNvSpPr txBox="1"/>
          <p:nvPr/>
        </p:nvSpPr>
        <p:spPr>
          <a:xfrm>
            <a:off x="8440964" y="1504124"/>
            <a:ext cx="1158875" cy="239395"/>
          </a:xfrm>
          <a:prstGeom prst="rect">
            <a:avLst/>
          </a:prstGeom>
        </p:spPr>
        <p:txBody>
          <a:bodyPr vert="horz" wrap="square" lIns="0" tIns="13335" rIns="0" bIns="0" rtlCol="0">
            <a:spAutoFit/>
          </a:bodyPr>
          <a:lstStyle/>
          <a:p>
            <a:pPr marL="12700">
              <a:lnSpc>
                <a:spcPct val="100000"/>
              </a:lnSpc>
              <a:spcBef>
                <a:spcPts val="105"/>
              </a:spcBef>
            </a:pPr>
            <a:r>
              <a:rPr sz="1400" b="1" spc="-10" dirty="0">
                <a:latin typeface="Segoe UI"/>
                <a:cs typeface="Segoe UI"/>
              </a:rPr>
              <a:t>ApiController</a:t>
            </a:r>
            <a:endParaRPr sz="1400">
              <a:latin typeface="Segoe UI"/>
              <a:cs typeface="Segoe UI"/>
            </a:endParaRPr>
          </a:p>
        </p:txBody>
      </p:sp>
      <p:sp>
        <p:nvSpPr>
          <p:cNvPr id="40" name="object 5">
            <a:extLst>
              <a:ext uri="{FF2B5EF4-FFF2-40B4-BE49-F238E27FC236}">
                <a16:creationId xmlns:a16="http://schemas.microsoft.com/office/drawing/2014/main" id="{98D82475-775B-ADFE-2404-C33B366BC913}"/>
              </a:ext>
            </a:extLst>
          </p:cNvPr>
          <p:cNvSpPr txBox="1"/>
          <p:nvPr/>
        </p:nvSpPr>
        <p:spPr>
          <a:xfrm>
            <a:off x="1068105" y="1975294"/>
            <a:ext cx="2611120" cy="495300"/>
          </a:xfrm>
          <a:prstGeom prst="rect">
            <a:avLst/>
          </a:prstGeom>
          <a:solidFill>
            <a:srgbClr val="006FC0"/>
          </a:solidFill>
        </p:spPr>
        <p:txBody>
          <a:bodyPr vert="horz" wrap="square" lIns="0" tIns="152400" rIns="0" bIns="0" rtlCol="0">
            <a:spAutoFit/>
          </a:bodyPr>
          <a:lstStyle/>
          <a:p>
            <a:pPr marL="1905" algn="ctr">
              <a:lnSpc>
                <a:spcPct val="100000"/>
              </a:lnSpc>
              <a:spcBef>
                <a:spcPts val="1200"/>
              </a:spcBef>
            </a:pPr>
            <a:r>
              <a:rPr sz="1200" b="1" spc="-10" dirty="0">
                <a:solidFill>
                  <a:srgbClr val="FFFFFF"/>
                </a:solidFill>
                <a:latin typeface="Segoe UI"/>
                <a:cs typeface="Segoe UI"/>
              </a:rPr>
              <a:t>Request</a:t>
            </a:r>
            <a:endParaRPr sz="1200">
              <a:latin typeface="Segoe UI"/>
              <a:cs typeface="Segoe UI"/>
            </a:endParaRPr>
          </a:p>
        </p:txBody>
      </p:sp>
      <p:sp>
        <p:nvSpPr>
          <p:cNvPr id="41" name="object 6">
            <a:extLst>
              <a:ext uri="{FF2B5EF4-FFF2-40B4-BE49-F238E27FC236}">
                <a16:creationId xmlns:a16="http://schemas.microsoft.com/office/drawing/2014/main" id="{382C4FF9-4A76-885D-E581-FB4C2B460712}"/>
              </a:ext>
            </a:extLst>
          </p:cNvPr>
          <p:cNvSpPr txBox="1"/>
          <p:nvPr/>
        </p:nvSpPr>
        <p:spPr>
          <a:xfrm>
            <a:off x="4763805" y="1970722"/>
            <a:ext cx="2609215" cy="495300"/>
          </a:xfrm>
          <a:prstGeom prst="rect">
            <a:avLst/>
          </a:prstGeom>
          <a:solidFill>
            <a:srgbClr val="7BBE33"/>
          </a:solidFill>
        </p:spPr>
        <p:txBody>
          <a:bodyPr vert="horz" wrap="square" lIns="0" tIns="152400" rIns="0" bIns="0" rtlCol="0">
            <a:spAutoFit/>
          </a:bodyPr>
          <a:lstStyle/>
          <a:p>
            <a:pPr marL="1270" algn="ctr">
              <a:lnSpc>
                <a:spcPct val="100000"/>
              </a:lnSpc>
              <a:spcBef>
                <a:spcPts val="1200"/>
              </a:spcBef>
            </a:pPr>
            <a:r>
              <a:rPr sz="1200" b="1" spc="-10" dirty="0">
                <a:solidFill>
                  <a:srgbClr val="FFFFFF"/>
                </a:solidFill>
                <a:latin typeface="Segoe UI"/>
                <a:cs typeface="Segoe UI"/>
              </a:rPr>
              <a:t>Middleware</a:t>
            </a:r>
            <a:endParaRPr sz="1200">
              <a:latin typeface="Segoe UI"/>
              <a:cs typeface="Segoe UI"/>
            </a:endParaRPr>
          </a:p>
        </p:txBody>
      </p:sp>
      <p:sp>
        <p:nvSpPr>
          <p:cNvPr id="42" name="object 7">
            <a:extLst>
              <a:ext uri="{FF2B5EF4-FFF2-40B4-BE49-F238E27FC236}">
                <a16:creationId xmlns:a16="http://schemas.microsoft.com/office/drawing/2014/main" id="{6E3E8105-6D5A-E116-78B1-34F40F45A189}"/>
              </a:ext>
            </a:extLst>
          </p:cNvPr>
          <p:cNvSpPr/>
          <p:nvPr/>
        </p:nvSpPr>
        <p:spPr>
          <a:xfrm>
            <a:off x="3679479" y="2165032"/>
            <a:ext cx="1084580" cy="111125"/>
          </a:xfrm>
          <a:custGeom>
            <a:avLst/>
            <a:gdLst/>
            <a:ahLst/>
            <a:cxnLst/>
            <a:rect l="l" t="t" r="r" b="b"/>
            <a:pathLst>
              <a:path w="1084579" h="111125">
                <a:moveTo>
                  <a:pt x="1068061" y="45465"/>
                </a:moveTo>
                <a:lnTo>
                  <a:pt x="1065403" y="45465"/>
                </a:lnTo>
                <a:lnTo>
                  <a:pt x="1065530" y="64515"/>
                </a:lnTo>
                <a:lnTo>
                  <a:pt x="1030207" y="64663"/>
                </a:lnTo>
                <a:lnTo>
                  <a:pt x="980059" y="94233"/>
                </a:lnTo>
                <a:lnTo>
                  <a:pt x="978535" y="100075"/>
                </a:lnTo>
                <a:lnTo>
                  <a:pt x="981201" y="104520"/>
                </a:lnTo>
                <a:lnTo>
                  <a:pt x="983869" y="109092"/>
                </a:lnTo>
                <a:lnTo>
                  <a:pt x="989711" y="110616"/>
                </a:lnTo>
                <a:lnTo>
                  <a:pt x="1084326" y="54863"/>
                </a:lnTo>
                <a:lnTo>
                  <a:pt x="1068061" y="45465"/>
                </a:lnTo>
                <a:close/>
              </a:path>
              <a:path w="1084579" h="111125">
                <a:moveTo>
                  <a:pt x="1030200" y="45612"/>
                </a:moveTo>
                <a:lnTo>
                  <a:pt x="0" y="49910"/>
                </a:lnTo>
                <a:lnTo>
                  <a:pt x="0" y="68960"/>
                </a:lnTo>
                <a:lnTo>
                  <a:pt x="1030207" y="64663"/>
                </a:lnTo>
                <a:lnTo>
                  <a:pt x="1046509" y="55040"/>
                </a:lnTo>
                <a:lnTo>
                  <a:pt x="1030200" y="45612"/>
                </a:lnTo>
                <a:close/>
              </a:path>
              <a:path w="1084579" h="111125">
                <a:moveTo>
                  <a:pt x="1046509" y="55040"/>
                </a:moveTo>
                <a:lnTo>
                  <a:pt x="1030207" y="64663"/>
                </a:lnTo>
                <a:lnTo>
                  <a:pt x="1065530" y="64515"/>
                </a:lnTo>
                <a:lnTo>
                  <a:pt x="1065521" y="63245"/>
                </a:lnTo>
                <a:lnTo>
                  <a:pt x="1060704" y="63245"/>
                </a:lnTo>
                <a:lnTo>
                  <a:pt x="1046509" y="55040"/>
                </a:lnTo>
                <a:close/>
              </a:path>
              <a:path w="1084579" h="111125">
                <a:moveTo>
                  <a:pt x="1060577" y="46735"/>
                </a:moveTo>
                <a:lnTo>
                  <a:pt x="1046509" y="55040"/>
                </a:lnTo>
                <a:lnTo>
                  <a:pt x="1060704" y="63245"/>
                </a:lnTo>
                <a:lnTo>
                  <a:pt x="1060577" y="46735"/>
                </a:lnTo>
                <a:close/>
              </a:path>
              <a:path w="1084579" h="111125">
                <a:moveTo>
                  <a:pt x="1065411" y="46735"/>
                </a:moveTo>
                <a:lnTo>
                  <a:pt x="1060577" y="46735"/>
                </a:lnTo>
                <a:lnTo>
                  <a:pt x="1060704" y="63245"/>
                </a:lnTo>
                <a:lnTo>
                  <a:pt x="1065521" y="63245"/>
                </a:lnTo>
                <a:lnTo>
                  <a:pt x="1065411" y="46735"/>
                </a:lnTo>
                <a:close/>
              </a:path>
              <a:path w="1084579" h="111125">
                <a:moveTo>
                  <a:pt x="1065403" y="45465"/>
                </a:moveTo>
                <a:lnTo>
                  <a:pt x="1030200" y="45612"/>
                </a:lnTo>
                <a:lnTo>
                  <a:pt x="1046509" y="55040"/>
                </a:lnTo>
                <a:lnTo>
                  <a:pt x="1060577" y="46735"/>
                </a:lnTo>
                <a:lnTo>
                  <a:pt x="1065411" y="46735"/>
                </a:lnTo>
                <a:lnTo>
                  <a:pt x="1065403" y="45465"/>
                </a:lnTo>
                <a:close/>
              </a:path>
              <a:path w="1084579" h="111125">
                <a:moveTo>
                  <a:pt x="989203" y="0"/>
                </a:moveTo>
                <a:lnTo>
                  <a:pt x="983361" y="1524"/>
                </a:lnTo>
                <a:lnTo>
                  <a:pt x="980821" y="6095"/>
                </a:lnTo>
                <a:lnTo>
                  <a:pt x="978154" y="10667"/>
                </a:lnTo>
                <a:lnTo>
                  <a:pt x="979678" y="16382"/>
                </a:lnTo>
                <a:lnTo>
                  <a:pt x="1030200" y="45612"/>
                </a:lnTo>
                <a:lnTo>
                  <a:pt x="1068061" y="45465"/>
                </a:lnTo>
                <a:lnTo>
                  <a:pt x="993775" y="2539"/>
                </a:lnTo>
                <a:lnTo>
                  <a:pt x="989203" y="0"/>
                </a:lnTo>
                <a:close/>
              </a:path>
            </a:pathLst>
          </a:custGeom>
          <a:solidFill>
            <a:srgbClr val="FF0000"/>
          </a:solidFill>
        </p:spPr>
        <p:txBody>
          <a:bodyPr wrap="square" lIns="0" tIns="0" rIns="0" bIns="0" rtlCol="0"/>
          <a:lstStyle/>
          <a:p>
            <a:endParaRPr/>
          </a:p>
        </p:txBody>
      </p:sp>
      <p:sp>
        <p:nvSpPr>
          <p:cNvPr id="43" name="object 8">
            <a:extLst>
              <a:ext uri="{FF2B5EF4-FFF2-40B4-BE49-F238E27FC236}">
                <a16:creationId xmlns:a16="http://schemas.microsoft.com/office/drawing/2014/main" id="{8AC7D552-39B4-2C76-F3C2-4EA7DF9E4219}"/>
              </a:ext>
            </a:extLst>
          </p:cNvPr>
          <p:cNvSpPr txBox="1"/>
          <p:nvPr/>
        </p:nvSpPr>
        <p:spPr>
          <a:xfrm>
            <a:off x="4774473" y="2775394"/>
            <a:ext cx="2611120" cy="495300"/>
          </a:xfrm>
          <a:prstGeom prst="rect">
            <a:avLst/>
          </a:prstGeom>
          <a:solidFill>
            <a:srgbClr val="7BBE33"/>
          </a:solidFill>
        </p:spPr>
        <p:txBody>
          <a:bodyPr vert="horz" wrap="square" lIns="0" tIns="151765" rIns="0" bIns="0" rtlCol="0">
            <a:spAutoFit/>
          </a:bodyPr>
          <a:lstStyle/>
          <a:p>
            <a:pPr marL="1270" algn="ctr">
              <a:lnSpc>
                <a:spcPct val="100000"/>
              </a:lnSpc>
              <a:spcBef>
                <a:spcPts val="1195"/>
              </a:spcBef>
            </a:pPr>
            <a:r>
              <a:rPr sz="1200" b="1" spc="-10" dirty="0">
                <a:solidFill>
                  <a:srgbClr val="FFFFFF"/>
                </a:solidFill>
                <a:latin typeface="Segoe UI"/>
                <a:cs typeface="Segoe UI"/>
              </a:rPr>
              <a:t>Middleware</a:t>
            </a:r>
            <a:endParaRPr sz="1200">
              <a:latin typeface="Segoe UI"/>
              <a:cs typeface="Segoe UI"/>
            </a:endParaRPr>
          </a:p>
        </p:txBody>
      </p:sp>
      <p:sp>
        <p:nvSpPr>
          <p:cNvPr id="44" name="object 9">
            <a:extLst>
              <a:ext uri="{FF2B5EF4-FFF2-40B4-BE49-F238E27FC236}">
                <a16:creationId xmlns:a16="http://schemas.microsoft.com/office/drawing/2014/main" id="{F019789E-F658-0017-5FCE-7576968E6CD5}"/>
              </a:ext>
            </a:extLst>
          </p:cNvPr>
          <p:cNvSpPr txBox="1"/>
          <p:nvPr/>
        </p:nvSpPr>
        <p:spPr>
          <a:xfrm>
            <a:off x="4763805" y="5241226"/>
            <a:ext cx="2609215" cy="495300"/>
          </a:xfrm>
          <a:prstGeom prst="rect">
            <a:avLst/>
          </a:prstGeom>
          <a:solidFill>
            <a:srgbClr val="EC7C30"/>
          </a:solidFill>
          <a:ln w="12700">
            <a:solidFill>
              <a:srgbClr val="AD5A20"/>
            </a:solidFill>
          </a:ln>
        </p:spPr>
        <p:txBody>
          <a:bodyPr vert="horz" wrap="square" lIns="0" tIns="153035" rIns="0" bIns="0" rtlCol="0">
            <a:spAutoFit/>
          </a:bodyPr>
          <a:lstStyle/>
          <a:p>
            <a:pPr marL="709295">
              <a:lnSpc>
                <a:spcPct val="100000"/>
              </a:lnSpc>
              <a:spcBef>
                <a:spcPts val="1205"/>
              </a:spcBef>
            </a:pPr>
            <a:r>
              <a:rPr sz="1200" b="1" dirty="0">
                <a:solidFill>
                  <a:srgbClr val="FFFFFF"/>
                </a:solidFill>
                <a:latin typeface="Segoe UI"/>
                <a:cs typeface="Segoe UI"/>
              </a:rPr>
              <a:t>Mvc</a:t>
            </a:r>
            <a:r>
              <a:rPr sz="1200" b="1" spc="-45" dirty="0">
                <a:solidFill>
                  <a:srgbClr val="FFFFFF"/>
                </a:solidFill>
                <a:latin typeface="Segoe UI"/>
                <a:cs typeface="Segoe UI"/>
              </a:rPr>
              <a:t> </a:t>
            </a:r>
            <a:r>
              <a:rPr sz="1200" b="1" spc="-10" dirty="0">
                <a:solidFill>
                  <a:srgbClr val="FFFFFF"/>
                </a:solidFill>
                <a:latin typeface="Segoe UI"/>
                <a:cs typeface="Segoe UI"/>
              </a:rPr>
              <a:t>Middleware</a:t>
            </a:r>
            <a:endParaRPr sz="1200">
              <a:latin typeface="Segoe UI"/>
              <a:cs typeface="Segoe UI"/>
            </a:endParaRPr>
          </a:p>
        </p:txBody>
      </p:sp>
      <p:sp>
        <p:nvSpPr>
          <p:cNvPr id="45" name="object 10">
            <a:extLst>
              <a:ext uri="{FF2B5EF4-FFF2-40B4-BE49-F238E27FC236}">
                <a16:creationId xmlns:a16="http://schemas.microsoft.com/office/drawing/2014/main" id="{A819EC60-E12E-606D-40E1-8041F6FEB219}"/>
              </a:ext>
            </a:extLst>
          </p:cNvPr>
          <p:cNvSpPr txBox="1"/>
          <p:nvPr/>
        </p:nvSpPr>
        <p:spPr>
          <a:xfrm>
            <a:off x="8435883" y="5241988"/>
            <a:ext cx="2611120" cy="495300"/>
          </a:xfrm>
          <a:prstGeom prst="rect">
            <a:avLst/>
          </a:prstGeom>
          <a:solidFill>
            <a:srgbClr val="FFC000"/>
          </a:solidFill>
        </p:spPr>
        <p:txBody>
          <a:bodyPr vert="horz" wrap="square" lIns="0" tIns="152400" rIns="0" bIns="0" rtlCol="0">
            <a:spAutoFit/>
          </a:bodyPr>
          <a:lstStyle/>
          <a:p>
            <a:pPr marL="571500">
              <a:lnSpc>
                <a:spcPct val="100000"/>
              </a:lnSpc>
              <a:spcBef>
                <a:spcPts val="1200"/>
              </a:spcBef>
            </a:pPr>
            <a:r>
              <a:rPr sz="1200" b="1" dirty="0">
                <a:solidFill>
                  <a:srgbClr val="FFFFFF"/>
                </a:solidFill>
                <a:latin typeface="Segoe UI"/>
                <a:cs typeface="Segoe UI"/>
              </a:rPr>
              <a:t>Authorization</a:t>
            </a:r>
            <a:r>
              <a:rPr sz="1200" b="1" spc="-80" dirty="0">
                <a:solidFill>
                  <a:srgbClr val="FFFFFF"/>
                </a:solidFill>
                <a:latin typeface="Segoe UI"/>
                <a:cs typeface="Segoe UI"/>
              </a:rPr>
              <a:t> </a:t>
            </a:r>
            <a:r>
              <a:rPr sz="1200" b="1" spc="-10" dirty="0">
                <a:solidFill>
                  <a:srgbClr val="FFFFFF"/>
                </a:solidFill>
                <a:latin typeface="Segoe UI"/>
                <a:cs typeface="Segoe UI"/>
              </a:rPr>
              <a:t>Filters</a:t>
            </a:r>
            <a:endParaRPr sz="1200">
              <a:latin typeface="Segoe UI"/>
              <a:cs typeface="Segoe UI"/>
            </a:endParaRPr>
          </a:p>
        </p:txBody>
      </p:sp>
      <p:sp>
        <p:nvSpPr>
          <p:cNvPr id="46" name="object 11">
            <a:extLst>
              <a:ext uri="{FF2B5EF4-FFF2-40B4-BE49-F238E27FC236}">
                <a16:creationId xmlns:a16="http://schemas.microsoft.com/office/drawing/2014/main" id="{6EFC7F01-07AF-D6D8-5ECD-61DBD6E66634}"/>
              </a:ext>
            </a:extLst>
          </p:cNvPr>
          <p:cNvSpPr txBox="1"/>
          <p:nvPr/>
        </p:nvSpPr>
        <p:spPr>
          <a:xfrm>
            <a:off x="8435883" y="4422076"/>
            <a:ext cx="2611120" cy="495300"/>
          </a:xfrm>
          <a:prstGeom prst="rect">
            <a:avLst/>
          </a:prstGeom>
          <a:solidFill>
            <a:srgbClr val="4471C4"/>
          </a:solidFill>
        </p:spPr>
        <p:txBody>
          <a:bodyPr vert="horz" wrap="square" lIns="0" tIns="151130" rIns="0" bIns="0" rtlCol="0">
            <a:spAutoFit/>
          </a:bodyPr>
          <a:lstStyle/>
          <a:p>
            <a:pPr marL="786130">
              <a:lnSpc>
                <a:spcPct val="100000"/>
              </a:lnSpc>
              <a:spcBef>
                <a:spcPts val="1190"/>
              </a:spcBef>
            </a:pPr>
            <a:r>
              <a:rPr sz="1200" b="1" dirty="0">
                <a:solidFill>
                  <a:srgbClr val="FFFFFF"/>
                </a:solidFill>
                <a:latin typeface="Segoe UI"/>
                <a:cs typeface="Segoe UI"/>
              </a:rPr>
              <a:t>Model</a:t>
            </a:r>
            <a:r>
              <a:rPr sz="1200" b="1" spc="-30" dirty="0">
                <a:solidFill>
                  <a:srgbClr val="FFFFFF"/>
                </a:solidFill>
                <a:latin typeface="Segoe UI"/>
                <a:cs typeface="Segoe UI"/>
              </a:rPr>
              <a:t> </a:t>
            </a:r>
            <a:r>
              <a:rPr sz="1200" b="1" spc="-10" dirty="0">
                <a:solidFill>
                  <a:srgbClr val="FFFFFF"/>
                </a:solidFill>
                <a:latin typeface="Segoe UI"/>
                <a:cs typeface="Segoe UI"/>
              </a:rPr>
              <a:t>Binders</a:t>
            </a:r>
            <a:endParaRPr sz="1200">
              <a:latin typeface="Segoe UI"/>
              <a:cs typeface="Segoe UI"/>
            </a:endParaRPr>
          </a:p>
        </p:txBody>
      </p:sp>
      <p:sp>
        <p:nvSpPr>
          <p:cNvPr id="47" name="object 12">
            <a:extLst>
              <a:ext uri="{FF2B5EF4-FFF2-40B4-BE49-F238E27FC236}">
                <a16:creationId xmlns:a16="http://schemas.microsoft.com/office/drawing/2014/main" id="{699A804D-417E-5734-DAA7-59780921468F}"/>
              </a:ext>
            </a:extLst>
          </p:cNvPr>
          <p:cNvSpPr txBox="1"/>
          <p:nvPr/>
        </p:nvSpPr>
        <p:spPr>
          <a:xfrm>
            <a:off x="8435883" y="3600640"/>
            <a:ext cx="2611120" cy="495300"/>
          </a:xfrm>
          <a:prstGeom prst="rect">
            <a:avLst/>
          </a:prstGeom>
          <a:solidFill>
            <a:srgbClr val="FFC000"/>
          </a:solidFill>
        </p:spPr>
        <p:txBody>
          <a:bodyPr vert="horz" wrap="square" lIns="0" tIns="152400" rIns="0" bIns="0" rtlCol="0">
            <a:spAutoFit/>
          </a:bodyPr>
          <a:lstStyle/>
          <a:p>
            <a:pPr marL="833119">
              <a:lnSpc>
                <a:spcPct val="100000"/>
              </a:lnSpc>
              <a:spcBef>
                <a:spcPts val="1200"/>
              </a:spcBef>
            </a:pPr>
            <a:r>
              <a:rPr sz="1200" b="1" dirty="0">
                <a:solidFill>
                  <a:srgbClr val="FFFFFF"/>
                </a:solidFill>
                <a:latin typeface="Segoe UI"/>
                <a:cs typeface="Segoe UI"/>
              </a:rPr>
              <a:t>Action</a:t>
            </a:r>
            <a:r>
              <a:rPr sz="1200" b="1" spc="-50" dirty="0">
                <a:solidFill>
                  <a:srgbClr val="FFFFFF"/>
                </a:solidFill>
                <a:latin typeface="Segoe UI"/>
                <a:cs typeface="Segoe UI"/>
              </a:rPr>
              <a:t> </a:t>
            </a:r>
            <a:r>
              <a:rPr sz="1200" b="1" spc="-10" dirty="0">
                <a:solidFill>
                  <a:srgbClr val="FFFFFF"/>
                </a:solidFill>
                <a:latin typeface="Segoe UI"/>
                <a:cs typeface="Segoe UI"/>
              </a:rPr>
              <a:t>Filters</a:t>
            </a:r>
            <a:endParaRPr sz="1200">
              <a:latin typeface="Segoe UI"/>
              <a:cs typeface="Segoe UI"/>
            </a:endParaRPr>
          </a:p>
        </p:txBody>
      </p:sp>
      <p:sp>
        <p:nvSpPr>
          <p:cNvPr id="48" name="object 13">
            <a:extLst>
              <a:ext uri="{FF2B5EF4-FFF2-40B4-BE49-F238E27FC236}">
                <a16:creationId xmlns:a16="http://schemas.microsoft.com/office/drawing/2014/main" id="{123C157C-E115-12EC-C2E5-FE197B4F6336}"/>
              </a:ext>
            </a:extLst>
          </p:cNvPr>
          <p:cNvSpPr txBox="1"/>
          <p:nvPr/>
        </p:nvSpPr>
        <p:spPr>
          <a:xfrm>
            <a:off x="8435883" y="2780728"/>
            <a:ext cx="2611120" cy="495300"/>
          </a:xfrm>
          <a:prstGeom prst="rect">
            <a:avLst/>
          </a:prstGeom>
          <a:solidFill>
            <a:srgbClr val="4471C4"/>
          </a:solidFill>
        </p:spPr>
        <p:txBody>
          <a:bodyPr vert="horz" wrap="square" lIns="0" tIns="151130" rIns="0" bIns="0" rtlCol="0">
            <a:spAutoFit/>
          </a:bodyPr>
          <a:lstStyle/>
          <a:p>
            <a:pPr marL="441959">
              <a:lnSpc>
                <a:spcPct val="100000"/>
              </a:lnSpc>
              <a:spcBef>
                <a:spcPts val="1190"/>
              </a:spcBef>
            </a:pPr>
            <a:r>
              <a:rPr sz="1200" b="1" spc="-10" dirty="0">
                <a:solidFill>
                  <a:srgbClr val="FFFFFF"/>
                </a:solidFill>
                <a:latin typeface="Segoe UI"/>
                <a:cs typeface="Segoe UI"/>
              </a:rPr>
              <a:t>ControllerActionInvoker</a:t>
            </a:r>
            <a:endParaRPr sz="1200">
              <a:latin typeface="Segoe UI"/>
              <a:cs typeface="Segoe UI"/>
            </a:endParaRPr>
          </a:p>
        </p:txBody>
      </p:sp>
      <p:sp>
        <p:nvSpPr>
          <p:cNvPr id="49" name="object 14">
            <a:extLst>
              <a:ext uri="{FF2B5EF4-FFF2-40B4-BE49-F238E27FC236}">
                <a16:creationId xmlns:a16="http://schemas.microsoft.com/office/drawing/2014/main" id="{0C4C670E-4FCC-E9F5-DADA-E0BF5E3E3047}"/>
              </a:ext>
            </a:extLst>
          </p:cNvPr>
          <p:cNvSpPr txBox="1"/>
          <p:nvPr/>
        </p:nvSpPr>
        <p:spPr>
          <a:xfrm>
            <a:off x="8458744" y="1960816"/>
            <a:ext cx="2609215" cy="494030"/>
          </a:xfrm>
          <a:prstGeom prst="rect">
            <a:avLst/>
          </a:prstGeom>
          <a:solidFill>
            <a:srgbClr val="4471C4"/>
          </a:solidFill>
        </p:spPr>
        <p:txBody>
          <a:bodyPr vert="horz" wrap="square" lIns="0" tIns="150495" rIns="0" bIns="0" rtlCol="0">
            <a:spAutoFit/>
          </a:bodyPr>
          <a:lstStyle/>
          <a:p>
            <a:pPr marL="1905" algn="ctr">
              <a:lnSpc>
                <a:spcPct val="100000"/>
              </a:lnSpc>
              <a:spcBef>
                <a:spcPts val="1185"/>
              </a:spcBef>
            </a:pPr>
            <a:r>
              <a:rPr sz="1200" b="1" spc="-10" dirty="0">
                <a:solidFill>
                  <a:srgbClr val="FFFFFF"/>
                </a:solidFill>
                <a:latin typeface="Segoe UI"/>
                <a:cs typeface="Segoe UI"/>
              </a:rPr>
              <a:t>Action</a:t>
            </a:r>
            <a:endParaRPr sz="1200">
              <a:latin typeface="Segoe UI"/>
              <a:cs typeface="Segoe UI"/>
            </a:endParaRPr>
          </a:p>
        </p:txBody>
      </p:sp>
      <p:sp>
        <p:nvSpPr>
          <p:cNvPr id="50" name="object 15">
            <a:extLst>
              <a:ext uri="{FF2B5EF4-FFF2-40B4-BE49-F238E27FC236}">
                <a16:creationId xmlns:a16="http://schemas.microsoft.com/office/drawing/2014/main" id="{62E4F957-8D21-5D96-8A6F-13DE1945D3B0}"/>
              </a:ext>
            </a:extLst>
          </p:cNvPr>
          <p:cNvSpPr/>
          <p:nvPr/>
        </p:nvSpPr>
        <p:spPr>
          <a:xfrm>
            <a:off x="8787420" y="2454591"/>
            <a:ext cx="111125" cy="330200"/>
          </a:xfrm>
          <a:custGeom>
            <a:avLst/>
            <a:gdLst/>
            <a:ahLst/>
            <a:cxnLst/>
            <a:rect l="l" t="t" r="r" b="b"/>
            <a:pathLst>
              <a:path w="111125" h="330200">
                <a:moveTo>
                  <a:pt x="55372" y="37773"/>
                </a:moveTo>
                <a:lnTo>
                  <a:pt x="45847" y="54102"/>
                </a:lnTo>
                <a:lnTo>
                  <a:pt x="45847" y="330200"/>
                </a:lnTo>
                <a:lnTo>
                  <a:pt x="64897" y="330200"/>
                </a:lnTo>
                <a:lnTo>
                  <a:pt x="64897" y="54102"/>
                </a:lnTo>
                <a:lnTo>
                  <a:pt x="55372" y="37773"/>
                </a:lnTo>
                <a:close/>
              </a:path>
              <a:path w="111125" h="330200">
                <a:moveTo>
                  <a:pt x="55372" y="0"/>
                </a:moveTo>
                <a:lnTo>
                  <a:pt x="2667" y="90297"/>
                </a:lnTo>
                <a:lnTo>
                  <a:pt x="0" y="94742"/>
                </a:lnTo>
                <a:lnTo>
                  <a:pt x="1524" y="100584"/>
                </a:lnTo>
                <a:lnTo>
                  <a:pt x="10668" y="105918"/>
                </a:lnTo>
                <a:lnTo>
                  <a:pt x="16510" y="104394"/>
                </a:lnTo>
                <a:lnTo>
                  <a:pt x="45847" y="54102"/>
                </a:lnTo>
                <a:lnTo>
                  <a:pt x="45847" y="18796"/>
                </a:lnTo>
                <a:lnTo>
                  <a:pt x="66342" y="18796"/>
                </a:lnTo>
                <a:lnTo>
                  <a:pt x="55372" y="0"/>
                </a:lnTo>
                <a:close/>
              </a:path>
              <a:path w="111125" h="330200">
                <a:moveTo>
                  <a:pt x="66342" y="18796"/>
                </a:moveTo>
                <a:lnTo>
                  <a:pt x="64897" y="18796"/>
                </a:lnTo>
                <a:lnTo>
                  <a:pt x="64897" y="54102"/>
                </a:lnTo>
                <a:lnTo>
                  <a:pt x="94234" y="104394"/>
                </a:lnTo>
                <a:lnTo>
                  <a:pt x="100075" y="105918"/>
                </a:lnTo>
                <a:lnTo>
                  <a:pt x="109220" y="100584"/>
                </a:lnTo>
                <a:lnTo>
                  <a:pt x="110744" y="94742"/>
                </a:lnTo>
                <a:lnTo>
                  <a:pt x="108076" y="90297"/>
                </a:lnTo>
                <a:lnTo>
                  <a:pt x="66342" y="18796"/>
                </a:lnTo>
                <a:close/>
              </a:path>
              <a:path w="111125" h="330200">
                <a:moveTo>
                  <a:pt x="64897" y="18796"/>
                </a:moveTo>
                <a:lnTo>
                  <a:pt x="45847" y="18796"/>
                </a:lnTo>
                <a:lnTo>
                  <a:pt x="45847" y="54102"/>
                </a:lnTo>
                <a:lnTo>
                  <a:pt x="55372" y="37773"/>
                </a:lnTo>
                <a:lnTo>
                  <a:pt x="47117" y="23622"/>
                </a:lnTo>
                <a:lnTo>
                  <a:pt x="64897" y="23622"/>
                </a:lnTo>
                <a:lnTo>
                  <a:pt x="64897" y="18796"/>
                </a:lnTo>
                <a:close/>
              </a:path>
              <a:path w="111125" h="330200">
                <a:moveTo>
                  <a:pt x="64897" y="23622"/>
                </a:moveTo>
                <a:lnTo>
                  <a:pt x="63626" y="23622"/>
                </a:lnTo>
                <a:lnTo>
                  <a:pt x="55372" y="37773"/>
                </a:lnTo>
                <a:lnTo>
                  <a:pt x="64897" y="54102"/>
                </a:lnTo>
                <a:lnTo>
                  <a:pt x="64897" y="23622"/>
                </a:lnTo>
                <a:close/>
              </a:path>
              <a:path w="111125" h="330200">
                <a:moveTo>
                  <a:pt x="63626" y="23622"/>
                </a:moveTo>
                <a:lnTo>
                  <a:pt x="47117" y="23622"/>
                </a:lnTo>
                <a:lnTo>
                  <a:pt x="55372" y="37773"/>
                </a:lnTo>
                <a:lnTo>
                  <a:pt x="63626" y="23622"/>
                </a:lnTo>
                <a:close/>
              </a:path>
            </a:pathLst>
          </a:custGeom>
          <a:solidFill>
            <a:srgbClr val="FF0000"/>
          </a:solidFill>
        </p:spPr>
        <p:txBody>
          <a:bodyPr wrap="square" lIns="0" tIns="0" rIns="0" bIns="0" rtlCol="0"/>
          <a:lstStyle/>
          <a:p>
            <a:endParaRPr/>
          </a:p>
        </p:txBody>
      </p:sp>
      <p:sp>
        <p:nvSpPr>
          <p:cNvPr id="51" name="object 16">
            <a:extLst>
              <a:ext uri="{FF2B5EF4-FFF2-40B4-BE49-F238E27FC236}">
                <a16:creationId xmlns:a16="http://schemas.microsoft.com/office/drawing/2014/main" id="{28AA8F43-8EE8-D3C1-99ED-49DC683F7220}"/>
              </a:ext>
            </a:extLst>
          </p:cNvPr>
          <p:cNvSpPr txBox="1"/>
          <p:nvPr/>
        </p:nvSpPr>
        <p:spPr>
          <a:xfrm>
            <a:off x="9488968" y="6063423"/>
            <a:ext cx="1458595" cy="494030"/>
          </a:xfrm>
          <a:prstGeom prst="rect">
            <a:avLst/>
          </a:prstGeom>
          <a:solidFill>
            <a:srgbClr val="FFC000"/>
          </a:solidFill>
        </p:spPr>
        <p:txBody>
          <a:bodyPr vert="horz" wrap="square" lIns="0" tIns="151130" rIns="0" bIns="0" rtlCol="0">
            <a:spAutoFit/>
          </a:bodyPr>
          <a:lstStyle/>
          <a:p>
            <a:pPr marL="313055">
              <a:lnSpc>
                <a:spcPct val="100000"/>
              </a:lnSpc>
              <a:spcBef>
                <a:spcPts val="1190"/>
              </a:spcBef>
            </a:pPr>
            <a:r>
              <a:rPr sz="1200" b="1" dirty="0">
                <a:solidFill>
                  <a:srgbClr val="FFFFFF"/>
                </a:solidFill>
                <a:latin typeface="Segoe UI"/>
                <a:cs typeface="Segoe UI"/>
              </a:rPr>
              <a:t>Error</a:t>
            </a:r>
            <a:r>
              <a:rPr sz="1200" b="1" spc="-20" dirty="0">
                <a:solidFill>
                  <a:srgbClr val="FFFFFF"/>
                </a:solidFill>
                <a:latin typeface="Segoe UI"/>
                <a:cs typeface="Segoe UI"/>
              </a:rPr>
              <a:t> </a:t>
            </a:r>
            <a:r>
              <a:rPr sz="1200" b="1" spc="-10" dirty="0">
                <a:solidFill>
                  <a:srgbClr val="FFFFFF"/>
                </a:solidFill>
                <a:latin typeface="Segoe UI"/>
                <a:cs typeface="Segoe UI"/>
              </a:rPr>
              <a:t>Filters</a:t>
            </a:r>
            <a:endParaRPr sz="1200">
              <a:latin typeface="Segoe UI"/>
              <a:cs typeface="Segoe UI"/>
            </a:endParaRPr>
          </a:p>
        </p:txBody>
      </p:sp>
      <p:sp>
        <p:nvSpPr>
          <p:cNvPr id="52" name="object 17">
            <a:extLst>
              <a:ext uri="{FF2B5EF4-FFF2-40B4-BE49-F238E27FC236}">
                <a16:creationId xmlns:a16="http://schemas.microsoft.com/office/drawing/2014/main" id="{C5713E5C-CD9F-FFF5-8AA3-5EC575CCD2F5}"/>
              </a:ext>
            </a:extLst>
          </p:cNvPr>
          <p:cNvSpPr/>
          <p:nvPr/>
        </p:nvSpPr>
        <p:spPr>
          <a:xfrm>
            <a:off x="7373656" y="5435027"/>
            <a:ext cx="1062355" cy="111125"/>
          </a:xfrm>
          <a:custGeom>
            <a:avLst/>
            <a:gdLst/>
            <a:ahLst/>
            <a:cxnLst/>
            <a:rect l="l" t="t" r="r" b="b"/>
            <a:pathLst>
              <a:path w="1062354" h="111125">
                <a:moveTo>
                  <a:pt x="1024454" y="55372"/>
                </a:moveTo>
                <a:lnTo>
                  <a:pt x="962405" y="91567"/>
                </a:lnTo>
                <a:lnTo>
                  <a:pt x="957960" y="94234"/>
                </a:lnTo>
                <a:lnTo>
                  <a:pt x="956309" y="100076"/>
                </a:lnTo>
                <a:lnTo>
                  <a:pt x="961643" y="109220"/>
                </a:lnTo>
                <a:lnTo>
                  <a:pt x="967485" y="110744"/>
                </a:lnTo>
                <a:lnTo>
                  <a:pt x="1046036" y="64897"/>
                </a:lnTo>
                <a:lnTo>
                  <a:pt x="1043431" y="64897"/>
                </a:lnTo>
                <a:lnTo>
                  <a:pt x="1043431" y="63627"/>
                </a:lnTo>
                <a:lnTo>
                  <a:pt x="1038605" y="63627"/>
                </a:lnTo>
                <a:lnTo>
                  <a:pt x="1024454" y="55372"/>
                </a:lnTo>
                <a:close/>
              </a:path>
              <a:path w="1062354" h="111125">
                <a:moveTo>
                  <a:pt x="1008126" y="45847"/>
                </a:moveTo>
                <a:lnTo>
                  <a:pt x="0" y="45847"/>
                </a:lnTo>
                <a:lnTo>
                  <a:pt x="0" y="64897"/>
                </a:lnTo>
                <a:lnTo>
                  <a:pt x="1008126" y="64897"/>
                </a:lnTo>
                <a:lnTo>
                  <a:pt x="1024454" y="55372"/>
                </a:lnTo>
                <a:lnTo>
                  <a:pt x="1008126" y="45847"/>
                </a:lnTo>
                <a:close/>
              </a:path>
              <a:path w="1062354" h="111125">
                <a:moveTo>
                  <a:pt x="1046035" y="45847"/>
                </a:moveTo>
                <a:lnTo>
                  <a:pt x="1043431" y="45847"/>
                </a:lnTo>
                <a:lnTo>
                  <a:pt x="1043431" y="64897"/>
                </a:lnTo>
                <a:lnTo>
                  <a:pt x="1046036" y="64897"/>
                </a:lnTo>
                <a:lnTo>
                  <a:pt x="1062354" y="55372"/>
                </a:lnTo>
                <a:lnTo>
                  <a:pt x="1046035" y="45847"/>
                </a:lnTo>
                <a:close/>
              </a:path>
              <a:path w="1062354" h="111125">
                <a:moveTo>
                  <a:pt x="1038605" y="47117"/>
                </a:moveTo>
                <a:lnTo>
                  <a:pt x="1024454" y="55372"/>
                </a:lnTo>
                <a:lnTo>
                  <a:pt x="1038605" y="63627"/>
                </a:lnTo>
                <a:lnTo>
                  <a:pt x="1038605" y="47117"/>
                </a:lnTo>
                <a:close/>
              </a:path>
              <a:path w="1062354" h="111125">
                <a:moveTo>
                  <a:pt x="1043431" y="47117"/>
                </a:moveTo>
                <a:lnTo>
                  <a:pt x="1038605" y="47117"/>
                </a:lnTo>
                <a:lnTo>
                  <a:pt x="1038605" y="63627"/>
                </a:lnTo>
                <a:lnTo>
                  <a:pt x="1043431" y="63627"/>
                </a:lnTo>
                <a:lnTo>
                  <a:pt x="1043431" y="47117"/>
                </a:lnTo>
                <a:close/>
              </a:path>
              <a:path w="1062354" h="111125">
                <a:moveTo>
                  <a:pt x="967485" y="0"/>
                </a:moveTo>
                <a:lnTo>
                  <a:pt x="961643" y="1524"/>
                </a:lnTo>
                <a:lnTo>
                  <a:pt x="956309" y="10668"/>
                </a:lnTo>
                <a:lnTo>
                  <a:pt x="957960" y="16510"/>
                </a:lnTo>
                <a:lnTo>
                  <a:pt x="962405" y="19177"/>
                </a:lnTo>
                <a:lnTo>
                  <a:pt x="1024454" y="55372"/>
                </a:lnTo>
                <a:lnTo>
                  <a:pt x="1038605" y="47117"/>
                </a:lnTo>
                <a:lnTo>
                  <a:pt x="1043431" y="47117"/>
                </a:lnTo>
                <a:lnTo>
                  <a:pt x="1043431" y="45847"/>
                </a:lnTo>
                <a:lnTo>
                  <a:pt x="1046035" y="45847"/>
                </a:lnTo>
                <a:lnTo>
                  <a:pt x="967485" y="0"/>
                </a:lnTo>
                <a:close/>
              </a:path>
            </a:pathLst>
          </a:custGeom>
          <a:solidFill>
            <a:srgbClr val="FF0000"/>
          </a:solidFill>
        </p:spPr>
        <p:txBody>
          <a:bodyPr wrap="square" lIns="0" tIns="0" rIns="0" bIns="0" rtlCol="0"/>
          <a:lstStyle/>
          <a:p>
            <a:endParaRPr/>
          </a:p>
        </p:txBody>
      </p:sp>
      <p:sp>
        <p:nvSpPr>
          <p:cNvPr id="53" name="object 18">
            <a:extLst>
              <a:ext uri="{FF2B5EF4-FFF2-40B4-BE49-F238E27FC236}">
                <a16:creationId xmlns:a16="http://schemas.microsoft.com/office/drawing/2014/main" id="{EBD3181F-F571-AF07-E375-7CFA3337187B}"/>
              </a:ext>
            </a:extLst>
          </p:cNvPr>
          <p:cNvSpPr/>
          <p:nvPr/>
        </p:nvSpPr>
        <p:spPr>
          <a:xfrm>
            <a:off x="5189383" y="5737288"/>
            <a:ext cx="4299585" cy="582930"/>
          </a:xfrm>
          <a:custGeom>
            <a:avLst/>
            <a:gdLst/>
            <a:ahLst/>
            <a:cxnLst/>
            <a:rect l="l" t="t" r="r" b="b"/>
            <a:pathLst>
              <a:path w="4299584" h="582929">
                <a:moveTo>
                  <a:pt x="57082" y="37786"/>
                </a:moveTo>
                <a:lnTo>
                  <a:pt x="48132" y="52064"/>
                </a:lnTo>
                <a:lnTo>
                  <a:pt x="48132" y="582472"/>
                </a:lnTo>
                <a:lnTo>
                  <a:pt x="4299204" y="582472"/>
                </a:lnTo>
                <a:lnTo>
                  <a:pt x="4299204" y="572947"/>
                </a:lnTo>
                <a:lnTo>
                  <a:pt x="67182" y="572947"/>
                </a:lnTo>
                <a:lnTo>
                  <a:pt x="57657" y="563422"/>
                </a:lnTo>
                <a:lnTo>
                  <a:pt x="67182" y="563422"/>
                </a:lnTo>
                <a:lnTo>
                  <a:pt x="67182" y="56424"/>
                </a:lnTo>
                <a:lnTo>
                  <a:pt x="57082" y="37786"/>
                </a:lnTo>
                <a:close/>
              </a:path>
              <a:path w="4299584" h="582929">
                <a:moveTo>
                  <a:pt x="67182" y="563422"/>
                </a:moveTo>
                <a:lnTo>
                  <a:pt x="57657" y="563422"/>
                </a:lnTo>
                <a:lnTo>
                  <a:pt x="67182" y="572947"/>
                </a:lnTo>
                <a:lnTo>
                  <a:pt x="67182" y="563422"/>
                </a:lnTo>
                <a:close/>
              </a:path>
              <a:path w="4299584" h="582929">
                <a:moveTo>
                  <a:pt x="4299204" y="563422"/>
                </a:moveTo>
                <a:lnTo>
                  <a:pt x="67182" y="563422"/>
                </a:lnTo>
                <a:lnTo>
                  <a:pt x="67182" y="572947"/>
                </a:lnTo>
                <a:lnTo>
                  <a:pt x="4299204" y="572947"/>
                </a:lnTo>
                <a:lnTo>
                  <a:pt x="4299204" y="563422"/>
                </a:lnTo>
                <a:close/>
              </a:path>
              <a:path w="4299584" h="582929">
                <a:moveTo>
                  <a:pt x="68505" y="18846"/>
                </a:moveTo>
                <a:lnTo>
                  <a:pt x="67182" y="18846"/>
                </a:lnTo>
                <a:lnTo>
                  <a:pt x="67182" y="56424"/>
                </a:lnTo>
                <a:lnTo>
                  <a:pt x="91312" y="100952"/>
                </a:lnTo>
                <a:lnTo>
                  <a:pt x="93852" y="105575"/>
                </a:lnTo>
                <a:lnTo>
                  <a:pt x="99694" y="107289"/>
                </a:lnTo>
                <a:lnTo>
                  <a:pt x="108838" y="102273"/>
                </a:lnTo>
                <a:lnTo>
                  <a:pt x="110616" y="96494"/>
                </a:lnTo>
                <a:lnTo>
                  <a:pt x="108076" y="91871"/>
                </a:lnTo>
                <a:lnTo>
                  <a:pt x="68505" y="18846"/>
                </a:lnTo>
                <a:close/>
              </a:path>
              <a:path w="4299584" h="582929">
                <a:moveTo>
                  <a:pt x="58292" y="0"/>
                </a:moveTo>
                <a:lnTo>
                  <a:pt x="0" y="93014"/>
                </a:lnTo>
                <a:lnTo>
                  <a:pt x="1396" y="98894"/>
                </a:lnTo>
                <a:lnTo>
                  <a:pt x="10286" y="104470"/>
                </a:lnTo>
                <a:lnTo>
                  <a:pt x="16128" y="103124"/>
                </a:lnTo>
                <a:lnTo>
                  <a:pt x="48132" y="52064"/>
                </a:lnTo>
                <a:lnTo>
                  <a:pt x="48132" y="18846"/>
                </a:lnTo>
                <a:lnTo>
                  <a:pt x="68505" y="18846"/>
                </a:lnTo>
                <a:lnTo>
                  <a:pt x="58292" y="0"/>
                </a:lnTo>
                <a:close/>
              </a:path>
              <a:path w="4299584" h="582929">
                <a:moveTo>
                  <a:pt x="67182" y="23380"/>
                </a:moveTo>
                <a:lnTo>
                  <a:pt x="49275" y="23380"/>
                </a:lnTo>
                <a:lnTo>
                  <a:pt x="65785" y="23901"/>
                </a:lnTo>
                <a:lnTo>
                  <a:pt x="57082" y="37786"/>
                </a:lnTo>
                <a:lnTo>
                  <a:pt x="67182" y="56424"/>
                </a:lnTo>
                <a:lnTo>
                  <a:pt x="67182" y="23380"/>
                </a:lnTo>
                <a:close/>
              </a:path>
              <a:path w="4299584" h="582929">
                <a:moveTo>
                  <a:pt x="67182" y="18846"/>
                </a:moveTo>
                <a:lnTo>
                  <a:pt x="48132" y="18846"/>
                </a:lnTo>
                <a:lnTo>
                  <a:pt x="48132" y="52064"/>
                </a:lnTo>
                <a:lnTo>
                  <a:pt x="57082" y="37786"/>
                </a:lnTo>
                <a:lnTo>
                  <a:pt x="49275" y="23380"/>
                </a:lnTo>
                <a:lnTo>
                  <a:pt x="67182" y="23380"/>
                </a:lnTo>
                <a:lnTo>
                  <a:pt x="67182" y="18846"/>
                </a:lnTo>
                <a:close/>
              </a:path>
              <a:path w="4299584" h="582929">
                <a:moveTo>
                  <a:pt x="49275" y="23380"/>
                </a:moveTo>
                <a:lnTo>
                  <a:pt x="57082" y="37786"/>
                </a:lnTo>
                <a:lnTo>
                  <a:pt x="65785" y="23901"/>
                </a:lnTo>
                <a:lnTo>
                  <a:pt x="49275" y="23380"/>
                </a:lnTo>
                <a:close/>
              </a:path>
            </a:pathLst>
          </a:custGeom>
          <a:solidFill>
            <a:srgbClr val="FF0000"/>
          </a:solidFill>
        </p:spPr>
        <p:txBody>
          <a:bodyPr wrap="square" lIns="0" tIns="0" rIns="0" bIns="0" rtlCol="0"/>
          <a:lstStyle/>
          <a:p>
            <a:endParaRPr/>
          </a:p>
        </p:txBody>
      </p:sp>
      <p:sp>
        <p:nvSpPr>
          <p:cNvPr id="54" name="object 19">
            <a:extLst>
              <a:ext uri="{FF2B5EF4-FFF2-40B4-BE49-F238E27FC236}">
                <a16:creationId xmlns:a16="http://schemas.microsoft.com/office/drawing/2014/main" id="{06798ACD-EA1C-BF2B-C7B9-C74BEEED61C8}"/>
              </a:ext>
            </a:extLst>
          </p:cNvPr>
          <p:cNvSpPr/>
          <p:nvPr/>
        </p:nvSpPr>
        <p:spPr>
          <a:xfrm>
            <a:off x="10404383" y="2454591"/>
            <a:ext cx="111125" cy="330200"/>
          </a:xfrm>
          <a:custGeom>
            <a:avLst/>
            <a:gdLst/>
            <a:ahLst/>
            <a:cxnLst/>
            <a:rect l="l" t="t" r="r" b="b"/>
            <a:pathLst>
              <a:path w="111125" h="330200">
                <a:moveTo>
                  <a:pt x="10668" y="224282"/>
                </a:moveTo>
                <a:lnTo>
                  <a:pt x="6096" y="226949"/>
                </a:lnTo>
                <a:lnTo>
                  <a:pt x="1524" y="229489"/>
                </a:lnTo>
                <a:lnTo>
                  <a:pt x="0" y="235331"/>
                </a:lnTo>
                <a:lnTo>
                  <a:pt x="55372" y="330200"/>
                </a:lnTo>
                <a:lnTo>
                  <a:pt x="66416" y="311277"/>
                </a:lnTo>
                <a:lnTo>
                  <a:pt x="45847" y="311277"/>
                </a:lnTo>
                <a:lnTo>
                  <a:pt x="45847" y="276098"/>
                </a:lnTo>
                <a:lnTo>
                  <a:pt x="16509" y="225806"/>
                </a:lnTo>
                <a:lnTo>
                  <a:pt x="10668" y="224282"/>
                </a:lnTo>
                <a:close/>
              </a:path>
              <a:path w="111125" h="330200">
                <a:moveTo>
                  <a:pt x="45847" y="276098"/>
                </a:moveTo>
                <a:lnTo>
                  <a:pt x="45847" y="311277"/>
                </a:lnTo>
                <a:lnTo>
                  <a:pt x="64897" y="311277"/>
                </a:lnTo>
                <a:lnTo>
                  <a:pt x="64897" y="306578"/>
                </a:lnTo>
                <a:lnTo>
                  <a:pt x="47116" y="306578"/>
                </a:lnTo>
                <a:lnTo>
                  <a:pt x="55372" y="292426"/>
                </a:lnTo>
                <a:lnTo>
                  <a:pt x="45847" y="276098"/>
                </a:lnTo>
                <a:close/>
              </a:path>
              <a:path w="111125" h="330200">
                <a:moveTo>
                  <a:pt x="100075" y="224282"/>
                </a:moveTo>
                <a:lnTo>
                  <a:pt x="94233" y="225806"/>
                </a:lnTo>
                <a:lnTo>
                  <a:pt x="64897" y="276098"/>
                </a:lnTo>
                <a:lnTo>
                  <a:pt x="64897" y="311277"/>
                </a:lnTo>
                <a:lnTo>
                  <a:pt x="66416" y="311277"/>
                </a:lnTo>
                <a:lnTo>
                  <a:pt x="110744" y="235331"/>
                </a:lnTo>
                <a:lnTo>
                  <a:pt x="109220" y="229489"/>
                </a:lnTo>
                <a:lnTo>
                  <a:pt x="104648" y="226949"/>
                </a:lnTo>
                <a:lnTo>
                  <a:pt x="100075" y="224282"/>
                </a:lnTo>
                <a:close/>
              </a:path>
              <a:path w="111125" h="330200">
                <a:moveTo>
                  <a:pt x="55371" y="292426"/>
                </a:moveTo>
                <a:lnTo>
                  <a:pt x="47116" y="306578"/>
                </a:lnTo>
                <a:lnTo>
                  <a:pt x="63626" y="306578"/>
                </a:lnTo>
                <a:lnTo>
                  <a:pt x="55371" y="292426"/>
                </a:lnTo>
                <a:close/>
              </a:path>
              <a:path w="111125" h="330200">
                <a:moveTo>
                  <a:pt x="64897" y="276098"/>
                </a:moveTo>
                <a:lnTo>
                  <a:pt x="55371" y="292426"/>
                </a:lnTo>
                <a:lnTo>
                  <a:pt x="63626" y="306578"/>
                </a:lnTo>
                <a:lnTo>
                  <a:pt x="64897" y="306578"/>
                </a:lnTo>
                <a:lnTo>
                  <a:pt x="64897" y="276098"/>
                </a:lnTo>
                <a:close/>
              </a:path>
              <a:path w="111125" h="330200">
                <a:moveTo>
                  <a:pt x="64897" y="0"/>
                </a:moveTo>
                <a:lnTo>
                  <a:pt x="45847" y="0"/>
                </a:lnTo>
                <a:lnTo>
                  <a:pt x="45847" y="276098"/>
                </a:lnTo>
                <a:lnTo>
                  <a:pt x="55371" y="292426"/>
                </a:lnTo>
                <a:lnTo>
                  <a:pt x="64896" y="276098"/>
                </a:lnTo>
                <a:lnTo>
                  <a:pt x="64897" y="0"/>
                </a:lnTo>
                <a:close/>
              </a:path>
            </a:pathLst>
          </a:custGeom>
          <a:solidFill>
            <a:srgbClr val="FF0000"/>
          </a:solidFill>
        </p:spPr>
        <p:txBody>
          <a:bodyPr wrap="square" lIns="0" tIns="0" rIns="0" bIns="0" rtlCol="0"/>
          <a:lstStyle/>
          <a:p>
            <a:endParaRPr/>
          </a:p>
        </p:txBody>
      </p:sp>
      <p:sp>
        <p:nvSpPr>
          <p:cNvPr id="55" name="object 20">
            <a:extLst>
              <a:ext uri="{FF2B5EF4-FFF2-40B4-BE49-F238E27FC236}">
                <a16:creationId xmlns:a16="http://schemas.microsoft.com/office/drawing/2014/main" id="{34741024-2706-EFDC-1852-B4CDEE563F92}"/>
              </a:ext>
            </a:extLst>
          </p:cNvPr>
          <p:cNvSpPr/>
          <p:nvPr/>
        </p:nvSpPr>
        <p:spPr>
          <a:xfrm>
            <a:off x="10404383" y="3276028"/>
            <a:ext cx="111125" cy="330200"/>
          </a:xfrm>
          <a:custGeom>
            <a:avLst/>
            <a:gdLst/>
            <a:ahLst/>
            <a:cxnLst/>
            <a:rect l="l" t="t" r="r" b="b"/>
            <a:pathLst>
              <a:path w="111125" h="330200">
                <a:moveTo>
                  <a:pt x="10668" y="224282"/>
                </a:moveTo>
                <a:lnTo>
                  <a:pt x="6096" y="226949"/>
                </a:lnTo>
                <a:lnTo>
                  <a:pt x="1524" y="229488"/>
                </a:lnTo>
                <a:lnTo>
                  <a:pt x="0" y="235331"/>
                </a:lnTo>
                <a:lnTo>
                  <a:pt x="55372" y="330200"/>
                </a:lnTo>
                <a:lnTo>
                  <a:pt x="66416" y="311276"/>
                </a:lnTo>
                <a:lnTo>
                  <a:pt x="45847" y="311276"/>
                </a:lnTo>
                <a:lnTo>
                  <a:pt x="45847" y="276098"/>
                </a:lnTo>
                <a:lnTo>
                  <a:pt x="16509" y="225806"/>
                </a:lnTo>
                <a:lnTo>
                  <a:pt x="10668" y="224282"/>
                </a:lnTo>
                <a:close/>
              </a:path>
              <a:path w="111125" h="330200">
                <a:moveTo>
                  <a:pt x="45847" y="276098"/>
                </a:moveTo>
                <a:lnTo>
                  <a:pt x="45847" y="311276"/>
                </a:lnTo>
                <a:lnTo>
                  <a:pt x="64897" y="311276"/>
                </a:lnTo>
                <a:lnTo>
                  <a:pt x="64897" y="306578"/>
                </a:lnTo>
                <a:lnTo>
                  <a:pt x="47116" y="306578"/>
                </a:lnTo>
                <a:lnTo>
                  <a:pt x="55372" y="292426"/>
                </a:lnTo>
                <a:lnTo>
                  <a:pt x="45847" y="276098"/>
                </a:lnTo>
                <a:close/>
              </a:path>
              <a:path w="111125" h="330200">
                <a:moveTo>
                  <a:pt x="100075" y="224282"/>
                </a:moveTo>
                <a:lnTo>
                  <a:pt x="94233" y="225806"/>
                </a:lnTo>
                <a:lnTo>
                  <a:pt x="64897" y="276098"/>
                </a:lnTo>
                <a:lnTo>
                  <a:pt x="64897" y="311276"/>
                </a:lnTo>
                <a:lnTo>
                  <a:pt x="66416" y="311276"/>
                </a:lnTo>
                <a:lnTo>
                  <a:pt x="110744" y="235331"/>
                </a:lnTo>
                <a:lnTo>
                  <a:pt x="109220" y="229488"/>
                </a:lnTo>
                <a:lnTo>
                  <a:pt x="104648" y="226949"/>
                </a:lnTo>
                <a:lnTo>
                  <a:pt x="100075" y="224282"/>
                </a:lnTo>
                <a:close/>
              </a:path>
              <a:path w="111125" h="330200">
                <a:moveTo>
                  <a:pt x="55371" y="292426"/>
                </a:moveTo>
                <a:lnTo>
                  <a:pt x="47116" y="306578"/>
                </a:lnTo>
                <a:lnTo>
                  <a:pt x="63626" y="306578"/>
                </a:lnTo>
                <a:lnTo>
                  <a:pt x="55371" y="292426"/>
                </a:lnTo>
                <a:close/>
              </a:path>
              <a:path w="111125" h="330200">
                <a:moveTo>
                  <a:pt x="64897" y="276098"/>
                </a:moveTo>
                <a:lnTo>
                  <a:pt x="55371" y="292426"/>
                </a:lnTo>
                <a:lnTo>
                  <a:pt x="63626" y="306578"/>
                </a:lnTo>
                <a:lnTo>
                  <a:pt x="64897" y="306578"/>
                </a:lnTo>
                <a:lnTo>
                  <a:pt x="64897" y="276098"/>
                </a:lnTo>
                <a:close/>
              </a:path>
              <a:path w="111125" h="330200">
                <a:moveTo>
                  <a:pt x="64897" y="0"/>
                </a:moveTo>
                <a:lnTo>
                  <a:pt x="45847" y="0"/>
                </a:lnTo>
                <a:lnTo>
                  <a:pt x="45847" y="276098"/>
                </a:lnTo>
                <a:lnTo>
                  <a:pt x="55371" y="292426"/>
                </a:lnTo>
                <a:lnTo>
                  <a:pt x="64896" y="276098"/>
                </a:lnTo>
                <a:lnTo>
                  <a:pt x="64897" y="0"/>
                </a:lnTo>
                <a:close/>
              </a:path>
            </a:pathLst>
          </a:custGeom>
          <a:solidFill>
            <a:srgbClr val="FF0000"/>
          </a:solidFill>
        </p:spPr>
        <p:txBody>
          <a:bodyPr wrap="square" lIns="0" tIns="0" rIns="0" bIns="0" rtlCol="0"/>
          <a:lstStyle/>
          <a:p>
            <a:endParaRPr/>
          </a:p>
        </p:txBody>
      </p:sp>
      <p:sp>
        <p:nvSpPr>
          <p:cNvPr id="56" name="object 21">
            <a:extLst>
              <a:ext uri="{FF2B5EF4-FFF2-40B4-BE49-F238E27FC236}">
                <a16:creationId xmlns:a16="http://schemas.microsoft.com/office/drawing/2014/main" id="{061C7C4F-C4C9-F1EE-7CAF-6E27EF50935A}"/>
              </a:ext>
            </a:extLst>
          </p:cNvPr>
          <p:cNvSpPr/>
          <p:nvPr/>
        </p:nvSpPr>
        <p:spPr>
          <a:xfrm>
            <a:off x="10404383" y="4091367"/>
            <a:ext cx="111125" cy="330200"/>
          </a:xfrm>
          <a:custGeom>
            <a:avLst/>
            <a:gdLst/>
            <a:ahLst/>
            <a:cxnLst/>
            <a:rect l="l" t="t" r="r" b="b"/>
            <a:pathLst>
              <a:path w="111125" h="330200">
                <a:moveTo>
                  <a:pt x="10668" y="224282"/>
                </a:moveTo>
                <a:lnTo>
                  <a:pt x="6096" y="226949"/>
                </a:lnTo>
                <a:lnTo>
                  <a:pt x="1524" y="229489"/>
                </a:lnTo>
                <a:lnTo>
                  <a:pt x="0" y="235331"/>
                </a:lnTo>
                <a:lnTo>
                  <a:pt x="55372" y="330200"/>
                </a:lnTo>
                <a:lnTo>
                  <a:pt x="66416" y="311277"/>
                </a:lnTo>
                <a:lnTo>
                  <a:pt x="45847" y="311277"/>
                </a:lnTo>
                <a:lnTo>
                  <a:pt x="45847" y="276098"/>
                </a:lnTo>
                <a:lnTo>
                  <a:pt x="16509" y="225806"/>
                </a:lnTo>
                <a:lnTo>
                  <a:pt x="10668" y="224282"/>
                </a:lnTo>
                <a:close/>
              </a:path>
              <a:path w="111125" h="330200">
                <a:moveTo>
                  <a:pt x="45847" y="276098"/>
                </a:moveTo>
                <a:lnTo>
                  <a:pt x="45847" y="311277"/>
                </a:lnTo>
                <a:lnTo>
                  <a:pt x="64897" y="311277"/>
                </a:lnTo>
                <a:lnTo>
                  <a:pt x="64897" y="306578"/>
                </a:lnTo>
                <a:lnTo>
                  <a:pt x="47116" y="306578"/>
                </a:lnTo>
                <a:lnTo>
                  <a:pt x="55372" y="292426"/>
                </a:lnTo>
                <a:lnTo>
                  <a:pt x="45847" y="276098"/>
                </a:lnTo>
                <a:close/>
              </a:path>
              <a:path w="111125" h="330200">
                <a:moveTo>
                  <a:pt x="100075" y="224282"/>
                </a:moveTo>
                <a:lnTo>
                  <a:pt x="94233" y="225806"/>
                </a:lnTo>
                <a:lnTo>
                  <a:pt x="64897" y="276098"/>
                </a:lnTo>
                <a:lnTo>
                  <a:pt x="64897" y="311277"/>
                </a:lnTo>
                <a:lnTo>
                  <a:pt x="66416" y="311277"/>
                </a:lnTo>
                <a:lnTo>
                  <a:pt x="110744" y="235331"/>
                </a:lnTo>
                <a:lnTo>
                  <a:pt x="109220" y="229489"/>
                </a:lnTo>
                <a:lnTo>
                  <a:pt x="104648" y="226949"/>
                </a:lnTo>
                <a:lnTo>
                  <a:pt x="100075" y="224282"/>
                </a:lnTo>
                <a:close/>
              </a:path>
              <a:path w="111125" h="330200">
                <a:moveTo>
                  <a:pt x="55372" y="292426"/>
                </a:moveTo>
                <a:lnTo>
                  <a:pt x="47116" y="306578"/>
                </a:lnTo>
                <a:lnTo>
                  <a:pt x="63626" y="306578"/>
                </a:lnTo>
                <a:lnTo>
                  <a:pt x="55372" y="292426"/>
                </a:lnTo>
                <a:close/>
              </a:path>
              <a:path w="111125" h="330200">
                <a:moveTo>
                  <a:pt x="64897" y="276098"/>
                </a:moveTo>
                <a:lnTo>
                  <a:pt x="55372" y="292426"/>
                </a:lnTo>
                <a:lnTo>
                  <a:pt x="63626" y="306578"/>
                </a:lnTo>
                <a:lnTo>
                  <a:pt x="64897" y="306578"/>
                </a:lnTo>
                <a:lnTo>
                  <a:pt x="64897" y="276098"/>
                </a:lnTo>
                <a:close/>
              </a:path>
              <a:path w="111125" h="330200">
                <a:moveTo>
                  <a:pt x="64897" y="0"/>
                </a:moveTo>
                <a:lnTo>
                  <a:pt x="45847" y="0"/>
                </a:lnTo>
                <a:lnTo>
                  <a:pt x="45847" y="276098"/>
                </a:lnTo>
                <a:lnTo>
                  <a:pt x="55372" y="292426"/>
                </a:lnTo>
                <a:lnTo>
                  <a:pt x="64896" y="276098"/>
                </a:lnTo>
                <a:lnTo>
                  <a:pt x="64897" y="0"/>
                </a:lnTo>
                <a:close/>
              </a:path>
            </a:pathLst>
          </a:custGeom>
          <a:solidFill>
            <a:srgbClr val="FF0000"/>
          </a:solidFill>
        </p:spPr>
        <p:txBody>
          <a:bodyPr wrap="square" lIns="0" tIns="0" rIns="0" bIns="0" rtlCol="0"/>
          <a:lstStyle/>
          <a:p>
            <a:endParaRPr/>
          </a:p>
        </p:txBody>
      </p:sp>
      <p:sp>
        <p:nvSpPr>
          <p:cNvPr id="57" name="object 22">
            <a:extLst>
              <a:ext uri="{FF2B5EF4-FFF2-40B4-BE49-F238E27FC236}">
                <a16:creationId xmlns:a16="http://schemas.microsoft.com/office/drawing/2014/main" id="{F628CE9F-9BD1-0D49-39F3-CA634464C004}"/>
              </a:ext>
            </a:extLst>
          </p:cNvPr>
          <p:cNvSpPr/>
          <p:nvPr/>
        </p:nvSpPr>
        <p:spPr>
          <a:xfrm>
            <a:off x="10404383" y="4917376"/>
            <a:ext cx="111125" cy="330200"/>
          </a:xfrm>
          <a:custGeom>
            <a:avLst/>
            <a:gdLst/>
            <a:ahLst/>
            <a:cxnLst/>
            <a:rect l="l" t="t" r="r" b="b"/>
            <a:pathLst>
              <a:path w="111125" h="330200">
                <a:moveTo>
                  <a:pt x="10668" y="224281"/>
                </a:moveTo>
                <a:lnTo>
                  <a:pt x="6096" y="226949"/>
                </a:lnTo>
                <a:lnTo>
                  <a:pt x="1524" y="229488"/>
                </a:lnTo>
                <a:lnTo>
                  <a:pt x="0" y="235331"/>
                </a:lnTo>
                <a:lnTo>
                  <a:pt x="55372" y="330200"/>
                </a:lnTo>
                <a:lnTo>
                  <a:pt x="66416" y="311277"/>
                </a:lnTo>
                <a:lnTo>
                  <a:pt x="45847" y="311277"/>
                </a:lnTo>
                <a:lnTo>
                  <a:pt x="45847" y="276098"/>
                </a:lnTo>
                <a:lnTo>
                  <a:pt x="16509" y="225806"/>
                </a:lnTo>
                <a:lnTo>
                  <a:pt x="10668" y="224281"/>
                </a:lnTo>
                <a:close/>
              </a:path>
              <a:path w="111125" h="330200">
                <a:moveTo>
                  <a:pt x="45847" y="276098"/>
                </a:moveTo>
                <a:lnTo>
                  <a:pt x="45847" y="311277"/>
                </a:lnTo>
                <a:lnTo>
                  <a:pt x="64897" y="311277"/>
                </a:lnTo>
                <a:lnTo>
                  <a:pt x="64897" y="306578"/>
                </a:lnTo>
                <a:lnTo>
                  <a:pt x="47116" y="306578"/>
                </a:lnTo>
                <a:lnTo>
                  <a:pt x="55372" y="292426"/>
                </a:lnTo>
                <a:lnTo>
                  <a:pt x="45847" y="276098"/>
                </a:lnTo>
                <a:close/>
              </a:path>
              <a:path w="111125" h="330200">
                <a:moveTo>
                  <a:pt x="100075" y="224281"/>
                </a:moveTo>
                <a:lnTo>
                  <a:pt x="94233" y="225806"/>
                </a:lnTo>
                <a:lnTo>
                  <a:pt x="64897" y="276098"/>
                </a:lnTo>
                <a:lnTo>
                  <a:pt x="64897" y="311277"/>
                </a:lnTo>
                <a:lnTo>
                  <a:pt x="66416" y="311277"/>
                </a:lnTo>
                <a:lnTo>
                  <a:pt x="110744" y="235331"/>
                </a:lnTo>
                <a:lnTo>
                  <a:pt x="109220" y="229488"/>
                </a:lnTo>
                <a:lnTo>
                  <a:pt x="104648" y="226949"/>
                </a:lnTo>
                <a:lnTo>
                  <a:pt x="100075" y="224281"/>
                </a:lnTo>
                <a:close/>
              </a:path>
              <a:path w="111125" h="330200">
                <a:moveTo>
                  <a:pt x="55371" y="292426"/>
                </a:moveTo>
                <a:lnTo>
                  <a:pt x="47116" y="306578"/>
                </a:lnTo>
                <a:lnTo>
                  <a:pt x="63626" y="306578"/>
                </a:lnTo>
                <a:lnTo>
                  <a:pt x="55371" y="292426"/>
                </a:lnTo>
                <a:close/>
              </a:path>
              <a:path w="111125" h="330200">
                <a:moveTo>
                  <a:pt x="64897" y="276098"/>
                </a:moveTo>
                <a:lnTo>
                  <a:pt x="55371" y="292426"/>
                </a:lnTo>
                <a:lnTo>
                  <a:pt x="63626" y="306578"/>
                </a:lnTo>
                <a:lnTo>
                  <a:pt x="64897" y="306578"/>
                </a:lnTo>
                <a:lnTo>
                  <a:pt x="64897" y="276098"/>
                </a:lnTo>
                <a:close/>
              </a:path>
              <a:path w="111125" h="330200">
                <a:moveTo>
                  <a:pt x="64897" y="0"/>
                </a:moveTo>
                <a:lnTo>
                  <a:pt x="45847" y="0"/>
                </a:lnTo>
                <a:lnTo>
                  <a:pt x="45847" y="276098"/>
                </a:lnTo>
                <a:lnTo>
                  <a:pt x="55371" y="292426"/>
                </a:lnTo>
                <a:lnTo>
                  <a:pt x="64896" y="276098"/>
                </a:lnTo>
                <a:lnTo>
                  <a:pt x="64897" y="0"/>
                </a:lnTo>
                <a:close/>
              </a:path>
            </a:pathLst>
          </a:custGeom>
          <a:solidFill>
            <a:srgbClr val="FF0000"/>
          </a:solidFill>
        </p:spPr>
        <p:txBody>
          <a:bodyPr wrap="square" lIns="0" tIns="0" rIns="0" bIns="0" rtlCol="0"/>
          <a:lstStyle/>
          <a:p>
            <a:endParaRPr/>
          </a:p>
        </p:txBody>
      </p:sp>
      <p:sp>
        <p:nvSpPr>
          <p:cNvPr id="58" name="object 23">
            <a:extLst>
              <a:ext uri="{FF2B5EF4-FFF2-40B4-BE49-F238E27FC236}">
                <a16:creationId xmlns:a16="http://schemas.microsoft.com/office/drawing/2014/main" id="{1DE2F15A-FC79-928F-0F26-96EFD9A0D901}"/>
              </a:ext>
            </a:extLst>
          </p:cNvPr>
          <p:cNvSpPr/>
          <p:nvPr/>
        </p:nvSpPr>
        <p:spPr>
          <a:xfrm>
            <a:off x="10404383" y="5743383"/>
            <a:ext cx="111125" cy="330835"/>
          </a:xfrm>
          <a:custGeom>
            <a:avLst/>
            <a:gdLst/>
            <a:ahLst/>
            <a:cxnLst/>
            <a:rect l="l" t="t" r="r" b="b"/>
            <a:pathLst>
              <a:path w="111125" h="330835">
                <a:moveTo>
                  <a:pt x="10668" y="224243"/>
                </a:moveTo>
                <a:lnTo>
                  <a:pt x="1524" y="229539"/>
                </a:lnTo>
                <a:lnTo>
                  <a:pt x="0" y="235381"/>
                </a:lnTo>
                <a:lnTo>
                  <a:pt x="2666" y="239915"/>
                </a:lnTo>
                <a:lnTo>
                  <a:pt x="55372" y="330225"/>
                </a:lnTo>
                <a:lnTo>
                  <a:pt x="66408" y="311315"/>
                </a:lnTo>
                <a:lnTo>
                  <a:pt x="45847" y="311315"/>
                </a:lnTo>
                <a:lnTo>
                  <a:pt x="45847" y="276056"/>
                </a:lnTo>
                <a:lnTo>
                  <a:pt x="16509" y="225780"/>
                </a:lnTo>
                <a:lnTo>
                  <a:pt x="10668" y="224243"/>
                </a:lnTo>
                <a:close/>
              </a:path>
              <a:path w="111125" h="330835">
                <a:moveTo>
                  <a:pt x="45847" y="276056"/>
                </a:moveTo>
                <a:lnTo>
                  <a:pt x="45847" y="311315"/>
                </a:lnTo>
                <a:lnTo>
                  <a:pt x="64897" y="311315"/>
                </a:lnTo>
                <a:lnTo>
                  <a:pt x="64897" y="306527"/>
                </a:lnTo>
                <a:lnTo>
                  <a:pt x="47116" y="306527"/>
                </a:lnTo>
                <a:lnTo>
                  <a:pt x="55372" y="292380"/>
                </a:lnTo>
                <a:lnTo>
                  <a:pt x="45847" y="276056"/>
                </a:lnTo>
                <a:close/>
              </a:path>
              <a:path w="111125" h="330835">
                <a:moveTo>
                  <a:pt x="100075" y="224243"/>
                </a:moveTo>
                <a:lnTo>
                  <a:pt x="94233" y="225780"/>
                </a:lnTo>
                <a:lnTo>
                  <a:pt x="64897" y="276056"/>
                </a:lnTo>
                <a:lnTo>
                  <a:pt x="64897" y="311315"/>
                </a:lnTo>
                <a:lnTo>
                  <a:pt x="66408" y="311315"/>
                </a:lnTo>
                <a:lnTo>
                  <a:pt x="108076" y="239915"/>
                </a:lnTo>
                <a:lnTo>
                  <a:pt x="110744" y="235381"/>
                </a:lnTo>
                <a:lnTo>
                  <a:pt x="109220" y="229539"/>
                </a:lnTo>
                <a:lnTo>
                  <a:pt x="100075" y="224243"/>
                </a:lnTo>
                <a:close/>
              </a:path>
              <a:path w="111125" h="330835">
                <a:moveTo>
                  <a:pt x="55371" y="292380"/>
                </a:moveTo>
                <a:lnTo>
                  <a:pt x="47116" y="306527"/>
                </a:lnTo>
                <a:lnTo>
                  <a:pt x="63626" y="306527"/>
                </a:lnTo>
                <a:lnTo>
                  <a:pt x="55371" y="292380"/>
                </a:lnTo>
                <a:close/>
              </a:path>
              <a:path w="111125" h="330835">
                <a:moveTo>
                  <a:pt x="64897" y="276056"/>
                </a:moveTo>
                <a:lnTo>
                  <a:pt x="55371" y="292380"/>
                </a:lnTo>
                <a:lnTo>
                  <a:pt x="63626" y="306527"/>
                </a:lnTo>
                <a:lnTo>
                  <a:pt x="64897" y="306527"/>
                </a:lnTo>
                <a:lnTo>
                  <a:pt x="64897" y="276056"/>
                </a:lnTo>
                <a:close/>
              </a:path>
              <a:path w="111125" h="330835">
                <a:moveTo>
                  <a:pt x="64897" y="0"/>
                </a:moveTo>
                <a:lnTo>
                  <a:pt x="45847" y="0"/>
                </a:lnTo>
                <a:lnTo>
                  <a:pt x="45847" y="276056"/>
                </a:lnTo>
                <a:lnTo>
                  <a:pt x="55371" y="292380"/>
                </a:lnTo>
                <a:lnTo>
                  <a:pt x="64896" y="276056"/>
                </a:lnTo>
                <a:lnTo>
                  <a:pt x="64897" y="0"/>
                </a:lnTo>
                <a:close/>
              </a:path>
            </a:pathLst>
          </a:custGeom>
          <a:solidFill>
            <a:srgbClr val="FF0000"/>
          </a:solidFill>
        </p:spPr>
        <p:txBody>
          <a:bodyPr wrap="square" lIns="0" tIns="0" rIns="0" bIns="0" rtlCol="0"/>
          <a:lstStyle/>
          <a:p>
            <a:endParaRPr/>
          </a:p>
        </p:txBody>
      </p:sp>
      <p:sp>
        <p:nvSpPr>
          <p:cNvPr id="59" name="object 24">
            <a:extLst>
              <a:ext uri="{FF2B5EF4-FFF2-40B4-BE49-F238E27FC236}">
                <a16:creationId xmlns:a16="http://schemas.microsoft.com/office/drawing/2014/main" id="{5172CD68-457C-944D-5C29-FDF2C7756BCF}"/>
              </a:ext>
            </a:extLst>
          </p:cNvPr>
          <p:cNvSpPr/>
          <p:nvPr/>
        </p:nvSpPr>
        <p:spPr>
          <a:xfrm>
            <a:off x="8787420" y="3271456"/>
            <a:ext cx="111125" cy="330200"/>
          </a:xfrm>
          <a:custGeom>
            <a:avLst/>
            <a:gdLst/>
            <a:ahLst/>
            <a:cxnLst/>
            <a:rect l="l" t="t" r="r" b="b"/>
            <a:pathLst>
              <a:path w="111125" h="330200">
                <a:moveTo>
                  <a:pt x="55372" y="37773"/>
                </a:moveTo>
                <a:lnTo>
                  <a:pt x="45847" y="54101"/>
                </a:lnTo>
                <a:lnTo>
                  <a:pt x="45847" y="330200"/>
                </a:lnTo>
                <a:lnTo>
                  <a:pt x="64897" y="330200"/>
                </a:lnTo>
                <a:lnTo>
                  <a:pt x="64897" y="54101"/>
                </a:lnTo>
                <a:lnTo>
                  <a:pt x="55372" y="37773"/>
                </a:lnTo>
                <a:close/>
              </a:path>
              <a:path w="111125" h="330200">
                <a:moveTo>
                  <a:pt x="55372" y="0"/>
                </a:moveTo>
                <a:lnTo>
                  <a:pt x="2667" y="90296"/>
                </a:lnTo>
                <a:lnTo>
                  <a:pt x="0" y="94741"/>
                </a:lnTo>
                <a:lnTo>
                  <a:pt x="1524" y="100583"/>
                </a:lnTo>
                <a:lnTo>
                  <a:pt x="10668" y="105917"/>
                </a:lnTo>
                <a:lnTo>
                  <a:pt x="16510" y="104393"/>
                </a:lnTo>
                <a:lnTo>
                  <a:pt x="45847" y="54101"/>
                </a:lnTo>
                <a:lnTo>
                  <a:pt x="45847" y="18795"/>
                </a:lnTo>
                <a:lnTo>
                  <a:pt x="66342" y="18795"/>
                </a:lnTo>
                <a:lnTo>
                  <a:pt x="55372" y="0"/>
                </a:lnTo>
                <a:close/>
              </a:path>
              <a:path w="111125" h="330200">
                <a:moveTo>
                  <a:pt x="66342" y="18795"/>
                </a:moveTo>
                <a:lnTo>
                  <a:pt x="64897" y="18795"/>
                </a:lnTo>
                <a:lnTo>
                  <a:pt x="64897" y="54101"/>
                </a:lnTo>
                <a:lnTo>
                  <a:pt x="94234" y="104393"/>
                </a:lnTo>
                <a:lnTo>
                  <a:pt x="100075" y="105917"/>
                </a:lnTo>
                <a:lnTo>
                  <a:pt x="109220" y="100583"/>
                </a:lnTo>
                <a:lnTo>
                  <a:pt x="110744" y="94741"/>
                </a:lnTo>
                <a:lnTo>
                  <a:pt x="108076" y="90296"/>
                </a:lnTo>
                <a:lnTo>
                  <a:pt x="66342" y="18795"/>
                </a:lnTo>
                <a:close/>
              </a:path>
              <a:path w="111125" h="330200">
                <a:moveTo>
                  <a:pt x="64897" y="18795"/>
                </a:moveTo>
                <a:lnTo>
                  <a:pt x="45847" y="18795"/>
                </a:lnTo>
                <a:lnTo>
                  <a:pt x="45847" y="54101"/>
                </a:lnTo>
                <a:lnTo>
                  <a:pt x="55372" y="37773"/>
                </a:lnTo>
                <a:lnTo>
                  <a:pt x="47117" y="23621"/>
                </a:lnTo>
                <a:lnTo>
                  <a:pt x="64897" y="23621"/>
                </a:lnTo>
                <a:lnTo>
                  <a:pt x="64897" y="18795"/>
                </a:lnTo>
                <a:close/>
              </a:path>
              <a:path w="111125" h="330200">
                <a:moveTo>
                  <a:pt x="64897" y="23621"/>
                </a:moveTo>
                <a:lnTo>
                  <a:pt x="63626" y="23621"/>
                </a:lnTo>
                <a:lnTo>
                  <a:pt x="55372" y="37773"/>
                </a:lnTo>
                <a:lnTo>
                  <a:pt x="64897" y="54101"/>
                </a:lnTo>
                <a:lnTo>
                  <a:pt x="64897" y="23621"/>
                </a:lnTo>
                <a:close/>
              </a:path>
              <a:path w="111125" h="330200">
                <a:moveTo>
                  <a:pt x="63626" y="23621"/>
                </a:moveTo>
                <a:lnTo>
                  <a:pt x="47117" y="23621"/>
                </a:lnTo>
                <a:lnTo>
                  <a:pt x="55372" y="37773"/>
                </a:lnTo>
                <a:lnTo>
                  <a:pt x="63626" y="23621"/>
                </a:lnTo>
                <a:close/>
              </a:path>
            </a:pathLst>
          </a:custGeom>
          <a:solidFill>
            <a:srgbClr val="FF0000"/>
          </a:solidFill>
        </p:spPr>
        <p:txBody>
          <a:bodyPr wrap="square" lIns="0" tIns="0" rIns="0" bIns="0" rtlCol="0"/>
          <a:lstStyle/>
          <a:p>
            <a:endParaRPr/>
          </a:p>
        </p:txBody>
      </p:sp>
      <p:sp>
        <p:nvSpPr>
          <p:cNvPr id="60" name="object 25">
            <a:extLst>
              <a:ext uri="{FF2B5EF4-FFF2-40B4-BE49-F238E27FC236}">
                <a16:creationId xmlns:a16="http://schemas.microsoft.com/office/drawing/2014/main" id="{E5185994-4B70-95A9-7815-08F758C664CC}"/>
              </a:ext>
            </a:extLst>
          </p:cNvPr>
          <p:cNvSpPr/>
          <p:nvPr/>
        </p:nvSpPr>
        <p:spPr>
          <a:xfrm>
            <a:off x="8787420" y="4091367"/>
            <a:ext cx="111125" cy="330200"/>
          </a:xfrm>
          <a:custGeom>
            <a:avLst/>
            <a:gdLst/>
            <a:ahLst/>
            <a:cxnLst/>
            <a:rect l="l" t="t" r="r" b="b"/>
            <a:pathLst>
              <a:path w="111125" h="330200">
                <a:moveTo>
                  <a:pt x="55372" y="37773"/>
                </a:moveTo>
                <a:lnTo>
                  <a:pt x="45847" y="54102"/>
                </a:lnTo>
                <a:lnTo>
                  <a:pt x="45847" y="330200"/>
                </a:lnTo>
                <a:lnTo>
                  <a:pt x="64897" y="330200"/>
                </a:lnTo>
                <a:lnTo>
                  <a:pt x="64897" y="54102"/>
                </a:lnTo>
                <a:lnTo>
                  <a:pt x="55372" y="37773"/>
                </a:lnTo>
                <a:close/>
              </a:path>
              <a:path w="111125" h="330200">
                <a:moveTo>
                  <a:pt x="55372" y="0"/>
                </a:moveTo>
                <a:lnTo>
                  <a:pt x="2667" y="90297"/>
                </a:lnTo>
                <a:lnTo>
                  <a:pt x="0" y="94742"/>
                </a:lnTo>
                <a:lnTo>
                  <a:pt x="1524" y="100584"/>
                </a:lnTo>
                <a:lnTo>
                  <a:pt x="10668" y="105918"/>
                </a:lnTo>
                <a:lnTo>
                  <a:pt x="16510" y="104394"/>
                </a:lnTo>
                <a:lnTo>
                  <a:pt x="45847" y="54102"/>
                </a:lnTo>
                <a:lnTo>
                  <a:pt x="45847" y="18923"/>
                </a:lnTo>
                <a:lnTo>
                  <a:pt x="66417" y="18923"/>
                </a:lnTo>
                <a:lnTo>
                  <a:pt x="55372" y="0"/>
                </a:lnTo>
                <a:close/>
              </a:path>
              <a:path w="111125" h="330200">
                <a:moveTo>
                  <a:pt x="66417" y="18923"/>
                </a:moveTo>
                <a:lnTo>
                  <a:pt x="64897" y="18923"/>
                </a:lnTo>
                <a:lnTo>
                  <a:pt x="64897" y="54102"/>
                </a:lnTo>
                <a:lnTo>
                  <a:pt x="94234" y="104394"/>
                </a:lnTo>
                <a:lnTo>
                  <a:pt x="100075" y="105918"/>
                </a:lnTo>
                <a:lnTo>
                  <a:pt x="109220" y="100584"/>
                </a:lnTo>
                <a:lnTo>
                  <a:pt x="110744" y="94742"/>
                </a:lnTo>
                <a:lnTo>
                  <a:pt x="108076" y="90297"/>
                </a:lnTo>
                <a:lnTo>
                  <a:pt x="66417" y="18923"/>
                </a:lnTo>
                <a:close/>
              </a:path>
              <a:path w="111125" h="330200">
                <a:moveTo>
                  <a:pt x="64897" y="18923"/>
                </a:moveTo>
                <a:lnTo>
                  <a:pt x="45847" y="18923"/>
                </a:lnTo>
                <a:lnTo>
                  <a:pt x="45847" y="54102"/>
                </a:lnTo>
                <a:lnTo>
                  <a:pt x="55372" y="37773"/>
                </a:lnTo>
                <a:lnTo>
                  <a:pt x="47117" y="23622"/>
                </a:lnTo>
                <a:lnTo>
                  <a:pt x="64897" y="23622"/>
                </a:lnTo>
                <a:lnTo>
                  <a:pt x="64897" y="18923"/>
                </a:lnTo>
                <a:close/>
              </a:path>
              <a:path w="111125" h="330200">
                <a:moveTo>
                  <a:pt x="64897" y="23622"/>
                </a:moveTo>
                <a:lnTo>
                  <a:pt x="63626" y="23622"/>
                </a:lnTo>
                <a:lnTo>
                  <a:pt x="55372" y="37773"/>
                </a:lnTo>
                <a:lnTo>
                  <a:pt x="64897" y="54102"/>
                </a:lnTo>
                <a:lnTo>
                  <a:pt x="64897" y="23622"/>
                </a:lnTo>
                <a:close/>
              </a:path>
              <a:path w="111125" h="330200">
                <a:moveTo>
                  <a:pt x="63626" y="23622"/>
                </a:moveTo>
                <a:lnTo>
                  <a:pt x="47117" y="23622"/>
                </a:lnTo>
                <a:lnTo>
                  <a:pt x="55372" y="37773"/>
                </a:lnTo>
                <a:lnTo>
                  <a:pt x="63626" y="23622"/>
                </a:lnTo>
                <a:close/>
              </a:path>
            </a:pathLst>
          </a:custGeom>
          <a:solidFill>
            <a:srgbClr val="FF0000"/>
          </a:solidFill>
        </p:spPr>
        <p:txBody>
          <a:bodyPr wrap="square" lIns="0" tIns="0" rIns="0" bIns="0" rtlCol="0"/>
          <a:lstStyle/>
          <a:p>
            <a:endParaRPr/>
          </a:p>
        </p:txBody>
      </p:sp>
      <p:sp>
        <p:nvSpPr>
          <p:cNvPr id="61" name="object 26">
            <a:extLst>
              <a:ext uri="{FF2B5EF4-FFF2-40B4-BE49-F238E27FC236}">
                <a16:creationId xmlns:a16="http://schemas.microsoft.com/office/drawing/2014/main" id="{6FAFC8CF-68E8-C953-BB65-14D50E05F780}"/>
              </a:ext>
            </a:extLst>
          </p:cNvPr>
          <p:cNvSpPr/>
          <p:nvPr/>
        </p:nvSpPr>
        <p:spPr>
          <a:xfrm>
            <a:off x="8787420" y="4912803"/>
            <a:ext cx="111125" cy="330200"/>
          </a:xfrm>
          <a:custGeom>
            <a:avLst/>
            <a:gdLst/>
            <a:ahLst/>
            <a:cxnLst/>
            <a:rect l="l" t="t" r="r" b="b"/>
            <a:pathLst>
              <a:path w="111125" h="330200">
                <a:moveTo>
                  <a:pt x="55372" y="37773"/>
                </a:moveTo>
                <a:lnTo>
                  <a:pt x="45847" y="54101"/>
                </a:lnTo>
                <a:lnTo>
                  <a:pt x="45847" y="330199"/>
                </a:lnTo>
                <a:lnTo>
                  <a:pt x="64897" y="330199"/>
                </a:lnTo>
                <a:lnTo>
                  <a:pt x="64897" y="54101"/>
                </a:lnTo>
                <a:lnTo>
                  <a:pt x="55372" y="37773"/>
                </a:lnTo>
                <a:close/>
              </a:path>
              <a:path w="111125" h="330200">
                <a:moveTo>
                  <a:pt x="55372" y="0"/>
                </a:moveTo>
                <a:lnTo>
                  <a:pt x="2667" y="90296"/>
                </a:lnTo>
                <a:lnTo>
                  <a:pt x="0" y="94741"/>
                </a:lnTo>
                <a:lnTo>
                  <a:pt x="1524" y="100583"/>
                </a:lnTo>
                <a:lnTo>
                  <a:pt x="10668" y="105917"/>
                </a:lnTo>
                <a:lnTo>
                  <a:pt x="16510" y="104393"/>
                </a:lnTo>
                <a:lnTo>
                  <a:pt x="45847" y="54101"/>
                </a:lnTo>
                <a:lnTo>
                  <a:pt x="45847" y="18922"/>
                </a:lnTo>
                <a:lnTo>
                  <a:pt x="66417" y="18922"/>
                </a:lnTo>
                <a:lnTo>
                  <a:pt x="55372" y="0"/>
                </a:lnTo>
                <a:close/>
              </a:path>
              <a:path w="111125" h="330200">
                <a:moveTo>
                  <a:pt x="66417" y="18922"/>
                </a:moveTo>
                <a:lnTo>
                  <a:pt x="64897" y="18922"/>
                </a:lnTo>
                <a:lnTo>
                  <a:pt x="64897" y="54101"/>
                </a:lnTo>
                <a:lnTo>
                  <a:pt x="94234" y="104393"/>
                </a:lnTo>
                <a:lnTo>
                  <a:pt x="100075" y="105917"/>
                </a:lnTo>
                <a:lnTo>
                  <a:pt x="109220" y="100583"/>
                </a:lnTo>
                <a:lnTo>
                  <a:pt x="110744" y="94741"/>
                </a:lnTo>
                <a:lnTo>
                  <a:pt x="108076" y="90296"/>
                </a:lnTo>
                <a:lnTo>
                  <a:pt x="66417" y="18922"/>
                </a:lnTo>
                <a:close/>
              </a:path>
              <a:path w="111125" h="330200">
                <a:moveTo>
                  <a:pt x="64897" y="18922"/>
                </a:moveTo>
                <a:lnTo>
                  <a:pt x="45847" y="18922"/>
                </a:lnTo>
                <a:lnTo>
                  <a:pt x="45847" y="54101"/>
                </a:lnTo>
                <a:lnTo>
                  <a:pt x="55372" y="37773"/>
                </a:lnTo>
                <a:lnTo>
                  <a:pt x="47117" y="23621"/>
                </a:lnTo>
                <a:lnTo>
                  <a:pt x="64897" y="23621"/>
                </a:lnTo>
                <a:lnTo>
                  <a:pt x="64897" y="18922"/>
                </a:lnTo>
                <a:close/>
              </a:path>
              <a:path w="111125" h="330200">
                <a:moveTo>
                  <a:pt x="64897" y="23621"/>
                </a:moveTo>
                <a:lnTo>
                  <a:pt x="63626" y="23621"/>
                </a:lnTo>
                <a:lnTo>
                  <a:pt x="55372" y="37773"/>
                </a:lnTo>
                <a:lnTo>
                  <a:pt x="64897" y="54101"/>
                </a:lnTo>
                <a:lnTo>
                  <a:pt x="64897" y="23621"/>
                </a:lnTo>
                <a:close/>
              </a:path>
              <a:path w="111125" h="330200">
                <a:moveTo>
                  <a:pt x="63626" y="23621"/>
                </a:moveTo>
                <a:lnTo>
                  <a:pt x="47117" y="23621"/>
                </a:lnTo>
                <a:lnTo>
                  <a:pt x="55372" y="37773"/>
                </a:lnTo>
                <a:lnTo>
                  <a:pt x="63626" y="23621"/>
                </a:lnTo>
                <a:close/>
              </a:path>
            </a:pathLst>
          </a:custGeom>
          <a:solidFill>
            <a:srgbClr val="FF0000"/>
          </a:solidFill>
        </p:spPr>
        <p:txBody>
          <a:bodyPr wrap="square" lIns="0" tIns="0" rIns="0" bIns="0" rtlCol="0"/>
          <a:lstStyle/>
          <a:p>
            <a:endParaRPr/>
          </a:p>
        </p:txBody>
      </p:sp>
      <p:sp>
        <p:nvSpPr>
          <p:cNvPr id="62" name="object 27">
            <a:extLst>
              <a:ext uri="{FF2B5EF4-FFF2-40B4-BE49-F238E27FC236}">
                <a16:creationId xmlns:a16="http://schemas.microsoft.com/office/drawing/2014/main" id="{43F11EA2-D8F1-8809-D855-4826AFAE920E}"/>
              </a:ext>
            </a:extLst>
          </p:cNvPr>
          <p:cNvSpPr/>
          <p:nvPr/>
        </p:nvSpPr>
        <p:spPr>
          <a:xfrm>
            <a:off x="4798096" y="1780984"/>
            <a:ext cx="1661160" cy="0"/>
          </a:xfrm>
          <a:custGeom>
            <a:avLst/>
            <a:gdLst/>
            <a:ahLst/>
            <a:cxnLst/>
            <a:rect l="l" t="t" r="r" b="b"/>
            <a:pathLst>
              <a:path w="1661159">
                <a:moveTo>
                  <a:pt x="0" y="0"/>
                </a:moveTo>
                <a:lnTo>
                  <a:pt x="1660651" y="0"/>
                </a:lnTo>
              </a:path>
            </a:pathLst>
          </a:custGeom>
          <a:ln w="19050">
            <a:solidFill>
              <a:srgbClr val="006FC0"/>
            </a:solidFill>
          </a:ln>
        </p:spPr>
        <p:txBody>
          <a:bodyPr wrap="square" lIns="0" tIns="0" rIns="0" bIns="0" rtlCol="0"/>
          <a:lstStyle/>
          <a:p>
            <a:endParaRPr/>
          </a:p>
        </p:txBody>
      </p:sp>
      <p:sp>
        <p:nvSpPr>
          <p:cNvPr id="63" name="object 28">
            <a:extLst>
              <a:ext uri="{FF2B5EF4-FFF2-40B4-BE49-F238E27FC236}">
                <a16:creationId xmlns:a16="http://schemas.microsoft.com/office/drawing/2014/main" id="{E1F07E7F-693A-6EF8-F677-610931074AC0}"/>
              </a:ext>
            </a:extLst>
          </p:cNvPr>
          <p:cNvSpPr/>
          <p:nvPr/>
        </p:nvSpPr>
        <p:spPr>
          <a:xfrm>
            <a:off x="8435883" y="1780984"/>
            <a:ext cx="1661160" cy="0"/>
          </a:xfrm>
          <a:custGeom>
            <a:avLst/>
            <a:gdLst/>
            <a:ahLst/>
            <a:cxnLst/>
            <a:rect l="l" t="t" r="r" b="b"/>
            <a:pathLst>
              <a:path w="1661159">
                <a:moveTo>
                  <a:pt x="0" y="0"/>
                </a:moveTo>
                <a:lnTo>
                  <a:pt x="1660652" y="0"/>
                </a:lnTo>
              </a:path>
            </a:pathLst>
          </a:custGeom>
          <a:ln w="19050">
            <a:solidFill>
              <a:srgbClr val="006FC0"/>
            </a:solidFill>
          </a:ln>
        </p:spPr>
        <p:txBody>
          <a:bodyPr wrap="square" lIns="0" tIns="0" rIns="0" bIns="0" rtlCol="0"/>
          <a:lstStyle/>
          <a:p>
            <a:endParaRPr/>
          </a:p>
        </p:txBody>
      </p:sp>
      <p:sp>
        <p:nvSpPr>
          <p:cNvPr id="64" name="object 29">
            <a:extLst>
              <a:ext uri="{FF2B5EF4-FFF2-40B4-BE49-F238E27FC236}">
                <a16:creationId xmlns:a16="http://schemas.microsoft.com/office/drawing/2014/main" id="{E23338D7-0B99-29C6-C53B-1D30F9444918}"/>
              </a:ext>
            </a:extLst>
          </p:cNvPr>
          <p:cNvSpPr/>
          <p:nvPr/>
        </p:nvSpPr>
        <p:spPr>
          <a:xfrm>
            <a:off x="5215164" y="2466784"/>
            <a:ext cx="111125" cy="309245"/>
          </a:xfrm>
          <a:custGeom>
            <a:avLst/>
            <a:gdLst/>
            <a:ahLst/>
            <a:cxnLst/>
            <a:rect l="l" t="t" r="r" b="b"/>
            <a:pathLst>
              <a:path w="111125" h="309244">
                <a:moveTo>
                  <a:pt x="55372" y="37773"/>
                </a:moveTo>
                <a:lnTo>
                  <a:pt x="45847" y="54102"/>
                </a:lnTo>
                <a:lnTo>
                  <a:pt x="45847" y="308990"/>
                </a:lnTo>
                <a:lnTo>
                  <a:pt x="64897" y="308990"/>
                </a:lnTo>
                <a:lnTo>
                  <a:pt x="64897" y="54102"/>
                </a:lnTo>
                <a:lnTo>
                  <a:pt x="55372" y="37773"/>
                </a:lnTo>
                <a:close/>
              </a:path>
              <a:path w="111125" h="309244">
                <a:moveTo>
                  <a:pt x="55372" y="0"/>
                </a:moveTo>
                <a:lnTo>
                  <a:pt x="2666" y="90297"/>
                </a:lnTo>
                <a:lnTo>
                  <a:pt x="0" y="94741"/>
                </a:lnTo>
                <a:lnTo>
                  <a:pt x="1524" y="100583"/>
                </a:lnTo>
                <a:lnTo>
                  <a:pt x="10667" y="105917"/>
                </a:lnTo>
                <a:lnTo>
                  <a:pt x="16510" y="104393"/>
                </a:lnTo>
                <a:lnTo>
                  <a:pt x="45846" y="54102"/>
                </a:lnTo>
                <a:lnTo>
                  <a:pt x="45847" y="18795"/>
                </a:lnTo>
                <a:lnTo>
                  <a:pt x="66342" y="18795"/>
                </a:lnTo>
                <a:lnTo>
                  <a:pt x="55372" y="0"/>
                </a:lnTo>
                <a:close/>
              </a:path>
              <a:path w="111125" h="309244">
                <a:moveTo>
                  <a:pt x="66342" y="18795"/>
                </a:moveTo>
                <a:lnTo>
                  <a:pt x="64897" y="18795"/>
                </a:lnTo>
                <a:lnTo>
                  <a:pt x="64897" y="54102"/>
                </a:lnTo>
                <a:lnTo>
                  <a:pt x="94234" y="104393"/>
                </a:lnTo>
                <a:lnTo>
                  <a:pt x="100075" y="105917"/>
                </a:lnTo>
                <a:lnTo>
                  <a:pt x="109220" y="100583"/>
                </a:lnTo>
                <a:lnTo>
                  <a:pt x="110744" y="94741"/>
                </a:lnTo>
                <a:lnTo>
                  <a:pt x="108076" y="90297"/>
                </a:lnTo>
                <a:lnTo>
                  <a:pt x="66342" y="18795"/>
                </a:lnTo>
                <a:close/>
              </a:path>
              <a:path w="111125" h="309244">
                <a:moveTo>
                  <a:pt x="64897" y="18795"/>
                </a:moveTo>
                <a:lnTo>
                  <a:pt x="45847" y="18795"/>
                </a:lnTo>
                <a:lnTo>
                  <a:pt x="45847" y="54102"/>
                </a:lnTo>
                <a:lnTo>
                  <a:pt x="55372" y="37773"/>
                </a:lnTo>
                <a:lnTo>
                  <a:pt x="47116" y="23622"/>
                </a:lnTo>
                <a:lnTo>
                  <a:pt x="64897" y="23622"/>
                </a:lnTo>
                <a:lnTo>
                  <a:pt x="64897" y="18795"/>
                </a:lnTo>
                <a:close/>
              </a:path>
              <a:path w="111125" h="309244">
                <a:moveTo>
                  <a:pt x="64897" y="23622"/>
                </a:moveTo>
                <a:lnTo>
                  <a:pt x="63626" y="23622"/>
                </a:lnTo>
                <a:lnTo>
                  <a:pt x="55372" y="37773"/>
                </a:lnTo>
                <a:lnTo>
                  <a:pt x="64897" y="54102"/>
                </a:lnTo>
                <a:lnTo>
                  <a:pt x="64897" y="23622"/>
                </a:lnTo>
                <a:close/>
              </a:path>
              <a:path w="111125" h="309244">
                <a:moveTo>
                  <a:pt x="63626" y="23622"/>
                </a:moveTo>
                <a:lnTo>
                  <a:pt x="47116" y="23622"/>
                </a:lnTo>
                <a:lnTo>
                  <a:pt x="55372" y="37773"/>
                </a:lnTo>
                <a:lnTo>
                  <a:pt x="63626" y="23622"/>
                </a:lnTo>
                <a:close/>
              </a:path>
            </a:pathLst>
          </a:custGeom>
          <a:solidFill>
            <a:srgbClr val="FF0000"/>
          </a:solidFill>
        </p:spPr>
        <p:txBody>
          <a:bodyPr wrap="square" lIns="0" tIns="0" rIns="0" bIns="0" rtlCol="0"/>
          <a:lstStyle/>
          <a:p>
            <a:endParaRPr/>
          </a:p>
        </p:txBody>
      </p:sp>
      <p:sp>
        <p:nvSpPr>
          <p:cNvPr id="65" name="object 30">
            <a:extLst>
              <a:ext uri="{FF2B5EF4-FFF2-40B4-BE49-F238E27FC236}">
                <a16:creationId xmlns:a16="http://schemas.microsoft.com/office/drawing/2014/main" id="{B98E7B43-3B1D-DE6A-8C77-A31786C4E8EE}"/>
              </a:ext>
            </a:extLst>
          </p:cNvPr>
          <p:cNvSpPr/>
          <p:nvPr/>
        </p:nvSpPr>
        <p:spPr>
          <a:xfrm>
            <a:off x="6783359" y="2466784"/>
            <a:ext cx="111125" cy="330200"/>
          </a:xfrm>
          <a:custGeom>
            <a:avLst/>
            <a:gdLst/>
            <a:ahLst/>
            <a:cxnLst/>
            <a:rect l="l" t="t" r="r" b="b"/>
            <a:pathLst>
              <a:path w="111125" h="330200">
                <a:moveTo>
                  <a:pt x="10668" y="224281"/>
                </a:moveTo>
                <a:lnTo>
                  <a:pt x="6096" y="226949"/>
                </a:lnTo>
                <a:lnTo>
                  <a:pt x="1524" y="229488"/>
                </a:lnTo>
                <a:lnTo>
                  <a:pt x="0" y="235330"/>
                </a:lnTo>
                <a:lnTo>
                  <a:pt x="55372" y="330200"/>
                </a:lnTo>
                <a:lnTo>
                  <a:pt x="66416" y="311276"/>
                </a:lnTo>
                <a:lnTo>
                  <a:pt x="45847" y="311276"/>
                </a:lnTo>
                <a:lnTo>
                  <a:pt x="45847" y="276098"/>
                </a:lnTo>
                <a:lnTo>
                  <a:pt x="16509" y="225805"/>
                </a:lnTo>
                <a:lnTo>
                  <a:pt x="10668" y="224281"/>
                </a:lnTo>
                <a:close/>
              </a:path>
              <a:path w="111125" h="330200">
                <a:moveTo>
                  <a:pt x="45847" y="276098"/>
                </a:moveTo>
                <a:lnTo>
                  <a:pt x="45847" y="311276"/>
                </a:lnTo>
                <a:lnTo>
                  <a:pt x="64897" y="311276"/>
                </a:lnTo>
                <a:lnTo>
                  <a:pt x="64897" y="306577"/>
                </a:lnTo>
                <a:lnTo>
                  <a:pt x="47117" y="306577"/>
                </a:lnTo>
                <a:lnTo>
                  <a:pt x="55372" y="292426"/>
                </a:lnTo>
                <a:lnTo>
                  <a:pt x="45847" y="276098"/>
                </a:lnTo>
                <a:close/>
              </a:path>
              <a:path w="111125" h="330200">
                <a:moveTo>
                  <a:pt x="100075" y="224281"/>
                </a:moveTo>
                <a:lnTo>
                  <a:pt x="94233" y="225805"/>
                </a:lnTo>
                <a:lnTo>
                  <a:pt x="64897" y="276098"/>
                </a:lnTo>
                <a:lnTo>
                  <a:pt x="64897" y="311276"/>
                </a:lnTo>
                <a:lnTo>
                  <a:pt x="66416" y="311276"/>
                </a:lnTo>
                <a:lnTo>
                  <a:pt x="110744" y="235330"/>
                </a:lnTo>
                <a:lnTo>
                  <a:pt x="109220" y="229488"/>
                </a:lnTo>
                <a:lnTo>
                  <a:pt x="104648" y="226949"/>
                </a:lnTo>
                <a:lnTo>
                  <a:pt x="100075" y="224281"/>
                </a:lnTo>
                <a:close/>
              </a:path>
              <a:path w="111125" h="330200">
                <a:moveTo>
                  <a:pt x="55372" y="292426"/>
                </a:moveTo>
                <a:lnTo>
                  <a:pt x="47117" y="306577"/>
                </a:lnTo>
                <a:lnTo>
                  <a:pt x="63626" y="306577"/>
                </a:lnTo>
                <a:lnTo>
                  <a:pt x="55372" y="292426"/>
                </a:lnTo>
                <a:close/>
              </a:path>
              <a:path w="111125" h="330200">
                <a:moveTo>
                  <a:pt x="64897" y="276098"/>
                </a:moveTo>
                <a:lnTo>
                  <a:pt x="55372" y="292426"/>
                </a:lnTo>
                <a:lnTo>
                  <a:pt x="63626" y="306577"/>
                </a:lnTo>
                <a:lnTo>
                  <a:pt x="64897" y="306577"/>
                </a:lnTo>
                <a:lnTo>
                  <a:pt x="64897" y="276098"/>
                </a:lnTo>
                <a:close/>
              </a:path>
              <a:path w="111125" h="330200">
                <a:moveTo>
                  <a:pt x="64897" y="0"/>
                </a:moveTo>
                <a:lnTo>
                  <a:pt x="45847" y="0"/>
                </a:lnTo>
                <a:lnTo>
                  <a:pt x="45847" y="276098"/>
                </a:lnTo>
                <a:lnTo>
                  <a:pt x="55372" y="292426"/>
                </a:lnTo>
                <a:lnTo>
                  <a:pt x="64896" y="276098"/>
                </a:lnTo>
                <a:lnTo>
                  <a:pt x="64897" y="0"/>
                </a:lnTo>
                <a:close/>
              </a:path>
            </a:pathLst>
          </a:custGeom>
          <a:solidFill>
            <a:srgbClr val="FF0000"/>
          </a:solidFill>
        </p:spPr>
        <p:txBody>
          <a:bodyPr wrap="square" lIns="0" tIns="0" rIns="0" bIns="0" rtlCol="0"/>
          <a:lstStyle/>
          <a:p>
            <a:endParaRPr/>
          </a:p>
        </p:txBody>
      </p:sp>
      <p:sp>
        <p:nvSpPr>
          <p:cNvPr id="66" name="object 31">
            <a:extLst>
              <a:ext uri="{FF2B5EF4-FFF2-40B4-BE49-F238E27FC236}">
                <a16:creationId xmlns:a16="http://schemas.microsoft.com/office/drawing/2014/main" id="{486A8807-0855-50C5-CEB4-8F7169A39449}"/>
              </a:ext>
            </a:extLst>
          </p:cNvPr>
          <p:cNvSpPr/>
          <p:nvPr/>
        </p:nvSpPr>
        <p:spPr>
          <a:xfrm>
            <a:off x="5192304" y="3271456"/>
            <a:ext cx="111125" cy="1971675"/>
          </a:xfrm>
          <a:custGeom>
            <a:avLst/>
            <a:gdLst/>
            <a:ahLst/>
            <a:cxnLst/>
            <a:rect l="l" t="t" r="r" b="b"/>
            <a:pathLst>
              <a:path w="111125" h="1971675">
                <a:moveTo>
                  <a:pt x="55372" y="37773"/>
                </a:moveTo>
                <a:lnTo>
                  <a:pt x="45847" y="54101"/>
                </a:lnTo>
                <a:lnTo>
                  <a:pt x="45847" y="1971293"/>
                </a:lnTo>
                <a:lnTo>
                  <a:pt x="64897" y="1971293"/>
                </a:lnTo>
                <a:lnTo>
                  <a:pt x="64897" y="54101"/>
                </a:lnTo>
                <a:lnTo>
                  <a:pt x="55372" y="37773"/>
                </a:lnTo>
                <a:close/>
              </a:path>
              <a:path w="111125" h="1971675">
                <a:moveTo>
                  <a:pt x="55372" y="0"/>
                </a:moveTo>
                <a:lnTo>
                  <a:pt x="2667" y="90296"/>
                </a:lnTo>
                <a:lnTo>
                  <a:pt x="0" y="94741"/>
                </a:lnTo>
                <a:lnTo>
                  <a:pt x="1524" y="100583"/>
                </a:lnTo>
                <a:lnTo>
                  <a:pt x="10668" y="105917"/>
                </a:lnTo>
                <a:lnTo>
                  <a:pt x="16510" y="104393"/>
                </a:lnTo>
                <a:lnTo>
                  <a:pt x="45847" y="54101"/>
                </a:lnTo>
                <a:lnTo>
                  <a:pt x="45847" y="18795"/>
                </a:lnTo>
                <a:lnTo>
                  <a:pt x="66342" y="18795"/>
                </a:lnTo>
                <a:lnTo>
                  <a:pt x="55372" y="0"/>
                </a:lnTo>
                <a:close/>
              </a:path>
              <a:path w="111125" h="1971675">
                <a:moveTo>
                  <a:pt x="66342" y="18795"/>
                </a:moveTo>
                <a:lnTo>
                  <a:pt x="64897" y="18795"/>
                </a:lnTo>
                <a:lnTo>
                  <a:pt x="64897" y="54101"/>
                </a:lnTo>
                <a:lnTo>
                  <a:pt x="94234" y="104393"/>
                </a:lnTo>
                <a:lnTo>
                  <a:pt x="100075" y="105917"/>
                </a:lnTo>
                <a:lnTo>
                  <a:pt x="109220" y="100583"/>
                </a:lnTo>
                <a:lnTo>
                  <a:pt x="110744" y="94741"/>
                </a:lnTo>
                <a:lnTo>
                  <a:pt x="108076" y="90296"/>
                </a:lnTo>
                <a:lnTo>
                  <a:pt x="66342" y="18795"/>
                </a:lnTo>
                <a:close/>
              </a:path>
              <a:path w="111125" h="1971675">
                <a:moveTo>
                  <a:pt x="64897" y="18795"/>
                </a:moveTo>
                <a:lnTo>
                  <a:pt x="45847" y="18795"/>
                </a:lnTo>
                <a:lnTo>
                  <a:pt x="45847" y="54101"/>
                </a:lnTo>
                <a:lnTo>
                  <a:pt x="55372" y="37773"/>
                </a:lnTo>
                <a:lnTo>
                  <a:pt x="47117" y="23621"/>
                </a:lnTo>
                <a:lnTo>
                  <a:pt x="64897" y="23621"/>
                </a:lnTo>
                <a:lnTo>
                  <a:pt x="64897" y="18795"/>
                </a:lnTo>
                <a:close/>
              </a:path>
              <a:path w="111125" h="1971675">
                <a:moveTo>
                  <a:pt x="64897" y="23621"/>
                </a:moveTo>
                <a:lnTo>
                  <a:pt x="63626" y="23621"/>
                </a:lnTo>
                <a:lnTo>
                  <a:pt x="55372" y="37773"/>
                </a:lnTo>
                <a:lnTo>
                  <a:pt x="64897" y="54101"/>
                </a:lnTo>
                <a:lnTo>
                  <a:pt x="64897" y="23621"/>
                </a:lnTo>
                <a:close/>
              </a:path>
              <a:path w="111125" h="1971675">
                <a:moveTo>
                  <a:pt x="63626" y="23621"/>
                </a:moveTo>
                <a:lnTo>
                  <a:pt x="47117" y="23621"/>
                </a:lnTo>
                <a:lnTo>
                  <a:pt x="55372" y="37773"/>
                </a:lnTo>
                <a:lnTo>
                  <a:pt x="63626" y="23621"/>
                </a:lnTo>
                <a:close/>
              </a:path>
            </a:pathLst>
          </a:custGeom>
          <a:solidFill>
            <a:srgbClr val="FF0000"/>
          </a:solidFill>
        </p:spPr>
        <p:txBody>
          <a:bodyPr wrap="square" lIns="0" tIns="0" rIns="0" bIns="0" rtlCol="0"/>
          <a:lstStyle/>
          <a:p>
            <a:endParaRPr/>
          </a:p>
        </p:txBody>
      </p:sp>
      <p:sp>
        <p:nvSpPr>
          <p:cNvPr id="67" name="object 32">
            <a:extLst>
              <a:ext uri="{FF2B5EF4-FFF2-40B4-BE49-F238E27FC236}">
                <a16:creationId xmlns:a16="http://schemas.microsoft.com/office/drawing/2014/main" id="{C0FC75E9-E376-62AD-4AF5-79BBEAE5E605}"/>
              </a:ext>
            </a:extLst>
          </p:cNvPr>
          <p:cNvSpPr/>
          <p:nvPr/>
        </p:nvSpPr>
        <p:spPr>
          <a:xfrm>
            <a:off x="6783359" y="3256216"/>
            <a:ext cx="111125" cy="1985645"/>
          </a:xfrm>
          <a:custGeom>
            <a:avLst/>
            <a:gdLst/>
            <a:ahLst/>
            <a:cxnLst/>
            <a:rect l="l" t="t" r="r" b="b"/>
            <a:pathLst>
              <a:path w="111125" h="1985645">
                <a:moveTo>
                  <a:pt x="10540" y="1879727"/>
                </a:moveTo>
                <a:lnTo>
                  <a:pt x="5969" y="1882394"/>
                </a:lnTo>
                <a:lnTo>
                  <a:pt x="1524" y="1885061"/>
                </a:lnTo>
                <a:lnTo>
                  <a:pt x="0" y="1890903"/>
                </a:lnTo>
                <a:lnTo>
                  <a:pt x="2667" y="1895475"/>
                </a:lnTo>
                <a:lnTo>
                  <a:pt x="55625" y="1985518"/>
                </a:lnTo>
                <a:lnTo>
                  <a:pt x="66502" y="1966722"/>
                </a:lnTo>
                <a:lnTo>
                  <a:pt x="45974" y="1966722"/>
                </a:lnTo>
                <a:lnTo>
                  <a:pt x="45862" y="1931373"/>
                </a:lnTo>
                <a:lnTo>
                  <a:pt x="19050" y="1885823"/>
                </a:lnTo>
                <a:lnTo>
                  <a:pt x="16382" y="1881251"/>
                </a:lnTo>
                <a:lnTo>
                  <a:pt x="10540" y="1879727"/>
                </a:lnTo>
                <a:close/>
              </a:path>
              <a:path w="111125" h="1985645">
                <a:moveTo>
                  <a:pt x="45862" y="1931373"/>
                </a:moveTo>
                <a:lnTo>
                  <a:pt x="45974" y="1966722"/>
                </a:lnTo>
                <a:lnTo>
                  <a:pt x="65024" y="1966595"/>
                </a:lnTo>
                <a:lnTo>
                  <a:pt x="65009" y="1961896"/>
                </a:lnTo>
                <a:lnTo>
                  <a:pt x="47244" y="1961896"/>
                </a:lnTo>
                <a:lnTo>
                  <a:pt x="55468" y="1947692"/>
                </a:lnTo>
                <a:lnTo>
                  <a:pt x="45862" y="1931373"/>
                </a:lnTo>
                <a:close/>
              </a:path>
              <a:path w="111125" h="1985645">
                <a:moveTo>
                  <a:pt x="99949" y="1879473"/>
                </a:moveTo>
                <a:lnTo>
                  <a:pt x="94106" y="1880997"/>
                </a:lnTo>
                <a:lnTo>
                  <a:pt x="91439" y="1885569"/>
                </a:lnTo>
                <a:lnTo>
                  <a:pt x="64917" y="1931373"/>
                </a:lnTo>
                <a:lnTo>
                  <a:pt x="65024" y="1966595"/>
                </a:lnTo>
                <a:lnTo>
                  <a:pt x="45974" y="1966722"/>
                </a:lnTo>
                <a:lnTo>
                  <a:pt x="66502" y="1966722"/>
                </a:lnTo>
                <a:lnTo>
                  <a:pt x="107950" y="1895094"/>
                </a:lnTo>
                <a:lnTo>
                  <a:pt x="110617" y="1890522"/>
                </a:lnTo>
                <a:lnTo>
                  <a:pt x="109093" y="1884680"/>
                </a:lnTo>
                <a:lnTo>
                  <a:pt x="104521" y="1882013"/>
                </a:lnTo>
                <a:lnTo>
                  <a:pt x="99949" y="1879473"/>
                </a:lnTo>
                <a:close/>
              </a:path>
              <a:path w="111125" h="1985645">
                <a:moveTo>
                  <a:pt x="55468" y="1947692"/>
                </a:moveTo>
                <a:lnTo>
                  <a:pt x="47244" y="1961896"/>
                </a:lnTo>
                <a:lnTo>
                  <a:pt x="63753" y="1961769"/>
                </a:lnTo>
                <a:lnTo>
                  <a:pt x="55468" y="1947692"/>
                </a:lnTo>
                <a:close/>
              </a:path>
              <a:path w="111125" h="1985645">
                <a:moveTo>
                  <a:pt x="64912" y="1931382"/>
                </a:moveTo>
                <a:lnTo>
                  <a:pt x="55468" y="1947692"/>
                </a:lnTo>
                <a:lnTo>
                  <a:pt x="63753" y="1961769"/>
                </a:lnTo>
                <a:lnTo>
                  <a:pt x="47244" y="1961896"/>
                </a:lnTo>
                <a:lnTo>
                  <a:pt x="65009" y="1961896"/>
                </a:lnTo>
                <a:lnTo>
                  <a:pt x="64912" y="1931382"/>
                </a:lnTo>
                <a:close/>
              </a:path>
              <a:path w="111125" h="1985645">
                <a:moveTo>
                  <a:pt x="58800" y="0"/>
                </a:moveTo>
                <a:lnTo>
                  <a:pt x="39750" y="0"/>
                </a:lnTo>
                <a:lnTo>
                  <a:pt x="45867" y="1931382"/>
                </a:lnTo>
                <a:lnTo>
                  <a:pt x="55468" y="1947692"/>
                </a:lnTo>
                <a:lnTo>
                  <a:pt x="64912" y="1931382"/>
                </a:lnTo>
                <a:lnTo>
                  <a:pt x="58800" y="0"/>
                </a:lnTo>
                <a:close/>
              </a:path>
            </a:pathLst>
          </a:custGeom>
          <a:solidFill>
            <a:srgbClr val="FF0000"/>
          </a:solidFill>
        </p:spPr>
        <p:txBody>
          <a:bodyPr wrap="square" lIns="0" tIns="0" rIns="0" bIns="0" rtlCol="0"/>
          <a:lstStyle/>
          <a:p>
            <a:endParaRPr/>
          </a:p>
        </p:txBody>
      </p:sp>
    </p:spTree>
    <p:extLst>
      <p:ext uri="{BB962C8B-B14F-4D97-AF65-F5344CB8AC3E}">
        <p14:creationId xmlns:p14="http://schemas.microsoft.com/office/powerpoint/2010/main" val="6658303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798750"/>
          </a:xfrm>
          <a:prstGeom prst="rect">
            <a:avLst/>
          </a:prstGeom>
          <a:noFill/>
        </p:spPr>
        <p:txBody>
          <a:bodyPr wrap="square" rtlCol="0">
            <a:spAutoFit/>
          </a:bodyPr>
          <a:lstStyle/>
          <a:p>
            <a:r>
              <a:rPr lang="fr-FR" sz="2400" b="1" dirty="0"/>
              <a:t>Cycle de vie dans MVC</a:t>
            </a:r>
          </a:p>
          <a:p>
            <a:endParaRPr lang="fr-FR" sz="2400" dirty="0"/>
          </a:p>
          <a:p>
            <a:pPr marL="240029" indent="-227329">
              <a:lnSpc>
                <a:spcPct val="100000"/>
              </a:lnSpc>
              <a:spcBef>
                <a:spcPts val="409"/>
              </a:spcBef>
              <a:buClr>
                <a:srgbClr val="391778"/>
              </a:buClr>
              <a:buFont typeface="Arial"/>
              <a:buChar char="•"/>
              <a:tabLst>
                <a:tab pos="240029" algn="l"/>
              </a:tabLst>
            </a:pPr>
            <a:r>
              <a:rPr lang="fr-FR" sz="2400" dirty="0">
                <a:latin typeface="Segoe UI"/>
                <a:cs typeface="Segoe UI"/>
              </a:rPr>
              <a:t>Dans</a:t>
            </a:r>
            <a:r>
              <a:rPr lang="fr-FR" sz="2400" spc="-50" dirty="0">
                <a:latin typeface="Segoe UI"/>
                <a:cs typeface="Segoe UI"/>
              </a:rPr>
              <a:t> </a:t>
            </a:r>
            <a:r>
              <a:rPr lang="fr-FR" sz="2400" spc="-70" dirty="0">
                <a:latin typeface="Segoe UI"/>
                <a:cs typeface="Segoe UI"/>
              </a:rPr>
              <a:t>l’ASP.NET</a:t>
            </a:r>
            <a:r>
              <a:rPr lang="fr-FR" sz="2400" spc="-15" dirty="0">
                <a:latin typeface="Segoe UI"/>
                <a:cs typeface="Segoe UI"/>
              </a:rPr>
              <a:t> </a:t>
            </a:r>
            <a:r>
              <a:rPr lang="fr-FR" sz="2400" dirty="0" err="1">
                <a:latin typeface="Segoe UI"/>
                <a:cs typeface="Segoe UI"/>
              </a:rPr>
              <a:t>Core</a:t>
            </a:r>
            <a:r>
              <a:rPr lang="fr-FR" sz="2400" dirty="0">
                <a:latin typeface="Segoe UI"/>
                <a:cs typeface="Segoe UI"/>
              </a:rPr>
              <a:t>,</a:t>
            </a:r>
            <a:r>
              <a:rPr lang="fr-FR" sz="2400" spc="-50" dirty="0">
                <a:latin typeface="Segoe UI"/>
                <a:cs typeface="Segoe UI"/>
              </a:rPr>
              <a:t> </a:t>
            </a:r>
            <a:r>
              <a:rPr lang="fr-FR" sz="2400" dirty="0">
                <a:latin typeface="Segoe UI"/>
                <a:cs typeface="Segoe UI"/>
              </a:rPr>
              <a:t>chaque</a:t>
            </a:r>
            <a:r>
              <a:rPr lang="fr-FR" sz="2400" spc="-45" dirty="0">
                <a:latin typeface="Segoe UI"/>
                <a:cs typeface="Segoe UI"/>
              </a:rPr>
              <a:t> </a:t>
            </a:r>
            <a:r>
              <a:rPr lang="fr-FR" sz="2400" dirty="0">
                <a:latin typeface="Segoe UI"/>
                <a:cs typeface="Segoe UI"/>
              </a:rPr>
              <a:t>requête</a:t>
            </a:r>
            <a:r>
              <a:rPr lang="fr-FR" sz="2400" spc="-70" dirty="0">
                <a:latin typeface="Segoe UI"/>
                <a:cs typeface="Segoe UI"/>
              </a:rPr>
              <a:t> </a:t>
            </a:r>
            <a:r>
              <a:rPr lang="fr-FR" sz="2400" dirty="0">
                <a:latin typeface="Segoe UI"/>
                <a:cs typeface="Segoe UI"/>
              </a:rPr>
              <a:t>est</a:t>
            </a:r>
            <a:r>
              <a:rPr lang="fr-FR" sz="2400" spc="-50" dirty="0">
                <a:latin typeface="Segoe UI"/>
                <a:cs typeface="Segoe UI"/>
              </a:rPr>
              <a:t> </a:t>
            </a:r>
            <a:r>
              <a:rPr lang="fr-FR" sz="2400" dirty="0">
                <a:latin typeface="Segoe UI"/>
                <a:cs typeface="Segoe UI"/>
              </a:rPr>
              <a:t>analysée</a:t>
            </a:r>
            <a:r>
              <a:rPr lang="fr-FR" sz="2400" spc="-55" dirty="0">
                <a:latin typeface="Segoe UI"/>
                <a:cs typeface="Segoe UI"/>
              </a:rPr>
              <a:t> </a:t>
            </a:r>
            <a:r>
              <a:rPr lang="fr-FR" sz="2400" spc="-50" dirty="0">
                <a:latin typeface="Segoe UI"/>
                <a:cs typeface="Segoe UI"/>
              </a:rPr>
              <a:t>:</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dirty="0">
                <a:latin typeface="Segoe UI"/>
                <a:cs typeface="Segoe UI"/>
              </a:rPr>
              <a:t>Quel</a:t>
            </a:r>
            <a:r>
              <a:rPr lang="fr-FR" sz="2000" spc="-65" dirty="0">
                <a:latin typeface="Segoe UI"/>
                <a:cs typeface="Segoe UI"/>
              </a:rPr>
              <a:t> </a:t>
            </a:r>
            <a:r>
              <a:rPr lang="fr-FR" sz="2000" dirty="0">
                <a:latin typeface="Segoe UI"/>
                <a:cs typeface="Segoe UI"/>
              </a:rPr>
              <a:t>contrôleur</a:t>
            </a:r>
            <a:r>
              <a:rPr lang="fr-FR" sz="2000" spc="-65" dirty="0">
                <a:latin typeface="Segoe UI"/>
                <a:cs typeface="Segoe UI"/>
              </a:rPr>
              <a:t> </a:t>
            </a:r>
            <a:r>
              <a:rPr lang="fr-FR" sz="2000" spc="-50" dirty="0">
                <a:latin typeface="Segoe UI"/>
                <a:cs typeface="Segoe UI"/>
              </a:rPr>
              <a:t>?</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Quelle</a:t>
            </a:r>
            <a:r>
              <a:rPr lang="fr-FR" sz="2000" spc="-25" dirty="0">
                <a:latin typeface="Segoe UI"/>
                <a:cs typeface="Segoe UI"/>
              </a:rPr>
              <a:t> </a:t>
            </a:r>
            <a:r>
              <a:rPr lang="fr-FR" sz="2000" dirty="0">
                <a:latin typeface="Segoe UI"/>
                <a:cs typeface="Segoe UI"/>
              </a:rPr>
              <a:t>action</a:t>
            </a:r>
            <a:r>
              <a:rPr lang="fr-FR" sz="2000" spc="-25" dirty="0">
                <a:latin typeface="Segoe UI"/>
                <a:cs typeface="Segoe UI"/>
              </a:rPr>
              <a:t> </a:t>
            </a:r>
            <a:r>
              <a:rPr lang="fr-FR" sz="2000" spc="-50" dirty="0">
                <a:latin typeface="Segoe UI"/>
                <a:cs typeface="Segoe UI"/>
              </a:rPr>
              <a:t>?</a:t>
            </a:r>
            <a:endParaRPr lang="fr-FR" sz="2000" dirty="0">
              <a:latin typeface="Segoe UI"/>
              <a:cs typeface="Segoe UI"/>
            </a:endParaRPr>
          </a:p>
          <a:p>
            <a:pPr marL="698500" lvl="1" indent="-228600">
              <a:lnSpc>
                <a:spcPct val="100000"/>
              </a:lnSpc>
              <a:spcBef>
                <a:spcPts val="254"/>
              </a:spcBef>
              <a:buClr>
                <a:srgbClr val="391778"/>
              </a:buClr>
              <a:buFont typeface="Arial"/>
              <a:buChar char="•"/>
              <a:tabLst>
                <a:tab pos="698500" algn="l"/>
              </a:tabLst>
            </a:pPr>
            <a:r>
              <a:rPr lang="fr-FR" sz="2000" dirty="0">
                <a:latin typeface="Segoe UI"/>
                <a:cs typeface="Segoe UI"/>
              </a:rPr>
              <a:t>Quel</a:t>
            </a:r>
            <a:r>
              <a:rPr lang="fr-FR" sz="2000" spc="-35" dirty="0">
                <a:latin typeface="Segoe UI"/>
                <a:cs typeface="Segoe UI"/>
              </a:rPr>
              <a:t> </a:t>
            </a:r>
            <a:r>
              <a:rPr lang="fr-FR" sz="2000" dirty="0">
                <a:latin typeface="Segoe UI"/>
                <a:cs typeface="Segoe UI"/>
              </a:rPr>
              <a:t>type</a:t>
            </a:r>
            <a:r>
              <a:rPr lang="fr-FR" sz="2000" spc="-65" dirty="0">
                <a:latin typeface="Segoe UI"/>
                <a:cs typeface="Segoe UI"/>
              </a:rPr>
              <a:t> </a:t>
            </a:r>
            <a:r>
              <a:rPr lang="fr-FR" sz="2000" dirty="0">
                <a:latin typeface="Segoe UI"/>
                <a:cs typeface="Segoe UI"/>
              </a:rPr>
              <a:t>de</a:t>
            </a:r>
            <a:r>
              <a:rPr lang="fr-FR" sz="2000" spc="-25" dirty="0">
                <a:latin typeface="Segoe UI"/>
                <a:cs typeface="Segoe UI"/>
              </a:rPr>
              <a:t> </a:t>
            </a:r>
            <a:r>
              <a:rPr lang="fr-FR" sz="2000" dirty="0">
                <a:latin typeface="Segoe UI"/>
                <a:cs typeface="Segoe UI"/>
              </a:rPr>
              <a:t>requête</a:t>
            </a:r>
            <a:r>
              <a:rPr lang="fr-FR" sz="2000" spc="-45" dirty="0">
                <a:latin typeface="Segoe UI"/>
                <a:cs typeface="Segoe UI"/>
              </a:rPr>
              <a:t> </a:t>
            </a:r>
            <a:r>
              <a:rPr lang="fr-FR" sz="2000" spc="-50" dirty="0">
                <a:latin typeface="Segoe UI"/>
                <a:cs typeface="Segoe UI"/>
              </a:rPr>
              <a:t>?</a:t>
            </a:r>
            <a:endParaRPr lang="fr-FR" sz="2000" dirty="0">
              <a:latin typeface="Segoe UI"/>
              <a:cs typeface="Segoe UI"/>
            </a:endParaRPr>
          </a:p>
          <a:p>
            <a:pPr marL="698500" lvl="1" indent="-228600">
              <a:lnSpc>
                <a:spcPct val="100000"/>
              </a:lnSpc>
              <a:spcBef>
                <a:spcPts val="260"/>
              </a:spcBef>
              <a:buClr>
                <a:srgbClr val="391778"/>
              </a:buClr>
              <a:buFont typeface="Arial"/>
              <a:buChar char="•"/>
              <a:tabLst>
                <a:tab pos="698500" algn="l"/>
              </a:tabLst>
            </a:pPr>
            <a:r>
              <a:rPr lang="fr-FR" sz="2000" spc="-10" dirty="0">
                <a:latin typeface="Segoe UI"/>
                <a:cs typeface="Segoe UI"/>
              </a:rPr>
              <a:t>Paramètres</a:t>
            </a:r>
            <a:r>
              <a:rPr lang="fr-FR" sz="2000" spc="-35" dirty="0">
                <a:latin typeface="Segoe UI"/>
                <a:cs typeface="Segoe UI"/>
              </a:rPr>
              <a:t> </a:t>
            </a:r>
            <a:r>
              <a:rPr lang="fr-FR" sz="2000" dirty="0">
                <a:latin typeface="Segoe UI"/>
                <a:cs typeface="Segoe UI"/>
              </a:rPr>
              <a:t>?</a:t>
            </a:r>
            <a:r>
              <a:rPr lang="fr-FR" sz="2000" spc="-10" dirty="0">
                <a:latin typeface="Segoe UI"/>
                <a:cs typeface="Segoe UI"/>
              </a:rPr>
              <a:t> </a:t>
            </a:r>
            <a:r>
              <a:rPr lang="fr-FR" sz="2000" dirty="0">
                <a:latin typeface="Segoe UI"/>
                <a:cs typeface="Segoe UI"/>
              </a:rPr>
              <a:t>Corps</a:t>
            </a:r>
            <a:r>
              <a:rPr lang="fr-FR" sz="2000" spc="-10" dirty="0">
                <a:latin typeface="Segoe UI"/>
                <a:cs typeface="Segoe UI"/>
              </a:rPr>
              <a:t> </a:t>
            </a:r>
            <a:r>
              <a:rPr lang="fr-FR" sz="2000" dirty="0">
                <a:latin typeface="Segoe UI"/>
                <a:cs typeface="Segoe UI"/>
              </a:rPr>
              <a:t>du</a:t>
            </a:r>
            <a:r>
              <a:rPr lang="fr-FR" sz="2000" spc="-5" dirty="0">
                <a:latin typeface="Segoe UI"/>
                <a:cs typeface="Segoe UI"/>
              </a:rPr>
              <a:t> </a:t>
            </a:r>
            <a:r>
              <a:rPr lang="fr-FR" sz="2000" dirty="0">
                <a:latin typeface="Segoe UI"/>
                <a:cs typeface="Segoe UI"/>
              </a:rPr>
              <a:t>message</a:t>
            </a:r>
            <a:r>
              <a:rPr lang="fr-FR" sz="2000" spc="-20" dirty="0">
                <a:latin typeface="Segoe UI"/>
                <a:cs typeface="Segoe UI"/>
              </a:rPr>
              <a:t> </a:t>
            </a:r>
            <a:r>
              <a:rPr lang="fr-FR" sz="2000" spc="-50" dirty="0">
                <a:latin typeface="Segoe UI"/>
                <a:cs typeface="Segoe UI"/>
              </a:rPr>
              <a:t>?</a:t>
            </a:r>
            <a:endParaRPr lang="fr-FR" sz="2000" dirty="0">
              <a:latin typeface="Segoe UI"/>
              <a:cs typeface="Segoe UI"/>
            </a:endParaRPr>
          </a:p>
          <a:p>
            <a:pPr lvl="1">
              <a:lnSpc>
                <a:spcPct val="100000"/>
              </a:lnSpc>
              <a:spcBef>
                <a:spcPts val="700"/>
              </a:spcBef>
              <a:buClr>
                <a:srgbClr val="391778"/>
              </a:buClr>
              <a:buFont typeface="Arial"/>
              <a:buChar char="•"/>
            </a:pPr>
            <a:endParaRPr lang="fr-FR" sz="2000" dirty="0">
              <a:latin typeface="Segoe UI"/>
              <a:cs typeface="Segoe UI"/>
            </a:endParaRPr>
          </a:p>
          <a:p>
            <a:pPr marL="240029" indent="-227329">
              <a:lnSpc>
                <a:spcPct val="100000"/>
              </a:lnSpc>
              <a:buClr>
                <a:srgbClr val="391778"/>
              </a:buClr>
              <a:buFont typeface="Arial"/>
              <a:buChar char="•"/>
              <a:tabLst>
                <a:tab pos="240029" algn="l"/>
              </a:tabLst>
            </a:pPr>
            <a:r>
              <a:rPr lang="fr-FR" sz="2400" dirty="0">
                <a:latin typeface="Segoe UI"/>
                <a:cs typeface="Segoe UI"/>
              </a:rPr>
              <a:t>Le</a:t>
            </a:r>
            <a:r>
              <a:rPr lang="fr-FR" sz="2400" spc="-50" dirty="0">
                <a:latin typeface="Segoe UI"/>
                <a:cs typeface="Segoe UI"/>
              </a:rPr>
              <a:t> </a:t>
            </a:r>
            <a:r>
              <a:rPr lang="fr-FR" sz="2400" dirty="0">
                <a:latin typeface="Segoe UI"/>
                <a:cs typeface="Segoe UI"/>
              </a:rPr>
              <a:t>«</a:t>
            </a:r>
            <a:r>
              <a:rPr lang="fr-FR" sz="2400" spc="-55" dirty="0">
                <a:latin typeface="Segoe UI"/>
                <a:cs typeface="Segoe UI"/>
              </a:rPr>
              <a:t> </a:t>
            </a:r>
            <a:r>
              <a:rPr lang="fr-FR" sz="2400" dirty="0" err="1">
                <a:latin typeface="Segoe UI"/>
                <a:cs typeface="Segoe UI"/>
              </a:rPr>
              <a:t>Routing</a:t>
            </a:r>
            <a:r>
              <a:rPr lang="fr-FR" sz="2400" spc="-15" dirty="0">
                <a:latin typeface="Segoe UI"/>
                <a:cs typeface="Segoe UI"/>
              </a:rPr>
              <a:t> </a:t>
            </a:r>
            <a:r>
              <a:rPr lang="fr-FR" sz="2400" dirty="0">
                <a:latin typeface="Segoe UI"/>
                <a:cs typeface="Segoe UI"/>
              </a:rPr>
              <a:t>Engine</a:t>
            </a:r>
            <a:r>
              <a:rPr lang="fr-FR" sz="2400" spc="-30" dirty="0">
                <a:latin typeface="Segoe UI"/>
                <a:cs typeface="Segoe UI"/>
              </a:rPr>
              <a:t> </a:t>
            </a:r>
            <a:r>
              <a:rPr lang="fr-FR" sz="2400" dirty="0">
                <a:latin typeface="Segoe UI"/>
                <a:cs typeface="Segoe UI"/>
              </a:rPr>
              <a:t>»</a:t>
            </a:r>
            <a:r>
              <a:rPr lang="fr-FR" sz="2400" spc="-50" dirty="0">
                <a:latin typeface="Segoe UI"/>
                <a:cs typeface="Segoe UI"/>
              </a:rPr>
              <a:t> </a:t>
            </a:r>
            <a:r>
              <a:rPr lang="fr-FR" sz="2400" dirty="0">
                <a:latin typeface="Segoe UI"/>
                <a:cs typeface="Segoe UI"/>
              </a:rPr>
              <a:t>va</a:t>
            </a:r>
            <a:r>
              <a:rPr lang="fr-FR" sz="2400" spc="-35" dirty="0">
                <a:latin typeface="Segoe UI"/>
                <a:cs typeface="Segoe UI"/>
              </a:rPr>
              <a:t> </a:t>
            </a:r>
            <a:r>
              <a:rPr lang="fr-FR" sz="2400" dirty="0">
                <a:latin typeface="Segoe UI"/>
                <a:cs typeface="Segoe UI"/>
              </a:rPr>
              <a:t>définir</a:t>
            </a:r>
            <a:r>
              <a:rPr lang="fr-FR" sz="2400" spc="-35" dirty="0">
                <a:latin typeface="Segoe UI"/>
                <a:cs typeface="Segoe UI"/>
              </a:rPr>
              <a:t> </a:t>
            </a:r>
            <a:r>
              <a:rPr lang="fr-FR" sz="2400" dirty="0">
                <a:latin typeface="Segoe UI"/>
                <a:cs typeface="Segoe UI"/>
              </a:rPr>
              <a:t>nombre</a:t>
            </a:r>
            <a:r>
              <a:rPr lang="fr-FR" sz="2400" spc="-50" dirty="0">
                <a:latin typeface="Segoe UI"/>
                <a:cs typeface="Segoe UI"/>
              </a:rPr>
              <a:t> </a:t>
            </a:r>
            <a:r>
              <a:rPr lang="fr-FR" sz="2400" dirty="0">
                <a:latin typeface="Segoe UI"/>
                <a:cs typeface="Segoe UI"/>
              </a:rPr>
              <a:t>de</a:t>
            </a:r>
            <a:r>
              <a:rPr lang="fr-FR" sz="2400" spc="-50" dirty="0">
                <a:latin typeface="Segoe UI"/>
                <a:cs typeface="Segoe UI"/>
              </a:rPr>
              <a:t> </a:t>
            </a:r>
            <a:r>
              <a:rPr lang="fr-FR" sz="2400" dirty="0">
                <a:latin typeface="Segoe UI"/>
                <a:cs typeface="Segoe UI"/>
              </a:rPr>
              <a:t>ces</a:t>
            </a:r>
            <a:r>
              <a:rPr lang="fr-FR" sz="2400" spc="-55" dirty="0">
                <a:latin typeface="Segoe UI"/>
                <a:cs typeface="Segoe UI"/>
              </a:rPr>
              <a:t> </a:t>
            </a:r>
            <a:r>
              <a:rPr lang="fr-FR" sz="2400" spc="-10" dirty="0">
                <a:latin typeface="Segoe UI"/>
                <a:cs typeface="Segoe UI"/>
              </a:rPr>
              <a:t>éléments</a:t>
            </a:r>
            <a:endParaRPr lang="fr-FR" sz="2400" dirty="0">
              <a:latin typeface="Segoe UI"/>
              <a:cs typeface="Segoe UI"/>
            </a:endParaRPr>
          </a:p>
          <a:p>
            <a:pPr>
              <a:lnSpc>
                <a:spcPct val="100000"/>
              </a:lnSpc>
              <a:spcBef>
                <a:spcPts val="1115"/>
              </a:spcBef>
              <a:buClr>
                <a:srgbClr val="391778"/>
              </a:buClr>
              <a:buFont typeface="Arial"/>
              <a:buChar char="•"/>
            </a:pPr>
            <a:endParaRPr lang="fr-FR" sz="2400" dirty="0">
              <a:latin typeface="Segoe UI"/>
              <a:cs typeface="Segoe UI"/>
            </a:endParaRPr>
          </a:p>
          <a:p>
            <a:pPr marL="240029" indent="-227329">
              <a:lnSpc>
                <a:spcPct val="100000"/>
              </a:lnSpc>
              <a:buClr>
                <a:srgbClr val="391778"/>
              </a:buClr>
              <a:buFont typeface="Arial"/>
              <a:buChar char="•"/>
              <a:tabLst>
                <a:tab pos="240029" algn="l"/>
              </a:tabLst>
            </a:pPr>
            <a:r>
              <a:rPr lang="fr-FR" sz="2400" dirty="0">
                <a:latin typeface="Segoe UI"/>
                <a:cs typeface="Segoe UI"/>
              </a:rPr>
              <a:t>Les</a:t>
            </a:r>
            <a:r>
              <a:rPr lang="fr-FR" sz="2400" spc="-75" dirty="0">
                <a:latin typeface="Segoe UI"/>
                <a:cs typeface="Segoe UI"/>
              </a:rPr>
              <a:t> </a:t>
            </a:r>
            <a:r>
              <a:rPr lang="fr-FR" sz="2400" dirty="0">
                <a:latin typeface="Segoe UI"/>
                <a:cs typeface="Segoe UI"/>
              </a:rPr>
              <a:t>informations</a:t>
            </a:r>
            <a:r>
              <a:rPr lang="fr-FR" sz="2400" spc="-20" dirty="0">
                <a:latin typeface="Segoe UI"/>
                <a:cs typeface="Segoe UI"/>
              </a:rPr>
              <a:t> </a:t>
            </a:r>
            <a:r>
              <a:rPr lang="fr-FR" sz="2400" dirty="0">
                <a:latin typeface="Segoe UI"/>
                <a:cs typeface="Segoe UI"/>
              </a:rPr>
              <a:t>sont</a:t>
            </a:r>
            <a:r>
              <a:rPr lang="fr-FR" sz="2400" spc="-45" dirty="0">
                <a:latin typeface="Segoe UI"/>
                <a:cs typeface="Segoe UI"/>
              </a:rPr>
              <a:t> </a:t>
            </a:r>
            <a:r>
              <a:rPr lang="fr-FR" sz="2400" dirty="0">
                <a:latin typeface="Segoe UI"/>
                <a:cs typeface="Segoe UI"/>
              </a:rPr>
              <a:t>alors</a:t>
            </a:r>
            <a:r>
              <a:rPr lang="fr-FR" sz="2400" spc="-40" dirty="0">
                <a:latin typeface="Segoe UI"/>
                <a:cs typeface="Segoe UI"/>
              </a:rPr>
              <a:t> </a:t>
            </a:r>
            <a:r>
              <a:rPr lang="fr-FR" sz="2400" dirty="0">
                <a:latin typeface="Segoe UI"/>
                <a:cs typeface="Segoe UI"/>
              </a:rPr>
              <a:t>fournies</a:t>
            </a:r>
            <a:r>
              <a:rPr lang="fr-FR" sz="2400" spc="-40" dirty="0">
                <a:latin typeface="Segoe UI"/>
                <a:cs typeface="Segoe UI"/>
              </a:rPr>
              <a:t> </a:t>
            </a:r>
            <a:r>
              <a:rPr lang="fr-FR" sz="2400" dirty="0">
                <a:latin typeface="Segoe UI"/>
                <a:cs typeface="Segoe UI"/>
              </a:rPr>
              <a:t>au</a:t>
            </a:r>
            <a:r>
              <a:rPr lang="fr-FR" sz="2400" spc="-40" dirty="0">
                <a:latin typeface="Segoe UI"/>
                <a:cs typeface="Segoe UI"/>
              </a:rPr>
              <a:t> </a:t>
            </a:r>
            <a:r>
              <a:rPr lang="fr-FR" sz="2400" dirty="0">
                <a:latin typeface="Segoe UI"/>
                <a:cs typeface="Segoe UI"/>
              </a:rPr>
              <a:t>«</a:t>
            </a:r>
            <a:r>
              <a:rPr lang="fr-FR" sz="2400" spc="-35" dirty="0">
                <a:latin typeface="Segoe UI"/>
                <a:cs typeface="Segoe UI"/>
              </a:rPr>
              <a:t> </a:t>
            </a:r>
            <a:r>
              <a:rPr lang="fr-FR" sz="2400" dirty="0" err="1">
                <a:latin typeface="Segoe UI"/>
                <a:cs typeface="Segoe UI"/>
              </a:rPr>
              <a:t>MvcHandler</a:t>
            </a:r>
            <a:r>
              <a:rPr lang="fr-FR" sz="2400" spc="-55" dirty="0">
                <a:latin typeface="Segoe UI"/>
                <a:cs typeface="Segoe UI"/>
              </a:rPr>
              <a:t> </a:t>
            </a:r>
            <a:r>
              <a:rPr lang="fr-FR" sz="2400" spc="-50" dirty="0">
                <a:latin typeface="Segoe UI"/>
                <a:cs typeface="Segoe UI"/>
              </a:rPr>
              <a:t>»</a:t>
            </a:r>
            <a:endParaRPr lang="fr-FR" sz="2400" dirty="0">
              <a:latin typeface="Segoe UI"/>
              <a:cs typeface="Segoe UI"/>
            </a:endParaRPr>
          </a:p>
          <a:p>
            <a:pPr marL="342900" indent="-342900">
              <a:buFont typeface="Arial" panose="020B0604020202020204" pitchFamily="34" charset="0"/>
              <a:buChar char="•"/>
            </a:pPr>
            <a:endParaRPr lang="fr-FR" sz="2400" dirty="0"/>
          </a:p>
        </p:txBody>
      </p:sp>
    </p:spTree>
    <p:extLst>
      <p:ext uri="{BB962C8B-B14F-4D97-AF65-F5344CB8AC3E}">
        <p14:creationId xmlns:p14="http://schemas.microsoft.com/office/powerpoint/2010/main" val="20184847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334520"/>
          </a:xfrm>
          <a:prstGeom prst="rect">
            <a:avLst/>
          </a:prstGeom>
          <a:noFill/>
        </p:spPr>
        <p:txBody>
          <a:bodyPr wrap="square" rtlCol="0">
            <a:spAutoFit/>
          </a:bodyPr>
          <a:lstStyle/>
          <a:p>
            <a:r>
              <a:rPr lang="fr-FR" sz="2400" b="1" dirty="0"/>
              <a:t>Cycle de vie dans MVC</a:t>
            </a:r>
          </a:p>
          <a:p>
            <a:endParaRPr lang="fr-FR" sz="2400" dirty="0"/>
          </a:p>
          <a:p>
            <a:pPr marL="240029" indent="-227329">
              <a:lnSpc>
                <a:spcPct val="100000"/>
              </a:lnSpc>
              <a:spcBef>
                <a:spcPts val="100"/>
              </a:spcBef>
              <a:buClr>
                <a:srgbClr val="391778"/>
              </a:buClr>
              <a:buFont typeface="Arial"/>
              <a:buChar char="•"/>
              <a:tabLst>
                <a:tab pos="240029" algn="l"/>
              </a:tabLst>
            </a:pPr>
            <a:r>
              <a:rPr lang="fr-FR" sz="2400" dirty="0">
                <a:latin typeface="Segoe UI"/>
                <a:cs typeface="Segoe UI"/>
              </a:rPr>
              <a:t>Le</a:t>
            </a:r>
            <a:r>
              <a:rPr lang="fr-FR" sz="2400" spc="-55" dirty="0">
                <a:latin typeface="Segoe UI"/>
                <a:cs typeface="Segoe UI"/>
              </a:rPr>
              <a:t> </a:t>
            </a:r>
            <a:r>
              <a:rPr lang="fr-FR" sz="2400" dirty="0">
                <a:latin typeface="Segoe UI"/>
                <a:cs typeface="Segoe UI"/>
              </a:rPr>
              <a:t>contrôleur</a:t>
            </a:r>
            <a:r>
              <a:rPr lang="fr-FR" sz="2400" spc="-15" dirty="0">
                <a:latin typeface="Segoe UI"/>
                <a:cs typeface="Segoe UI"/>
              </a:rPr>
              <a:t> </a:t>
            </a:r>
            <a:r>
              <a:rPr lang="fr-FR" sz="2400" dirty="0">
                <a:latin typeface="Segoe UI"/>
                <a:cs typeface="Segoe UI"/>
              </a:rPr>
              <a:t>est</a:t>
            </a:r>
            <a:r>
              <a:rPr lang="fr-FR" sz="2400" spc="-55" dirty="0">
                <a:latin typeface="Segoe UI"/>
                <a:cs typeface="Segoe UI"/>
              </a:rPr>
              <a:t> </a:t>
            </a:r>
            <a:r>
              <a:rPr lang="fr-FR" sz="2400" dirty="0">
                <a:latin typeface="Segoe UI"/>
                <a:cs typeface="Segoe UI"/>
              </a:rPr>
              <a:t>choisi</a:t>
            </a:r>
            <a:r>
              <a:rPr lang="fr-FR" sz="2400" spc="-25" dirty="0">
                <a:latin typeface="Segoe UI"/>
                <a:cs typeface="Segoe UI"/>
              </a:rPr>
              <a:t> </a:t>
            </a:r>
            <a:r>
              <a:rPr lang="fr-FR" sz="2400" dirty="0">
                <a:latin typeface="Segoe UI"/>
                <a:cs typeface="Segoe UI"/>
              </a:rPr>
              <a:t>en</a:t>
            </a:r>
            <a:r>
              <a:rPr lang="fr-FR" sz="2400" spc="-55" dirty="0">
                <a:latin typeface="Segoe UI"/>
                <a:cs typeface="Segoe UI"/>
              </a:rPr>
              <a:t> </a:t>
            </a:r>
            <a:r>
              <a:rPr lang="fr-FR" sz="2400" dirty="0">
                <a:latin typeface="Segoe UI"/>
                <a:cs typeface="Segoe UI"/>
              </a:rPr>
              <a:t>fonction</a:t>
            </a:r>
            <a:r>
              <a:rPr lang="fr-FR" sz="2400" spc="-15" dirty="0">
                <a:latin typeface="Segoe UI"/>
                <a:cs typeface="Segoe UI"/>
              </a:rPr>
              <a:t> </a:t>
            </a:r>
            <a:r>
              <a:rPr lang="fr-FR" sz="2400" dirty="0">
                <a:latin typeface="Segoe UI"/>
                <a:cs typeface="Segoe UI"/>
              </a:rPr>
              <a:t>de</a:t>
            </a:r>
            <a:r>
              <a:rPr lang="fr-FR" sz="2400" spc="-55" dirty="0">
                <a:latin typeface="Segoe UI"/>
                <a:cs typeface="Segoe UI"/>
              </a:rPr>
              <a:t> </a:t>
            </a:r>
            <a:r>
              <a:rPr lang="fr-FR" sz="2400" dirty="0">
                <a:latin typeface="Segoe UI"/>
                <a:cs typeface="Segoe UI"/>
              </a:rPr>
              <a:t>la</a:t>
            </a:r>
            <a:r>
              <a:rPr lang="fr-FR" sz="2400" spc="-45" dirty="0">
                <a:latin typeface="Segoe UI"/>
                <a:cs typeface="Segoe UI"/>
              </a:rPr>
              <a:t> </a:t>
            </a:r>
            <a:r>
              <a:rPr lang="fr-FR" sz="2400" dirty="0">
                <a:latin typeface="Segoe UI"/>
                <a:cs typeface="Segoe UI"/>
              </a:rPr>
              <a:t>route</a:t>
            </a:r>
            <a:r>
              <a:rPr lang="fr-FR" sz="2400" spc="-35" dirty="0">
                <a:latin typeface="Segoe UI"/>
                <a:cs typeface="Segoe UI"/>
              </a:rPr>
              <a:t> </a:t>
            </a:r>
            <a:r>
              <a:rPr lang="fr-FR" sz="2400" spc="-20" dirty="0">
                <a:latin typeface="Segoe UI"/>
                <a:cs typeface="Segoe UI"/>
              </a:rPr>
              <a:t>(url)</a:t>
            </a:r>
            <a:endParaRPr lang="fr-FR" sz="2400" dirty="0">
              <a:latin typeface="Segoe UI"/>
              <a:cs typeface="Segoe UI"/>
            </a:endParaRPr>
          </a:p>
          <a:p>
            <a:pPr>
              <a:lnSpc>
                <a:spcPct val="100000"/>
              </a:lnSpc>
              <a:spcBef>
                <a:spcPts val="1105"/>
              </a:spcBef>
              <a:buClr>
                <a:srgbClr val="391778"/>
              </a:buClr>
              <a:buFont typeface="Arial"/>
              <a:buChar char="•"/>
            </a:pPr>
            <a:endParaRPr lang="fr-FR" sz="2400" dirty="0">
              <a:latin typeface="Segoe UI"/>
              <a:cs typeface="Segoe UI"/>
            </a:endParaRPr>
          </a:p>
          <a:p>
            <a:pPr marL="240029" indent="-227329">
              <a:lnSpc>
                <a:spcPts val="2735"/>
              </a:lnSpc>
              <a:buClr>
                <a:srgbClr val="391778"/>
              </a:buClr>
              <a:buFont typeface="Arial"/>
              <a:buChar char="•"/>
              <a:tabLst>
                <a:tab pos="240029" algn="l"/>
              </a:tabLst>
            </a:pPr>
            <a:r>
              <a:rPr lang="fr-FR" sz="2400" spc="-30" dirty="0">
                <a:latin typeface="Segoe UI"/>
                <a:cs typeface="Segoe UI"/>
              </a:rPr>
              <a:t>L’action </a:t>
            </a:r>
            <a:r>
              <a:rPr lang="fr-FR" sz="2400" dirty="0">
                <a:latin typeface="Segoe UI"/>
                <a:cs typeface="Segoe UI"/>
              </a:rPr>
              <a:t>(ou</a:t>
            </a:r>
            <a:r>
              <a:rPr lang="fr-FR" sz="2400" spc="-40" dirty="0">
                <a:latin typeface="Segoe UI"/>
                <a:cs typeface="Segoe UI"/>
              </a:rPr>
              <a:t> </a:t>
            </a:r>
            <a:r>
              <a:rPr lang="fr-FR" sz="2400" dirty="0">
                <a:latin typeface="Segoe UI"/>
                <a:cs typeface="Segoe UI"/>
              </a:rPr>
              <a:t>méthode</a:t>
            </a:r>
            <a:r>
              <a:rPr lang="fr-FR" sz="2400" spc="-60" dirty="0">
                <a:latin typeface="Segoe UI"/>
                <a:cs typeface="Segoe UI"/>
              </a:rPr>
              <a:t> </a:t>
            </a:r>
            <a:r>
              <a:rPr lang="fr-FR" sz="2400" dirty="0">
                <a:latin typeface="Segoe UI"/>
                <a:cs typeface="Segoe UI"/>
              </a:rPr>
              <a:t>du</a:t>
            </a:r>
            <a:r>
              <a:rPr lang="fr-FR" sz="2400" spc="-55" dirty="0">
                <a:latin typeface="Segoe UI"/>
                <a:cs typeface="Segoe UI"/>
              </a:rPr>
              <a:t> </a:t>
            </a:r>
            <a:r>
              <a:rPr lang="fr-FR" sz="2400" dirty="0">
                <a:latin typeface="Segoe UI"/>
                <a:cs typeface="Segoe UI"/>
              </a:rPr>
              <a:t>contrôleur)</a:t>
            </a:r>
            <a:r>
              <a:rPr lang="fr-FR" sz="2400" spc="-10" dirty="0">
                <a:latin typeface="Segoe UI"/>
                <a:cs typeface="Segoe UI"/>
              </a:rPr>
              <a:t> </a:t>
            </a:r>
            <a:r>
              <a:rPr lang="fr-FR" sz="2400" dirty="0">
                <a:latin typeface="Segoe UI"/>
                <a:cs typeface="Segoe UI"/>
              </a:rPr>
              <a:t>est</a:t>
            </a:r>
            <a:r>
              <a:rPr lang="fr-FR" sz="2400" spc="-70" dirty="0">
                <a:latin typeface="Segoe UI"/>
                <a:cs typeface="Segoe UI"/>
              </a:rPr>
              <a:t> </a:t>
            </a:r>
            <a:r>
              <a:rPr lang="fr-FR" sz="2400" dirty="0">
                <a:latin typeface="Segoe UI"/>
                <a:cs typeface="Segoe UI"/>
              </a:rPr>
              <a:t>choisie</a:t>
            </a:r>
            <a:r>
              <a:rPr lang="fr-FR" sz="2400" spc="-10" dirty="0">
                <a:latin typeface="Segoe UI"/>
                <a:cs typeface="Segoe UI"/>
              </a:rPr>
              <a:t> </a:t>
            </a:r>
            <a:r>
              <a:rPr lang="fr-FR" sz="2400" dirty="0">
                <a:latin typeface="Segoe UI"/>
                <a:cs typeface="Segoe UI"/>
              </a:rPr>
              <a:t>en</a:t>
            </a:r>
            <a:r>
              <a:rPr lang="fr-FR" sz="2400" spc="-60" dirty="0">
                <a:latin typeface="Segoe UI"/>
                <a:cs typeface="Segoe UI"/>
              </a:rPr>
              <a:t> </a:t>
            </a:r>
            <a:r>
              <a:rPr lang="fr-FR" sz="2400" dirty="0">
                <a:latin typeface="Segoe UI"/>
                <a:cs typeface="Segoe UI"/>
              </a:rPr>
              <a:t>fonction</a:t>
            </a:r>
            <a:r>
              <a:rPr lang="fr-FR" sz="2400" spc="-30" dirty="0">
                <a:latin typeface="Segoe UI"/>
                <a:cs typeface="Segoe UI"/>
              </a:rPr>
              <a:t> </a:t>
            </a:r>
            <a:r>
              <a:rPr lang="fr-FR" sz="2400" dirty="0">
                <a:latin typeface="Segoe UI"/>
                <a:cs typeface="Segoe UI"/>
              </a:rPr>
              <a:t>du</a:t>
            </a:r>
            <a:r>
              <a:rPr lang="fr-FR" sz="2400" spc="-45" dirty="0">
                <a:latin typeface="Segoe UI"/>
                <a:cs typeface="Segoe UI"/>
              </a:rPr>
              <a:t> </a:t>
            </a:r>
            <a:r>
              <a:rPr lang="fr-FR" sz="2400" spc="-10" dirty="0">
                <a:latin typeface="Segoe UI"/>
                <a:cs typeface="Segoe UI"/>
              </a:rPr>
              <a:t>verbe</a:t>
            </a:r>
            <a:endParaRPr lang="fr-FR" sz="2400" dirty="0">
              <a:latin typeface="Segoe UI"/>
              <a:cs typeface="Segoe UI"/>
            </a:endParaRPr>
          </a:p>
          <a:p>
            <a:pPr marL="241300">
              <a:lnSpc>
                <a:spcPts val="2735"/>
              </a:lnSpc>
            </a:pPr>
            <a:r>
              <a:rPr lang="fr-FR" sz="2400" dirty="0">
                <a:latin typeface="Segoe UI"/>
                <a:cs typeface="Segoe UI"/>
              </a:rPr>
              <a:t>HTTP</a:t>
            </a:r>
            <a:r>
              <a:rPr lang="fr-FR" sz="2400" spc="-10" dirty="0">
                <a:latin typeface="Segoe UI"/>
                <a:cs typeface="Segoe UI"/>
              </a:rPr>
              <a:t> </a:t>
            </a:r>
            <a:r>
              <a:rPr lang="fr-FR" sz="2400" dirty="0">
                <a:latin typeface="Segoe UI"/>
                <a:cs typeface="Segoe UI"/>
              </a:rPr>
              <a:t>utilisé</a:t>
            </a:r>
            <a:r>
              <a:rPr lang="fr-FR" sz="2400" spc="-10" dirty="0">
                <a:latin typeface="Segoe UI"/>
                <a:cs typeface="Segoe UI"/>
              </a:rPr>
              <a:t> </a:t>
            </a:r>
            <a:r>
              <a:rPr lang="fr-FR" sz="2400" dirty="0">
                <a:latin typeface="Segoe UI"/>
                <a:cs typeface="Segoe UI"/>
              </a:rPr>
              <a:t>et</a:t>
            </a:r>
            <a:r>
              <a:rPr lang="fr-FR" sz="2400" spc="-15" dirty="0">
                <a:latin typeface="Segoe UI"/>
                <a:cs typeface="Segoe UI"/>
              </a:rPr>
              <a:t> </a:t>
            </a:r>
            <a:r>
              <a:rPr lang="fr-FR" sz="2400" dirty="0">
                <a:latin typeface="Segoe UI"/>
                <a:cs typeface="Segoe UI"/>
              </a:rPr>
              <a:t>de</a:t>
            </a:r>
            <a:r>
              <a:rPr lang="fr-FR" sz="2400" spc="-25" dirty="0">
                <a:latin typeface="Segoe UI"/>
                <a:cs typeface="Segoe UI"/>
              </a:rPr>
              <a:t> </a:t>
            </a:r>
            <a:r>
              <a:rPr lang="fr-FR" sz="2400" dirty="0">
                <a:latin typeface="Segoe UI"/>
                <a:cs typeface="Segoe UI"/>
              </a:rPr>
              <a:t>la</a:t>
            </a:r>
            <a:r>
              <a:rPr lang="fr-FR" sz="2400" spc="-10" dirty="0">
                <a:latin typeface="Segoe UI"/>
                <a:cs typeface="Segoe UI"/>
              </a:rPr>
              <a:t> route</a:t>
            </a:r>
            <a:endParaRPr lang="fr-FR" sz="2400" dirty="0">
              <a:latin typeface="Segoe UI"/>
              <a:cs typeface="Segoe UI"/>
            </a:endParaRPr>
          </a:p>
          <a:p>
            <a:pPr>
              <a:lnSpc>
                <a:spcPct val="100000"/>
              </a:lnSpc>
              <a:spcBef>
                <a:spcPts val="1115"/>
              </a:spcBef>
            </a:pPr>
            <a:endParaRPr lang="fr-FR" sz="2400" dirty="0">
              <a:latin typeface="Segoe UI"/>
              <a:cs typeface="Segoe UI"/>
            </a:endParaRPr>
          </a:p>
          <a:p>
            <a:pPr marL="240029" indent="-227329">
              <a:lnSpc>
                <a:spcPct val="100000"/>
              </a:lnSpc>
              <a:spcBef>
                <a:spcPts val="5"/>
              </a:spcBef>
              <a:buClr>
                <a:srgbClr val="391778"/>
              </a:buClr>
              <a:buFont typeface="Arial"/>
              <a:buChar char="•"/>
              <a:tabLst>
                <a:tab pos="240029" algn="l"/>
              </a:tabLst>
            </a:pPr>
            <a:r>
              <a:rPr lang="fr-FR" sz="2400" dirty="0">
                <a:latin typeface="Segoe UI"/>
                <a:cs typeface="Segoe UI"/>
              </a:rPr>
              <a:t>Les</a:t>
            </a:r>
            <a:r>
              <a:rPr lang="fr-FR" sz="2400" spc="-75" dirty="0">
                <a:latin typeface="Segoe UI"/>
                <a:cs typeface="Segoe UI"/>
              </a:rPr>
              <a:t> </a:t>
            </a:r>
            <a:r>
              <a:rPr lang="fr-FR" sz="2400" dirty="0">
                <a:latin typeface="Segoe UI"/>
                <a:cs typeface="Segoe UI"/>
              </a:rPr>
              <a:t>paramètres</a:t>
            </a:r>
            <a:r>
              <a:rPr lang="fr-FR" sz="2400" spc="-70" dirty="0">
                <a:latin typeface="Segoe UI"/>
                <a:cs typeface="Segoe UI"/>
              </a:rPr>
              <a:t> </a:t>
            </a:r>
            <a:r>
              <a:rPr lang="fr-FR" sz="2400" dirty="0">
                <a:latin typeface="Segoe UI"/>
                <a:cs typeface="Segoe UI"/>
              </a:rPr>
              <a:t>de</a:t>
            </a:r>
            <a:r>
              <a:rPr lang="fr-FR" sz="2400" spc="-60" dirty="0">
                <a:latin typeface="Segoe UI"/>
                <a:cs typeface="Segoe UI"/>
              </a:rPr>
              <a:t> </a:t>
            </a:r>
            <a:r>
              <a:rPr lang="fr-FR" sz="2400" spc="-10" dirty="0">
                <a:latin typeface="Segoe UI"/>
                <a:cs typeface="Segoe UI"/>
              </a:rPr>
              <a:t>l’action</a:t>
            </a:r>
            <a:r>
              <a:rPr lang="fr-FR" sz="2400" spc="-15" dirty="0">
                <a:latin typeface="Segoe UI"/>
                <a:cs typeface="Segoe UI"/>
              </a:rPr>
              <a:t> </a:t>
            </a:r>
            <a:r>
              <a:rPr lang="fr-FR" sz="2400" dirty="0">
                <a:latin typeface="Segoe UI"/>
                <a:cs typeface="Segoe UI"/>
              </a:rPr>
              <a:t>sont</a:t>
            </a:r>
            <a:r>
              <a:rPr lang="fr-FR" sz="2400" spc="-60" dirty="0">
                <a:latin typeface="Segoe UI"/>
                <a:cs typeface="Segoe UI"/>
              </a:rPr>
              <a:t> </a:t>
            </a:r>
            <a:r>
              <a:rPr lang="fr-FR" sz="2400" dirty="0">
                <a:latin typeface="Segoe UI"/>
                <a:cs typeface="Segoe UI"/>
              </a:rPr>
              <a:t>fournis</a:t>
            </a:r>
            <a:r>
              <a:rPr lang="fr-FR" sz="2400" spc="-30" dirty="0">
                <a:latin typeface="Segoe UI"/>
                <a:cs typeface="Segoe UI"/>
              </a:rPr>
              <a:t> </a:t>
            </a:r>
            <a:r>
              <a:rPr lang="fr-FR" sz="2400" dirty="0">
                <a:latin typeface="Segoe UI"/>
                <a:cs typeface="Segoe UI"/>
              </a:rPr>
              <a:t>grâce</a:t>
            </a:r>
            <a:r>
              <a:rPr lang="fr-FR" sz="2400" spc="-55" dirty="0">
                <a:latin typeface="Segoe UI"/>
                <a:cs typeface="Segoe UI"/>
              </a:rPr>
              <a:t> </a:t>
            </a:r>
            <a:r>
              <a:rPr lang="fr-FR" sz="2400" dirty="0">
                <a:latin typeface="Segoe UI"/>
                <a:cs typeface="Segoe UI"/>
              </a:rPr>
              <a:t>aux</a:t>
            </a:r>
            <a:r>
              <a:rPr lang="fr-FR" sz="2400" spc="-55" dirty="0">
                <a:latin typeface="Segoe UI"/>
                <a:cs typeface="Segoe UI"/>
              </a:rPr>
              <a:t> </a:t>
            </a:r>
            <a:r>
              <a:rPr lang="fr-FR" sz="2400" dirty="0">
                <a:latin typeface="Segoe UI"/>
                <a:cs typeface="Segoe UI"/>
              </a:rPr>
              <a:t>«</a:t>
            </a:r>
            <a:r>
              <a:rPr lang="fr-FR" sz="2400" spc="-30" dirty="0">
                <a:latin typeface="Segoe UI"/>
                <a:cs typeface="Segoe UI"/>
              </a:rPr>
              <a:t> </a:t>
            </a:r>
            <a:r>
              <a:rPr lang="fr-FR" sz="2400" dirty="0">
                <a:latin typeface="Segoe UI"/>
                <a:cs typeface="Segoe UI"/>
              </a:rPr>
              <a:t>model</a:t>
            </a:r>
            <a:r>
              <a:rPr lang="fr-FR" sz="2400" spc="-50" dirty="0">
                <a:latin typeface="Segoe UI"/>
                <a:cs typeface="Segoe UI"/>
              </a:rPr>
              <a:t> </a:t>
            </a:r>
            <a:r>
              <a:rPr lang="fr-FR" sz="2400" dirty="0">
                <a:latin typeface="Segoe UI"/>
                <a:cs typeface="Segoe UI"/>
              </a:rPr>
              <a:t>binders</a:t>
            </a:r>
            <a:r>
              <a:rPr lang="fr-FR" sz="2400" spc="-55" dirty="0">
                <a:latin typeface="Segoe UI"/>
                <a:cs typeface="Segoe UI"/>
              </a:rPr>
              <a:t> </a:t>
            </a:r>
            <a:r>
              <a:rPr lang="fr-FR" sz="2400" spc="-50" dirty="0">
                <a:latin typeface="Segoe UI"/>
                <a:cs typeface="Segoe UI"/>
              </a:rPr>
              <a:t>»</a:t>
            </a:r>
            <a:endParaRPr lang="fr-FR" sz="24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en</a:t>
            </a:r>
            <a:r>
              <a:rPr lang="fr-FR" sz="2000" spc="-20" dirty="0">
                <a:latin typeface="Segoe UI"/>
                <a:cs typeface="Segoe UI"/>
              </a:rPr>
              <a:t> </a:t>
            </a:r>
            <a:r>
              <a:rPr lang="fr-FR" sz="2000" dirty="0">
                <a:latin typeface="Segoe UI"/>
                <a:cs typeface="Segoe UI"/>
              </a:rPr>
              <a:t>se</a:t>
            </a:r>
            <a:r>
              <a:rPr lang="fr-FR" sz="2000" spc="-15" dirty="0">
                <a:latin typeface="Segoe UI"/>
                <a:cs typeface="Segoe UI"/>
              </a:rPr>
              <a:t> </a:t>
            </a:r>
            <a:r>
              <a:rPr lang="fr-FR" sz="2000" dirty="0">
                <a:latin typeface="Segoe UI"/>
                <a:cs typeface="Segoe UI"/>
              </a:rPr>
              <a:t>basant</a:t>
            </a:r>
            <a:r>
              <a:rPr lang="fr-FR" sz="2000" spc="-45" dirty="0">
                <a:latin typeface="Segoe UI"/>
                <a:cs typeface="Segoe UI"/>
              </a:rPr>
              <a:t> </a:t>
            </a:r>
            <a:r>
              <a:rPr lang="fr-FR" sz="2000" dirty="0">
                <a:latin typeface="Segoe UI"/>
                <a:cs typeface="Segoe UI"/>
              </a:rPr>
              <a:t>sur</a:t>
            </a:r>
            <a:r>
              <a:rPr lang="fr-FR" sz="2000" spc="-15" dirty="0">
                <a:latin typeface="Segoe UI"/>
                <a:cs typeface="Segoe UI"/>
              </a:rPr>
              <a:t> </a:t>
            </a:r>
            <a:r>
              <a:rPr lang="fr-FR" sz="2000" dirty="0">
                <a:latin typeface="Segoe UI"/>
                <a:cs typeface="Segoe UI"/>
              </a:rPr>
              <a:t>la</a:t>
            </a:r>
            <a:r>
              <a:rPr lang="fr-FR" sz="2000" spc="-15" dirty="0">
                <a:latin typeface="Segoe UI"/>
                <a:cs typeface="Segoe UI"/>
              </a:rPr>
              <a:t> </a:t>
            </a:r>
            <a:r>
              <a:rPr lang="fr-FR" sz="2000" spc="-20" dirty="0">
                <a:latin typeface="Segoe UI"/>
                <a:cs typeface="Segoe UI"/>
              </a:rPr>
              <a:t>route</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les</a:t>
            </a:r>
            <a:r>
              <a:rPr lang="fr-FR" sz="2000" spc="25" dirty="0">
                <a:latin typeface="Segoe UI"/>
                <a:cs typeface="Segoe UI"/>
              </a:rPr>
              <a:t> </a:t>
            </a:r>
            <a:r>
              <a:rPr lang="fr-FR" sz="2000" dirty="0">
                <a:latin typeface="Segoe UI"/>
                <a:cs typeface="Segoe UI"/>
              </a:rPr>
              <a:t>'</a:t>
            </a:r>
            <a:r>
              <a:rPr lang="fr-FR" sz="2000" dirty="0" err="1">
                <a:latin typeface="Segoe UI"/>
                <a:cs typeface="Segoe UI"/>
              </a:rPr>
              <a:t>query</a:t>
            </a:r>
            <a:r>
              <a:rPr lang="fr-FR" sz="2000" spc="15" dirty="0">
                <a:latin typeface="Segoe UI"/>
                <a:cs typeface="Segoe UI"/>
              </a:rPr>
              <a:t> </a:t>
            </a:r>
            <a:r>
              <a:rPr lang="fr-FR" sz="2000" spc="-10" dirty="0">
                <a:latin typeface="Segoe UI"/>
                <a:cs typeface="Segoe UI"/>
              </a:rPr>
              <a:t>strings’</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le</a:t>
            </a:r>
            <a:r>
              <a:rPr lang="fr-FR" sz="2000" spc="-15" dirty="0">
                <a:latin typeface="Segoe UI"/>
                <a:cs typeface="Segoe UI"/>
              </a:rPr>
              <a:t> </a:t>
            </a:r>
            <a:r>
              <a:rPr lang="fr-FR" sz="2000" dirty="0">
                <a:latin typeface="Segoe UI"/>
                <a:cs typeface="Segoe UI"/>
              </a:rPr>
              <a:t>corps</a:t>
            </a:r>
            <a:r>
              <a:rPr lang="fr-FR" sz="2000" spc="-10" dirty="0">
                <a:latin typeface="Segoe UI"/>
                <a:cs typeface="Segoe UI"/>
              </a:rPr>
              <a:t> </a:t>
            </a:r>
            <a:r>
              <a:rPr lang="fr-FR" sz="2000" dirty="0">
                <a:latin typeface="Segoe UI"/>
                <a:cs typeface="Segoe UI"/>
              </a:rPr>
              <a:t>du</a:t>
            </a:r>
            <a:r>
              <a:rPr lang="fr-FR" sz="2000" spc="-20" dirty="0">
                <a:latin typeface="Segoe UI"/>
                <a:cs typeface="Segoe UI"/>
              </a:rPr>
              <a:t> </a:t>
            </a:r>
            <a:r>
              <a:rPr lang="fr-FR" sz="2000" spc="-10" dirty="0">
                <a:latin typeface="Segoe UI"/>
                <a:cs typeface="Segoe UI"/>
              </a:rPr>
              <a:t>message</a:t>
            </a:r>
            <a:endParaRPr lang="fr-FR" sz="2400" dirty="0"/>
          </a:p>
        </p:txBody>
      </p:sp>
    </p:spTree>
    <p:extLst>
      <p:ext uri="{BB962C8B-B14F-4D97-AF65-F5344CB8AC3E}">
        <p14:creationId xmlns:p14="http://schemas.microsoft.com/office/powerpoint/2010/main" val="5063561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893647"/>
          </a:xfrm>
          <a:prstGeom prst="rect">
            <a:avLst/>
          </a:prstGeom>
          <a:noFill/>
        </p:spPr>
        <p:txBody>
          <a:bodyPr wrap="square" rtlCol="0">
            <a:spAutoFit/>
          </a:bodyPr>
          <a:lstStyle/>
          <a:p>
            <a:r>
              <a:rPr lang="fr-FR" sz="2400" b="1" dirty="0"/>
              <a:t>Cycle de vie dans MVC</a:t>
            </a:r>
          </a:p>
          <a:p>
            <a:endParaRPr lang="fr-FR" sz="2400" dirty="0"/>
          </a:p>
          <a:p>
            <a:pPr marL="240029" indent="-227329">
              <a:lnSpc>
                <a:spcPct val="100000"/>
              </a:lnSpc>
              <a:spcBef>
                <a:spcPts val="409"/>
              </a:spcBef>
              <a:buClr>
                <a:srgbClr val="391778"/>
              </a:buClr>
              <a:buFont typeface="Arial"/>
              <a:buChar char="•"/>
              <a:tabLst>
                <a:tab pos="240029" algn="l"/>
              </a:tabLst>
            </a:pPr>
            <a:r>
              <a:rPr lang="fr-FR" sz="2400" dirty="0">
                <a:latin typeface="Segoe UI"/>
                <a:cs typeface="Segoe UI"/>
              </a:rPr>
              <a:t>Les</a:t>
            </a:r>
            <a:r>
              <a:rPr lang="fr-FR" sz="2400" spc="-75" dirty="0">
                <a:latin typeface="Segoe UI"/>
                <a:cs typeface="Segoe UI"/>
              </a:rPr>
              <a:t> </a:t>
            </a:r>
            <a:r>
              <a:rPr lang="fr-FR" sz="2400" dirty="0">
                <a:latin typeface="Segoe UI"/>
                <a:cs typeface="Segoe UI"/>
              </a:rPr>
              <a:t>«</a:t>
            </a:r>
            <a:r>
              <a:rPr lang="fr-FR" sz="2400" spc="-45" dirty="0">
                <a:latin typeface="Segoe UI"/>
                <a:cs typeface="Segoe UI"/>
              </a:rPr>
              <a:t> </a:t>
            </a:r>
            <a:r>
              <a:rPr lang="fr-FR" sz="2400" b="1" dirty="0">
                <a:latin typeface="Segoe UI"/>
                <a:cs typeface="Segoe UI"/>
              </a:rPr>
              <a:t>model</a:t>
            </a:r>
            <a:r>
              <a:rPr lang="fr-FR" sz="2400" b="1" spc="-55" dirty="0">
                <a:latin typeface="Segoe UI"/>
                <a:cs typeface="Segoe UI"/>
              </a:rPr>
              <a:t> </a:t>
            </a:r>
            <a:r>
              <a:rPr lang="fr-FR" sz="2400" b="1" dirty="0">
                <a:latin typeface="Segoe UI"/>
                <a:cs typeface="Segoe UI"/>
              </a:rPr>
              <a:t>binders</a:t>
            </a:r>
            <a:r>
              <a:rPr lang="fr-FR" sz="2400" b="1" spc="-65" dirty="0">
                <a:latin typeface="Segoe UI"/>
                <a:cs typeface="Segoe UI"/>
              </a:rPr>
              <a:t> </a:t>
            </a:r>
            <a:r>
              <a:rPr lang="fr-FR" sz="2400" dirty="0">
                <a:latin typeface="Segoe UI"/>
                <a:cs typeface="Segoe UI"/>
              </a:rPr>
              <a:t>»</a:t>
            </a:r>
            <a:r>
              <a:rPr lang="fr-FR" sz="2400" spc="-60" dirty="0">
                <a:latin typeface="Segoe UI"/>
                <a:cs typeface="Segoe UI"/>
              </a:rPr>
              <a:t> </a:t>
            </a:r>
            <a:r>
              <a:rPr lang="fr-FR" sz="2400" dirty="0">
                <a:latin typeface="Segoe UI"/>
                <a:cs typeface="Segoe UI"/>
              </a:rPr>
              <a:t>reçoivent</a:t>
            </a:r>
            <a:r>
              <a:rPr lang="fr-FR" sz="2400" spc="-35" dirty="0">
                <a:latin typeface="Segoe UI"/>
                <a:cs typeface="Segoe UI"/>
              </a:rPr>
              <a:t> </a:t>
            </a:r>
            <a:r>
              <a:rPr lang="fr-FR" sz="2400" dirty="0">
                <a:latin typeface="Segoe UI"/>
                <a:cs typeface="Segoe UI"/>
              </a:rPr>
              <a:t>leurs</a:t>
            </a:r>
            <a:r>
              <a:rPr lang="fr-FR" sz="2400" spc="-50" dirty="0">
                <a:latin typeface="Segoe UI"/>
                <a:cs typeface="Segoe UI"/>
              </a:rPr>
              <a:t> </a:t>
            </a:r>
            <a:r>
              <a:rPr lang="fr-FR" sz="2400" dirty="0">
                <a:latin typeface="Segoe UI"/>
                <a:cs typeface="Segoe UI"/>
              </a:rPr>
              <a:t>informations</a:t>
            </a:r>
            <a:r>
              <a:rPr lang="fr-FR" sz="2400" spc="-30" dirty="0">
                <a:latin typeface="Segoe UI"/>
                <a:cs typeface="Segoe UI"/>
              </a:rPr>
              <a:t> </a:t>
            </a:r>
            <a:r>
              <a:rPr lang="fr-FR" sz="2400" dirty="0">
                <a:latin typeface="Segoe UI"/>
                <a:cs typeface="Segoe UI"/>
              </a:rPr>
              <a:t>grâce</a:t>
            </a:r>
            <a:r>
              <a:rPr lang="fr-FR" sz="2400" spc="-60" dirty="0">
                <a:latin typeface="Segoe UI"/>
                <a:cs typeface="Segoe UI"/>
              </a:rPr>
              <a:t> </a:t>
            </a:r>
            <a:r>
              <a:rPr lang="fr-FR" sz="2400" spc="-50" dirty="0">
                <a:latin typeface="Segoe UI"/>
                <a:cs typeface="Segoe UI"/>
              </a:rPr>
              <a:t>:</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dirty="0">
                <a:latin typeface="Segoe UI"/>
                <a:cs typeface="Segoe UI"/>
              </a:rPr>
              <a:t>aux</a:t>
            </a:r>
            <a:r>
              <a:rPr lang="fr-FR" sz="2000" spc="-35" dirty="0">
                <a:latin typeface="Segoe UI"/>
                <a:cs typeface="Segoe UI"/>
              </a:rPr>
              <a:t> </a:t>
            </a:r>
            <a:r>
              <a:rPr lang="fr-FR" sz="2000" dirty="0">
                <a:latin typeface="Segoe UI"/>
                <a:cs typeface="Segoe UI"/>
              </a:rPr>
              <a:t>informations</a:t>
            </a:r>
            <a:r>
              <a:rPr lang="fr-FR" sz="2000" spc="-15" dirty="0">
                <a:latin typeface="Segoe UI"/>
                <a:cs typeface="Segoe UI"/>
              </a:rPr>
              <a:t> </a:t>
            </a:r>
            <a:r>
              <a:rPr lang="fr-FR" sz="2000" dirty="0">
                <a:latin typeface="Segoe UI"/>
                <a:cs typeface="Segoe UI"/>
              </a:rPr>
              <a:t>de</a:t>
            </a:r>
            <a:r>
              <a:rPr lang="fr-FR" sz="2000" spc="-30" dirty="0">
                <a:latin typeface="Segoe UI"/>
                <a:cs typeface="Segoe UI"/>
              </a:rPr>
              <a:t> </a:t>
            </a:r>
            <a:r>
              <a:rPr lang="fr-FR" sz="2000" dirty="0">
                <a:latin typeface="Segoe UI"/>
                <a:cs typeface="Segoe UI"/>
              </a:rPr>
              <a:t>la</a:t>
            </a:r>
            <a:r>
              <a:rPr lang="fr-FR" sz="2000" spc="-15" dirty="0">
                <a:latin typeface="Segoe UI"/>
                <a:cs typeface="Segoe UI"/>
              </a:rPr>
              <a:t> </a:t>
            </a:r>
            <a:r>
              <a:rPr lang="fr-FR" sz="2000" spc="-10" dirty="0">
                <a:latin typeface="Segoe UI"/>
                <a:cs typeface="Segoe UI"/>
              </a:rPr>
              <a:t>route</a:t>
            </a:r>
            <a:endParaRPr lang="fr-FR" sz="2000" dirty="0">
              <a:latin typeface="Segoe UI"/>
              <a:cs typeface="Segoe UI"/>
            </a:endParaRPr>
          </a:p>
          <a:p>
            <a:pPr lvl="1">
              <a:lnSpc>
                <a:spcPct val="100000"/>
              </a:lnSpc>
              <a:spcBef>
                <a:spcPts val="285"/>
              </a:spcBef>
              <a:buClr>
                <a:srgbClr val="391778"/>
              </a:buClr>
              <a:buFont typeface="Arial"/>
              <a:buChar char="•"/>
            </a:pPr>
            <a:endParaRPr lang="fr-FR" sz="2000" dirty="0">
              <a:latin typeface="Segoe UI"/>
              <a:cs typeface="Segoe UI"/>
            </a:endParaRPr>
          </a:p>
          <a:p>
            <a:pPr marL="927100">
              <a:lnSpc>
                <a:spcPct val="100000"/>
              </a:lnSpc>
            </a:pPr>
            <a:r>
              <a:rPr lang="fr-FR" sz="1600" spc="-10" dirty="0">
                <a:solidFill>
                  <a:srgbClr val="008000"/>
                </a:solidFill>
                <a:latin typeface="Consolas"/>
                <a:cs typeface="Consolas"/>
                <a:hlinkClick r:id="rId3"/>
              </a:rPr>
              <a:t>http://netschool.net/Classroom/2</a:t>
            </a:r>
            <a:endParaRPr lang="fr-FR" sz="1600" dirty="0">
              <a:latin typeface="Consolas"/>
              <a:cs typeface="Consolas"/>
            </a:endParaRPr>
          </a:p>
          <a:p>
            <a:pPr>
              <a:lnSpc>
                <a:spcPct val="100000"/>
              </a:lnSpc>
              <a:spcBef>
                <a:spcPts val="1075"/>
              </a:spcBef>
            </a:pPr>
            <a:endParaRPr lang="fr-FR" sz="1600" dirty="0">
              <a:latin typeface="Consolas"/>
              <a:cs typeface="Consolas"/>
            </a:endParaRPr>
          </a:p>
          <a:p>
            <a:pPr marL="698500" lvl="1" indent="-228600">
              <a:lnSpc>
                <a:spcPct val="100000"/>
              </a:lnSpc>
              <a:buClr>
                <a:srgbClr val="391778"/>
              </a:buClr>
              <a:buFont typeface="Arial"/>
              <a:buChar char="•"/>
              <a:tabLst>
                <a:tab pos="698500" algn="l"/>
              </a:tabLst>
            </a:pPr>
            <a:r>
              <a:rPr lang="fr-FR" sz="2000" dirty="0">
                <a:latin typeface="Segoe UI"/>
                <a:cs typeface="Segoe UI"/>
              </a:rPr>
              <a:t>aux</a:t>
            </a:r>
            <a:r>
              <a:rPr lang="fr-FR" sz="2000" spc="5" dirty="0">
                <a:latin typeface="Segoe UI"/>
                <a:cs typeface="Segoe UI"/>
              </a:rPr>
              <a:t> </a:t>
            </a:r>
            <a:r>
              <a:rPr lang="fr-FR" sz="2000" dirty="0">
                <a:latin typeface="Segoe UI"/>
                <a:cs typeface="Segoe UI"/>
              </a:rPr>
              <a:t>'</a:t>
            </a:r>
            <a:r>
              <a:rPr lang="fr-FR" sz="2000" dirty="0" err="1">
                <a:latin typeface="Segoe UI"/>
                <a:cs typeface="Segoe UI"/>
              </a:rPr>
              <a:t>query</a:t>
            </a:r>
            <a:r>
              <a:rPr lang="fr-FR" sz="2000" spc="30" dirty="0">
                <a:latin typeface="Segoe UI"/>
                <a:cs typeface="Segoe UI"/>
              </a:rPr>
              <a:t> </a:t>
            </a:r>
            <a:r>
              <a:rPr lang="fr-FR" sz="2000" spc="-10" dirty="0">
                <a:latin typeface="Segoe UI"/>
                <a:cs typeface="Segoe UI"/>
              </a:rPr>
              <a:t>strings’</a:t>
            </a:r>
            <a:endParaRPr lang="fr-FR" sz="2000" dirty="0">
              <a:latin typeface="Segoe UI"/>
              <a:cs typeface="Segoe UI"/>
            </a:endParaRPr>
          </a:p>
          <a:p>
            <a:pPr lvl="1">
              <a:lnSpc>
                <a:spcPct val="100000"/>
              </a:lnSpc>
              <a:spcBef>
                <a:spcPts val="275"/>
              </a:spcBef>
              <a:buClr>
                <a:srgbClr val="391778"/>
              </a:buClr>
              <a:buFont typeface="Arial"/>
              <a:buChar char="•"/>
            </a:pPr>
            <a:endParaRPr lang="fr-FR" sz="2000" dirty="0">
              <a:latin typeface="Segoe UI"/>
              <a:cs typeface="Segoe UI"/>
            </a:endParaRPr>
          </a:p>
          <a:p>
            <a:pPr marL="927100">
              <a:lnSpc>
                <a:spcPct val="100000"/>
              </a:lnSpc>
            </a:pPr>
            <a:r>
              <a:rPr lang="fr-FR" sz="1600" spc="-10" dirty="0">
                <a:solidFill>
                  <a:srgbClr val="008000"/>
                </a:solidFill>
                <a:latin typeface="Consolas"/>
                <a:cs typeface="Consolas"/>
                <a:hlinkClick r:id="rId4"/>
              </a:rPr>
              <a:t>http://netschool.net/Classroom?floor=2</a:t>
            </a:r>
            <a:endParaRPr lang="fr-FR" sz="1600" dirty="0">
              <a:latin typeface="Consolas"/>
              <a:cs typeface="Consolas"/>
            </a:endParaRPr>
          </a:p>
          <a:p>
            <a:pPr>
              <a:lnSpc>
                <a:spcPct val="100000"/>
              </a:lnSpc>
              <a:spcBef>
                <a:spcPts val="1075"/>
              </a:spcBef>
            </a:pPr>
            <a:endParaRPr lang="fr-FR" sz="1600" dirty="0">
              <a:latin typeface="Consolas"/>
              <a:cs typeface="Consolas"/>
            </a:endParaRPr>
          </a:p>
          <a:p>
            <a:pPr marL="698500" lvl="1" indent="-228600">
              <a:lnSpc>
                <a:spcPct val="100000"/>
              </a:lnSpc>
              <a:buClr>
                <a:srgbClr val="391778"/>
              </a:buClr>
              <a:buFont typeface="Arial"/>
              <a:buChar char="•"/>
              <a:tabLst>
                <a:tab pos="698500" algn="l"/>
              </a:tabLst>
            </a:pPr>
            <a:r>
              <a:rPr lang="fr-FR" sz="2000" dirty="0">
                <a:latin typeface="Segoe UI"/>
                <a:cs typeface="Segoe UI"/>
              </a:rPr>
              <a:t>au</a:t>
            </a:r>
            <a:r>
              <a:rPr lang="fr-FR" sz="2000" spc="-10" dirty="0">
                <a:latin typeface="Segoe UI"/>
                <a:cs typeface="Segoe UI"/>
              </a:rPr>
              <a:t> </a:t>
            </a:r>
            <a:r>
              <a:rPr lang="fr-FR" sz="2000" dirty="0">
                <a:latin typeface="Segoe UI"/>
                <a:cs typeface="Segoe UI"/>
              </a:rPr>
              <a:t>corps</a:t>
            </a:r>
            <a:r>
              <a:rPr lang="fr-FR" sz="2000" spc="-5" dirty="0">
                <a:latin typeface="Segoe UI"/>
                <a:cs typeface="Segoe UI"/>
              </a:rPr>
              <a:t> </a:t>
            </a:r>
            <a:r>
              <a:rPr lang="fr-FR" sz="2000" dirty="0">
                <a:latin typeface="Segoe UI"/>
                <a:cs typeface="Segoe UI"/>
              </a:rPr>
              <a:t>du</a:t>
            </a:r>
            <a:r>
              <a:rPr lang="fr-FR" sz="2000" spc="-10" dirty="0">
                <a:latin typeface="Segoe UI"/>
                <a:cs typeface="Segoe UI"/>
              </a:rPr>
              <a:t> message</a:t>
            </a:r>
            <a:endParaRPr lang="fr-FR" sz="2000" dirty="0">
              <a:latin typeface="Segoe UI"/>
              <a:cs typeface="Segoe UI"/>
            </a:endParaRPr>
          </a:p>
          <a:p>
            <a:pPr>
              <a:lnSpc>
                <a:spcPct val="100000"/>
              </a:lnSpc>
              <a:spcBef>
                <a:spcPts val="1270"/>
              </a:spcBef>
            </a:pPr>
            <a:endParaRPr lang="fr-FR" sz="2000" dirty="0">
              <a:latin typeface="Segoe UI"/>
              <a:cs typeface="Segoe UI"/>
            </a:endParaRPr>
          </a:p>
          <a:p>
            <a:pPr marL="927100">
              <a:lnSpc>
                <a:spcPct val="100000"/>
              </a:lnSpc>
            </a:pPr>
            <a:r>
              <a:rPr lang="fr-FR" sz="1600" dirty="0">
                <a:solidFill>
                  <a:srgbClr val="008000"/>
                </a:solidFill>
                <a:latin typeface="Consolas"/>
                <a:cs typeface="Consolas"/>
              </a:rPr>
              <a:t>{</a:t>
            </a:r>
            <a:r>
              <a:rPr lang="fr-FR" sz="1600" spc="-35" dirty="0">
                <a:solidFill>
                  <a:srgbClr val="008000"/>
                </a:solidFill>
                <a:latin typeface="Consolas"/>
                <a:cs typeface="Consolas"/>
              </a:rPr>
              <a:t> </a:t>
            </a:r>
            <a:r>
              <a:rPr lang="fr-FR" sz="1600" dirty="0" err="1">
                <a:solidFill>
                  <a:srgbClr val="008000"/>
                </a:solidFill>
                <a:latin typeface="Consolas"/>
                <a:cs typeface="Consolas"/>
              </a:rPr>
              <a:t>firstname</a:t>
            </a:r>
            <a:r>
              <a:rPr lang="fr-FR" sz="1600" dirty="0">
                <a:solidFill>
                  <a:srgbClr val="008000"/>
                </a:solidFill>
                <a:latin typeface="Consolas"/>
                <a:cs typeface="Consolas"/>
              </a:rPr>
              <a:t>:</a:t>
            </a:r>
            <a:r>
              <a:rPr lang="fr-FR" sz="1600" spc="-30" dirty="0">
                <a:solidFill>
                  <a:srgbClr val="008000"/>
                </a:solidFill>
                <a:latin typeface="Consolas"/>
                <a:cs typeface="Consolas"/>
              </a:rPr>
              <a:t> </a:t>
            </a:r>
            <a:r>
              <a:rPr lang="fr-FR" sz="1600" dirty="0">
                <a:solidFill>
                  <a:srgbClr val="008000"/>
                </a:solidFill>
                <a:latin typeface="Consolas"/>
                <a:cs typeface="Consolas"/>
              </a:rPr>
              <a:t>'John',</a:t>
            </a:r>
            <a:r>
              <a:rPr lang="fr-FR" sz="1600" spc="-35" dirty="0">
                <a:solidFill>
                  <a:srgbClr val="008000"/>
                </a:solidFill>
                <a:latin typeface="Consolas"/>
                <a:cs typeface="Consolas"/>
              </a:rPr>
              <a:t> </a:t>
            </a:r>
            <a:r>
              <a:rPr lang="fr-FR" sz="1600" dirty="0" err="1">
                <a:solidFill>
                  <a:srgbClr val="008000"/>
                </a:solidFill>
                <a:latin typeface="Consolas"/>
                <a:cs typeface="Consolas"/>
              </a:rPr>
              <a:t>lastname</a:t>
            </a:r>
            <a:r>
              <a:rPr lang="fr-FR" sz="1600" dirty="0">
                <a:solidFill>
                  <a:srgbClr val="008000"/>
                </a:solidFill>
                <a:latin typeface="Consolas"/>
                <a:cs typeface="Consolas"/>
              </a:rPr>
              <a:t>:</a:t>
            </a:r>
            <a:r>
              <a:rPr lang="fr-FR" sz="1600" spc="-35" dirty="0">
                <a:solidFill>
                  <a:srgbClr val="008000"/>
                </a:solidFill>
                <a:latin typeface="Consolas"/>
                <a:cs typeface="Consolas"/>
              </a:rPr>
              <a:t> </a:t>
            </a:r>
            <a:r>
              <a:rPr lang="fr-FR" sz="1600" dirty="0">
                <a:solidFill>
                  <a:srgbClr val="008000"/>
                </a:solidFill>
                <a:latin typeface="Consolas"/>
                <a:cs typeface="Consolas"/>
              </a:rPr>
              <a:t>'Doe'</a:t>
            </a:r>
            <a:r>
              <a:rPr lang="fr-FR" sz="1600" spc="-30" dirty="0">
                <a:solidFill>
                  <a:srgbClr val="008000"/>
                </a:solidFill>
                <a:latin typeface="Consolas"/>
                <a:cs typeface="Consolas"/>
              </a:rPr>
              <a:t> </a:t>
            </a:r>
            <a:r>
              <a:rPr lang="fr-FR" sz="1600" spc="-50" dirty="0">
                <a:solidFill>
                  <a:srgbClr val="008000"/>
                </a:solidFill>
                <a:latin typeface="Consolas"/>
                <a:cs typeface="Consolas"/>
              </a:rPr>
              <a:t>}</a:t>
            </a:r>
            <a:endParaRPr lang="fr-FR" sz="1600" dirty="0">
              <a:latin typeface="Consolas"/>
              <a:cs typeface="Consolas"/>
            </a:endParaRPr>
          </a:p>
        </p:txBody>
      </p:sp>
    </p:spTree>
    <p:extLst>
      <p:ext uri="{BB962C8B-B14F-4D97-AF65-F5344CB8AC3E}">
        <p14:creationId xmlns:p14="http://schemas.microsoft.com/office/powerpoint/2010/main" val="29731571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4893647"/>
          </a:xfrm>
          <a:prstGeom prst="rect">
            <a:avLst/>
          </a:prstGeom>
          <a:noFill/>
        </p:spPr>
        <p:txBody>
          <a:bodyPr wrap="square" rtlCol="0">
            <a:spAutoFit/>
          </a:bodyPr>
          <a:lstStyle/>
          <a:p>
            <a:r>
              <a:rPr lang="fr-FR" sz="2400" b="1" dirty="0"/>
              <a:t>Cycle de vie dans MVC</a:t>
            </a:r>
          </a:p>
          <a:p>
            <a:endParaRPr lang="fr-FR" sz="2400" dirty="0"/>
          </a:p>
          <a:p>
            <a:pPr marL="240029" indent="-227329">
              <a:lnSpc>
                <a:spcPct val="100000"/>
              </a:lnSpc>
              <a:spcBef>
                <a:spcPts val="409"/>
              </a:spcBef>
              <a:buClr>
                <a:srgbClr val="391778"/>
              </a:buClr>
              <a:buFont typeface="Arial"/>
              <a:buChar char="•"/>
              <a:tabLst>
                <a:tab pos="240029" algn="l"/>
              </a:tabLst>
            </a:pPr>
            <a:r>
              <a:rPr lang="fr-FR" sz="2400" dirty="0">
                <a:latin typeface="Segoe UI"/>
                <a:cs typeface="Segoe UI"/>
              </a:rPr>
              <a:t>…</a:t>
            </a:r>
            <a:r>
              <a:rPr lang="fr-FR" sz="2400" spc="-50" dirty="0">
                <a:latin typeface="Segoe UI"/>
                <a:cs typeface="Segoe UI"/>
              </a:rPr>
              <a:t> </a:t>
            </a:r>
            <a:r>
              <a:rPr lang="fr-FR" sz="2400" dirty="0">
                <a:latin typeface="Segoe UI"/>
                <a:cs typeface="Segoe UI"/>
              </a:rPr>
              <a:t>puis</a:t>
            </a:r>
            <a:r>
              <a:rPr lang="fr-FR" sz="2400" spc="-40" dirty="0">
                <a:latin typeface="Segoe UI"/>
                <a:cs typeface="Segoe UI"/>
              </a:rPr>
              <a:t> </a:t>
            </a:r>
            <a:r>
              <a:rPr lang="fr-FR" sz="2400" dirty="0">
                <a:latin typeface="Segoe UI"/>
                <a:cs typeface="Segoe UI"/>
              </a:rPr>
              <a:t>convertissent</a:t>
            </a:r>
            <a:r>
              <a:rPr lang="fr-FR" sz="2400" spc="-50" dirty="0">
                <a:latin typeface="Segoe UI"/>
                <a:cs typeface="Segoe UI"/>
              </a:rPr>
              <a:t> </a:t>
            </a:r>
            <a:r>
              <a:rPr lang="fr-FR" sz="2400" dirty="0">
                <a:latin typeface="Segoe UI"/>
                <a:cs typeface="Segoe UI"/>
              </a:rPr>
              <a:t>ces</a:t>
            </a:r>
            <a:r>
              <a:rPr lang="fr-FR" sz="2400" spc="-45" dirty="0">
                <a:latin typeface="Segoe UI"/>
                <a:cs typeface="Segoe UI"/>
              </a:rPr>
              <a:t> </a:t>
            </a:r>
            <a:r>
              <a:rPr lang="fr-FR" sz="2400" dirty="0">
                <a:latin typeface="Segoe UI"/>
                <a:cs typeface="Segoe UI"/>
              </a:rPr>
              <a:t>informations</a:t>
            </a:r>
            <a:r>
              <a:rPr lang="fr-FR" sz="2400" spc="-30" dirty="0">
                <a:latin typeface="Segoe UI"/>
                <a:cs typeface="Segoe UI"/>
              </a:rPr>
              <a:t> </a:t>
            </a:r>
            <a:r>
              <a:rPr lang="fr-FR" sz="2400" dirty="0">
                <a:latin typeface="Segoe UI"/>
                <a:cs typeface="Segoe UI"/>
              </a:rPr>
              <a:t>en</a:t>
            </a:r>
            <a:r>
              <a:rPr lang="fr-FR" sz="2400" spc="-50" dirty="0">
                <a:latin typeface="Segoe UI"/>
                <a:cs typeface="Segoe UI"/>
              </a:rPr>
              <a:t> </a:t>
            </a:r>
            <a:r>
              <a:rPr lang="fr-FR" sz="2400" dirty="0">
                <a:latin typeface="Segoe UI"/>
                <a:cs typeface="Segoe UI"/>
              </a:rPr>
              <a:t>paramètre</a:t>
            </a:r>
            <a:r>
              <a:rPr lang="fr-FR" sz="2400" spc="-55" dirty="0">
                <a:latin typeface="Segoe UI"/>
                <a:cs typeface="Segoe UI"/>
              </a:rPr>
              <a:t> </a:t>
            </a:r>
            <a:r>
              <a:rPr lang="fr-FR" sz="2400" dirty="0">
                <a:latin typeface="Segoe UI"/>
                <a:cs typeface="Segoe UI"/>
              </a:rPr>
              <a:t>de</a:t>
            </a:r>
            <a:r>
              <a:rPr lang="fr-FR" sz="2400" spc="-50" dirty="0">
                <a:latin typeface="Segoe UI"/>
                <a:cs typeface="Segoe UI"/>
              </a:rPr>
              <a:t> </a:t>
            </a:r>
            <a:r>
              <a:rPr lang="fr-FR" sz="2400" spc="-10" dirty="0">
                <a:latin typeface="Segoe UI"/>
                <a:cs typeface="Segoe UI"/>
              </a:rPr>
              <a:t>l’action</a:t>
            </a:r>
            <a:r>
              <a:rPr lang="fr-FR" sz="2400" spc="-25" dirty="0">
                <a:latin typeface="Segoe UI"/>
                <a:cs typeface="Segoe UI"/>
              </a:rPr>
              <a:t> </a:t>
            </a:r>
            <a:r>
              <a:rPr lang="fr-FR" sz="2400" spc="-50" dirty="0">
                <a:latin typeface="Segoe UI"/>
                <a:cs typeface="Segoe UI"/>
              </a:rPr>
              <a:t>:</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dirty="0">
                <a:latin typeface="Segoe UI"/>
                <a:cs typeface="Segoe UI"/>
              </a:rPr>
              <a:t>Information</a:t>
            </a:r>
            <a:r>
              <a:rPr lang="fr-FR" sz="2000" spc="-55" dirty="0">
                <a:latin typeface="Segoe UI"/>
                <a:cs typeface="Segoe UI"/>
              </a:rPr>
              <a:t> </a:t>
            </a:r>
            <a:r>
              <a:rPr lang="fr-FR" sz="2000" dirty="0">
                <a:latin typeface="Segoe UI"/>
                <a:cs typeface="Segoe UI"/>
              </a:rPr>
              <a:t>d’une</a:t>
            </a:r>
            <a:r>
              <a:rPr lang="fr-FR" sz="2000" spc="-40" dirty="0">
                <a:latin typeface="Segoe UI"/>
                <a:cs typeface="Segoe UI"/>
              </a:rPr>
              <a:t> </a:t>
            </a:r>
            <a:r>
              <a:rPr lang="fr-FR" sz="2000" spc="-10" dirty="0">
                <a:latin typeface="Segoe UI"/>
                <a:cs typeface="Segoe UI"/>
              </a:rPr>
              <a:t>route</a:t>
            </a:r>
            <a:endParaRPr lang="fr-FR" sz="2000" dirty="0">
              <a:latin typeface="Segoe UI"/>
              <a:cs typeface="Segoe UI"/>
            </a:endParaRPr>
          </a:p>
          <a:p>
            <a:pPr lvl="1">
              <a:lnSpc>
                <a:spcPct val="100000"/>
              </a:lnSpc>
              <a:spcBef>
                <a:spcPts val="10"/>
              </a:spcBef>
              <a:buClr>
                <a:srgbClr val="391778"/>
              </a:buClr>
              <a:buFont typeface="Arial"/>
              <a:buChar char="•"/>
            </a:pPr>
            <a:endParaRPr lang="fr-FR" sz="2000" dirty="0">
              <a:latin typeface="Segoe UI"/>
              <a:cs typeface="Segoe UI"/>
            </a:endParaRPr>
          </a:p>
          <a:p>
            <a:pPr marL="927100">
              <a:lnSpc>
                <a:spcPct val="100000"/>
              </a:lnSpc>
            </a:pPr>
            <a:r>
              <a:rPr lang="fr-FR" sz="1600" spc="-10" dirty="0">
                <a:latin typeface="Consolas"/>
                <a:cs typeface="Consolas"/>
              </a:rPr>
              <a:t>[</a:t>
            </a:r>
            <a:r>
              <a:rPr lang="fr-FR" sz="1600" spc="-10" dirty="0" err="1">
                <a:solidFill>
                  <a:srgbClr val="2B91AE"/>
                </a:solidFill>
                <a:latin typeface="Consolas"/>
                <a:cs typeface="Consolas"/>
              </a:rPr>
              <a:t>HttpGet</a:t>
            </a:r>
            <a:r>
              <a:rPr lang="fr-FR" sz="1600" spc="-10" dirty="0">
                <a:latin typeface="Consolas"/>
                <a:cs typeface="Consolas"/>
              </a:rPr>
              <a:t>(</a:t>
            </a:r>
            <a:r>
              <a:rPr lang="fr-FR" sz="1600" spc="-10" dirty="0">
                <a:solidFill>
                  <a:srgbClr val="A21515"/>
                </a:solidFill>
                <a:latin typeface="Consolas"/>
                <a:cs typeface="Consolas"/>
              </a:rPr>
              <a:t>"{id}"</a:t>
            </a:r>
            <a:r>
              <a:rPr lang="fr-FR" sz="1600" spc="-10" dirty="0">
                <a:latin typeface="Consolas"/>
                <a:cs typeface="Consolas"/>
              </a:rPr>
              <a:t>)]</a:t>
            </a:r>
            <a:endParaRPr lang="fr-FR" sz="1600" dirty="0">
              <a:latin typeface="Consolas"/>
              <a:cs typeface="Consolas"/>
            </a:endParaRPr>
          </a:p>
          <a:p>
            <a:pPr marL="927100">
              <a:lnSpc>
                <a:spcPct val="100000"/>
              </a:lnSpc>
              <a:spcBef>
                <a:spcPts val="850"/>
              </a:spcBef>
            </a:pPr>
            <a:r>
              <a:rPr lang="fr-FR" sz="1600" dirty="0">
                <a:solidFill>
                  <a:srgbClr val="0000FF"/>
                </a:solidFill>
                <a:latin typeface="Consolas"/>
                <a:cs typeface="Consolas"/>
              </a:rPr>
              <a:t>public</a:t>
            </a:r>
            <a:r>
              <a:rPr lang="fr-FR" sz="1600" spc="-55" dirty="0">
                <a:solidFill>
                  <a:srgbClr val="0000FF"/>
                </a:solidFill>
                <a:latin typeface="Consolas"/>
                <a:cs typeface="Consolas"/>
              </a:rPr>
              <a:t> </a:t>
            </a:r>
            <a:r>
              <a:rPr lang="fr-FR" sz="1600" dirty="0" err="1">
                <a:solidFill>
                  <a:srgbClr val="2B91AE"/>
                </a:solidFill>
                <a:latin typeface="Consolas"/>
                <a:cs typeface="Consolas"/>
              </a:rPr>
              <a:t>IActionResult</a:t>
            </a:r>
            <a:r>
              <a:rPr lang="fr-FR" sz="1600" spc="-45" dirty="0">
                <a:solidFill>
                  <a:srgbClr val="2B91AE"/>
                </a:solidFill>
                <a:latin typeface="Consolas"/>
                <a:cs typeface="Consolas"/>
              </a:rPr>
              <a:t> </a:t>
            </a:r>
            <a:r>
              <a:rPr lang="fr-FR" sz="1600" dirty="0" err="1">
                <a:latin typeface="Consolas"/>
                <a:cs typeface="Consolas"/>
              </a:rPr>
              <a:t>GetClassroom</a:t>
            </a:r>
            <a:r>
              <a:rPr lang="fr-FR" sz="1600" dirty="0">
                <a:latin typeface="Consolas"/>
                <a:cs typeface="Consolas"/>
              </a:rPr>
              <a:t>([</a:t>
            </a:r>
            <a:r>
              <a:rPr lang="fr-FR" sz="1600" dirty="0" err="1">
                <a:solidFill>
                  <a:srgbClr val="2B91AE"/>
                </a:solidFill>
                <a:latin typeface="Consolas"/>
                <a:cs typeface="Consolas"/>
              </a:rPr>
              <a:t>FromRoute</a:t>
            </a:r>
            <a:r>
              <a:rPr lang="fr-FR" sz="1600" dirty="0">
                <a:latin typeface="Consolas"/>
                <a:cs typeface="Consolas"/>
              </a:rPr>
              <a:t>]</a:t>
            </a:r>
            <a:r>
              <a:rPr lang="fr-FR" sz="1600" spc="-45" dirty="0">
                <a:latin typeface="Consolas"/>
                <a:cs typeface="Consolas"/>
              </a:rPr>
              <a:t> </a:t>
            </a:r>
            <a:r>
              <a:rPr lang="fr-FR" sz="1600" dirty="0" err="1">
                <a:solidFill>
                  <a:srgbClr val="0000FF"/>
                </a:solidFill>
                <a:latin typeface="Consolas"/>
                <a:cs typeface="Consolas"/>
              </a:rPr>
              <a:t>int</a:t>
            </a:r>
            <a:r>
              <a:rPr lang="fr-FR" sz="1600" spc="-45" dirty="0">
                <a:solidFill>
                  <a:srgbClr val="0000FF"/>
                </a:solidFill>
                <a:latin typeface="Consolas"/>
                <a:cs typeface="Consolas"/>
              </a:rPr>
              <a:t> </a:t>
            </a:r>
            <a:r>
              <a:rPr lang="fr-FR" sz="1600" spc="-25" dirty="0">
                <a:latin typeface="Consolas"/>
                <a:cs typeface="Consolas"/>
              </a:rPr>
              <a:t>id)</a:t>
            </a:r>
            <a:endParaRPr lang="fr-FR" sz="1600" dirty="0">
              <a:latin typeface="Consolas"/>
              <a:cs typeface="Consolas"/>
            </a:endParaRPr>
          </a:p>
          <a:p>
            <a:pPr>
              <a:lnSpc>
                <a:spcPct val="100000"/>
              </a:lnSpc>
              <a:spcBef>
                <a:spcPts val="440"/>
              </a:spcBef>
            </a:pPr>
            <a:endParaRPr lang="fr-FR" sz="1600" dirty="0">
              <a:latin typeface="Consolas"/>
              <a:cs typeface="Consolas"/>
            </a:endParaRPr>
          </a:p>
          <a:p>
            <a:pPr marL="698500" lvl="1" indent="-228600">
              <a:lnSpc>
                <a:spcPct val="100000"/>
              </a:lnSpc>
              <a:spcBef>
                <a:spcPts val="5"/>
              </a:spcBef>
              <a:buClr>
                <a:srgbClr val="391778"/>
              </a:buClr>
              <a:buFont typeface="Arial"/>
              <a:buChar char="•"/>
              <a:tabLst>
                <a:tab pos="698500" algn="l"/>
              </a:tabLst>
            </a:pPr>
            <a:r>
              <a:rPr lang="fr-FR" sz="2000" dirty="0">
                <a:latin typeface="Segoe UI"/>
                <a:cs typeface="Segoe UI"/>
              </a:rPr>
              <a:t>Information</a:t>
            </a:r>
            <a:r>
              <a:rPr lang="fr-FR" sz="2000" spc="-35" dirty="0">
                <a:latin typeface="Segoe UI"/>
                <a:cs typeface="Segoe UI"/>
              </a:rPr>
              <a:t> </a:t>
            </a:r>
            <a:r>
              <a:rPr lang="fr-FR" sz="2000" dirty="0">
                <a:latin typeface="Segoe UI"/>
                <a:cs typeface="Segoe UI"/>
              </a:rPr>
              <a:t>d’une</a:t>
            </a:r>
            <a:r>
              <a:rPr lang="fr-FR" sz="2000" spc="-20" dirty="0">
                <a:latin typeface="Segoe UI"/>
                <a:cs typeface="Segoe UI"/>
              </a:rPr>
              <a:t> </a:t>
            </a:r>
            <a:r>
              <a:rPr lang="fr-FR" sz="2000" dirty="0">
                <a:latin typeface="Segoe UI"/>
                <a:cs typeface="Segoe UI"/>
              </a:rPr>
              <a:t>'</a:t>
            </a:r>
            <a:r>
              <a:rPr lang="fr-FR" sz="2000" dirty="0" err="1">
                <a:latin typeface="Segoe UI"/>
                <a:cs typeface="Segoe UI"/>
              </a:rPr>
              <a:t>query</a:t>
            </a:r>
            <a:r>
              <a:rPr lang="fr-FR" sz="2000" spc="-40" dirty="0">
                <a:latin typeface="Segoe UI"/>
                <a:cs typeface="Segoe UI"/>
              </a:rPr>
              <a:t> </a:t>
            </a:r>
            <a:r>
              <a:rPr lang="fr-FR" sz="2000" spc="-10" dirty="0">
                <a:latin typeface="Segoe UI"/>
                <a:cs typeface="Segoe UI"/>
              </a:rPr>
              <a:t>string’</a:t>
            </a:r>
            <a:endParaRPr lang="fr-FR" sz="2000" dirty="0">
              <a:latin typeface="Segoe UI"/>
              <a:cs typeface="Segoe UI"/>
            </a:endParaRPr>
          </a:p>
          <a:p>
            <a:pPr marL="1038225">
              <a:lnSpc>
                <a:spcPct val="100000"/>
              </a:lnSpc>
              <a:spcBef>
                <a:spcPts val="2280"/>
              </a:spcBef>
            </a:pPr>
            <a:r>
              <a:rPr lang="fr-FR" sz="1600" dirty="0">
                <a:solidFill>
                  <a:srgbClr val="0000FF"/>
                </a:solidFill>
                <a:latin typeface="Consolas"/>
                <a:cs typeface="Consolas"/>
              </a:rPr>
              <a:t>public</a:t>
            </a:r>
            <a:r>
              <a:rPr lang="fr-FR" sz="1600" spc="-60" dirty="0">
                <a:solidFill>
                  <a:srgbClr val="0000FF"/>
                </a:solidFill>
                <a:latin typeface="Consolas"/>
                <a:cs typeface="Consolas"/>
              </a:rPr>
              <a:t> </a:t>
            </a:r>
            <a:r>
              <a:rPr lang="fr-FR" sz="1600" dirty="0" err="1">
                <a:solidFill>
                  <a:srgbClr val="2B91AE"/>
                </a:solidFill>
                <a:latin typeface="Consolas"/>
                <a:cs typeface="Consolas"/>
              </a:rPr>
              <a:t>IActionResult</a:t>
            </a:r>
            <a:r>
              <a:rPr lang="fr-FR" sz="1600" spc="-45" dirty="0">
                <a:solidFill>
                  <a:srgbClr val="2B91AE"/>
                </a:solidFill>
                <a:latin typeface="Consolas"/>
                <a:cs typeface="Consolas"/>
              </a:rPr>
              <a:t> </a:t>
            </a:r>
            <a:r>
              <a:rPr lang="fr-FR" sz="1600" dirty="0" err="1">
                <a:latin typeface="Consolas"/>
                <a:cs typeface="Consolas"/>
              </a:rPr>
              <a:t>GetClassroom</a:t>
            </a:r>
            <a:r>
              <a:rPr lang="fr-FR" sz="1600" dirty="0">
                <a:latin typeface="Consolas"/>
                <a:cs typeface="Consolas"/>
              </a:rPr>
              <a:t>([</a:t>
            </a:r>
            <a:r>
              <a:rPr lang="fr-FR" sz="1600" dirty="0" err="1">
                <a:solidFill>
                  <a:srgbClr val="2B91AE"/>
                </a:solidFill>
                <a:latin typeface="Consolas"/>
                <a:cs typeface="Consolas"/>
              </a:rPr>
              <a:t>FromQuery</a:t>
            </a:r>
            <a:r>
              <a:rPr lang="fr-FR" sz="1600" dirty="0">
                <a:latin typeface="Consolas"/>
                <a:cs typeface="Consolas"/>
              </a:rPr>
              <a:t>]</a:t>
            </a:r>
            <a:r>
              <a:rPr lang="fr-FR" sz="1600" spc="-45" dirty="0">
                <a:latin typeface="Consolas"/>
                <a:cs typeface="Consolas"/>
              </a:rPr>
              <a:t> </a:t>
            </a:r>
            <a:r>
              <a:rPr lang="fr-FR" sz="1600" dirty="0" err="1">
                <a:solidFill>
                  <a:srgbClr val="0000FF"/>
                </a:solidFill>
                <a:latin typeface="Consolas"/>
                <a:cs typeface="Consolas"/>
              </a:rPr>
              <a:t>int</a:t>
            </a:r>
            <a:r>
              <a:rPr lang="fr-FR" sz="1600" spc="-45" dirty="0">
                <a:solidFill>
                  <a:srgbClr val="0000FF"/>
                </a:solidFill>
                <a:latin typeface="Consolas"/>
                <a:cs typeface="Consolas"/>
              </a:rPr>
              <a:t> </a:t>
            </a:r>
            <a:r>
              <a:rPr lang="fr-FR" sz="1600" spc="-10" dirty="0" err="1">
                <a:latin typeface="Consolas"/>
                <a:cs typeface="Consolas"/>
              </a:rPr>
              <a:t>floor</a:t>
            </a:r>
            <a:r>
              <a:rPr lang="fr-FR" sz="1600" spc="-10" dirty="0">
                <a:latin typeface="Consolas"/>
                <a:cs typeface="Consolas"/>
              </a:rPr>
              <a:t>)</a:t>
            </a:r>
            <a:endParaRPr lang="fr-FR" sz="1600" dirty="0">
              <a:latin typeface="Consolas"/>
              <a:cs typeface="Consolas"/>
            </a:endParaRPr>
          </a:p>
          <a:p>
            <a:pPr>
              <a:lnSpc>
                <a:spcPct val="100000"/>
              </a:lnSpc>
              <a:spcBef>
                <a:spcPts val="440"/>
              </a:spcBef>
            </a:pPr>
            <a:endParaRPr lang="fr-FR" sz="1600" dirty="0">
              <a:latin typeface="Consolas"/>
              <a:cs typeface="Consolas"/>
            </a:endParaRPr>
          </a:p>
          <a:p>
            <a:pPr marL="698500" lvl="1" indent="-228600">
              <a:lnSpc>
                <a:spcPct val="100000"/>
              </a:lnSpc>
              <a:buClr>
                <a:srgbClr val="391778"/>
              </a:buClr>
              <a:buFont typeface="Arial"/>
              <a:buChar char="•"/>
              <a:tabLst>
                <a:tab pos="698500" algn="l"/>
              </a:tabLst>
            </a:pPr>
            <a:r>
              <a:rPr lang="fr-FR" sz="2000" dirty="0">
                <a:latin typeface="Segoe UI"/>
                <a:cs typeface="Segoe UI"/>
              </a:rPr>
              <a:t>Information</a:t>
            </a:r>
            <a:r>
              <a:rPr lang="fr-FR" sz="2000" spc="-30" dirty="0">
                <a:latin typeface="Segoe UI"/>
                <a:cs typeface="Segoe UI"/>
              </a:rPr>
              <a:t> </a:t>
            </a:r>
            <a:r>
              <a:rPr lang="fr-FR" sz="2000" dirty="0">
                <a:latin typeface="Segoe UI"/>
                <a:cs typeface="Segoe UI"/>
              </a:rPr>
              <a:t>du</a:t>
            </a:r>
            <a:r>
              <a:rPr lang="fr-FR" sz="2000" spc="-15" dirty="0">
                <a:latin typeface="Segoe UI"/>
                <a:cs typeface="Segoe UI"/>
              </a:rPr>
              <a:t> </a:t>
            </a:r>
            <a:r>
              <a:rPr lang="fr-FR" sz="2000" dirty="0">
                <a:latin typeface="Segoe UI"/>
                <a:cs typeface="Segoe UI"/>
              </a:rPr>
              <a:t>corps</a:t>
            </a:r>
            <a:r>
              <a:rPr lang="fr-FR" sz="2000" spc="-15" dirty="0">
                <a:latin typeface="Segoe UI"/>
                <a:cs typeface="Segoe UI"/>
              </a:rPr>
              <a:t> </a:t>
            </a:r>
            <a:r>
              <a:rPr lang="fr-FR" sz="2000" dirty="0">
                <a:latin typeface="Segoe UI"/>
                <a:cs typeface="Segoe UI"/>
              </a:rPr>
              <a:t>du</a:t>
            </a:r>
            <a:r>
              <a:rPr lang="fr-FR" sz="2000" spc="-25" dirty="0">
                <a:latin typeface="Segoe UI"/>
                <a:cs typeface="Segoe UI"/>
              </a:rPr>
              <a:t> </a:t>
            </a:r>
            <a:r>
              <a:rPr lang="fr-FR" sz="2000" spc="-10" dirty="0">
                <a:latin typeface="Segoe UI"/>
                <a:cs typeface="Segoe UI"/>
              </a:rPr>
              <a:t>message</a:t>
            </a:r>
            <a:endParaRPr lang="fr-FR" sz="2000" dirty="0">
              <a:latin typeface="Segoe UI"/>
              <a:cs typeface="Segoe UI"/>
            </a:endParaRPr>
          </a:p>
          <a:p>
            <a:pPr>
              <a:lnSpc>
                <a:spcPct val="100000"/>
              </a:lnSpc>
              <a:spcBef>
                <a:spcPts val="635"/>
              </a:spcBef>
            </a:pPr>
            <a:endParaRPr lang="fr-FR" sz="2000" dirty="0">
              <a:latin typeface="Segoe UI"/>
              <a:cs typeface="Segoe UI"/>
            </a:endParaRPr>
          </a:p>
          <a:p>
            <a:pPr marL="1038225">
              <a:lnSpc>
                <a:spcPct val="100000"/>
              </a:lnSpc>
            </a:pPr>
            <a:r>
              <a:rPr lang="fr-FR" sz="1600" dirty="0">
                <a:solidFill>
                  <a:srgbClr val="0000FF"/>
                </a:solidFill>
                <a:latin typeface="Consolas"/>
                <a:cs typeface="Consolas"/>
              </a:rPr>
              <a:t>public</a:t>
            </a:r>
            <a:r>
              <a:rPr lang="fr-FR" sz="1600" spc="-50" dirty="0">
                <a:solidFill>
                  <a:srgbClr val="0000FF"/>
                </a:solidFill>
                <a:latin typeface="Consolas"/>
                <a:cs typeface="Consolas"/>
              </a:rPr>
              <a:t> </a:t>
            </a:r>
            <a:r>
              <a:rPr lang="fr-FR" sz="1600" dirty="0" err="1">
                <a:solidFill>
                  <a:srgbClr val="2B91AE"/>
                </a:solidFill>
                <a:latin typeface="Consolas"/>
                <a:cs typeface="Consolas"/>
              </a:rPr>
              <a:t>IActionResult</a:t>
            </a:r>
            <a:r>
              <a:rPr lang="fr-FR" sz="1600" spc="-50" dirty="0">
                <a:solidFill>
                  <a:srgbClr val="2B91AE"/>
                </a:solidFill>
                <a:latin typeface="Consolas"/>
                <a:cs typeface="Consolas"/>
              </a:rPr>
              <a:t> </a:t>
            </a:r>
            <a:r>
              <a:rPr lang="fr-FR" sz="1600" dirty="0" err="1">
                <a:latin typeface="Consolas"/>
                <a:cs typeface="Consolas"/>
              </a:rPr>
              <a:t>PostStudent</a:t>
            </a:r>
            <a:r>
              <a:rPr lang="fr-FR" sz="1600" dirty="0">
                <a:latin typeface="Consolas"/>
                <a:cs typeface="Consolas"/>
              </a:rPr>
              <a:t>([</a:t>
            </a:r>
            <a:r>
              <a:rPr lang="fr-FR" sz="1600" dirty="0" err="1">
                <a:solidFill>
                  <a:srgbClr val="2B91AE"/>
                </a:solidFill>
                <a:latin typeface="Consolas"/>
                <a:cs typeface="Consolas"/>
              </a:rPr>
              <a:t>FormBody</a:t>
            </a:r>
            <a:r>
              <a:rPr lang="fr-FR" sz="1600" dirty="0">
                <a:latin typeface="Consolas"/>
                <a:cs typeface="Consolas"/>
              </a:rPr>
              <a:t>]</a:t>
            </a:r>
            <a:r>
              <a:rPr lang="fr-FR" sz="1600" spc="-50" dirty="0">
                <a:latin typeface="Consolas"/>
                <a:cs typeface="Consolas"/>
              </a:rPr>
              <a:t> </a:t>
            </a:r>
            <a:r>
              <a:rPr lang="fr-FR" sz="1600" dirty="0" err="1">
                <a:solidFill>
                  <a:srgbClr val="2B91AE"/>
                </a:solidFill>
                <a:latin typeface="Consolas"/>
                <a:cs typeface="Consolas"/>
              </a:rPr>
              <a:t>Student</a:t>
            </a:r>
            <a:r>
              <a:rPr lang="fr-FR" sz="1600" spc="-45" dirty="0">
                <a:solidFill>
                  <a:srgbClr val="2B91AE"/>
                </a:solidFill>
                <a:latin typeface="Consolas"/>
                <a:cs typeface="Consolas"/>
              </a:rPr>
              <a:t> </a:t>
            </a:r>
            <a:r>
              <a:rPr lang="fr-FR" sz="1600" spc="-10" dirty="0" err="1">
                <a:latin typeface="Consolas"/>
                <a:cs typeface="Consolas"/>
              </a:rPr>
              <a:t>student</a:t>
            </a:r>
            <a:r>
              <a:rPr lang="fr-FR" sz="1600" spc="-10" dirty="0">
                <a:latin typeface="Consolas"/>
                <a:cs typeface="Consolas"/>
              </a:rPr>
              <a:t>)</a:t>
            </a:r>
            <a:endParaRPr lang="fr-FR" sz="1600" dirty="0">
              <a:latin typeface="Consolas"/>
              <a:cs typeface="Consolas"/>
            </a:endParaRPr>
          </a:p>
        </p:txBody>
      </p:sp>
    </p:spTree>
    <p:extLst>
      <p:ext uri="{BB962C8B-B14F-4D97-AF65-F5344CB8AC3E}">
        <p14:creationId xmlns:p14="http://schemas.microsoft.com/office/powerpoint/2010/main" val="13910526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grpSp>
        <p:nvGrpSpPr>
          <p:cNvPr id="4" name="object 3">
            <a:extLst>
              <a:ext uri="{FF2B5EF4-FFF2-40B4-BE49-F238E27FC236}">
                <a16:creationId xmlns:a16="http://schemas.microsoft.com/office/drawing/2014/main" id="{6187F984-6650-59A0-48CF-43ED1B9A3ECD}"/>
              </a:ext>
            </a:extLst>
          </p:cNvPr>
          <p:cNvGrpSpPr/>
          <p:nvPr/>
        </p:nvGrpSpPr>
        <p:grpSpPr>
          <a:xfrm>
            <a:off x="2286011" y="1158714"/>
            <a:ext cx="2610485" cy="476250"/>
            <a:chOff x="2286011" y="1158714"/>
            <a:chExt cx="2610485" cy="476250"/>
          </a:xfrm>
        </p:grpSpPr>
        <p:pic>
          <p:nvPicPr>
            <p:cNvPr id="5" name="object 4">
              <a:extLst>
                <a:ext uri="{FF2B5EF4-FFF2-40B4-BE49-F238E27FC236}">
                  <a16:creationId xmlns:a16="http://schemas.microsoft.com/office/drawing/2014/main" id="{307D56DC-5FA9-0F36-F285-4E97050B50A6}"/>
                </a:ext>
              </a:extLst>
            </p:cNvPr>
            <p:cNvPicPr/>
            <p:nvPr/>
          </p:nvPicPr>
          <p:blipFill>
            <a:blip r:embed="rId3" cstate="print"/>
            <a:stretch>
              <a:fillRect/>
            </a:stretch>
          </p:blipFill>
          <p:spPr>
            <a:xfrm>
              <a:off x="2286011" y="1158714"/>
              <a:ext cx="2609867" cy="476143"/>
            </a:xfrm>
            <a:prstGeom prst="rect">
              <a:avLst/>
            </a:prstGeom>
          </p:spPr>
        </p:pic>
        <p:sp>
          <p:nvSpPr>
            <p:cNvPr id="6" name="object 5">
              <a:extLst>
                <a:ext uri="{FF2B5EF4-FFF2-40B4-BE49-F238E27FC236}">
                  <a16:creationId xmlns:a16="http://schemas.microsoft.com/office/drawing/2014/main" id="{DB8DB2A3-1735-0562-FAA7-5B3D8D1E9F9A}"/>
                </a:ext>
              </a:extLst>
            </p:cNvPr>
            <p:cNvSpPr/>
            <p:nvPr/>
          </p:nvSpPr>
          <p:spPr>
            <a:xfrm>
              <a:off x="2345828" y="1191346"/>
              <a:ext cx="2484120" cy="360045"/>
            </a:xfrm>
            <a:custGeom>
              <a:avLst/>
              <a:gdLst/>
              <a:ahLst/>
              <a:cxnLst/>
              <a:rect l="l" t="t" r="r" b="b"/>
              <a:pathLst>
                <a:path w="2484120" h="360044">
                  <a:moveTo>
                    <a:pt x="2303541" y="0"/>
                  </a:moveTo>
                  <a:lnTo>
                    <a:pt x="180087" y="0"/>
                  </a:lnTo>
                  <a:lnTo>
                    <a:pt x="132219" y="6432"/>
                  </a:lnTo>
                  <a:lnTo>
                    <a:pt x="89201" y="24580"/>
                  </a:lnTo>
                  <a:lnTo>
                    <a:pt x="52752" y="52724"/>
                  </a:lnTo>
                  <a:lnTo>
                    <a:pt x="24591" y="89143"/>
                  </a:lnTo>
                  <a:lnTo>
                    <a:pt x="6434" y="132115"/>
                  </a:lnTo>
                  <a:lnTo>
                    <a:pt x="0" y="179918"/>
                  </a:lnTo>
                  <a:lnTo>
                    <a:pt x="6434" y="227775"/>
                  </a:lnTo>
                  <a:lnTo>
                    <a:pt x="24591" y="270783"/>
                  </a:lnTo>
                  <a:lnTo>
                    <a:pt x="52752" y="307223"/>
                  </a:lnTo>
                  <a:lnTo>
                    <a:pt x="89201" y="335378"/>
                  </a:lnTo>
                  <a:lnTo>
                    <a:pt x="132219" y="353531"/>
                  </a:lnTo>
                  <a:lnTo>
                    <a:pt x="180087" y="359964"/>
                  </a:lnTo>
                  <a:lnTo>
                    <a:pt x="2303541" y="359964"/>
                  </a:lnTo>
                  <a:lnTo>
                    <a:pt x="2351355" y="353531"/>
                  </a:lnTo>
                  <a:lnTo>
                    <a:pt x="2394337" y="335378"/>
                  </a:lnTo>
                  <a:lnTo>
                    <a:pt x="2430764" y="307223"/>
                  </a:lnTo>
                  <a:lnTo>
                    <a:pt x="2458914" y="270783"/>
                  </a:lnTo>
                  <a:lnTo>
                    <a:pt x="2477067" y="227775"/>
                  </a:lnTo>
                  <a:lnTo>
                    <a:pt x="2483501" y="179918"/>
                  </a:lnTo>
                  <a:lnTo>
                    <a:pt x="2477067" y="132115"/>
                  </a:lnTo>
                  <a:lnTo>
                    <a:pt x="2458914" y="89143"/>
                  </a:lnTo>
                  <a:lnTo>
                    <a:pt x="2430764" y="52724"/>
                  </a:lnTo>
                  <a:lnTo>
                    <a:pt x="2394337" y="24580"/>
                  </a:lnTo>
                  <a:lnTo>
                    <a:pt x="2351355" y="6432"/>
                  </a:lnTo>
                  <a:lnTo>
                    <a:pt x="2303541" y="0"/>
                  </a:lnTo>
                  <a:close/>
                </a:path>
              </a:pathLst>
            </a:custGeom>
            <a:solidFill>
              <a:srgbClr val="61973C"/>
            </a:solidFill>
          </p:spPr>
          <p:txBody>
            <a:bodyPr wrap="square" lIns="0" tIns="0" rIns="0" bIns="0" rtlCol="0"/>
            <a:lstStyle/>
            <a:p>
              <a:endParaRPr/>
            </a:p>
          </p:txBody>
        </p:sp>
        <p:sp>
          <p:nvSpPr>
            <p:cNvPr id="7" name="object 6">
              <a:extLst>
                <a:ext uri="{FF2B5EF4-FFF2-40B4-BE49-F238E27FC236}">
                  <a16:creationId xmlns:a16="http://schemas.microsoft.com/office/drawing/2014/main" id="{A7AD26D4-D264-C31B-4F08-10D5CCDA0BF9}"/>
                </a:ext>
              </a:extLst>
            </p:cNvPr>
            <p:cNvSpPr/>
            <p:nvPr/>
          </p:nvSpPr>
          <p:spPr>
            <a:xfrm>
              <a:off x="2345828" y="1191346"/>
              <a:ext cx="2484120" cy="360045"/>
            </a:xfrm>
            <a:custGeom>
              <a:avLst/>
              <a:gdLst/>
              <a:ahLst/>
              <a:cxnLst/>
              <a:rect l="l" t="t" r="r" b="b"/>
              <a:pathLst>
                <a:path w="2484120" h="360044">
                  <a:moveTo>
                    <a:pt x="180087" y="359964"/>
                  </a:moveTo>
                  <a:lnTo>
                    <a:pt x="2303541" y="359964"/>
                  </a:lnTo>
                  <a:lnTo>
                    <a:pt x="2351355" y="353531"/>
                  </a:lnTo>
                  <a:lnTo>
                    <a:pt x="2394337" y="335378"/>
                  </a:lnTo>
                  <a:lnTo>
                    <a:pt x="2430764" y="307223"/>
                  </a:lnTo>
                  <a:lnTo>
                    <a:pt x="2458914" y="270783"/>
                  </a:lnTo>
                  <a:lnTo>
                    <a:pt x="2477067" y="227775"/>
                  </a:lnTo>
                  <a:lnTo>
                    <a:pt x="2483501" y="179918"/>
                  </a:lnTo>
                  <a:lnTo>
                    <a:pt x="2477067" y="132115"/>
                  </a:lnTo>
                  <a:lnTo>
                    <a:pt x="2458914" y="89143"/>
                  </a:lnTo>
                  <a:lnTo>
                    <a:pt x="2430764" y="52724"/>
                  </a:lnTo>
                  <a:lnTo>
                    <a:pt x="2394337" y="24580"/>
                  </a:lnTo>
                  <a:lnTo>
                    <a:pt x="2351355" y="6432"/>
                  </a:lnTo>
                  <a:lnTo>
                    <a:pt x="2303541" y="0"/>
                  </a:lnTo>
                  <a:lnTo>
                    <a:pt x="180087" y="0"/>
                  </a:lnTo>
                  <a:lnTo>
                    <a:pt x="132219" y="6432"/>
                  </a:lnTo>
                  <a:lnTo>
                    <a:pt x="89201" y="24580"/>
                  </a:lnTo>
                  <a:lnTo>
                    <a:pt x="52752" y="52724"/>
                  </a:lnTo>
                  <a:lnTo>
                    <a:pt x="24591" y="89143"/>
                  </a:lnTo>
                  <a:lnTo>
                    <a:pt x="6434" y="132115"/>
                  </a:lnTo>
                  <a:lnTo>
                    <a:pt x="0" y="179918"/>
                  </a:lnTo>
                  <a:lnTo>
                    <a:pt x="6434" y="227775"/>
                  </a:lnTo>
                  <a:lnTo>
                    <a:pt x="24591" y="270783"/>
                  </a:lnTo>
                  <a:lnTo>
                    <a:pt x="52752" y="307223"/>
                  </a:lnTo>
                  <a:lnTo>
                    <a:pt x="89201" y="335378"/>
                  </a:lnTo>
                  <a:lnTo>
                    <a:pt x="132219" y="353531"/>
                  </a:lnTo>
                  <a:lnTo>
                    <a:pt x="180087" y="359964"/>
                  </a:lnTo>
                  <a:close/>
                </a:path>
              </a:pathLst>
            </a:custGeom>
            <a:ln w="9522">
              <a:solidFill>
                <a:srgbClr val="507D31"/>
              </a:solidFill>
            </a:ln>
          </p:spPr>
          <p:txBody>
            <a:bodyPr wrap="square" lIns="0" tIns="0" rIns="0" bIns="0" rtlCol="0"/>
            <a:lstStyle/>
            <a:p>
              <a:endParaRPr/>
            </a:p>
          </p:txBody>
        </p:sp>
      </p:grpSp>
      <p:sp>
        <p:nvSpPr>
          <p:cNvPr id="8" name="object 7">
            <a:extLst>
              <a:ext uri="{FF2B5EF4-FFF2-40B4-BE49-F238E27FC236}">
                <a16:creationId xmlns:a16="http://schemas.microsoft.com/office/drawing/2014/main" id="{318DCCA8-4C28-816E-1813-899C7E4E69F1}"/>
              </a:ext>
            </a:extLst>
          </p:cNvPr>
          <p:cNvSpPr txBox="1"/>
          <p:nvPr/>
        </p:nvSpPr>
        <p:spPr>
          <a:xfrm>
            <a:off x="3062748" y="1194708"/>
            <a:ext cx="1047115" cy="30035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DFFFF"/>
                </a:solidFill>
                <a:latin typeface="Calibri"/>
                <a:cs typeface="Calibri"/>
              </a:rPr>
              <a:t>Navigateur</a:t>
            </a:r>
            <a:endParaRPr sz="1800">
              <a:latin typeface="Calibri"/>
              <a:cs typeface="Calibri"/>
            </a:endParaRPr>
          </a:p>
        </p:txBody>
      </p:sp>
      <p:grpSp>
        <p:nvGrpSpPr>
          <p:cNvPr id="9" name="object 8">
            <a:extLst>
              <a:ext uri="{FF2B5EF4-FFF2-40B4-BE49-F238E27FC236}">
                <a16:creationId xmlns:a16="http://schemas.microsoft.com/office/drawing/2014/main" id="{478447A7-AC67-5FC5-3D4F-B0CCACA383CE}"/>
              </a:ext>
            </a:extLst>
          </p:cNvPr>
          <p:cNvGrpSpPr/>
          <p:nvPr/>
        </p:nvGrpSpPr>
        <p:grpSpPr>
          <a:xfrm>
            <a:off x="2286011" y="2158615"/>
            <a:ext cx="2610485" cy="485775"/>
            <a:chOff x="2286011" y="2158615"/>
            <a:chExt cx="2610485" cy="485775"/>
          </a:xfrm>
        </p:grpSpPr>
        <p:pic>
          <p:nvPicPr>
            <p:cNvPr id="10" name="object 9">
              <a:extLst>
                <a:ext uri="{FF2B5EF4-FFF2-40B4-BE49-F238E27FC236}">
                  <a16:creationId xmlns:a16="http://schemas.microsoft.com/office/drawing/2014/main" id="{70C4ECCF-6FC1-C958-835A-2B270010FB0A}"/>
                </a:ext>
              </a:extLst>
            </p:cNvPr>
            <p:cNvPicPr/>
            <p:nvPr/>
          </p:nvPicPr>
          <p:blipFill>
            <a:blip r:embed="rId4" cstate="print"/>
            <a:stretch>
              <a:fillRect/>
            </a:stretch>
          </p:blipFill>
          <p:spPr>
            <a:xfrm>
              <a:off x="2286011" y="2158615"/>
              <a:ext cx="2609867" cy="485665"/>
            </a:xfrm>
            <a:prstGeom prst="rect">
              <a:avLst/>
            </a:prstGeom>
          </p:spPr>
        </p:pic>
        <p:sp>
          <p:nvSpPr>
            <p:cNvPr id="11" name="object 10">
              <a:extLst>
                <a:ext uri="{FF2B5EF4-FFF2-40B4-BE49-F238E27FC236}">
                  <a16:creationId xmlns:a16="http://schemas.microsoft.com/office/drawing/2014/main" id="{55860D6E-822A-082C-04A5-0F2B4EDF17A0}"/>
                </a:ext>
              </a:extLst>
            </p:cNvPr>
            <p:cNvSpPr/>
            <p:nvPr/>
          </p:nvSpPr>
          <p:spPr>
            <a:xfrm>
              <a:off x="2345828" y="2198738"/>
              <a:ext cx="2484120" cy="360045"/>
            </a:xfrm>
            <a:custGeom>
              <a:avLst/>
              <a:gdLst/>
              <a:ahLst/>
              <a:cxnLst/>
              <a:rect l="l" t="t" r="r" b="b"/>
              <a:pathLst>
                <a:path w="2484120" h="360044">
                  <a:moveTo>
                    <a:pt x="2303541" y="0"/>
                  </a:moveTo>
                  <a:lnTo>
                    <a:pt x="180087" y="0"/>
                  </a:lnTo>
                  <a:lnTo>
                    <a:pt x="132219" y="6423"/>
                  </a:lnTo>
                  <a:lnTo>
                    <a:pt x="89201" y="24552"/>
                  </a:lnTo>
                  <a:lnTo>
                    <a:pt x="52752" y="52677"/>
                  </a:lnTo>
                  <a:lnTo>
                    <a:pt x="24591" y="89086"/>
                  </a:lnTo>
                  <a:lnTo>
                    <a:pt x="6434" y="132070"/>
                  </a:lnTo>
                  <a:lnTo>
                    <a:pt x="0" y="179918"/>
                  </a:lnTo>
                  <a:lnTo>
                    <a:pt x="6434" y="227775"/>
                  </a:lnTo>
                  <a:lnTo>
                    <a:pt x="24591" y="270783"/>
                  </a:lnTo>
                  <a:lnTo>
                    <a:pt x="52752" y="307223"/>
                  </a:lnTo>
                  <a:lnTo>
                    <a:pt x="89201" y="335378"/>
                  </a:lnTo>
                  <a:lnTo>
                    <a:pt x="132219" y="353531"/>
                  </a:lnTo>
                  <a:lnTo>
                    <a:pt x="180087" y="359964"/>
                  </a:lnTo>
                  <a:lnTo>
                    <a:pt x="2303541" y="359964"/>
                  </a:lnTo>
                  <a:lnTo>
                    <a:pt x="2351355" y="353531"/>
                  </a:lnTo>
                  <a:lnTo>
                    <a:pt x="2394337" y="335378"/>
                  </a:lnTo>
                  <a:lnTo>
                    <a:pt x="2430764" y="307223"/>
                  </a:lnTo>
                  <a:lnTo>
                    <a:pt x="2458914" y="270783"/>
                  </a:lnTo>
                  <a:lnTo>
                    <a:pt x="2477067" y="227775"/>
                  </a:lnTo>
                  <a:lnTo>
                    <a:pt x="2483501" y="179918"/>
                  </a:lnTo>
                  <a:lnTo>
                    <a:pt x="2477067" y="132070"/>
                  </a:lnTo>
                  <a:lnTo>
                    <a:pt x="2458914" y="89086"/>
                  </a:lnTo>
                  <a:lnTo>
                    <a:pt x="2430764" y="52677"/>
                  </a:lnTo>
                  <a:lnTo>
                    <a:pt x="2394337" y="24552"/>
                  </a:lnTo>
                  <a:lnTo>
                    <a:pt x="2351355" y="6423"/>
                  </a:lnTo>
                  <a:lnTo>
                    <a:pt x="2303541" y="0"/>
                  </a:lnTo>
                  <a:close/>
                </a:path>
              </a:pathLst>
            </a:custGeom>
            <a:solidFill>
              <a:srgbClr val="A6B7CD"/>
            </a:solidFill>
          </p:spPr>
          <p:txBody>
            <a:bodyPr wrap="square" lIns="0" tIns="0" rIns="0" bIns="0" rtlCol="0"/>
            <a:lstStyle/>
            <a:p>
              <a:endParaRPr/>
            </a:p>
          </p:txBody>
        </p:sp>
        <p:sp>
          <p:nvSpPr>
            <p:cNvPr id="12" name="object 11">
              <a:extLst>
                <a:ext uri="{FF2B5EF4-FFF2-40B4-BE49-F238E27FC236}">
                  <a16:creationId xmlns:a16="http://schemas.microsoft.com/office/drawing/2014/main" id="{BFDEA0F3-7B36-7838-F0BE-1B2699D22FB7}"/>
                </a:ext>
              </a:extLst>
            </p:cNvPr>
            <p:cNvSpPr/>
            <p:nvPr/>
          </p:nvSpPr>
          <p:spPr>
            <a:xfrm>
              <a:off x="2345828" y="2198738"/>
              <a:ext cx="2484120" cy="360045"/>
            </a:xfrm>
            <a:custGeom>
              <a:avLst/>
              <a:gdLst/>
              <a:ahLst/>
              <a:cxnLst/>
              <a:rect l="l" t="t" r="r" b="b"/>
              <a:pathLst>
                <a:path w="2484120" h="360044">
                  <a:moveTo>
                    <a:pt x="180087" y="359964"/>
                  </a:moveTo>
                  <a:lnTo>
                    <a:pt x="2303541" y="359964"/>
                  </a:lnTo>
                  <a:lnTo>
                    <a:pt x="2351355" y="353531"/>
                  </a:lnTo>
                  <a:lnTo>
                    <a:pt x="2394337" y="335378"/>
                  </a:lnTo>
                  <a:lnTo>
                    <a:pt x="2430764" y="307223"/>
                  </a:lnTo>
                  <a:lnTo>
                    <a:pt x="2458914" y="270783"/>
                  </a:lnTo>
                  <a:lnTo>
                    <a:pt x="2477067" y="227775"/>
                  </a:lnTo>
                  <a:lnTo>
                    <a:pt x="2483501" y="179918"/>
                  </a:lnTo>
                  <a:lnTo>
                    <a:pt x="2477067" y="132070"/>
                  </a:lnTo>
                  <a:lnTo>
                    <a:pt x="2458914" y="89086"/>
                  </a:lnTo>
                  <a:lnTo>
                    <a:pt x="2430764" y="52677"/>
                  </a:lnTo>
                  <a:lnTo>
                    <a:pt x="2394337" y="24552"/>
                  </a:lnTo>
                  <a:lnTo>
                    <a:pt x="2351355" y="6423"/>
                  </a:lnTo>
                  <a:lnTo>
                    <a:pt x="2303541" y="0"/>
                  </a:lnTo>
                  <a:lnTo>
                    <a:pt x="180087" y="0"/>
                  </a:lnTo>
                  <a:lnTo>
                    <a:pt x="132219" y="6423"/>
                  </a:lnTo>
                  <a:lnTo>
                    <a:pt x="89201" y="24552"/>
                  </a:lnTo>
                  <a:lnTo>
                    <a:pt x="52752" y="52677"/>
                  </a:lnTo>
                  <a:lnTo>
                    <a:pt x="24591" y="89086"/>
                  </a:lnTo>
                  <a:lnTo>
                    <a:pt x="6434" y="132070"/>
                  </a:lnTo>
                  <a:lnTo>
                    <a:pt x="0" y="179918"/>
                  </a:lnTo>
                  <a:lnTo>
                    <a:pt x="6434" y="227775"/>
                  </a:lnTo>
                  <a:lnTo>
                    <a:pt x="24591" y="270783"/>
                  </a:lnTo>
                  <a:lnTo>
                    <a:pt x="52752" y="307223"/>
                  </a:lnTo>
                  <a:lnTo>
                    <a:pt x="89201" y="335378"/>
                  </a:lnTo>
                  <a:lnTo>
                    <a:pt x="132219" y="353531"/>
                  </a:lnTo>
                  <a:lnTo>
                    <a:pt x="180087" y="359964"/>
                  </a:lnTo>
                  <a:close/>
                </a:path>
              </a:pathLst>
            </a:custGeom>
            <a:ln w="9522">
              <a:solidFill>
                <a:srgbClr val="8997AB"/>
              </a:solidFill>
            </a:ln>
          </p:spPr>
          <p:txBody>
            <a:bodyPr wrap="square" lIns="0" tIns="0" rIns="0" bIns="0" rtlCol="0"/>
            <a:lstStyle/>
            <a:p>
              <a:endParaRPr/>
            </a:p>
          </p:txBody>
        </p:sp>
      </p:grpSp>
      <p:sp>
        <p:nvSpPr>
          <p:cNvPr id="13" name="object 12">
            <a:extLst>
              <a:ext uri="{FF2B5EF4-FFF2-40B4-BE49-F238E27FC236}">
                <a16:creationId xmlns:a16="http://schemas.microsoft.com/office/drawing/2014/main" id="{DE78A62A-A2F8-5BF0-D005-6BB215E23B8C}"/>
              </a:ext>
            </a:extLst>
          </p:cNvPr>
          <p:cNvSpPr txBox="1"/>
          <p:nvPr/>
        </p:nvSpPr>
        <p:spPr>
          <a:xfrm>
            <a:off x="2388754" y="2203877"/>
            <a:ext cx="238950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DFFFF"/>
                </a:solidFill>
                <a:latin typeface="Calibri"/>
                <a:cs typeface="Calibri"/>
              </a:rPr>
              <a:t>Pipeline</a:t>
            </a:r>
            <a:r>
              <a:rPr sz="1800" spc="-60" dirty="0">
                <a:solidFill>
                  <a:srgbClr val="FDFFFF"/>
                </a:solidFill>
                <a:latin typeface="Calibri"/>
                <a:cs typeface="Calibri"/>
              </a:rPr>
              <a:t> </a:t>
            </a:r>
            <a:r>
              <a:rPr sz="1800" dirty="0">
                <a:solidFill>
                  <a:srgbClr val="FDFFFF"/>
                </a:solidFill>
                <a:latin typeface="Calibri"/>
                <a:cs typeface="Calibri"/>
              </a:rPr>
              <a:t>des</a:t>
            </a:r>
            <a:r>
              <a:rPr sz="1800" spc="-20" dirty="0">
                <a:solidFill>
                  <a:srgbClr val="FDFFFF"/>
                </a:solidFill>
                <a:latin typeface="Calibri"/>
                <a:cs typeface="Calibri"/>
              </a:rPr>
              <a:t> </a:t>
            </a:r>
            <a:r>
              <a:rPr sz="1800" spc="-10" dirty="0">
                <a:solidFill>
                  <a:srgbClr val="FDFFFF"/>
                </a:solidFill>
                <a:latin typeface="Calibri"/>
                <a:cs typeface="Calibri"/>
              </a:rPr>
              <a:t>middlewares</a:t>
            </a:r>
            <a:endParaRPr sz="1800">
              <a:latin typeface="Calibri"/>
              <a:cs typeface="Calibri"/>
            </a:endParaRPr>
          </a:p>
        </p:txBody>
      </p:sp>
      <p:grpSp>
        <p:nvGrpSpPr>
          <p:cNvPr id="14" name="object 13">
            <a:extLst>
              <a:ext uri="{FF2B5EF4-FFF2-40B4-BE49-F238E27FC236}">
                <a16:creationId xmlns:a16="http://schemas.microsoft.com/office/drawing/2014/main" id="{956BFBD3-AB40-6AD4-A760-E0AF7471F659}"/>
              </a:ext>
            </a:extLst>
          </p:cNvPr>
          <p:cNvGrpSpPr/>
          <p:nvPr/>
        </p:nvGrpSpPr>
        <p:grpSpPr>
          <a:xfrm>
            <a:off x="2314586" y="2815692"/>
            <a:ext cx="2553335" cy="438150"/>
            <a:chOff x="2314586" y="2815692"/>
            <a:chExt cx="2553335" cy="438150"/>
          </a:xfrm>
        </p:grpSpPr>
        <p:pic>
          <p:nvPicPr>
            <p:cNvPr id="15" name="object 14">
              <a:extLst>
                <a:ext uri="{FF2B5EF4-FFF2-40B4-BE49-F238E27FC236}">
                  <a16:creationId xmlns:a16="http://schemas.microsoft.com/office/drawing/2014/main" id="{CBF6E2F7-967E-98B1-E8DE-4CF54E9AD54D}"/>
                </a:ext>
              </a:extLst>
            </p:cNvPr>
            <p:cNvPicPr/>
            <p:nvPr/>
          </p:nvPicPr>
          <p:blipFill>
            <a:blip r:embed="rId5" cstate="print"/>
            <a:stretch>
              <a:fillRect/>
            </a:stretch>
          </p:blipFill>
          <p:spPr>
            <a:xfrm>
              <a:off x="2314586" y="2815692"/>
              <a:ext cx="2552716" cy="438051"/>
            </a:xfrm>
            <a:prstGeom prst="rect">
              <a:avLst/>
            </a:prstGeom>
          </p:spPr>
        </p:pic>
        <p:sp>
          <p:nvSpPr>
            <p:cNvPr id="16" name="object 15">
              <a:extLst>
                <a:ext uri="{FF2B5EF4-FFF2-40B4-BE49-F238E27FC236}">
                  <a16:creationId xmlns:a16="http://schemas.microsoft.com/office/drawing/2014/main" id="{0337009A-97A1-D458-5F29-0535C1833750}"/>
                </a:ext>
              </a:extLst>
            </p:cNvPr>
            <p:cNvSpPr/>
            <p:nvPr/>
          </p:nvSpPr>
          <p:spPr>
            <a:xfrm>
              <a:off x="2345828" y="2828643"/>
              <a:ext cx="2484120" cy="360045"/>
            </a:xfrm>
            <a:custGeom>
              <a:avLst/>
              <a:gdLst/>
              <a:ahLst/>
              <a:cxnLst/>
              <a:rect l="l" t="t" r="r" b="b"/>
              <a:pathLst>
                <a:path w="2484120" h="360044">
                  <a:moveTo>
                    <a:pt x="2303541" y="0"/>
                  </a:moveTo>
                  <a:lnTo>
                    <a:pt x="180087" y="0"/>
                  </a:lnTo>
                  <a:lnTo>
                    <a:pt x="132219" y="6423"/>
                  </a:lnTo>
                  <a:lnTo>
                    <a:pt x="89201" y="24552"/>
                  </a:lnTo>
                  <a:lnTo>
                    <a:pt x="52752" y="52677"/>
                  </a:lnTo>
                  <a:lnTo>
                    <a:pt x="24591" y="89086"/>
                  </a:lnTo>
                  <a:lnTo>
                    <a:pt x="6434" y="132070"/>
                  </a:lnTo>
                  <a:lnTo>
                    <a:pt x="0" y="179918"/>
                  </a:lnTo>
                  <a:lnTo>
                    <a:pt x="6434" y="227766"/>
                  </a:lnTo>
                  <a:lnTo>
                    <a:pt x="24591" y="270750"/>
                  </a:lnTo>
                  <a:lnTo>
                    <a:pt x="52752" y="307159"/>
                  </a:lnTo>
                  <a:lnTo>
                    <a:pt x="89201" y="335284"/>
                  </a:lnTo>
                  <a:lnTo>
                    <a:pt x="132219" y="353414"/>
                  </a:lnTo>
                  <a:lnTo>
                    <a:pt x="180087" y="359837"/>
                  </a:lnTo>
                  <a:lnTo>
                    <a:pt x="2303541" y="359837"/>
                  </a:lnTo>
                  <a:lnTo>
                    <a:pt x="2351355" y="353414"/>
                  </a:lnTo>
                  <a:lnTo>
                    <a:pt x="2394337" y="335284"/>
                  </a:lnTo>
                  <a:lnTo>
                    <a:pt x="2430764" y="307159"/>
                  </a:lnTo>
                  <a:lnTo>
                    <a:pt x="2458914" y="270750"/>
                  </a:lnTo>
                  <a:lnTo>
                    <a:pt x="2477067" y="227766"/>
                  </a:lnTo>
                  <a:lnTo>
                    <a:pt x="2483501" y="179918"/>
                  </a:lnTo>
                  <a:lnTo>
                    <a:pt x="2477067" y="132070"/>
                  </a:lnTo>
                  <a:lnTo>
                    <a:pt x="2458914" y="89086"/>
                  </a:lnTo>
                  <a:lnTo>
                    <a:pt x="2430764" y="52677"/>
                  </a:lnTo>
                  <a:lnTo>
                    <a:pt x="2394337" y="24552"/>
                  </a:lnTo>
                  <a:lnTo>
                    <a:pt x="2351355" y="6423"/>
                  </a:lnTo>
                  <a:lnTo>
                    <a:pt x="2303541" y="0"/>
                  </a:lnTo>
                  <a:close/>
                </a:path>
              </a:pathLst>
            </a:custGeom>
            <a:solidFill>
              <a:srgbClr val="A6B7CD"/>
            </a:solidFill>
          </p:spPr>
          <p:txBody>
            <a:bodyPr wrap="square" lIns="0" tIns="0" rIns="0" bIns="0" rtlCol="0"/>
            <a:lstStyle/>
            <a:p>
              <a:endParaRPr/>
            </a:p>
          </p:txBody>
        </p:sp>
        <p:sp>
          <p:nvSpPr>
            <p:cNvPr id="17" name="object 16">
              <a:extLst>
                <a:ext uri="{FF2B5EF4-FFF2-40B4-BE49-F238E27FC236}">
                  <a16:creationId xmlns:a16="http://schemas.microsoft.com/office/drawing/2014/main" id="{3EEAEFEE-876F-835A-7BEB-BC471128F617}"/>
                </a:ext>
              </a:extLst>
            </p:cNvPr>
            <p:cNvSpPr/>
            <p:nvPr/>
          </p:nvSpPr>
          <p:spPr>
            <a:xfrm>
              <a:off x="2345828" y="2828643"/>
              <a:ext cx="2484120" cy="360045"/>
            </a:xfrm>
            <a:custGeom>
              <a:avLst/>
              <a:gdLst/>
              <a:ahLst/>
              <a:cxnLst/>
              <a:rect l="l" t="t" r="r" b="b"/>
              <a:pathLst>
                <a:path w="2484120" h="360044">
                  <a:moveTo>
                    <a:pt x="180087" y="359837"/>
                  </a:moveTo>
                  <a:lnTo>
                    <a:pt x="2303541" y="359837"/>
                  </a:lnTo>
                  <a:lnTo>
                    <a:pt x="2351355" y="353414"/>
                  </a:lnTo>
                  <a:lnTo>
                    <a:pt x="2394337" y="335284"/>
                  </a:lnTo>
                  <a:lnTo>
                    <a:pt x="2430764" y="307159"/>
                  </a:lnTo>
                  <a:lnTo>
                    <a:pt x="2458914" y="270750"/>
                  </a:lnTo>
                  <a:lnTo>
                    <a:pt x="2477067" y="227766"/>
                  </a:lnTo>
                  <a:lnTo>
                    <a:pt x="2483501" y="179918"/>
                  </a:lnTo>
                  <a:lnTo>
                    <a:pt x="2477067" y="132070"/>
                  </a:lnTo>
                  <a:lnTo>
                    <a:pt x="2458914" y="89086"/>
                  </a:lnTo>
                  <a:lnTo>
                    <a:pt x="2430764" y="52677"/>
                  </a:lnTo>
                  <a:lnTo>
                    <a:pt x="2394337" y="24552"/>
                  </a:lnTo>
                  <a:lnTo>
                    <a:pt x="2351355" y="6423"/>
                  </a:lnTo>
                  <a:lnTo>
                    <a:pt x="2303541" y="0"/>
                  </a:lnTo>
                  <a:lnTo>
                    <a:pt x="180087" y="0"/>
                  </a:lnTo>
                  <a:lnTo>
                    <a:pt x="132219" y="6423"/>
                  </a:lnTo>
                  <a:lnTo>
                    <a:pt x="89201" y="24552"/>
                  </a:lnTo>
                  <a:lnTo>
                    <a:pt x="52752" y="52677"/>
                  </a:lnTo>
                  <a:lnTo>
                    <a:pt x="24591" y="89086"/>
                  </a:lnTo>
                  <a:lnTo>
                    <a:pt x="6434" y="132070"/>
                  </a:lnTo>
                  <a:lnTo>
                    <a:pt x="0" y="179918"/>
                  </a:lnTo>
                  <a:lnTo>
                    <a:pt x="6434" y="227766"/>
                  </a:lnTo>
                  <a:lnTo>
                    <a:pt x="24591" y="270750"/>
                  </a:lnTo>
                  <a:lnTo>
                    <a:pt x="52752" y="307159"/>
                  </a:lnTo>
                  <a:lnTo>
                    <a:pt x="89201" y="335284"/>
                  </a:lnTo>
                  <a:lnTo>
                    <a:pt x="132219" y="353414"/>
                  </a:lnTo>
                  <a:lnTo>
                    <a:pt x="180087" y="359837"/>
                  </a:lnTo>
                  <a:close/>
                </a:path>
              </a:pathLst>
            </a:custGeom>
            <a:ln w="9522">
              <a:solidFill>
                <a:srgbClr val="8997AB"/>
              </a:solidFill>
            </a:ln>
          </p:spPr>
          <p:txBody>
            <a:bodyPr wrap="square" lIns="0" tIns="0" rIns="0" bIns="0" rtlCol="0"/>
            <a:lstStyle/>
            <a:p>
              <a:endParaRPr/>
            </a:p>
          </p:txBody>
        </p:sp>
      </p:grpSp>
      <p:sp>
        <p:nvSpPr>
          <p:cNvPr id="18" name="object 17">
            <a:extLst>
              <a:ext uri="{FF2B5EF4-FFF2-40B4-BE49-F238E27FC236}">
                <a16:creationId xmlns:a16="http://schemas.microsoft.com/office/drawing/2014/main" id="{ED54AD7C-F806-022D-D52D-8217F7ECACBD}"/>
              </a:ext>
            </a:extLst>
          </p:cNvPr>
          <p:cNvSpPr txBox="1"/>
          <p:nvPr/>
        </p:nvSpPr>
        <p:spPr>
          <a:xfrm>
            <a:off x="2678316" y="2834545"/>
            <a:ext cx="1809114"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DFFFF"/>
                </a:solidFill>
                <a:latin typeface="Calibri"/>
                <a:cs typeface="Calibri"/>
              </a:rPr>
              <a:t>Gestion</a:t>
            </a:r>
            <a:r>
              <a:rPr sz="1800" spc="-55" dirty="0">
                <a:solidFill>
                  <a:srgbClr val="FDFFFF"/>
                </a:solidFill>
                <a:latin typeface="Calibri"/>
                <a:cs typeface="Calibri"/>
              </a:rPr>
              <a:t> </a:t>
            </a:r>
            <a:r>
              <a:rPr sz="1800" dirty="0">
                <a:solidFill>
                  <a:srgbClr val="FDFFFF"/>
                </a:solidFill>
                <a:latin typeface="Calibri"/>
                <a:cs typeface="Calibri"/>
              </a:rPr>
              <a:t>des</a:t>
            </a:r>
            <a:r>
              <a:rPr sz="1800" spc="-40" dirty="0">
                <a:solidFill>
                  <a:srgbClr val="FDFFFF"/>
                </a:solidFill>
                <a:latin typeface="Calibri"/>
                <a:cs typeface="Calibri"/>
              </a:rPr>
              <a:t> </a:t>
            </a:r>
            <a:r>
              <a:rPr sz="1800" spc="-10" dirty="0">
                <a:solidFill>
                  <a:srgbClr val="FDFFFF"/>
                </a:solidFill>
                <a:latin typeface="Calibri"/>
                <a:cs typeface="Calibri"/>
              </a:rPr>
              <a:t>Routes</a:t>
            </a:r>
            <a:endParaRPr sz="1800">
              <a:latin typeface="Calibri"/>
              <a:cs typeface="Calibri"/>
            </a:endParaRPr>
          </a:p>
        </p:txBody>
      </p:sp>
      <p:grpSp>
        <p:nvGrpSpPr>
          <p:cNvPr id="19" name="object 18">
            <a:extLst>
              <a:ext uri="{FF2B5EF4-FFF2-40B4-BE49-F238E27FC236}">
                <a16:creationId xmlns:a16="http://schemas.microsoft.com/office/drawing/2014/main" id="{D281A4BA-156B-286E-A014-DF5FFBBD2406}"/>
              </a:ext>
            </a:extLst>
          </p:cNvPr>
          <p:cNvGrpSpPr/>
          <p:nvPr/>
        </p:nvGrpSpPr>
        <p:grpSpPr>
          <a:xfrm>
            <a:off x="2314586" y="3444201"/>
            <a:ext cx="2553335" cy="438150"/>
            <a:chOff x="2314586" y="3444201"/>
            <a:chExt cx="2553335" cy="438150"/>
          </a:xfrm>
        </p:grpSpPr>
        <p:pic>
          <p:nvPicPr>
            <p:cNvPr id="20" name="object 19">
              <a:extLst>
                <a:ext uri="{FF2B5EF4-FFF2-40B4-BE49-F238E27FC236}">
                  <a16:creationId xmlns:a16="http://schemas.microsoft.com/office/drawing/2014/main" id="{E7034F6B-B2B6-3606-0DB4-60D637229671}"/>
                </a:ext>
              </a:extLst>
            </p:cNvPr>
            <p:cNvPicPr/>
            <p:nvPr/>
          </p:nvPicPr>
          <p:blipFill>
            <a:blip r:embed="rId6" cstate="print"/>
            <a:stretch>
              <a:fillRect/>
            </a:stretch>
          </p:blipFill>
          <p:spPr>
            <a:xfrm>
              <a:off x="2314586" y="3444201"/>
              <a:ext cx="2552716" cy="438051"/>
            </a:xfrm>
            <a:prstGeom prst="rect">
              <a:avLst/>
            </a:prstGeom>
          </p:spPr>
        </p:pic>
        <p:pic>
          <p:nvPicPr>
            <p:cNvPr id="21" name="object 20">
              <a:extLst>
                <a:ext uri="{FF2B5EF4-FFF2-40B4-BE49-F238E27FC236}">
                  <a16:creationId xmlns:a16="http://schemas.microsoft.com/office/drawing/2014/main" id="{F7540498-F0EF-0C50-34BA-67A3FB8FF708}"/>
                </a:ext>
              </a:extLst>
            </p:cNvPr>
            <p:cNvPicPr/>
            <p:nvPr/>
          </p:nvPicPr>
          <p:blipFill>
            <a:blip r:embed="rId7" cstate="print"/>
            <a:stretch>
              <a:fillRect/>
            </a:stretch>
          </p:blipFill>
          <p:spPr>
            <a:xfrm>
              <a:off x="2345828" y="3458422"/>
              <a:ext cx="2483501" cy="359964"/>
            </a:xfrm>
            <a:prstGeom prst="rect">
              <a:avLst/>
            </a:prstGeom>
          </p:spPr>
        </p:pic>
        <p:sp>
          <p:nvSpPr>
            <p:cNvPr id="22" name="object 21">
              <a:extLst>
                <a:ext uri="{FF2B5EF4-FFF2-40B4-BE49-F238E27FC236}">
                  <a16:creationId xmlns:a16="http://schemas.microsoft.com/office/drawing/2014/main" id="{323A6EBB-DB1B-7A94-5F54-1FD67707D2ED}"/>
                </a:ext>
              </a:extLst>
            </p:cNvPr>
            <p:cNvSpPr/>
            <p:nvPr/>
          </p:nvSpPr>
          <p:spPr>
            <a:xfrm>
              <a:off x="2345828" y="3458422"/>
              <a:ext cx="2484120" cy="360045"/>
            </a:xfrm>
            <a:custGeom>
              <a:avLst/>
              <a:gdLst/>
              <a:ahLst/>
              <a:cxnLst/>
              <a:rect l="l" t="t" r="r" b="b"/>
              <a:pathLst>
                <a:path w="2484120" h="360045">
                  <a:moveTo>
                    <a:pt x="180087" y="359964"/>
                  </a:moveTo>
                  <a:lnTo>
                    <a:pt x="2303541" y="359964"/>
                  </a:lnTo>
                  <a:lnTo>
                    <a:pt x="2351355" y="353532"/>
                  </a:lnTo>
                  <a:lnTo>
                    <a:pt x="2394337" y="335383"/>
                  </a:lnTo>
                  <a:lnTo>
                    <a:pt x="2430764" y="307239"/>
                  </a:lnTo>
                  <a:lnTo>
                    <a:pt x="2458914" y="270820"/>
                  </a:lnTo>
                  <a:lnTo>
                    <a:pt x="2477067" y="227849"/>
                  </a:lnTo>
                  <a:lnTo>
                    <a:pt x="2483501" y="180045"/>
                  </a:lnTo>
                  <a:lnTo>
                    <a:pt x="2477067" y="132115"/>
                  </a:lnTo>
                  <a:lnTo>
                    <a:pt x="2458914" y="89143"/>
                  </a:lnTo>
                  <a:lnTo>
                    <a:pt x="2430764" y="52724"/>
                  </a:lnTo>
                  <a:lnTo>
                    <a:pt x="2394337" y="24580"/>
                  </a:lnTo>
                  <a:lnTo>
                    <a:pt x="2351355" y="6432"/>
                  </a:lnTo>
                  <a:lnTo>
                    <a:pt x="2303541" y="0"/>
                  </a:lnTo>
                  <a:lnTo>
                    <a:pt x="180087" y="0"/>
                  </a:lnTo>
                  <a:lnTo>
                    <a:pt x="132219" y="6432"/>
                  </a:lnTo>
                  <a:lnTo>
                    <a:pt x="89201" y="24580"/>
                  </a:lnTo>
                  <a:lnTo>
                    <a:pt x="52752" y="52724"/>
                  </a:lnTo>
                  <a:lnTo>
                    <a:pt x="24591" y="89143"/>
                  </a:lnTo>
                  <a:lnTo>
                    <a:pt x="6434" y="132115"/>
                  </a:lnTo>
                  <a:lnTo>
                    <a:pt x="0" y="179918"/>
                  </a:lnTo>
                  <a:lnTo>
                    <a:pt x="6434" y="227775"/>
                  </a:lnTo>
                  <a:lnTo>
                    <a:pt x="24591" y="270783"/>
                  </a:lnTo>
                  <a:lnTo>
                    <a:pt x="52752" y="307223"/>
                  </a:lnTo>
                  <a:lnTo>
                    <a:pt x="89201" y="335378"/>
                  </a:lnTo>
                  <a:lnTo>
                    <a:pt x="132219" y="353531"/>
                  </a:lnTo>
                  <a:lnTo>
                    <a:pt x="180087" y="359964"/>
                  </a:lnTo>
                  <a:close/>
                </a:path>
              </a:pathLst>
            </a:custGeom>
            <a:ln w="9522">
              <a:solidFill>
                <a:srgbClr val="537494"/>
              </a:solidFill>
            </a:ln>
          </p:spPr>
          <p:txBody>
            <a:bodyPr wrap="square" lIns="0" tIns="0" rIns="0" bIns="0" rtlCol="0"/>
            <a:lstStyle/>
            <a:p>
              <a:endParaRPr/>
            </a:p>
          </p:txBody>
        </p:sp>
      </p:grpSp>
      <p:sp>
        <p:nvSpPr>
          <p:cNvPr id="23" name="object 22">
            <a:extLst>
              <a:ext uri="{FF2B5EF4-FFF2-40B4-BE49-F238E27FC236}">
                <a16:creationId xmlns:a16="http://schemas.microsoft.com/office/drawing/2014/main" id="{CCFD3459-65B2-0079-DBFB-AB4817411DC1}"/>
              </a:ext>
            </a:extLst>
          </p:cNvPr>
          <p:cNvSpPr txBox="1"/>
          <p:nvPr/>
        </p:nvSpPr>
        <p:spPr>
          <a:xfrm>
            <a:off x="2416059" y="3465593"/>
            <a:ext cx="2341245" cy="30035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DFFFF"/>
                </a:solidFill>
                <a:latin typeface="Calibri"/>
                <a:cs typeface="Calibri"/>
              </a:rPr>
              <a:t>DefaultControllerFactory</a:t>
            </a:r>
            <a:endParaRPr sz="1800">
              <a:latin typeface="Calibri"/>
              <a:cs typeface="Calibri"/>
            </a:endParaRPr>
          </a:p>
        </p:txBody>
      </p:sp>
      <p:grpSp>
        <p:nvGrpSpPr>
          <p:cNvPr id="24" name="object 23">
            <a:extLst>
              <a:ext uri="{FF2B5EF4-FFF2-40B4-BE49-F238E27FC236}">
                <a16:creationId xmlns:a16="http://schemas.microsoft.com/office/drawing/2014/main" id="{AE349AF6-B524-EE9C-5C44-0B47455C3217}"/>
              </a:ext>
            </a:extLst>
          </p:cNvPr>
          <p:cNvGrpSpPr/>
          <p:nvPr/>
        </p:nvGrpSpPr>
        <p:grpSpPr>
          <a:xfrm>
            <a:off x="2314586" y="4653605"/>
            <a:ext cx="2553335" cy="438150"/>
            <a:chOff x="2314586" y="4653605"/>
            <a:chExt cx="2553335" cy="438150"/>
          </a:xfrm>
        </p:grpSpPr>
        <p:pic>
          <p:nvPicPr>
            <p:cNvPr id="25" name="object 24">
              <a:extLst>
                <a:ext uri="{FF2B5EF4-FFF2-40B4-BE49-F238E27FC236}">
                  <a16:creationId xmlns:a16="http://schemas.microsoft.com/office/drawing/2014/main" id="{163EBE86-DEA5-8384-75C2-974C7E771C5C}"/>
                </a:ext>
              </a:extLst>
            </p:cNvPr>
            <p:cNvPicPr/>
            <p:nvPr/>
          </p:nvPicPr>
          <p:blipFill>
            <a:blip r:embed="rId8" cstate="print"/>
            <a:stretch>
              <a:fillRect/>
            </a:stretch>
          </p:blipFill>
          <p:spPr>
            <a:xfrm>
              <a:off x="2314586" y="4653605"/>
              <a:ext cx="2552716" cy="438051"/>
            </a:xfrm>
            <a:prstGeom prst="rect">
              <a:avLst/>
            </a:prstGeom>
          </p:spPr>
        </p:pic>
        <p:pic>
          <p:nvPicPr>
            <p:cNvPr id="26" name="object 25">
              <a:extLst>
                <a:ext uri="{FF2B5EF4-FFF2-40B4-BE49-F238E27FC236}">
                  <a16:creationId xmlns:a16="http://schemas.microsoft.com/office/drawing/2014/main" id="{B0669849-9950-BBA1-B4B6-2D93119AEBD1}"/>
                </a:ext>
              </a:extLst>
            </p:cNvPr>
            <p:cNvPicPr/>
            <p:nvPr/>
          </p:nvPicPr>
          <p:blipFill>
            <a:blip r:embed="rId9" cstate="print"/>
            <a:stretch>
              <a:fillRect/>
            </a:stretch>
          </p:blipFill>
          <p:spPr>
            <a:xfrm>
              <a:off x="2345828" y="4667444"/>
              <a:ext cx="2483501" cy="359837"/>
            </a:xfrm>
            <a:prstGeom prst="rect">
              <a:avLst/>
            </a:prstGeom>
          </p:spPr>
        </p:pic>
        <p:sp>
          <p:nvSpPr>
            <p:cNvPr id="27" name="object 26">
              <a:extLst>
                <a:ext uri="{FF2B5EF4-FFF2-40B4-BE49-F238E27FC236}">
                  <a16:creationId xmlns:a16="http://schemas.microsoft.com/office/drawing/2014/main" id="{22F7FF53-219B-9E90-8A22-A2B18FF0354B}"/>
                </a:ext>
              </a:extLst>
            </p:cNvPr>
            <p:cNvSpPr/>
            <p:nvPr/>
          </p:nvSpPr>
          <p:spPr>
            <a:xfrm>
              <a:off x="2345828" y="4667444"/>
              <a:ext cx="2484120" cy="360045"/>
            </a:xfrm>
            <a:custGeom>
              <a:avLst/>
              <a:gdLst/>
              <a:ahLst/>
              <a:cxnLst/>
              <a:rect l="l" t="t" r="r" b="b"/>
              <a:pathLst>
                <a:path w="2484120" h="360045">
                  <a:moveTo>
                    <a:pt x="180087" y="359837"/>
                  </a:moveTo>
                  <a:lnTo>
                    <a:pt x="2303541" y="359837"/>
                  </a:lnTo>
                  <a:lnTo>
                    <a:pt x="2351355" y="353414"/>
                  </a:lnTo>
                  <a:lnTo>
                    <a:pt x="2394337" y="335284"/>
                  </a:lnTo>
                  <a:lnTo>
                    <a:pt x="2430764" y="307159"/>
                  </a:lnTo>
                  <a:lnTo>
                    <a:pt x="2458914" y="270750"/>
                  </a:lnTo>
                  <a:lnTo>
                    <a:pt x="2477067" y="227766"/>
                  </a:lnTo>
                  <a:lnTo>
                    <a:pt x="2483501" y="179918"/>
                  </a:lnTo>
                  <a:lnTo>
                    <a:pt x="2477067" y="132070"/>
                  </a:lnTo>
                  <a:lnTo>
                    <a:pt x="2458914" y="89086"/>
                  </a:lnTo>
                  <a:lnTo>
                    <a:pt x="2430764" y="52677"/>
                  </a:lnTo>
                  <a:lnTo>
                    <a:pt x="2394337" y="24552"/>
                  </a:lnTo>
                  <a:lnTo>
                    <a:pt x="2351355" y="6423"/>
                  </a:lnTo>
                  <a:lnTo>
                    <a:pt x="2303541" y="0"/>
                  </a:lnTo>
                  <a:lnTo>
                    <a:pt x="180087" y="0"/>
                  </a:lnTo>
                  <a:lnTo>
                    <a:pt x="132219" y="6423"/>
                  </a:lnTo>
                  <a:lnTo>
                    <a:pt x="89201" y="24552"/>
                  </a:lnTo>
                  <a:lnTo>
                    <a:pt x="52752" y="52677"/>
                  </a:lnTo>
                  <a:lnTo>
                    <a:pt x="24591" y="89086"/>
                  </a:lnTo>
                  <a:lnTo>
                    <a:pt x="6434" y="132070"/>
                  </a:lnTo>
                  <a:lnTo>
                    <a:pt x="0" y="179918"/>
                  </a:lnTo>
                  <a:lnTo>
                    <a:pt x="6434" y="227766"/>
                  </a:lnTo>
                  <a:lnTo>
                    <a:pt x="24591" y="270750"/>
                  </a:lnTo>
                  <a:lnTo>
                    <a:pt x="52752" y="307159"/>
                  </a:lnTo>
                  <a:lnTo>
                    <a:pt x="89201" y="335284"/>
                  </a:lnTo>
                  <a:lnTo>
                    <a:pt x="132219" y="353414"/>
                  </a:lnTo>
                  <a:lnTo>
                    <a:pt x="180087" y="359837"/>
                  </a:lnTo>
                  <a:close/>
                </a:path>
              </a:pathLst>
            </a:custGeom>
            <a:ln w="9522">
              <a:solidFill>
                <a:srgbClr val="537494"/>
              </a:solidFill>
            </a:ln>
          </p:spPr>
          <p:txBody>
            <a:bodyPr wrap="square" lIns="0" tIns="0" rIns="0" bIns="0" rtlCol="0"/>
            <a:lstStyle/>
            <a:p>
              <a:endParaRPr/>
            </a:p>
          </p:txBody>
        </p:sp>
      </p:grpSp>
      <p:sp>
        <p:nvSpPr>
          <p:cNvPr id="28" name="object 27">
            <a:extLst>
              <a:ext uri="{FF2B5EF4-FFF2-40B4-BE49-F238E27FC236}">
                <a16:creationId xmlns:a16="http://schemas.microsoft.com/office/drawing/2014/main" id="{C3D78B9D-C1D8-C0CF-E70A-34DC9F8C8217}"/>
              </a:ext>
            </a:extLst>
          </p:cNvPr>
          <p:cNvSpPr txBox="1"/>
          <p:nvPr/>
        </p:nvSpPr>
        <p:spPr>
          <a:xfrm>
            <a:off x="2454414" y="4676647"/>
            <a:ext cx="2261235" cy="30035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DFFFF"/>
                </a:solidFill>
                <a:latin typeface="Calibri"/>
                <a:cs typeface="Calibri"/>
              </a:rPr>
              <a:t>ControllerActionInvoker</a:t>
            </a:r>
            <a:endParaRPr sz="1800">
              <a:latin typeface="Calibri"/>
              <a:cs typeface="Calibri"/>
            </a:endParaRPr>
          </a:p>
        </p:txBody>
      </p:sp>
      <p:grpSp>
        <p:nvGrpSpPr>
          <p:cNvPr id="29" name="object 28">
            <a:extLst>
              <a:ext uri="{FF2B5EF4-FFF2-40B4-BE49-F238E27FC236}">
                <a16:creationId xmlns:a16="http://schemas.microsoft.com/office/drawing/2014/main" id="{28EE3BA5-285E-B269-2B24-9B7E52F60878}"/>
              </a:ext>
            </a:extLst>
          </p:cNvPr>
          <p:cNvGrpSpPr/>
          <p:nvPr/>
        </p:nvGrpSpPr>
        <p:grpSpPr>
          <a:xfrm>
            <a:off x="2314586" y="4082233"/>
            <a:ext cx="2553335" cy="428625"/>
            <a:chOff x="2314586" y="4082233"/>
            <a:chExt cx="2553335" cy="428625"/>
          </a:xfrm>
        </p:grpSpPr>
        <p:pic>
          <p:nvPicPr>
            <p:cNvPr id="30" name="object 29">
              <a:extLst>
                <a:ext uri="{FF2B5EF4-FFF2-40B4-BE49-F238E27FC236}">
                  <a16:creationId xmlns:a16="http://schemas.microsoft.com/office/drawing/2014/main" id="{9595A153-7B2A-7168-0F85-83D7020448B3}"/>
                </a:ext>
              </a:extLst>
            </p:cNvPr>
            <p:cNvPicPr/>
            <p:nvPr/>
          </p:nvPicPr>
          <p:blipFill>
            <a:blip r:embed="rId10" cstate="print"/>
            <a:stretch>
              <a:fillRect/>
            </a:stretch>
          </p:blipFill>
          <p:spPr>
            <a:xfrm>
              <a:off x="2314586" y="4082233"/>
              <a:ext cx="2552716" cy="428528"/>
            </a:xfrm>
            <a:prstGeom prst="rect">
              <a:avLst/>
            </a:prstGeom>
          </p:spPr>
        </p:pic>
        <p:pic>
          <p:nvPicPr>
            <p:cNvPr id="31" name="object 30">
              <a:extLst>
                <a:ext uri="{FF2B5EF4-FFF2-40B4-BE49-F238E27FC236}">
                  <a16:creationId xmlns:a16="http://schemas.microsoft.com/office/drawing/2014/main" id="{885C8F50-8DF3-2214-EE39-0339934E3B01}"/>
                </a:ext>
              </a:extLst>
            </p:cNvPr>
            <p:cNvPicPr/>
            <p:nvPr/>
          </p:nvPicPr>
          <p:blipFill>
            <a:blip r:embed="rId11" cstate="print"/>
            <a:stretch>
              <a:fillRect/>
            </a:stretch>
          </p:blipFill>
          <p:spPr>
            <a:xfrm>
              <a:off x="2345828" y="4088327"/>
              <a:ext cx="2483501" cy="359837"/>
            </a:xfrm>
            <a:prstGeom prst="rect">
              <a:avLst/>
            </a:prstGeom>
          </p:spPr>
        </p:pic>
        <p:sp>
          <p:nvSpPr>
            <p:cNvPr id="32" name="object 31">
              <a:extLst>
                <a:ext uri="{FF2B5EF4-FFF2-40B4-BE49-F238E27FC236}">
                  <a16:creationId xmlns:a16="http://schemas.microsoft.com/office/drawing/2014/main" id="{156E3DDB-8B83-43C7-C72E-26996F538884}"/>
                </a:ext>
              </a:extLst>
            </p:cNvPr>
            <p:cNvSpPr/>
            <p:nvPr/>
          </p:nvSpPr>
          <p:spPr>
            <a:xfrm>
              <a:off x="2345828" y="4088327"/>
              <a:ext cx="2484120" cy="360045"/>
            </a:xfrm>
            <a:custGeom>
              <a:avLst/>
              <a:gdLst/>
              <a:ahLst/>
              <a:cxnLst/>
              <a:rect l="l" t="t" r="r" b="b"/>
              <a:pathLst>
                <a:path w="2484120" h="360045">
                  <a:moveTo>
                    <a:pt x="180087" y="359837"/>
                  </a:moveTo>
                  <a:lnTo>
                    <a:pt x="2303541" y="359837"/>
                  </a:lnTo>
                  <a:lnTo>
                    <a:pt x="2351355" y="353414"/>
                  </a:lnTo>
                  <a:lnTo>
                    <a:pt x="2394337" y="335284"/>
                  </a:lnTo>
                  <a:lnTo>
                    <a:pt x="2430764" y="307159"/>
                  </a:lnTo>
                  <a:lnTo>
                    <a:pt x="2458914" y="270750"/>
                  </a:lnTo>
                  <a:lnTo>
                    <a:pt x="2477067" y="227766"/>
                  </a:lnTo>
                  <a:lnTo>
                    <a:pt x="2483501" y="179918"/>
                  </a:lnTo>
                  <a:lnTo>
                    <a:pt x="2477067" y="132070"/>
                  </a:lnTo>
                  <a:lnTo>
                    <a:pt x="2458914" y="89086"/>
                  </a:lnTo>
                  <a:lnTo>
                    <a:pt x="2430764" y="52677"/>
                  </a:lnTo>
                  <a:lnTo>
                    <a:pt x="2394337" y="24552"/>
                  </a:lnTo>
                  <a:lnTo>
                    <a:pt x="2351355" y="6423"/>
                  </a:lnTo>
                  <a:lnTo>
                    <a:pt x="2303541" y="0"/>
                  </a:lnTo>
                  <a:lnTo>
                    <a:pt x="180087" y="0"/>
                  </a:lnTo>
                  <a:lnTo>
                    <a:pt x="132219" y="6423"/>
                  </a:lnTo>
                  <a:lnTo>
                    <a:pt x="89201" y="24552"/>
                  </a:lnTo>
                  <a:lnTo>
                    <a:pt x="52752" y="52677"/>
                  </a:lnTo>
                  <a:lnTo>
                    <a:pt x="24591" y="89086"/>
                  </a:lnTo>
                  <a:lnTo>
                    <a:pt x="6434" y="132070"/>
                  </a:lnTo>
                  <a:lnTo>
                    <a:pt x="0" y="179918"/>
                  </a:lnTo>
                  <a:lnTo>
                    <a:pt x="6434" y="227766"/>
                  </a:lnTo>
                  <a:lnTo>
                    <a:pt x="24591" y="270750"/>
                  </a:lnTo>
                  <a:lnTo>
                    <a:pt x="52752" y="307159"/>
                  </a:lnTo>
                  <a:lnTo>
                    <a:pt x="89201" y="335284"/>
                  </a:lnTo>
                  <a:lnTo>
                    <a:pt x="132219" y="353414"/>
                  </a:lnTo>
                  <a:lnTo>
                    <a:pt x="180087" y="359837"/>
                  </a:lnTo>
                  <a:close/>
                </a:path>
              </a:pathLst>
            </a:custGeom>
            <a:ln w="9522">
              <a:solidFill>
                <a:srgbClr val="537494"/>
              </a:solidFill>
            </a:ln>
          </p:spPr>
          <p:txBody>
            <a:bodyPr wrap="square" lIns="0" tIns="0" rIns="0" bIns="0" rtlCol="0"/>
            <a:lstStyle/>
            <a:p>
              <a:endParaRPr/>
            </a:p>
          </p:txBody>
        </p:sp>
      </p:grpSp>
      <p:sp>
        <p:nvSpPr>
          <p:cNvPr id="33" name="object 32">
            <a:extLst>
              <a:ext uri="{FF2B5EF4-FFF2-40B4-BE49-F238E27FC236}">
                <a16:creationId xmlns:a16="http://schemas.microsoft.com/office/drawing/2014/main" id="{075F577C-7CEB-6BC6-7D40-3CC8435AD451}"/>
              </a:ext>
            </a:extLst>
          </p:cNvPr>
          <p:cNvSpPr txBox="1"/>
          <p:nvPr/>
        </p:nvSpPr>
        <p:spPr>
          <a:xfrm>
            <a:off x="2624595" y="4096070"/>
            <a:ext cx="1922780" cy="300990"/>
          </a:xfrm>
          <a:prstGeom prst="rect">
            <a:avLst/>
          </a:prstGeom>
        </p:spPr>
        <p:txBody>
          <a:bodyPr vert="horz" wrap="square" lIns="0" tIns="13335" rIns="0" bIns="0" rtlCol="0">
            <a:spAutoFit/>
          </a:bodyPr>
          <a:lstStyle/>
          <a:p>
            <a:pPr marL="12700">
              <a:lnSpc>
                <a:spcPct val="100000"/>
              </a:lnSpc>
              <a:spcBef>
                <a:spcPts val="105"/>
              </a:spcBef>
            </a:pPr>
            <a:r>
              <a:rPr sz="1800" spc="-10" dirty="0">
                <a:solidFill>
                  <a:srgbClr val="FDFFFF"/>
                </a:solidFill>
                <a:latin typeface="Calibri"/>
                <a:cs typeface="Calibri"/>
              </a:rPr>
              <a:t>DefaultModelBinder</a:t>
            </a:r>
            <a:endParaRPr sz="1800">
              <a:latin typeface="Calibri"/>
              <a:cs typeface="Calibri"/>
            </a:endParaRPr>
          </a:p>
        </p:txBody>
      </p:sp>
      <p:grpSp>
        <p:nvGrpSpPr>
          <p:cNvPr id="34" name="object 33">
            <a:extLst>
              <a:ext uri="{FF2B5EF4-FFF2-40B4-BE49-F238E27FC236}">
                <a16:creationId xmlns:a16="http://schemas.microsoft.com/office/drawing/2014/main" id="{1BA741F7-BC26-64D2-8955-08FF442E5093}"/>
              </a:ext>
            </a:extLst>
          </p:cNvPr>
          <p:cNvGrpSpPr/>
          <p:nvPr/>
        </p:nvGrpSpPr>
        <p:grpSpPr>
          <a:xfrm>
            <a:off x="3162316" y="1511060"/>
            <a:ext cx="857250" cy="771525"/>
            <a:chOff x="3162316" y="1511060"/>
            <a:chExt cx="857250" cy="771525"/>
          </a:xfrm>
        </p:grpSpPr>
        <p:pic>
          <p:nvPicPr>
            <p:cNvPr id="35" name="object 34">
              <a:extLst>
                <a:ext uri="{FF2B5EF4-FFF2-40B4-BE49-F238E27FC236}">
                  <a16:creationId xmlns:a16="http://schemas.microsoft.com/office/drawing/2014/main" id="{DF8B4ECD-A215-DB2C-9101-F6E34FC9F8AC}"/>
                </a:ext>
              </a:extLst>
            </p:cNvPr>
            <p:cNvPicPr/>
            <p:nvPr/>
          </p:nvPicPr>
          <p:blipFill>
            <a:blip r:embed="rId12" cstate="print"/>
            <a:stretch>
              <a:fillRect/>
            </a:stretch>
          </p:blipFill>
          <p:spPr>
            <a:xfrm>
              <a:off x="3162316" y="1511060"/>
              <a:ext cx="857255" cy="771351"/>
            </a:xfrm>
            <a:prstGeom prst="rect">
              <a:avLst/>
            </a:prstGeom>
          </p:spPr>
        </p:pic>
        <p:sp>
          <p:nvSpPr>
            <p:cNvPr id="36" name="object 35">
              <a:extLst>
                <a:ext uri="{FF2B5EF4-FFF2-40B4-BE49-F238E27FC236}">
                  <a16:creationId xmlns:a16="http://schemas.microsoft.com/office/drawing/2014/main" id="{D6D5A2CF-3A91-D617-4E71-2C1B3CFEFD24}"/>
                </a:ext>
              </a:extLst>
            </p:cNvPr>
            <p:cNvSpPr/>
            <p:nvPr/>
          </p:nvSpPr>
          <p:spPr>
            <a:xfrm>
              <a:off x="3227595" y="1551310"/>
              <a:ext cx="720090" cy="647700"/>
            </a:xfrm>
            <a:custGeom>
              <a:avLst/>
              <a:gdLst/>
              <a:ahLst/>
              <a:cxnLst/>
              <a:rect l="l" t="t" r="r" b="b"/>
              <a:pathLst>
                <a:path w="720089" h="647700">
                  <a:moveTo>
                    <a:pt x="540007" y="0"/>
                  </a:moveTo>
                  <a:lnTo>
                    <a:pt x="179960" y="0"/>
                  </a:lnTo>
                  <a:lnTo>
                    <a:pt x="179960" y="473095"/>
                  </a:lnTo>
                  <a:lnTo>
                    <a:pt x="0" y="473095"/>
                  </a:lnTo>
                  <a:lnTo>
                    <a:pt x="360047" y="647427"/>
                  </a:lnTo>
                  <a:lnTo>
                    <a:pt x="719967" y="473095"/>
                  </a:lnTo>
                  <a:lnTo>
                    <a:pt x="540007" y="473095"/>
                  </a:lnTo>
                  <a:lnTo>
                    <a:pt x="540007" y="0"/>
                  </a:lnTo>
                  <a:close/>
                </a:path>
              </a:pathLst>
            </a:custGeom>
            <a:solidFill>
              <a:srgbClr val="4F87BA"/>
            </a:solidFill>
          </p:spPr>
          <p:txBody>
            <a:bodyPr wrap="square" lIns="0" tIns="0" rIns="0" bIns="0" rtlCol="0"/>
            <a:lstStyle/>
            <a:p>
              <a:endParaRPr/>
            </a:p>
          </p:txBody>
        </p:sp>
        <p:sp>
          <p:nvSpPr>
            <p:cNvPr id="37" name="object 36">
              <a:extLst>
                <a:ext uri="{FF2B5EF4-FFF2-40B4-BE49-F238E27FC236}">
                  <a16:creationId xmlns:a16="http://schemas.microsoft.com/office/drawing/2014/main" id="{C6F2974C-C164-7E5C-EC15-2CE64F077C8E}"/>
                </a:ext>
              </a:extLst>
            </p:cNvPr>
            <p:cNvSpPr/>
            <p:nvPr/>
          </p:nvSpPr>
          <p:spPr>
            <a:xfrm>
              <a:off x="3227595" y="1551310"/>
              <a:ext cx="720090" cy="647700"/>
            </a:xfrm>
            <a:custGeom>
              <a:avLst/>
              <a:gdLst/>
              <a:ahLst/>
              <a:cxnLst/>
              <a:rect l="l" t="t" r="r" b="b"/>
              <a:pathLst>
                <a:path w="720089" h="647700">
                  <a:moveTo>
                    <a:pt x="360047" y="647427"/>
                  </a:moveTo>
                  <a:lnTo>
                    <a:pt x="0" y="473095"/>
                  </a:lnTo>
                  <a:lnTo>
                    <a:pt x="179960" y="473095"/>
                  </a:lnTo>
                  <a:lnTo>
                    <a:pt x="179960" y="0"/>
                  </a:lnTo>
                  <a:lnTo>
                    <a:pt x="540007" y="0"/>
                  </a:lnTo>
                  <a:lnTo>
                    <a:pt x="540007" y="473095"/>
                  </a:lnTo>
                  <a:lnTo>
                    <a:pt x="719967" y="473095"/>
                  </a:lnTo>
                  <a:lnTo>
                    <a:pt x="360047" y="647427"/>
                  </a:lnTo>
                  <a:close/>
                </a:path>
              </a:pathLst>
            </a:custGeom>
            <a:ln w="9523">
              <a:solidFill>
                <a:srgbClr val="41709C"/>
              </a:solidFill>
            </a:ln>
          </p:spPr>
          <p:txBody>
            <a:bodyPr wrap="square" lIns="0" tIns="0" rIns="0" bIns="0" rtlCol="0"/>
            <a:lstStyle/>
            <a:p>
              <a:endParaRPr/>
            </a:p>
          </p:txBody>
        </p:sp>
      </p:grpSp>
      <p:sp>
        <p:nvSpPr>
          <p:cNvPr id="38" name="object 37">
            <a:extLst>
              <a:ext uri="{FF2B5EF4-FFF2-40B4-BE49-F238E27FC236}">
                <a16:creationId xmlns:a16="http://schemas.microsoft.com/office/drawing/2014/main" id="{DE1B14BA-3040-6790-58BD-3873AA1BD98A}"/>
              </a:ext>
            </a:extLst>
          </p:cNvPr>
          <p:cNvSpPr txBox="1"/>
          <p:nvPr/>
        </p:nvSpPr>
        <p:spPr>
          <a:xfrm>
            <a:off x="3441829" y="1622360"/>
            <a:ext cx="302260" cy="504825"/>
          </a:xfrm>
          <a:prstGeom prst="rect">
            <a:avLst/>
          </a:prstGeom>
        </p:spPr>
        <p:txBody>
          <a:bodyPr vert="vert270" wrap="square" lIns="0" tIns="0" rIns="0" bIns="0" rtlCol="0">
            <a:spAutoFit/>
          </a:bodyPr>
          <a:lstStyle/>
          <a:p>
            <a:pPr algn="ctr">
              <a:lnSpc>
                <a:spcPts val="1025"/>
              </a:lnSpc>
            </a:pPr>
            <a:r>
              <a:rPr sz="950" spc="-10" dirty="0">
                <a:solidFill>
                  <a:srgbClr val="FDFFFF"/>
                </a:solidFill>
                <a:latin typeface="Calibri"/>
                <a:cs typeface="Calibri"/>
              </a:rPr>
              <a:t>REQUETE</a:t>
            </a:r>
            <a:endParaRPr sz="950">
              <a:latin typeface="Calibri"/>
              <a:cs typeface="Calibri"/>
            </a:endParaRPr>
          </a:p>
          <a:p>
            <a:pPr algn="ctr">
              <a:lnSpc>
                <a:spcPct val="100000"/>
              </a:lnSpc>
              <a:spcBef>
                <a:spcPts val="60"/>
              </a:spcBef>
            </a:pPr>
            <a:r>
              <a:rPr sz="950" spc="-20" dirty="0">
                <a:solidFill>
                  <a:srgbClr val="FDFFFF"/>
                </a:solidFill>
                <a:latin typeface="Calibri"/>
                <a:cs typeface="Calibri"/>
              </a:rPr>
              <a:t>HTTP</a:t>
            </a:r>
            <a:endParaRPr sz="950">
              <a:latin typeface="Calibri"/>
              <a:cs typeface="Calibri"/>
            </a:endParaRPr>
          </a:p>
        </p:txBody>
      </p:sp>
      <p:grpSp>
        <p:nvGrpSpPr>
          <p:cNvPr id="39" name="object 38">
            <a:extLst>
              <a:ext uri="{FF2B5EF4-FFF2-40B4-BE49-F238E27FC236}">
                <a16:creationId xmlns:a16="http://schemas.microsoft.com/office/drawing/2014/main" id="{E2A93000-30B9-3E4E-30AF-9D0ABB939F21}"/>
              </a:ext>
            </a:extLst>
          </p:cNvPr>
          <p:cNvGrpSpPr/>
          <p:nvPr/>
        </p:nvGrpSpPr>
        <p:grpSpPr>
          <a:xfrm>
            <a:off x="2314586" y="2520483"/>
            <a:ext cx="2553335" cy="3152140"/>
            <a:chOff x="2314586" y="2520483"/>
            <a:chExt cx="2553335" cy="3152140"/>
          </a:xfrm>
        </p:grpSpPr>
        <p:pic>
          <p:nvPicPr>
            <p:cNvPr id="40" name="object 39">
              <a:extLst>
                <a:ext uri="{FF2B5EF4-FFF2-40B4-BE49-F238E27FC236}">
                  <a16:creationId xmlns:a16="http://schemas.microsoft.com/office/drawing/2014/main" id="{F4731528-2A0C-44FB-6F95-648B8577120E}"/>
                </a:ext>
              </a:extLst>
            </p:cNvPr>
            <p:cNvPicPr/>
            <p:nvPr/>
          </p:nvPicPr>
          <p:blipFill>
            <a:blip r:embed="rId13" cstate="print"/>
            <a:stretch>
              <a:fillRect/>
            </a:stretch>
          </p:blipFill>
          <p:spPr>
            <a:xfrm>
              <a:off x="3381393" y="2520483"/>
              <a:ext cx="419102" cy="399960"/>
            </a:xfrm>
            <a:prstGeom prst="rect">
              <a:avLst/>
            </a:prstGeom>
          </p:spPr>
        </p:pic>
        <p:sp>
          <p:nvSpPr>
            <p:cNvPr id="41" name="object 40">
              <a:extLst>
                <a:ext uri="{FF2B5EF4-FFF2-40B4-BE49-F238E27FC236}">
                  <a16:creationId xmlns:a16="http://schemas.microsoft.com/office/drawing/2014/main" id="{DB756FA5-31C0-7B97-6F9A-7690E3F9A2C6}"/>
                </a:ext>
              </a:extLst>
            </p:cNvPr>
            <p:cNvSpPr/>
            <p:nvPr/>
          </p:nvSpPr>
          <p:spPr>
            <a:xfrm>
              <a:off x="3443623" y="2558702"/>
              <a:ext cx="288290" cy="270510"/>
            </a:xfrm>
            <a:custGeom>
              <a:avLst/>
              <a:gdLst/>
              <a:ahLst/>
              <a:cxnLst/>
              <a:rect l="l" t="t" r="r" b="b"/>
              <a:pathLst>
                <a:path w="288289" h="270510">
                  <a:moveTo>
                    <a:pt x="216028" y="0"/>
                  </a:moveTo>
                  <a:lnTo>
                    <a:pt x="72009" y="0"/>
                  </a:lnTo>
                  <a:lnTo>
                    <a:pt x="72009" y="125955"/>
                  </a:lnTo>
                  <a:lnTo>
                    <a:pt x="0" y="125955"/>
                  </a:lnTo>
                  <a:lnTo>
                    <a:pt x="144018" y="269941"/>
                  </a:lnTo>
                  <a:lnTo>
                    <a:pt x="287910" y="125955"/>
                  </a:lnTo>
                  <a:lnTo>
                    <a:pt x="216028" y="125955"/>
                  </a:lnTo>
                  <a:lnTo>
                    <a:pt x="216028" y="0"/>
                  </a:lnTo>
                  <a:close/>
                </a:path>
              </a:pathLst>
            </a:custGeom>
            <a:solidFill>
              <a:srgbClr val="4F87BA"/>
            </a:solidFill>
          </p:spPr>
          <p:txBody>
            <a:bodyPr wrap="square" lIns="0" tIns="0" rIns="0" bIns="0" rtlCol="0"/>
            <a:lstStyle/>
            <a:p>
              <a:endParaRPr/>
            </a:p>
          </p:txBody>
        </p:sp>
        <p:sp>
          <p:nvSpPr>
            <p:cNvPr id="42" name="object 41">
              <a:extLst>
                <a:ext uri="{FF2B5EF4-FFF2-40B4-BE49-F238E27FC236}">
                  <a16:creationId xmlns:a16="http://schemas.microsoft.com/office/drawing/2014/main" id="{4FC0DA85-5005-D16C-A5B5-8E122CA18780}"/>
                </a:ext>
              </a:extLst>
            </p:cNvPr>
            <p:cNvSpPr/>
            <p:nvPr/>
          </p:nvSpPr>
          <p:spPr>
            <a:xfrm>
              <a:off x="3443623" y="2558702"/>
              <a:ext cx="288290" cy="270510"/>
            </a:xfrm>
            <a:custGeom>
              <a:avLst/>
              <a:gdLst/>
              <a:ahLst/>
              <a:cxnLst/>
              <a:rect l="l" t="t" r="r" b="b"/>
              <a:pathLst>
                <a:path w="288289" h="270510">
                  <a:moveTo>
                    <a:pt x="144018" y="269941"/>
                  </a:moveTo>
                  <a:lnTo>
                    <a:pt x="0" y="125955"/>
                  </a:lnTo>
                  <a:lnTo>
                    <a:pt x="72009" y="125955"/>
                  </a:lnTo>
                  <a:lnTo>
                    <a:pt x="72009" y="0"/>
                  </a:lnTo>
                  <a:lnTo>
                    <a:pt x="216028" y="0"/>
                  </a:lnTo>
                  <a:lnTo>
                    <a:pt x="216028" y="125955"/>
                  </a:lnTo>
                  <a:lnTo>
                    <a:pt x="287910" y="125955"/>
                  </a:lnTo>
                  <a:lnTo>
                    <a:pt x="144018" y="269941"/>
                  </a:lnTo>
                  <a:close/>
                </a:path>
              </a:pathLst>
            </a:custGeom>
            <a:ln w="9523">
              <a:solidFill>
                <a:srgbClr val="41709C"/>
              </a:solidFill>
            </a:ln>
          </p:spPr>
          <p:txBody>
            <a:bodyPr wrap="square" lIns="0" tIns="0" rIns="0" bIns="0" rtlCol="0"/>
            <a:lstStyle/>
            <a:p>
              <a:endParaRPr/>
            </a:p>
          </p:txBody>
        </p:sp>
        <p:pic>
          <p:nvPicPr>
            <p:cNvPr id="43" name="object 42">
              <a:extLst>
                <a:ext uri="{FF2B5EF4-FFF2-40B4-BE49-F238E27FC236}">
                  <a16:creationId xmlns:a16="http://schemas.microsoft.com/office/drawing/2014/main" id="{5CFD44F8-F02B-3A81-AFEC-2A3382B40C93}"/>
                </a:ext>
              </a:extLst>
            </p:cNvPr>
            <p:cNvPicPr/>
            <p:nvPr/>
          </p:nvPicPr>
          <p:blipFill>
            <a:blip r:embed="rId14" cstate="print"/>
            <a:stretch>
              <a:fillRect/>
            </a:stretch>
          </p:blipFill>
          <p:spPr>
            <a:xfrm>
              <a:off x="3381393" y="3148992"/>
              <a:ext cx="419102" cy="399960"/>
            </a:xfrm>
            <a:prstGeom prst="rect">
              <a:avLst/>
            </a:prstGeom>
          </p:spPr>
        </p:pic>
        <p:sp>
          <p:nvSpPr>
            <p:cNvPr id="44" name="object 43">
              <a:extLst>
                <a:ext uri="{FF2B5EF4-FFF2-40B4-BE49-F238E27FC236}">
                  <a16:creationId xmlns:a16="http://schemas.microsoft.com/office/drawing/2014/main" id="{3205B3A8-05F6-0BF2-4509-0743685D3A19}"/>
                </a:ext>
              </a:extLst>
            </p:cNvPr>
            <p:cNvSpPr/>
            <p:nvPr/>
          </p:nvSpPr>
          <p:spPr>
            <a:xfrm>
              <a:off x="3443623" y="3188480"/>
              <a:ext cx="288290" cy="270510"/>
            </a:xfrm>
            <a:custGeom>
              <a:avLst/>
              <a:gdLst/>
              <a:ahLst/>
              <a:cxnLst/>
              <a:rect l="l" t="t" r="r" b="b"/>
              <a:pathLst>
                <a:path w="288289" h="270510">
                  <a:moveTo>
                    <a:pt x="216028" y="0"/>
                  </a:moveTo>
                  <a:lnTo>
                    <a:pt x="72009" y="0"/>
                  </a:lnTo>
                  <a:lnTo>
                    <a:pt x="72009" y="125955"/>
                  </a:lnTo>
                  <a:lnTo>
                    <a:pt x="0" y="125955"/>
                  </a:lnTo>
                  <a:lnTo>
                    <a:pt x="144018" y="269941"/>
                  </a:lnTo>
                  <a:lnTo>
                    <a:pt x="287910" y="125955"/>
                  </a:lnTo>
                  <a:lnTo>
                    <a:pt x="216028" y="125955"/>
                  </a:lnTo>
                  <a:lnTo>
                    <a:pt x="216028" y="0"/>
                  </a:lnTo>
                  <a:close/>
                </a:path>
              </a:pathLst>
            </a:custGeom>
            <a:solidFill>
              <a:srgbClr val="4F87BA"/>
            </a:solidFill>
          </p:spPr>
          <p:txBody>
            <a:bodyPr wrap="square" lIns="0" tIns="0" rIns="0" bIns="0" rtlCol="0"/>
            <a:lstStyle/>
            <a:p>
              <a:endParaRPr/>
            </a:p>
          </p:txBody>
        </p:sp>
        <p:sp>
          <p:nvSpPr>
            <p:cNvPr id="45" name="object 44">
              <a:extLst>
                <a:ext uri="{FF2B5EF4-FFF2-40B4-BE49-F238E27FC236}">
                  <a16:creationId xmlns:a16="http://schemas.microsoft.com/office/drawing/2014/main" id="{D53A65BB-8122-1FB3-8C8C-B3A3DF49506F}"/>
                </a:ext>
              </a:extLst>
            </p:cNvPr>
            <p:cNvSpPr/>
            <p:nvPr/>
          </p:nvSpPr>
          <p:spPr>
            <a:xfrm>
              <a:off x="3443623" y="3188480"/>
              <a:ext cx="288290" cy="270510"/>
            </a:xfrm>
            <a:custGeom>
              <a:avLst/>
              <a:gdLst/>
              <a:ahLst/>
              <a:cxnLst/>
              <a:rect l="l" t="t" r="r" b="b"/>
              <a:pathLst>
                <a:path w="288289" h="270510">
                  <a:moveTo>
                    <a:pt x="144018" y="269941"/>
                  </a:moveTo>
                  <a:lnTo>
                    <a:pt x="0" y="125955"/>
                  </a:lnTo>
                  <a:lnTo>
                    <a:pt x="72009" y="125955"/>
                  </a:lnTo>
                  <a:lnTo>
                    <a:pt x="72009" y="0"/>
                  </a:lnTo>
                  <a:lnTo>
                    <a:pt x="216028" y="0"/>
                  </a:lnTo>
                  <a:lnTo>
                    <a:pt x="216028" y="125955"/>
                  </a:lnTo>
                  <a:lnTo>
                    <a:pt x="287910" y="125955"/>
                  </a:lnTo>
                  <a:lnTo>
                    <a:pt x="144018" y="269941"/>
                  </a:lnTo>
                  <a:close/>
                </a:path>
              </a:pathLst>
            </a:custGeom>
            <a:ln w="9523">
              <a:solidFill>
                <a:srgbClr val="41709C"/>
              </a:solidFill>
            </a:ln>
          </p:spPr>
          <p:txBody>
            <a:bodyPr wrap="square" lIns="0" tIns="0" rIns="0" bIns="0" rtlCol="0"/>
            <a:lstStyle/>
            <a:p>
              <a:endParaRPr/>
            </a:p>
          </p:txBody>
        </p:sp>
        <p:pic>
          <p:nvPicPr>
            <p:cNvPr id="46" name="object 45">
              <a:extLst>
                <a:ext uri="{FF2B5EF4-FFF2-40B4-BE49-F238E27FC236}">
                  <a16:creationId xmlns:a16="http://schemas.microsoft.com/office/drawing/2014/main" id="{AC8CEBCE-2C3C-4D14-4F3F-CCAD7700A6F9}"/>
                </a:ext>
              </a:extLst>
            </p:cNvPr>
            <p:cNvPicPr/>
            <p:nvPr/>
          </p:nvPicPr>
          <p:blipFill>
            <a:blip r:embed="rId15" cstate="print"/>
            <a:stretch>
              <a:fillRect/>
            </a:stretch>
          </p:blipFill>
          <p:spPr>
            <a:xfrm>
              <a:off x="3381393" y="3777501"/>
              <a:ext cx="419102" cy="399960"/>
            </a:xfrm>
            <a:prstGeom prst="rect">
              <a:avLst/>
            </a:prstGeom>
          </p:spPr>
        </p:pic>
        <p:sp>
          <p:nvSpPr>
            <p:cNvPr id="47" name="object 46">
              <a:extLst>
                <a:ext uri="{FF2B5EF4-FFF2-40B4-BE49-F238E27FC236}">
                  <a16:creationId xmlns:a16="http://schemas.microsoft.com/office/drawing/2014/main" id="{66FE0CB1-D58D-9C39-7AF6-0605533CBB95}"/>
                </a:ext>
              </a:extLst>
            </p:cNvPr>
            <p:cNvSpPr/>
            <p:nvPr/>
          </p:nvSpPr>
          <p:spPr>
            <a:xfrm>
              <a:off x="3443623" y="3818386"/>
              <a:ext cx="288290" cy="270510"/>
            </a:xfrm>
            <a:custGeom>
              <a:avLst/>
              <a:gdLst/>
              <a:ahLst/>
              <a:cxnLst/>
              <a:rect l="l" t="t" r="r" b="b"/>
              <a:pathLst>
                <a:path w="288289" h="270510">
                  <a:moveTo>
                    <a:pt x="216028" y="0"/>
                  </a:moveTo>
                  <a:lnTo>
                    <a:pt x="72009" y="0"/>
                  </a:lnTo>
                  <a:lnTo>
                    <a:pt x="72009" y="125955"/>
                  </a:lnTo>
                  <a:lnTo>
                    <a:pt x="0" y="125955"/>
                  </a:lnTo>
                  <a:lnTo>
                    <a:pt x="144018" y="269941"/>
                  </a:lnTo>
                  <a:lnTo>
                    <a:pt x="287910" y="125955"/>
                  </a:lnTo>
                  <a:lnTo>
                    <a:pt x="216028" y="125955"/>
                  </a:lnTo>
                  <a:lnTo>
                    <a:pt x="216028" y="0"/>
                  </a:lnTo>
                  <a:close/>
                </a:path>
              </a:pathLst>
            </a:custGeom>
            <a:solidFill>
              <a:srgbClr val="4F87BA"/>
            </a:solidFill>
          </p:spPr>
          <p:txBody>
            <a:bodyPr wrap="square" lIns="0" tIns="0" rIns="0" bIns="0" rtlCol="0"/>
            <a:lstStyle/>
            <a:p>
              <a:endParaRPr/>
            </a:p>
          </p:txBody>
        </p:sp>
        <p:sp>
          <p:nvSpPr>
            <p:cNvPr id="48" name="object 47">
              <a:extLst>
                <a:ext uri="{FF2B5EF4-FFF2-40B4-BE49-F238E27FC236}">
                  <a16:creationId xmlns:a16="http://schemas.microsoft.com/office/drawing/2014/main" id="{C968D19C-D36A-7F5E-46C6-C86D9E2F624E}"/>
                </a:ext>
              </a:extLst>
            </p:cNvPr>
            <p:cNvSpPr/>
            <p:nvPr/>
          </p:nvSpPr>
          <p:spPr>
            <a:xfrm>
              <a:off x="3443623" y="3818386"/>
              <a:ext cx="288290" cy="270510"/>
            </a:xfrm>
            <a:custGeom>
              <a:avLst/>
              <a:gdLst/>
              <a:ahLst/>
              <a:cxnLst/>
              <a:rect l="l" t="t" r="r" b="b"/>
              <a:pathLst>
                <a:path w="288289" h="270510">
                  <a:moveTo>
                    <a:pt x="144018" y="269941"/>
                  </a:moveTo>
                  <a:lnTo>
                    <a:pt x="0" y="125955"/>
                  </a:lnTo>
                  <a:lnTo>
                    <a:pt x="72009" y="125955"/>
                  </a:lnTo>
                  <a:lnTo>
                    <a:pt x="72009" y="0"/>
                  </a:lnTo>
                  <a:lnTo>
                    <a:pt x="216028" y="0"/>
                  </a:lnTo>
                  <a:lnTo>
                    <a:pt x="216028" y="125955"/>
                  </a:lnTo>
                  <a:lnTo>
                    <a:pt x="287910" y="125955"/>
                  </a:lnTo>
                  <a:lnTo>
                    <a:pt x="144018" y="269941"/>
                  </a:lnTo>
                  <a:close/>
                </a:path>
              </a:pathLst>
            </a:custGeom>
            <a:ln w="9523">
              <a:solidFill>
                <a:srgbClr val="41709C"/>
              </a:solidFill>
            </a:ln>
          </p:spPr>
          <p:txBody>
            <a:bodyPr wrap="square" lIns="0" tIns="0" rIns="0" bIns="0" rtlCol="0"/>
            <a:lstStyle/>
            <a:p>
              <a:endParaRPr/>
            </a:p>
          </p:txBody>
        </p:sp>
        <p:pic>
          <p:nvPicPr>
            <p:cNvPr id="49" name="object 48">
              <a:extLst>
                <a:ext uri="{FF2B5EF4-FFF2-40B4-BE49-F238E27FC236}">
                  <a16:creationId xmlns:a16="http://schemas.microsoft.com/office/drawing/2014/main" id="{F6EE2747-8035-2C42-4715-8A60F54D27AA}"/>
                </a:ext>
              </a:extLst>
            </p:cNvPr>
            <p:cNvPicPr/>
            <p:nvPr/>
          </p:nvPicPr>
          <p:blipFill>
            <a:blip r:embed="rId16" cstate="print"/>
            <a:stretch>
              <a:fillRect/>
            </a:stretch>
          </p:blipFill>
          <p:spPr>
            <a:xfrm>
              <a:off x="3381393" y="4415533"/>
              <a:ext cx="419102" cy="342823"/>
            </a:xfrm>
            <a:prstGeom prst="rect">
              <a:avLst/>
            </a:prstGeom>
          </p:spPr>
        </p:pic>
        <p:sp>
          <p:nvSpPr>
            <p:cNvPr id="50" name="object 49">
              <a:extLst>
                <a:ext uri="{FF2B5EF4-FFF2-40B4-BE49-F238E27FC236}">
                  <a16:creationId xmlns:a16="http://schemas.microsoft.com/office/drawing/2014/main" id="{4DAD523D-66DF-7591-1ED5-71ECE073EE3A}"/>
                </a:ext>
              </a:extLst>
            </p:cNvPr>
            <p:cNvSpPr/>
            <p:nvPr/>
          </p:nvSpPr>
          <p:spPr>
            <a:xfrm>
              <a:off x="3443623" y="4448165"/>
              <a:ext cx="288290" cy="219710"/>
            </a:xfrm>
            <a:custGeom>
              <a:avLst/>
              <a:gdLst/>
              <a:ahLst/>
              <a:cxnLst/>
              <a:rect l="l" t="t" r="r" b="b"/>
              <a:pathLst>
                <a:path w="288289" h="219710">
                  <a:moveTo>
                    <a:pt x="216028" y="0"/>
                  </a:moveTo>
                  <a:lnTo>
                    <a:pt x="72009" y="0"/>
                  </a:lnTo>
                  <a:lnTo>
                    <a:pt x="72009" y="75294"/>
                  </a:lnTo>
                  <a:lnTo>
                    <a:pt x="0" y="75294"/>
                  </a:lnTo>
                  <a:lnTo>
                    <a:pt x="144018" y="219279"/>
                  </a:lnTo>
                  <a:lnTo>
                    <a:pt x="287910" y="75294"/>
                  </a:lnTo>
                  <a:lnTo>
                    <a:pt x="216028" y="75294"/>
                  </a:lnTo>
                  <a:lnTo>
                    <a:pt x="216028" y="0"/>
                  </a:lnTo>
                  <a:close/>
                </a:path>
              </a:pathLst>
            </a:custGeom>
            <a:solidFill>
              <a:srgbClr val="4F87BA"/>
            </a:solidFill>
          </p:spPr>
          <p:txBody>
            <a:bodyPr wrap="square" lIns="0" tIns="0" rIns="0" bIns="0" rtlCol="0"/>
            <a:lstStyle/>
            <a:p>
              <a:endParaRPr/>
            </a:p>
          </p:txBody>
        </p:sp>
        <p:sp>
          <p:nvSpPr>
            <p:cNvPr id="51" name="object 50">
              <a:extLst>
                <a:ext uri="{FF2B5EF4-FFF2-40B4-BE49-F238E27FC236}">
                  <a16:creationId xmlns:a16="http://schemas.microsoft.com/office/drawing/2014/main" id="{442F37ED-B672-9A13-51A8-8D8B720D84D8}"/>
                </a:ext>
              </a:extLst>
            </p:cNvPr>
            <p:cNvSpPr/>
            <p:nvPr/>
          </p:nvSpPr>
          <p:spPr>
            <a:xfrm>
              <a:off x="3443623" y="4448165"/>
              <a:ext cx="288290" cy="219710"/>
            </a:xfrm>
            <a:custGeom>
              <a:avLst/>
              <a:gdLst/>
              <a:ahLst/>
              <a:cxnLst/>
              <a:rect l="l" t="t" r="r" b="b"/>
              <a:pathLst>
                <a:path w="288289" h="219710">
                  <a:moveTo>
                    <a:pt x="144018" y="219279"/>
                  </a:moveTo>
                  <a:lnTo>
                    <a:pt x="0" y="75294"/>
                  </a:lnTo>
                  <a:lnTo>
                    <a:pt x="72009" y="75294"/>
                  </a:lnTo>
                  <a:lnTo>
                    <a:pt x="72009" y="0"/>
                  </a:lnTo>
                  <a:lnTo>
                    <a:pt x="216028" y="0"/>
                  </a:lnTo>
                  <a:lnTo>
                    <a:pt x="216028" y="75294"/>
                  </a:lnTo>
                  <a:lnTo>
                    <a:pt x="287910" y="75294"/>
                  </a:lnTo>
                  <a:lnTo>
                    <a:pt x="144018" y="219279"/>
                  </a:lnTo>
                  <a:close/>
                </a:path>
              </a:pathLst>
            </a:custGeom>
            <a:ln w="9523">
              <a:solidFill>
                <a:srgbClr val="41709C"/>
              </a:solidFill>
            </a:ln>
          </p:spPr>
          <p:txBody>
            <a:bodyPr wrap="square" lIns="0" tIns="0" rIns="0" bIns="0" rtlCol="0"/>
            <a:lstStyle/>
            <a:p>
              <a:endParaRPr/>
            </a:p>
          </p:txBody>
        </p:sp>
        <p:pic>
          <p:nvPicPr>
            <p:cNvPr id="52" name="object 51">
              <a:extLst>
                <a:ext uri="{FF2B5EF4-FFF2-40B4-BE49-F238E27FC236}">
                  <a16:creationId xmlns:a16="http://schemas.microsoft.com/office/drawing/2014/main" id="{67B1A88D-52D9-FF0D-5245-E93A53464FD1}"/>
                </a:ext>
              </a:extLst>
            </p:cNvPr>
            <p:cNvPicPr/>
            <p:nvPr/>
          </p:nvPicPr>
          <p:blipFill>
            <a:blip r:embed="rId17" cstate="print"/>
            <a:stretch>
              <a:fillRect/>
            </a:stretch>
          </p:blipFill>
          <p:spPr>
            <a:xfrm>
              <a:off x="2314586" y="5234448"/>
              <a:ext cx="2552716" cy="438051"/>
            </a:xfrm>
            <a:prstGeom prst="rect">
              <a:avLst/>
            </a:prstGeom>
          </p:spPr>
        </p:pic>
        <p:pic>
          <p:nvPicPr>
            <p:cNvPr id="53" name="object 52">
              <a:extLst>
                <a:ext uri="{FF2B5EF4-FFF2-40B4-BE49-F238E27FC236}">
                  <a16:creationId xmlns:a16="http://schemas.microsoft.com/office/drawing/2014/main" id="{C2D1252E-0A9E-6308-EF22-A9CE3F840647}"/>
                </a:ext>
              </a:extLst>
            </p:cNvPr>
            <p:cNvPicPr/>
            <p:nvPr/>
          </p:nvPicPr>
          <p:blipFill>
            <a:blip r:embed="rId18" cstate="print"/>
            <a:stretch>
              <a:fillRect/>
            </a:stretch>
          </p:blipFill>
          <p:spPr>
            <a:xfrm>
              <a:off x="2345828" y="5246561"/>
              <a:ext cx="2483501" cy="359875"/>
            </a:xfrm>
            <a:prstGeom prst="rect">
              <a:avLst/>
            </a:prstGeom>
          </p:spPr>
        </p:pic>
        <p:sp>
          <p:nvSpPr>
            <p:cNvPr id="54" name="object 53">
              <a:extLst>
                <a:ext uri="{FF2B5EF4-FFF2-40B4-BE49-F238E27FC236}">
                  <a16:creationId xmlns:a16="http://schemas.microsoft.com/office/drawing/2014/main" id="{63832A8D-134A-A6F2-4FEF-E94E5FE44661}"/>
                </a:ext>
              </a:extLst>
            </p:cNvPr>
            <p:cNvSpPr/>
            <p:nvPr/>
          </p:nvSpPr>
          <p:spPr>
            <a:xfrm>
              <a:off x="2345828" y="5246561"/>
              <a:ext cx="2484120" cy="360045"/>
            </a:xfrm>
            <a:custGeom>
              <a:avLst/>
              <a:gdLst/>
              <a:ahLst/>
              <a:cxnLst/>
              <a:rect l="l" t="t" r="r" b="b"/>
              <a:pathLst>
                <a:path w="2484120" h="360045">
                  <a:moveTo>
                    <a:pt x="180087" y="359875"/>
                  </a:moveTo>
                  <a:lnTo>
                    <a:pt x="2303541" y="359875"/>
                  </a:lnTo>
                  <a:lnTo>
                    <a:pt x="2351355" y="353447"/>
                  </a:lnTo>
                  <a:lnTo>
                    <a:pt x="2394337" y="335307"/>
                  </a:lnTo>
                  <a:lnTo>
                    <a:pt x="2430764" y="307169"/>
                  </a:lnTo>
                  <a:lnTo>
                    <a:pt x="2458914" y="270748"/>
                  </a:lnTo>
                  <a:lnTo>
                    <a:pt x="2477067" y="227760"/>
                  </a:lnTo>
                  <a:lnTo>
                    <a:pt x="2483501" y="179918"/>
                  </a:lnTo>
                  <a:lnTo>
                    <a:pt x="2477067" y="132070"/>
                  </a:lnTo>
                  <a:lnTo>
                    <a:pt x="2458914" y="89086"/>
                  </a:lnTo>
                  <a:lnTo>
                    <a:pt x="2430764" y="52677"/>
                  </a:lnTo>
                  <a:lnTo>
                    <a:pt x="2394337" y="24552"/>
                  </a:lnTo>
                  <a:lnTo>
                    <a:pt x="2351355" y="6423"/>
                  </a:lnTo>
                  <a:lnTo>
                    <a:pt x="2303541" y="0"/>
                  </a:lnTo>
                  <a:lnTo>
                    <a:pt x="180087" y="0"/>
                  </a:lnTo>
                  <a:lnTo>
                    <a:pt x="132219" y="6423"/>
                  </a:lnTo>
                  <a:lnTo>
                    <a:pt x="89201" y="24552"/>
                  </a:lnTo>
                  <a:lnTo>
                    <a:pt x="52752" y="52677"/>
                  </a:lnTo>
                  <a:lnTo>
                    <a:pt x="24591" y="89086"/>
                  </a:lnTo>
                  <a:lnTo>
                    <a:pt x="6434" y="132070"/>
                  </a:lnTo>
                  <a:lnTo>
                    <a:pt x="0" y="179918"/>
                  </a:lnTo>
                  <a:lnTo>
                    <a:pt x="6434" y="227760"/>
                  </a:lnTo>
                  <a:lnTo>
                    <a:pt x="24591" y="270748"/>
                  </a:lnTo>
                  <a:lnTo>
                    <a:pt x="52752" y="307169"/>
                  </a:lnTo>
                  <a:lnTo>
                    <a:pt x="89201" y="335307"/>
                  </a:lnTo>
                  <a:lnTo>
                    <a:pt x="132219" y="353447"/>
                  </a:lnTo>
                  <a:lnTo>
                    <a:pt x="180087" y="359875"/>
                  </a:lnTo>
                  <a:close/>
                </a:path>
              </a:pathLst>
            </a:custGeom>
            <a:ln w="9522">
              <a:solidFill>
                <a:srgbClr val="537494"/>
              </a:solidFill>
            </a:ln>
          </p:spPr>
          <p:txBody>
            <a:bodyPr wrap="square" lIns="0" tIns="0" rIns="0" bIns="0" rtlCol="0"/>
            <a:lstStyle/>
            <a:p>
              <a:endParaRPr/>
            </a:p>
          </p:txBody>
        </p:sp>
      </p:grpSp>
      <p:sp>
        <p:nvSpPr>
          <p:cNvPr id="55" name="object 54">
            <a:extLst>
              <a:ext uri="{FF2B5EF4-FFF2-40B4-BE49-F238E27FC236}">
                <a16:creationId xmlns:a16="http://schemas.microsoft.com/office/drawing/2014/main" id="{704F45AB-17F3-1613-F355-044CF7A1A1D7}"/>
              </a:ext>
            </a:extLst>
          </p:cNvPr>
          <p:cNvSpPr txBox="1"/>
          <p:nvPr/>
        </p:nvSpPr>
        <p:spPr>
          <a:xfrm>
            <a:off x="2401708" y="5256526"/>
            <a:ext cx="237172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DFFFF"/>
                </a:solidFill>
                <a:latin typeface="Calibri"/>
                <a:cs typeface="Calibri"/>
              </a:rPr>
              <a:t>Retour</a:t>
            </a:r>
            <a:r>
              <a:rPr sz="1800" spc="-10" dirty="0">
                <a:solidFill>
                  <a:srgbClr val="FDFFFF"/>
                </a:solidFill>
                <a:latin typeface="Calibri"/>
                <a:cs typeface="Calibri"/>
              </a:rPr>
              <a:t> </a:t>
            </a:r>
            <a:r>
              <a:rPr sz="1800" dirty="0">
                <a:solidFill>
                  <a:srgbClr val="FDFFFF"/>
                </a:solidFill>
                <a:latin typeface="Calibri"/>
                <a:cs typeface="Calibri"/>
              </a:rPr>
              <a:t>du</a:t>
            </a:r>
            <a:r>
              <a:rPr sz="1800" spc="-25" dirty="0">
                <a:solidFill>
                  <a:srgbClr val="FDFFFF"/>
                </a:solidFill>
                <a:latin typeface="Calibri"/>
                <a:cs typeface="Calibri"/>
              </a:rPr>
              <a:t> </a:t>
            </a:r>
            <a:r>
              <a:rPr sz="1800" dirty="0">
                <a:solidFill>
                  <a:srgbClr val="FDFFFF"/>
                </a:solidFill>
                <a:latin typeface="Calibri"/>
                <a:cs typeface="Calibri"/>
              </a:rPr>
              <a:t>Code</a:t>
            </a:r>
            <a:r>
              <a:rPr sz="1800" spc="-50" dirty="0">
                <a:solidFill>
                  <a:srgbClr val="FDFFFF"/>
                </a:solidFill>
                <a:latin typeface="Calibri"/>
                <a:cs typeface="Calibri"/>
              </a:rPr>
              <a:t> </a:t>
            </a:r>
            <a:r>
              <a:rPr sz="1800" dirty="0">
                <a:solidFill>
                  <a:srgbClr val="FDFFFF"/>
                </a:solidFill>
                <a:latin typeface="Calibri"/>
                <a:cs typeface="Calibri"/>
              </a:rPr>
              <a:t>de</a:t>
            </a:r>
            <a:r>
              <a:rPr sz="1800" spc="-50" dirty="0">
                <a:solidFill>
                  <a:srgbClr val="FDFFFF"/>
                </a:solidFill>
                <a:latin typeface="Calibri"/>
                <a:cs typeface="Calibri"/>
              </a:rPr>
              <a:t> </a:t>
            </a:r>
            <a:r>
              <a:rPr sz="1800" spc="-10" dirty="0">
                <a:solidFill>
                  <a:srgbClr val="FDFFFF"/>
                </a:solidFill>
                <a:latin typeface="Calibri"/>
                <a:cs typeface="Calibri"/>
              </a:rPr>
              <a:t>statut</a:t>
            </a:r>
            <a:endParaRPr sz="1800">
              <a:latin typeface="Calibri"/>
              <a:cs typeface="Calibri"/>
            </a:endParaRPr>
          </a:p>
        </p:txBody>
      </p:sp>
      <p:grpSp>
        <p:nvGrpSpPr>
          <p:cNvPr id="56" name="object 55">
            <a:extLst>
              <a:ext uri="{FF2B5EF4-FFF2-40B4-BE49-F238E27FC236}">
                <a16:creationId xmlns:a16="http://schemas.microsoft.com/office/drawing/2014/main" id="{3E0A12BA-064F-947B-BF80-6B16FE2FC396}"/>
              </a:ext>
            </a:extLst>
          </p:cNvPr>
          <p:cNvGrpSpPr/>
          <p:nvPr/>
        </p:nvGrpSpPr>
        <p:grpSpPr>
          <a:xfrm>
            <a:off x="3162316" y="4986905"/>
            <a:ext cx="857250" cy="1352550"/>
            <a:chOff x="3162316" y="4986905"/>
            <a:chExt cx="857250" cy="1352550"/>
          </a:xfrm>
        </p:grpSpPr>
        <p:pic>
          <p:nvPicPr>
            <p:cNvPr id="57" name="object 56">
              <a:extLst>
                <a:ext uri="{FF2B5EF4-FFF2-40B4-BE49-F238E27FC236}">
                  <a16:creationId xmlns:a16="http://schemas.microsoft.com/office/drawing/2014/main" id="{F628345D-A1F7-95E5-2540-80A626317A1E}"/>
                </a:ext>
              </a:extLst>
            </p:cNvPr>
            <p:cNvPicPr/>
            <p:nvPr/>
          </p:nvPicPr>
          <p:blipFill>
            <a:blip r:embed="rId19" cstate="print"/>
            <a:stretch>
              <a:fillRect/>
            </a:stretch>
          </p:blipFill>
          <p:spPr>
            <a:xfrm>
              <a:off x="3381393" y="4986905"/>
              <a:ext cx="419102" cy="352345"/>
            </a:xfrm>
            <a:prstGeom prst="rect">
              <a:avLst/>
            </a:prstGeom>
          </p:spPr>
        </p:pic>
        <p:sp>
          <p:nvSpPr>
            <p:cNvPr id="58" name="object 57">
              <a:extLst>
                <a:ext uri="{FF2B5EF4-FFF2-40B4-BE49-F238E27FC236}">
                  <a16:creationId xmlns:a16="http://schemas.microsoft.com/office/drawing/2014/main" id="{B1823D19-FFF9-C8E7-C27A-00CEFFA233A3}"/>
                </a:ext>
              </a:extLst>
            </p:cNvPr>
            <p:cNvSpPr/>
            <p:nvPr/>
          </p:nvSpPr>
          <p:spPr>
            <a:xfrm>
              <a:off x="3443623" y="5027282"/>
              <a:ext cx="288290" cy="219710"/>
            </a:xfrm>
            <a:custGeom>
              <a:avLst/>
              <a:gdLst/>
              <a:ahLst/>
              <a:cxnLst/>
              <a:rect l="l" t="t" r="r" b="b"/>
              <a:pathLst>
                <a:path w="288289" h="219710">
                  <a:moveTo>
                    <a:pt x="216028" y="0"/>
                  </a:moveTo>
                  <a:lnTo>
                    <a:pt x="72009" y="0"/>
                  </a:lnTo>
                  <a:lnTo>
                    <a:pt x="72009" y="75294"/>
                  </a:lnTo>
                  <a:lnTo>
                    <a:pt x="0" y="75294"/>
                  </a:lnTo>
                  <a:lnTo>
                    <a:pt x="144018" y="219279"/>
                  </a:lnTo>
                  <a:lnTo>
                    <a:pt x="287910" y="75294"/>
                  </a:lnTo>
                  <a:lnTo>
                    <a:pt x="216028" y="75294"/>
                  </a:lnTo>
                  <a:lnTo>
                    <a:pt x="216028" y="0"/>
                  </a:lnTo>
                  <a:close/>
                </a:path>
              </a:pathLst>
            </a:custGeom>
            <a:solidFill>
              <a:srgbClr val="4F87BA"/>
            </a:solidFill>
          </p:spPr>
          <p:txBody>
            <a:bodyPr wrap="square" lIns="0" tIns="0" rIns="0" bIns="0" rtlCol="0"/>
            <a:lstStyle/>
            <a:p>
              <a:endParaRPr/>
            </a:p>
          </p:txBody>
        </p:sp>
        <p:sp>
          <p:nvSpPr>
            <p:cNvPr id="59" name="object 58">
              <a:extLst>
                <a:ext uri="{FF2B5EF4-FFF2-40B4-BE49-F238E27FC236}">
                  <a16:creationId xmlns:a16="http://schemas.microsoft.com/office/drawing/2014/main" id="{11F05D48-F4D1-3BE1-823F-0384D0FB83A9}"/>
                </a:ext>
              </a:extLst>
            </p:cNvPr>
            <p:cNvSpPr/>
            <p:nvPr/>
          </p:nvSpPr>
          <p:spPr>
            <a:xfrm>
              <a:off x="3443623" y="5027282"/>
              <a:ext cx="288290" cy="219710"/>
            </a:xfrm>
            <a:custGeom>
              <a:avLst/>
              <a:gdLst/>
              <a:ahLst/>
              <a:cxnLst/>
              <a:rect l="l" t="t" r="r" b="b"/>
              <a:pathLst>
                <a:path w="288289" h="219710">
                  <a:moveTo>
                    <a:pt x="144018" y="219279"/>
                  </a:moveTo>
                  <a:lnTo>
                    <a:pt x="0" y="75294"/>
                  </a:lnTo>
                  <a:lnTo>
                    <a:pt x="72009" y="75294"/>
                  </a:lnTo>
                  <a:lnTo>
                    <a:pt x="72009" y="0"/>
                  </a:lnTo>
                  <a:lnTo>
                    <a:pt x="216028" y="0"/>
                  </a:lnTo>
                  <a:lnTo>
                    <a:pt x="216028" y="75294"/>
                  </a:lnTo>
                  <a:lnTo>
                    <a:pt x="287910" y="75294"/>
                  </a:lnTo>
                  <a:lnTo>
                    <a:pt x="144018" y="219279"/>
                  </a:lnTo>
                  <a:close/>
                </a:path>
              </a:pathLst>
            </a:custGeom>
            <a:ln w="9523">
              <a:solidFill>
                <a:srgbClr val="41709C"/>
              </a:solidFill>
            </a:ln>
          </p:spPr>
          <p:txBody>
            <a:bodyPr wrap="square" lIns="0" tIns="0" rIns="0" bIns="0" rtlCol="0"/>
            <a:lstStyle/>
            <a:p>
              <a:endParaRPr/>
            </a:p>
          </p:txBody>
        </p:sp>
        <p:pic>
          <p:nvPicPr>
            <p:cNvPr id="60" name="object 59">
              <a:extLst>
                <a:ext uri="{FF2B5EF4-FFF2-40B4-BE49-F238E27FC236}">
                  <a16:creationId xmlns:a16="http://schemas.microsoft.com/office/drawing/2014/main" id="{C2EF66A8-1B1F-22E1-D364-00B92BD6357E}"/>
                </a:ext>
              </a:extLst>
            </p:cNvPr>
            <p:cNvPicPr/>
            <p:nvPr/>
          </p:nvPicPr>
          <p:blipFill>
            <a:blip r:embed="rId20" cstate="print"/>
            <a:stretch>
              <a:fillRect/>
            </a:stretch>
          </p:blipFill>
          <p:spPr>
            <a:xfrm>
              <a:off x="3162316" y="5567749"/>
              <a:ext cx="857255" cy="771351"/>
            </a:xfrm>
            <a:prstGeom prst="rect">
              <a:avLst/>
            </a:prstGeom>
          </p:spPr>
        </p:pic>
        <p:sp>
          <p:nvSpPr>
            <p:cNvPr id="61" name="object 60">
              <a:extLst>
                <a:ext uri="{FF2B5EF4-FFF2-40B4-BE49-F238E27FC236}">
                  <a16:creationId xmlns:a16="http://schemas.microsoft.com/office/drawing/2014/main" id="{6374C634-AF1D-DEFE-D5D0-15BFD7DFDE7E}"/>
                </a:ext>
              </a:extLst>
            </p:cNvPr>
            <p:cNvSpPr/>
            <p:nvPr/>
          </p:nvSpPr>
          <p:spPr>
            <a:xfrm>
              <a:off x="3227595" y="5606437"/>
              <a:ext cx="720090" cy="647700"/>
            </a:xfrm>
            <a:custGeom>
              <a:avLst/>
              <a:gdLst/>
              <a:ahLst/>
              <a:cxnLst/>
              <a:rect l="l" t="t" r="r" b="b"/>
              <a:pathLst>
                <a:path w="720089" h="647700">
                  <a:moveTo>
                    <a:pt x="540007" y="0"/>
                  </a:moveTo>
                  <a:lnTo>
                    <a:pt x="179960" y="0"/>
                  </a:lnTo>
                  <a:lnTo>
                    <a:pt x="179960" y="473184"/>
                  </a:lnTo>
                  <a:lnTo>
                    <a:pt x="0" y="473184"/>
                  </a:lnTo>
                  <a:lnTo>
                    <a:pt x="360047" y="647465"/>
                  </a:lnTo>
                  <a:lnTo>
                    <a:pt x="719967" y="473184"/>
                  </a:lnTo>
                  <a:lnTo>
                    <a:pt x="540007" y="473184"/>
                  </a:lnTo>
                  <a:lnTo>
                    <a:pt x="540007" y="0"/>
                  </a:lnTo>
                  <a:close/>
                </a:path>
              </a:pathLst>
            </a:custGeom>
            <a:solidFill>
              <a:srgbClr val="4F87BA"/>
            </a:solidFill>
          </p:spPr>
          <p:txBody>
            <a:bodyPr wrap="square" lIns="0" tIns="0" rIns="0" bIns="0" rtlCol="0"/>
            <a:lstStyle/>
            <a:p>
              <a:endParaRPr/>
            </a:p>
          </p:txBody>
        </p:sp>
        <p:sp>
          <p:nvSpPr>
            <p:cNvPr id="62" name="object 61">
              <a:extLst>
                <a:ext uri="{FF2B5EF4-FFF2-40B4-BE49-F238E27FC236}">
                  <a16:creationId xmlns:a16="http://schemas.microsoft.com/office/drawing/2014/main" id="{22A2BB49-7B5F-E43A-9A60-FA59D386D07C}"/>
                </a:ext>
              </a:extLst>
            </p:cNvPr>
            <p:cNvSpPr/>
            <p:nvPr/>
          </p:nvSpPr>
          <p:spPr>
            <a:xfrm>
              <a:off x="3227595" y="5606437"/>
              <a:ext cx="720090" cy="647700"/>
            </a:xfrm>
            <a:custGeom>
              <a:avLst/>
              <a:gdLst/>
              <a:ahLst/>
              <a:cxnLst/>
              <a:rect l="l" t="t" r="r" b="b"/>
              <a:pathLst>
                <a:path w="720089" h="647700">
                  <a:moveTo>
                    <a:pt x="360047" y="647465"/>
                  </a:moveTo>
                  <a:lnTo>
                    <a:pt x="0" y="473184"/>
                  </a:lnTo>
                  <a:lnTo>
                    <a:pt x="179960" y="473184"/>
                  </a:lnTo>
                  <a:lnTo>
                    <a:pt x="179960" y="0"/>
                  </a:lnTo>
                  <a:lnTo>
                    <a:pt x="540007" y="0"/>
                  </a:lnTo>
                  <a:lnTo>
                    <a:pt x="540007" y="473184"/>
                  </a:lnTo>
                  <a:lnTo>
                    <a:pt x="719967" y="473184"/>
                  </a:lnTo>
                  <a:lnTo>
                    <a:pt x="360047" y="647465"/>
                  </a:lnTo>
                  <a:close/>
                </a:path>
              </a:pathLst>
            </a:custGeom>
            <a:ln w="9523">
              <a:solidFill>
                <a:srgbClr val="41709C"/>
              </a:solidFill>
            </a:ln>
          </p:spPr>
          <p:txBody>
            <a:bodyPr wrap="square" lIns="0" tIns="0" rIns="0" bIns="0" rtlCol="0"/>
            <a:lstStyle/>
            <a:p>
              <a:endParaRPr/>
            </a:p>
          </p:txBody>
        </p:sp>
      </p:grpSp>
      <p:sp>
        <p:nvSpPr>
          <p:cNvPr id="63" name="object 62">
            <a:extLst>
              <a:ext uri="{FF2B5EF4-FFF2-40B4-BE49-F238E27FC236}">
                <a16:creationId xmlns:a16="http://schemas.microsoft.com/office/drawing/2014/main" id="{8C9B9878-D5BB-66E5-0DA9-E17B9F9F35CA}"/>
              </a:ext>
            </a:extLst>
          </p:cNvPr>
          <p:cNvSpPr txBox="1"/>
          <p:nvPr/>
        </p:nvSpPr>
        <p:spPr>
          <a:xfrm>
            <a:off x="3441829" y="5683996"/>
            <a:ext cx="302260" cy="504825"/>
          </a:xfrm>
          <a:prstGeom prst="rect">
            <a:avLst/>
          </a:prstGeom>
        </p:spPr>
        <p:txBody>
          <a:bodyPr vert="vert270" wrap="square" lIns="0" tIns="0" rIns="0" bIns="0" rtlCol="0">
            <a:spAutoFit/>
          </a:bodyPr>
          <a:lstStyle/>
          <a:p>
            <a:pPr algn="ctr">
              <a:lnSpc>
                <a:spcPts val="1025"/>
              </a:lnSpc>
            </a:pPr>
            <a:r>
              <a:rPr sz="950" spc="-10" dirty="0">
                <a:solidFill>
                  <a:srgbClr val="FDFFFF"/>
                </a:solidFill>
                <a:latin typeface="Calibri"/>
                <a:cs typeface="Calibri"/>
              </a:rPr>
              <a:t>REPONSE</a:t>
            </a:r>
            <a:endParaRPr sz="950">
              <a:latin typeface="Calibri"/>
              <a:cs typeface="Calibri"/>
            </a:endParaRPr>
          </a:p>
          <a:p>
            <a:pPr algn="ctr">
              <a:lnSpc>
                <a:spcPct val="100000"/>
              </a:lnSpc>
              <a:spcBef>
                <a:spcPts val="60"/>
              </a:spcBef>
            </a:pPr>
            <a:r>
              <a:rPr sz="950" spc="-20" dirty="0">
                <a:solidFill>
                  <a:srgbClr val="FDFFFF"/>
                </a:solidFill>
                <a:latin typeface="Calibri"/>
                <a:cs typeface="Calibri"/>
              </a:rPr>
              <a:t>HTTP</a:t>
            </a:r>
            <a:endParaRPr sz="950">
              <a:latin typeface="Calibri"/>
              <a:cs typeface="Calibri"/>
            </a:endParaRPr>
          </a:p>
        </p:txBody>
      </p:sp>
      <p:grpSp>
        <p:nvGrpSpPr>
          <p:cNvPr id="64" name="object 63">
            <a:extLst>
              <a:ext uri="{FF2B5EF4-FFF2-40B4-BE49-F238E27FC236}">
                <a16:creationId xmlns:a16="http://schemas.microsoft.com/office/drawing/2014/main" id="{57A9A62A-DDBC-1976-2F27-4FA03017E6C3}"/>
              </a:ext>
            </a:extLst>
          </p:cNvPr>
          <p:cNvGrpSpPr/>
          <p:nvPr/>
        </p:nvGrpSpPr>
        <p:grpSpPr>
          <a:xfrm>
            <a:off x="2286011" y="6196255"/>
            <a:ext cx="2610485" cy="466725"/>
            <a:chOff x="2286011" y="6196255"/>
            <a:chExt cx="2610485" cy="466725"/>
          </a:xfrm>
        </p:grpSpPr>
        <p:pic>
          <p:nvPicPr>
            <p:cNvPr id="65" name="object 64">
              <a:extLst>
                <a:ext uri="{FF2B5EF4-FFF2-40B4-BE49-F238E27FC236}">
                  <a16:creationId xmlns:a16="http://schemas.microsoft.com/office/drawing/2014/main" id="{46CCDBA6-1C1D-882C-50ED-9A5FF47ABB3C}"/>
                </a:ext>
              </a:extLst>
            </p:cNvPr>
            <p:cNvPicPr/>
            <p:nvPr/>
          </p:nvPicPr>
          <p:blipFill>
            <a:blip r:embed="rId21" cstate="print"/>
            <a:stretch>
              <a:fillRect/>
            </a:stretch>
          </p:blipFill>
          <p:spPr>
            <a:xfrm>
              <a:off x="2286011" y="6196255"/>
              <a:ext cx="2609867" cy="466620"/>
            </a:xfrm>
            <a:prstGeom prst="rect">
              <a:avLst/>
            </a:prstGeom>
          </p:spPr>
        </p:pic>
        <p:sp>
          <p:nvSpPr>
            <p:cNvPr id="66" name="object 65">
              <a:extLst>
                <a:ext uri="{FF2B5EF4-FFF2-40B4-BE49-F238E27FC236}">
                  <a16:creationId xmlns:a16="http://schemas.microsoft.com/office/drawing/2014/main" id="{3223C866-2158-9471-021C-F0C464C1FC83}"/>
                </a:ext>
              </a:extLst>
            </p:cNvPr>
            <p:cNvSpPr/>
            <p:nvPr/>
          </p:nvSpPr>
          <p:spPr>
            <a:xfrm>
              <a:off x="2345830" y="6230222"/>
              <a:ext cx="2484120" cy="360045"/>
            </a:xfrm>
            <a:custGeom>
              <a:avLst/>
              <a:gdLst/>
              <a:ahLst/>
              <a:cxnLst/>
              <a:rect l="l" t="t" r="r" b="b"/>
              <a:pathLst>
                <a:path w="2484120" h="360045">
                  <a:moveTo>
                    <a:pt x="2303539" y="0"/>
                  </a:moveTo>
                  <a:lnTo>
                    <a:pt x="180085" y="0"/>
                  </a:lnTo>
                  <a:lnTo>
                    <a:pt x="132206" y="6427"/>
                  </a:lnTo>
                  <a:lnTo>
                    <a:pt x="89191" y="24568"/>
                  </a:lnTo>
                  <a:lnTo>
                    <a:pt x="52746" y="52705"/>
                  </a:lnTo>
                  <a:lnTo>
                    <a:pt x="24586" y="89126"/>
                  </a:lnTo>
                  <a:lnTo>
                    <a:pt x="6431" y="132115"/>
                  </a:lnTo>
                  <a:lnTo>
                    <a:pt x="0" y="179956"/>
                  </a:lnTo>
                  <a:lnTo>
                    <a:pt x="6434" y="227798"/>
                  </a:lnTo>
                  <a:lnTo>
                    <a:pt x="24594" y="270787"/>
                  </a:lnTo>
                  <a:lnTo>
                    <a:pt x="52758" y="307208"/>
                  </a:lnTo>
                  <a:lnTo>
                    <a:pt x="89209" y="335346"/>
                  </a:lnTo>
                  <a:lnTo>
                    <a:pt x="132230" y="353487"/>
                  </a:lnTo>
                  <a:lnTo>
                    <a:pt x="180085" y="359914"/>
                  </a:lnTo>
                  <a:lnTo>
                    <a:pt x="2303539" y="359914"/>
                  </a:lnTo>
                  <a:lnTo>
                    <a:pt x="2351358" y="353485"/>
                  </a:lnTo>
                  <a:lnTo>
                    <a:pt x="2394340" y="335342"/>
                  </a:lnTo>
                  <a:lnTo>
                    <a:pt x="2430766" y="307202"/>
                  </a:lnTo>
                  <a:lnTo>
                    <a:pt x="2458915" y="270781"/>
                  </a:lnTo>
                  <a:lnTo>
                    <a:pt x="2477066" y="227793"/>
                  </a:lnTo>
                  <a:lnTo>
                    <a:pt x="2483497" y="179944"/>
                  </a:lnTo>
                  <a:lnTo>
                    <a:pt x="2477062" y="132106"/>
                  </a:lnTo>
                  <a:lnTo>
                    <a:pt x="2458908" y="89119"/>
                  </a:lnTo>
                  <a:lnTo>
                    <a:pt x="2430754" y="52699"/>
                  </a:lnTo>
                  <a:lnTo>
                    <a:pt x="2394321" y="24561"/>
                  </a:lnTo>
                  <a:lnTo>
                    <a:pt x="2351320" y="6423"/>
                  </a:lnTo>
                  <a:lnTo>
                    <a:pt x="2303539" y="0"/>
                  </a:lnTo>
                  <a:close/>
                </a:path>
              </a:pathLst>
            </a:custGeom>
            <a:solidFill>
              <a:srgbClr val="61973C"/>
            </a:solidFill>
          </p:spPr>
          <p:txBody>
            <a:bodyPr wrap="square" lIns="0" tIns="0" rIns="0" bIns="0" rtlCol="0"/>
            <a:lstStyle/>
            <a:p>
              <a:endParaRPr/>
            </a:p>
          </p:txBody>
        </p:sp>
        <p:sp>
          <p:nvSpPr>
            <p:cNvPr id="67" name="object 66">
              <a:extLst>
                <a:ext uri="{FF2B5EF4-FFF2-40B4-BE49-F238E27FC236}">
                  <a16:creationId xmlns:a16="http://schemas.microsoft.com/office/drawing/2014/main" id="{A39EC2C9-828F-3890-BD08-222BAFC0E0C2}"/>
                </a:ext>
              </a:extLst>
            </p:cNvPr>
            <p:cNvSpPr/>
            <p:nvPr/>
          </p:nvSpPr>
          <p:spPr>
            <a:xfrm>
              <a:off x="2345828" y="6230222"/>
              <a:ext cx="2484120" cy="360045"/>
            </a:xfrm>
            <a:custGeom>
              <a:avLst/>
              <a:gdLst/>
              <a:ahLst/>
              <a:cxnLst/>
              <a:rect l="l" t="t" r="r" b="b"/>
              <a:pathLst>
                <a:path w="2484120" h="360045">
                  <a:moveTo>
                    <a:pt x="180087" y="359914"/>
                  </a:moveTo>
                  <a:lnTo>
                    <a:pt x="2303541" y="359914"/>
                  </a:lnTo>
                  <a:lnTo>
                    <a:pt x="2351355" y="353487"/>
                  </a:lnTo>
                  <a:lnTo>
                    <a:pt x="2394337" y="335346"/>
                  </a:lnTo>
                  <a:lnTo>
                    <a:pt x="2430764" y="307208"/>
                  </a:lnTo>
                  <a:lnTo>
                    <a:pt x="2458914" y="270787"/>
                  </a:lnTo>
                  <a:lnTo>
                    <a:pt x="2477067" y="227798"/>
                  </a:lnTo>
                  <a:lnTo>
                    <a:pt x="2483501" y="179956"/>
                  </a:lnTo>
                  <a:lnTo>
                    <a:pt x="2477067" y="132115"/>
                  </a:lnTo>
                  <a:lnTo>
                    <a:pt x="2458914" y="89126"/>
                  </a:lnTo>
                  <a:lnTo>
                    <a:pt x="2430764" y="52705"/>
                  </a:lnTo>
                  <a:lnTo>
                    <a:pt x="2394337" y="24568"/>
                  </a:lnTo>
                  <a:lnTo>
                    <a:pt x="2351355" y="6427"/>
                  </a:lnTo>
                  <a:lnTo>
                    <a:pt x="2303541" y="0"/>
                  </a:lnTo>
                  <a:lnTo>
                    <a:pt x="180087" y="0"/>
                  </a:lnTo>
                  <a:lnTo>
                    <a:pt x="132219" y="6423"/>
                  </a:lnTo>
                  <a:lnTo>
                    <a:pt x="89201" y="24561"/>
                  </a:lnTo>
                  <a:lnTo>
                    <a:pt x="52752" y="52699"/>
                  </a:lnTo>
                  <a:lnTo>
                    <a:pt x="24591" y="89119"/>
                  </a:lnTo>
                  <a:lnTo>
                    <a:pt x="6434" y="132106"/>
                  </a:lnTo>
                  <a:lnTo>
                    <a:pt x="0" y="179944"/>
                  </a:lnTo>
                  <a:lnTo>
                    <a:pt x="6434" y="227793"/>
                  </a:lnTo>
                  <a:lnTo>
                    <a:pt x="24591" y="270781"/>
                  </a:lnTo>
                  <a:lnTo>
                    <a:pt x="52752" y="307202"/>
                  </a:lnTo>
                  <a:lnTo>
                    <a:pt x="89201" y="335342"/>
                  </a:lnTo>
                  <a:lnTo>
                    <a:pt x="132219" y="353485"/>
                  </a:lnTo>
                  <a:lnTo>
                    <a:pt x="180087" y="359914"/>
                  </a:lnTo>
                  <a:close/>
                </a:path>
              </a:pathLst>
            </a:custGeom>
            <a:ln w="9522">
              <a:solidFill>
                <a:srgbClr val="507D31"/>
              </a:solidFill>
            </a:ln>
          </p:spPr>
          <p:txBody>
            <a:bodyPr wrap="square" lIns="0" tIns="0" rIns="0" bIns="0" rtlCol="0"/>
            <a:lstStyle/>
            <a:p>
              <a:endParaRPr/>
            </a:p>
          </p:txBody>
        </p:sp>
      </p:grpSp>
      <p:sp>
        <p:nvSpPr>
          <p:cNvPr id="68" name="object 67">
            <a:extLst>
              <a:ext uri="{FF2B5EF4-FFF2-40B4-BE49-F238E27FC236}">
                <a16:creationId xmlns:a16="http://schemas.microsoft.com/office/drawing/2014/main" id="{095D9FC9-A13A-8C76-1D6F-64AC48D0419A}"/>
              </a:ext>
            </a:extLst>
          </p:cNvPr>
          <p:cNvSpPr txBox="1"/>
          <p:nvPr/>
        </p:nvSpPr>
        <p:spPr>
          <a:xfrm>
            <a:off x="3062748" y="6241507"/>
            <a:ext cx="1047750" cy="300990"/>
          </a:xfrm>
          <a:prstGeom prst="rect">
            <a:avLst/>
          </a:prstGeom>
        </p:spPr>
        <p:txBody>
          <a:bodyPr vert="horz" wrap="square" lIns="0" tIns="13335" rIns="0" bIns="0" rtlCol="0">
            <a:spAutoFit/>
          </a:bodyPr>
          <a:lstStyle/>
          <a:p>
            <a:pPr marL="12700">
              <a:lnSpc>
                <a:spcPct val="100000"/>
              </a:lnSpc>
              <a:spcBef>
                <a:spcPts val="105"/>
              </a:spcBef>
            </a:pPr>
            <a:r>
              <a:rPr sz="1800" spc="-10" dirty="0">
                <a:solidFill>
                  <a:srgbClr val="FDFFFF"/>
                </a:solidFill>
                <a:latin typeface="Calibri"/>
                <a:cs typeface="Calibri"/>
              </a:rPr>
              <a:t>Navigateur</a:t>
            </a:r>
            <a:endParaRPr sz="1800">
              <a:latin typeface="Calibri"/>
              <a:cs typeface="Calibri"/>
            </a:endParaRPr>
          </a:p>
        </p:txBody>
      </p:sp>
      <p:grpSp>
        <p:nvGrpSpPr>
          <p:cNvPr id="69" name="object 68">
            <a:extLst>
              <a:ext uri="{FF2B5EF4-FFF2-40B4-BE49-F238E27FC236}">
                <a16:creationId xmlns:a16="http://schemas.microsoft.com/office/drawing/2014/main" id="{E0401248-486F-56C4-70AF-F3A20239FA6D}"/>
              </a:ext>
            </a:extLst>
          </p:cNvPr>
          <p:cNvGrpSpPr/>
          <p:nvPr/>
        </p:nvGrpSpPr>
        <p:grpSpPr>
          <a:xfrm>
            <a:off x="1933583" y="3425104"/>
            <a:ext cx="419100" cy="2266950"/>
            <a:chOff x="1933583" y="3425104"/>
            <a:chExt cx="419100" cy="2266950"/>
          </a:xfrm>
        </p:grpSpPr>
        <p:pic>
          <p:nvPicPr>
            <p:cNvPr id="70" name="object 69">
              <a:extLst>
                <a:ext uri="{FF2B5EF4-FFF2-40B4-BE49-F238E27FC236}">
                  <a16:creationId xmlns:a16="http://schemas.microsoft.com/office/drawing/2014/main" id="{167D1791-0C46-8788-750B-DCC2EE93746C}"/>
                </a:ext>
              </a:extLst>
            </p:cNvPr>
            <p:cNvPicPr/>
            <p:nvPr/>
          </p:nvPicPr>
          <p:blipFill>
            <a:blip r:embed="rId22" cstate="print"/>
            <a:stretch>
              <a:fillRect/>
            </a:stretch>
          </p:blipFill>
          <p:spPr>
            <a:xfrm>
              <a:off x="1933583" y="3425104"/>
              <a:ext cx="419102" cy="2266441"/>
            </a:xfrm>
            <a:prstGeom prst="rect">
              <a:avLst/>
            </a:prstGeom>
          </p:spPr>
        </p:pic>
        <p:sp>
          <p:nvSpPr>
            <p:cNvPr id="71" name="object 70">
              <a:extLst>
                <a:ext uri="{FF2B5EF4-FFF2-40B4-BE49-F238E27FC236}">
                  <a16:creationId xmlns:a16="http://schemas.microsoft.com/office/drawing/2014/main" id="{D6E9EF60-FD08-2776-1879-1515F1C9B3E5}"/>
                </a:ext>
              </a:extLst>
            </p:cNvPr>
            <p:cNvSpPr/>
            <p:nvPr/>
          </p:nvSpPr>
          <p:spPr>
            <a:xfrm>
              <a:off x="1985908" y="3458803"/>
              <a:ext cx="306070" cy="2148205"/>
            </a:xfrm>
            <a:custGeom>
              <a:avLst/>
              <a:gdLst/>
              <a:ahLst/>
              <a:cxnLst/>
              <a:rect l="l" t="t" r="r" b="b"/>
              <a:pathLst>
                <a:path w="306069" h="2148204">
                  <a:moveTo>
                    <a:pt x="305944" y="0"/>
                  </a:moveTo>
                  <a:lnTo>
                    <a:pt x="251969" y="0"/>
                  </a:lnTo>
                  <a:lnTo>
                    <a:pt x="0" y="1073797"/>
                  </a:lnTo>
                  <a:lnTo>
                    <a:pt x="251969" y="2147634"/>
                  </a:lnTo>
                  <a:lnTo>
                    <a:pt x="305945" y="2147634"/>
                  </a:lnTo>
                  <a:lnTo>
                    <a:pt x="53975" y="1073797"/>
                  </a:lnTo>
                  <a:lnTo>
                    <a:pt x="305944" y="0"/>
                  </a:lnTo>
                  <a:close/>
                </a:path>
              </a:pathLst>
            </a:custGeom>
            <a:solidFill>
              <a:srgbClr val="5B9BD4"/>
            </a:solidFill>
          </p:spPr>
          <p:txBody>
            <a:bodyPr wrap="square" lIns="0" tIns="0" rIns="0" bIns="0" rtlCol="0"/>
            <a:lstStyle/>
            <a:p>
              <a:endParaRPr/>
            </a:p>
          </p:txBody>
        </p:sp>
        <p:sp>
          <p:nvSpPr>
            <p:cNvPr id="72" name="object 71">
              <a:extLst>
                <a:ext uri="{FF2B5EF4-FFF2-40B4-BE49-F238E27FC236}">
                  <a16:creationId xmlns:a16="http://schemas.microsoft.com/office/drawing/2014/main" id="{A4E2DBDB-DB45-454C-6E47-2DBE5C8C489F}"/>
                </a:ext>
              </a:extLst>
            </p:cNvPr>
            <p:cNvSpPr/>
            <p:nvPr/>
          </p:nvSpPr>
          <p:spPr>
            <a:xfrm>
              <a:off x="1985908" y="3458803"/>
              <a:ext cx="306070" cy="2148205"/>
            </a:xfrm>
            <a:custGeom>
              <a:avLst/>
              <a:gdLst/>
              <a:ahLst/>
              <a:cxnLst/>
              <a:rect l="l" t="t" r="r" b="b"/>
              <a:pathLst>
                <a:path w="306069" h="2148204">
                  <a:moveTo>
                    <a:pt x="305944" y="0"/>
                  </a:moveTo>
                  <a:lnTo>
                    <a:pt x="251969" y="0"/>
                  </a:lnTo>
                  <a:lnTo>
                    <a:pt x="0" y="1073797"/>
                  </a:lnTo>
                  <a:lnTo>
                    <a:pt x="251969" y="2147634"/>
                  </a:lnTo>
                  <a:lnTo>
                    <a:pt x="305945" y="2147634"/>
                  </a:lnTo>
                  <a:lnTo>
                    <a:pt x="53975" y="1073797"/>
                  </a:lnTo>
                  <a:lnTo>
                    <a:pt x="305944" y="0"/>
                  </a:lnTo>
                  <a:close/>
                </a:path>
              </a:pathLst>
            </a:custGeom>
            <a:ln w="3175">
              <a:solidFill>
                <a:srgbClr val="C7C7C7"/>
              </a:solidFill>
            </a:ln>
          </p:spPr>
          <p:txBody>
            <a:bodyPr wrap="square" lIns="0" tIns="0" rIns="0" bIns="0" rtlCol="0"/>
            <a:lstStyle/>
            <a:p>
              <a:endParaRPr/>
            </a:p>
          </p:txBody>
        </p:sp>
      </p:grpSp>
      <p:sp>
        <p:nvSpPr>
          <p:cNvPr id="73" name="object 72">
            <a:extLst>
              <a:ext uri="{FF2B5EF4-FFF2-40B4-BE49-F238E27FC236}">
                <a16:creationId xmlns:a16="http://schemas.microsoft.com/office/drawing/2014/main" id="{36771B00-3141-0CF4-31E8-5F808CCBCE2B}"/>
              </a:ext>
            </a:extLst>
          </p:cNvPr>
          <p:cNvSpPr txBox="1"/>
          <p:nvPr/>
        </p:nvSpPr>
        <p:spPr>
          <a:xfrm>
            <a:off x="730695" y="4361377"/>
            <a:ext cx="1161415" cy="30035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5B9BD4"/>
                </a:solidFill>
                <a:latin typeface="Calibri"/>
                <a:cs typeface="Calibri"/>
              </a:rPr>
              <a:t>MvcHandler</a:t>
            </a:r>
            <a:endParaRPr sz="1800">
              <a:latin typeface="Calibri"/>
              <a:cs typeface="Calibri"/>
            </a:endParaRPr>
          </a:p>
        </p:txBody>
      </p:sp>
      <p:grpSp>
        <p:nvGrpSpPr>
          <p:cNvPr id="74" name="object 73">
            <a:extLst>
              <a:ext uri="{FF2B5EF4-FFF2-40B4-BE49-F238E27FC236}">
                <a16:creationId xmlns:a16="http://schemas.microsoft.com/office/drawing/2014/main" id="{0E0DBC7A-C6C1-06BB-925D-291E7E100180}"/>
              </a:ext>
            </a:extLst>
          </p:cNvPr>
          <p:cNvGrpSpPr/>
          <p:nvPr/>
        </p:nvGrpSpPr>
        <p:grpSpPr>
          <a:xfrm>
            <a:off x="5981735" y="3444201"/>
            <a:ext cx="5295900" cy="438150"/>
            <a:chOff x="5981735" y="3444201"/>
            <a:chExt cx="5295900" cy="438150"/>
          </a:xfrm>
        </p:grpSpPr>
        <p:pic>
          <p:nvPicPr>
            <p:cNvPr id="75" name="object 74">
              <a:extLst>
                <a:ext uri="{FF2B5EF4-FFF2-40B4-BE49-F238E27FC236}">
                  <a16:creationId xmlns:a16="http://schemas.microsoft.com/office/drawing/2014/main" id="{BC4C95A6-6F1F-6EDE-6976-58EA5FA7D612}"/>
                </a:ext>
              </a:extLst>
            </p:cNvPr>
            <p:cNvPicPr/>
            <p:nvPr/>
          </p:nvPicPr>
          <p:blipFill>
            <a:blip r:embed="rId23" cstate="print"/>
            <a:stretch>
              <a:fillRect/>
            </a:stretch>
          </p:blipFill>
          <p:spPr>
            <a:xfrm>
              <a:off x="5981735" y="3444201"/>
              <a:ext cx="5295874" cy="438051"/>
            </a:xfrm>
            <a:prstGeom prst="rect">
              <a:avLst/>
            </a:prstGeom>
          </p:spPr>
        </p:pic>
        <p:sp>
          <p:nvSpPr>
            <p:cNvPr id="76" name="object 75">
              <a:extLst>
                <a:ext uri="{FF2B5EF4-FFF2-40B4-BE49-F238E27FC236}">
                  <a16:creationId xmlns:a16="http://schemas.microsoft.com/office/drawing/2014/main" id="{C89AC31D-DF39-8795-F05B-3740E2B4DC7B}"/>
                </a:ext>
              </a:extLst>
            </p:cNvPr>
            <p:cNvSpPr/>
            <p:nvPr/>
          </p:nvSpPr>
          <p:spPr>
            <a:xfrm>
              <a:off x="6012215" y="3458422"/>
              <a:ext cx="5220335" cy="360045"/>
            </a:xfrm>
            <a:custGeom>
              <a:avLst/>
              <a:gdLst/>
              <a:ahLst/>
              <a:cxnLst/>
              <a:rect l="l" t="t" r="r" b="b"/>
              <a:pathLst>
                <a:path w="5220334" h="360045">
                  <a:moveTo>
                    <a:pt x="5040028" y="0"/>
                  </a:moveTo>
                  <a:lnTo>
                    <a:pt x="179960" y="0"/>
                  </a:lnTo>
                  <a:lnTo>
                    <a:pt x="132101" y="6432"/>
                  </a:lnTo>
                  <a:lnTo>
                    <a:pt x="89107" y="24580"/>
                  </a:lnTo>
                  <a:lnTo>
                    <a:pt x="52689" y="52724"/>
                  </a:lnTo>
                  <a:lnTo>
                    <a:pt x="24558" y="89143"/>
                  </a:lnTo>
                  <a:lnTo>
                    <a:pt x="6424" y="132115"/>
                  </a:lnTo>
                  <a:lnTo>
                    <a:pt x="0" y="179918"/>
                  </a:lnTo>
                  <a:lnTo>
                    <a:pt x="6424" y="227775"/>
                  </a:lnTo>
                  <a:lnTo>
                    <a:pt x="24587" y="270820"/>
                  </a:lnTo>
                  <a:lnTo>
                    <a:pt x="52710" y="307239"/>
                  </a:lnTo>
                  <a:lnTo>
                    <a:pt x="89118" y="335383"/>
                  </a:lnTo>
                  <a:lnTo>
                    <a:pt x="132105" y="353532"/>
                  </a:lnTo>
                  <a:lnTo>
                    <a:pt x="179960" y="359964"/>
                  </a:lnTo>
                  <a:lnTo>
                    <a:pt x="5040028" y="359964"/>
                  </a:lnTo>
                  <a:lnTo>
                    <a:pt x="5087888" y="353531"/>
                  </a:lnTo>
                  <a:lnTo>
                    <a:pt x="5130886" y="335378"/>
                  </a:lnTo>
                  <a:lnTo>
                    <a:pt x="5167311" y="307223"/>
                  </a:lnTo>
                  <a:lnTo>
                    <a:pt x="5195445" y="270783"/>
                  </a:lnTo>
                  <a:lnTo>
                    <a:pt x="5213563" y="227849"/>
                  </a:lnTo>
                  <a:lnTo>
                    <a:pt x="5219988" y="180045"/>
                  </a:lnTo>
                  <a:lnTo>
                    <a:pt x="5213563" y="132115"/>
                  </a:lnTo>
                  <a:lnTo>
                    <a:pt x="5195430" y="89143"/>
                  </a:lnTo>
                  <a:lnTo>
                    <a:pt x="5167298" y="52724"/>
                  </a:lnTo>
                  <a:lnTo>
                    <a:pt x="5130880" y="24580"/>
                  </a:lnTo>
                  <a:lnTo>
                    <a:pt x="5087886" y="6432"/>
                  </a:lnTo>
                  <a:lnTo>
                    <a:pt x="5040028" y="0"/>
                  </a:lnTo>
                  <a:close/>
                </a:path>
              </a:pathLst>
            </a:custGeom>
            <a:solidFill>
              <a:srgbClr val="D16C2A"/>
            </a:solidFill>
          </p:spPr>
          <p:txBody>
            <a:bodyPr wrap="square" lIns="0" tIns="0" rIns="0" bIns="0" rtlCol="0"/>
            <a:lstStyle/>
            <a:p>
              <a:endParaRPr/>
            </a:p>
          </p:txBody>
        </p:sp>
        <p:sp>
          <p:nvSpPr>
            <p:cNvPr id="77" name="object 76">
              <a:extLst>
                <a:ext uri="{FF2B5EF4-FFF2-40B4-BE49-F238E27FC236}">
                  <a16:creationId xmlns:a16="http://schemas.microsoft.com/office/drawing/2014/main" id="{1B9D8E09-1BE7-940D-28D9-7144A0F37AC9}"/>
                </a:ext>
              </a:extLst>
            </p:cNvPr>
            <p:cNvSpPr/>
            <p:nvPr/>
          </p:nvSpPr>
          <p:spPr>
            <a:xfrm>
              <a:off x="6012215" y="3458422"/>
              <a:ext cx="5220335" cy="360045"/>
            </a:xfrm>
            <a:custGeom>
              <a:avLst/>
              <a:gdLst/>
              <a:ahLst/>
              <a:cxnLst/>
              <a:rect l="l" t="t" r="r" b="b"/>
              <a:pathLst>
                <a:path w="5220334" h="360045">
                  <a:moveTo>
                    <a:pt x="179960" y="359964"/>
                  </a:moveTo>
                  <a:lnTo>
                    <a:pt x="5040028" y="359964"/>
                  </a:lnTo>
                  <a:lnTo>
                    <a:pt x="5087886" y="353532"/>
                  </a:lnTo>
                  <a:lnTo>
                    <a:pt x="5130880" y="335383"/>
                  </a:lnTo>
                  <a:lnTo>
                    <a:pt x="5167298" y="307239"/>
                  </a:lnTo>
                  <a:lnTo>
                    <a:pt x="5195430" y="270820"/>
                  </a:lnTo>
                  <a:lnTo>
                    <a:pt x="5213563" y="227849"/>
                  </a:lnTo>
                  <a:lnTo>
                    <a:pt x="5219988" y="180045"/>
                  </a:lnTo>
                  <a:lnTo>
                    <a:pt x="5213563" y="132115"/>
                  </a:lnTo>
                  <a:lnTo>
                    <a:pt x="5195430" y="89143"/>
                  </a:lnTo>
                  <a:lnTo>
                    <a:pt x="5167298" y="52724"/>
                  </a:lnTo>
                  <a:lnTo>
                    <a:pt x="5130880" y="24580"/>
                  </a:lnTo>
                  <a:lnTo>
                    <a:pt x="5087886" y="6432"/>
                  </a:lnTo>
                  <a:lnTo>
                    <a:pt x="5040028" y="0"/>
                  </a:lnTo>
                  <a:lnTo>
                    <a:pt x="179960" y="0"/>
                  </a:lnTo>
                  <a:lnTo>
                    <a:pt x="132101" y="6432"/>
                  </a:lnTo>
                  <a:lnTo>
                    <a:pt x="89107" y="24580"/>
                  </a:lnTo>
                  <a:lnTo>
                    <a:pt x="52689" y="52724"/>
                  </a:lnTo>
                  <a:lnTo>
                    <a:pt x="24558" y="89143"/>
                  </a:lnTo>
                  <a:lnTo>
                    <a:pt x="6424" y="132115"/>
                  </a:lnTo>
                  <a:lnTo>
                    <a:pt x="0" y="179918"/>
                  </a:lnTo>
                  <a:lnTo>
                    <a:pt x="6424" y="227775"/>
                  </a:lnTo>
                  <a:lnTo>
                    <a:pt x="24558" y="270783"/>
                  </a:lnTo>
                  <a:lnTo>
                    <a:pt x="52689" y="307223"/>
                  </a:lnTo>
                  <a:lnTo>
                    <a:pt x="89107" y="335378"/>
                  </a:lnTo>
                  <a:lnTo>
                    <a:pt x="132101" y="353531"/>
                  </a:lnTo>
                  <a:lnTo>
                    <a:pt x="179960" y="359964"/>
                  </a:lnTo>
                  <a:close/>
                </a:path>
              </a:pathLst>
            </a:custGeom>
            <a:ln w="9522">
              <a:solidFill>
                <a:srgbClr val="AD5A20"/>
              </a:solidFill>
            </a:ln>
          </p:spPr>
          <p:txBody>
            <a:bodyPr wrap="square" lIns="0" tIns="0" rIns="0" bIns="0" rtlCol="0"/>
            <a:lstStyle/>
            <a:p>
              <a:endParaRPr/>
            </a:p>
          </p:txBody>
        </p:sp>
      </p:grpSp>
      <p:sp>
        <p:nvSpPr>
          <p:cNvPr id="78" name="object 77">
            <a:extLst>
              <a:ext uri="{FF2B5EF4-FFF2-40B4-BE49-F238E27FC236}">
                <a16:creationId xmlns:a16="http://schemas.microsoft.com/office/drawing/2014/main" id="{BA372C83-214E-44FD-E4D0-3F6B88E911BC}"/>
              </a:ext>
            </a:extLst>
          </p:cNvPr>
          <p:cNvSpPr txBox="1"/>
          <p:nvPr/>
        </p:nvSpPr>
        <p:spPr>
          <a:xfrm>
            <a:off x="7527843" y="3465593"/>
            <a:ext cx="219265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DFFFF"/>
                </a:solidFill>
                <a:latin typeface="Calibri"/>
                <a:cs typeface="Calibri"/>
              </a:rPr>
              <a:t>new</a:t>
            </a:r>
            <a:r>
              <a:rPr sz="1800" spc="-50" dirty="0">
                <a:solidFill>
                  <a:srgbClr val="FDFFFF"/>
                </a:solidFill>
                <a:latin typeface="Calibri"/>
                <a:cs typeface="Calibri"/>
              </a:rPr>
              <a:t> </a:t>
            </a:r>
            <a:r>
              <a:rPr sz="1800" spc="-10" dirty="0">
                <a:solidFill>
                  <a:srgbClr val="FDFFFF"/>
                </a:solidFill>
                <a:latin typeface="Calibri"/>
                <a:cs typeface="Calibri"/>
              </a:rPr>
              <a:t>PersonController()</a:t>
            </a:r>
            <a:endParaRPr sz="1800">
              <a:latin typeface="Calibri"/>
              <a:cs typeface="Calibri"/>
            </a:endParaRPr>
          </a:p>
        </p:txBody>
      </p:sp>
      <p:grpSp>
        <p:nvGrpSpPr>
          <p:cNvPr id="79" name="object 78">
            <a:extLst>
              <a:ext uri="{FF2B5EF4-FFF2-40B4-BE49-F238E27FC236}">
                <a16:creationId xmlns:a16="http://schemas.microsoft.com/office/drawing/2014/main" id="{367178A5-78D2-2BA3-998D-BB87939C7B7A}"/>
              </a:ext>
            </a:extLst>
          </p:cNvPr>
          <p:cNvGrpSpPr/>
          <p:nvPr/>
        </p:nvGrpSpPr>
        <p:grpSpPr>
          <a:xfrm>
            <a:off x="5981735" y="4082233"/>
            <a:ext cx="5295900" cy="428625"/>
            <a:chOff x="5981735" y="4082233"/>
            <a:chExt cx="5295900" cy="428625"/>
          </a:xfrm>
        </p:grpSpPr>
        <p:pic>
          <p:nvPicPr>
            <p:cNvPr id="80" name="object 79">
              <a:extLst>
                <a:ext uri="{FF2B5EF4-FFF2-40B4-BE49-F238E27FC236}">
                  <a16:creationId xmlns:a16="http://schemas.microsoft.com/office/drawing/2014/main" id="{E3EBC261-F319-1000-6E36-26E4741A20D9}"/>
                </a:ext>
              </a:extLst>
            </p:cNvPr>
            <p:cNvPicPr/>
            <p:nvPr/>
          </p:nvPicPr>
          <p:blipFill>
            <a:blip r:embed="rId24" cstate="print"/>
            <a:stretch>
              <a:fillRect/>
            </a:stretch>
          </p:blipFill>
          <p:spPr>
            <a:xfrm>
              <a:off x="5981735" y="4082233"/>
              <a:ext cx="5295874" cy="428528"/>
            </a:xfrm>
            <a:prstGeom prst="rect">
              <a:avLst/>
            </a:prstGeom>
          </p:spPr>
        </p:pic>
        <p:sp>
          <p:nvSpPr>
            <p:cNvPr id="81" name="object 80">
              <a:extLst>
                <a:ext uri="{FF2B5EF4-FFF2-40B4-BE49-F238E27FC236}">
                  <a16:creationId xmlns:a16="http://schemas.microsoft.com/office/drawing/2014/main" id="{051D6262-8336-5BC8-E48B-8FF6EF70DD30}"/>
                </a:ext>
              </a:extLst>
            </p:cNvPr>
            <p:cNvSpPr/>
            <p:nvPr/>
          </p:nvSpPr>
          <p:spPr>
            <a:xfrm>
              <a:off x="6012215" y="4088327"/>
              <a:ext cx="5220335" cy="360045"/>
            </a:xfrm>
            <a:custGeom>
              <a:avLst/>
              <a:gdLst/>
              <a:ahLst/>
              <a:cxnLst/>
              <a:rect l="l" t="t" r="r" b="b"/>
              <a:pathLst>
                <a:path w="5220334" h="360045">
                  <a:moveTo>
                    <a:pt x="5040028" y="0"/>
                  </a:moveTo>
                  <a:lnTo>
                    <a:pt x="179960" y="0"/>
                  </a:lnTo>
                  <a:lnTo>
                    <a:pt x="132101" y="6423"/>
                  </a:lnTo>
                  <a:lnTo>
                    <a:pt x="89107" y="24552"/>
                  </a:lnTo>
                  <a:lnTo>
                    <a:pt x="52689" y="52677"/>
                  </a:lnTo>
                  <a:lnTo>
                    <a:pt x="24558" y="89086"/>
                  </a:lnTo>
                  <a:lnTo>
                    <a:pt x="6424" y="132070"/>
                  </a:lnTo>
                  <a:lnTo>
                    <a:pt x="0" y="179918"/>
                  </a:lnTo>
                  <a:lnTo>
                    <a:pt x="6424" y="227766"/>
                  </a:lnTo>
                  <a:lnTo>
                    <a:pt x="24558" y="270750"/>
                  </a:lnTo>
                  <a:lnTo>
                    <a:pt x="52689" y="307159"/>
                  </a:lnTo>
                  <a:lnTo>
                    <a:pt x="89107" y="335284"/>
                  </a:lnTo>
                  <a:lnTo>
                    <a:pt x="132101" y="353414"/>
                  </a:lnTo>
                  <a:lnTo>
                    <a:pt x="179960" y="359837"/>
                  </a:lnTo>
                  <a:lnTo>
                    <a:pt x="5040028" y="359837"/>
                  </a:lnTo>
                  <a:lnTo>
                    <a:pt x="5087886" y="353414"/>
                  </a:lnTo>
                  <a:lnTo>
                    <a:pt x="5130880" y="335284"/>
                  </a:lnTo>
                  <a:lnTo>
                    <a:pt x="5167298" y="307159"/>
                  </a:lnTo>
                  <a:lnTo>
                    <a:pt x="5195430" y="270750"/>
                  </a:lnTo>
                  <a:lnTo>
                    <a:pt x="5213563" y="227766"/>
                  </a:lnTo>
                  <a:lnTo>
                    <a:pt x="5219988" y="179918"/>
                  </a:lnTo>
                  <a:lnTo>
                    <a:pt x="5213563" y="132070"/>
                  </a:lnTo>
                  <a:lnTo>
                    <a:pt x="5195430" y="89086"/>
                  </a:lnTo>
                  <a:lnTo>
                    <a:pt x="5167298" y="52677"/>
                  </a:lnTo>
                  <a:lnTo>
                    <a:pt x="5130880" y="24552"/>
                  </a:lnTo>
                  <a:lnTo>
                    <a:pt x="5087886" y="6423"/>
                  </a:lnTo>
                  <a:lnTo>
                    <a:pt x="5040028" y="0"/>
                  </a:lnTo>
                  <a:close/>
                </a:path>
              </a:pathLst>
            </a:custGeom>
            <a:solidFill>
              <a:srgbClr val="D16C2A"/>
            </a:solidFill>
          </p:spPr>
          <p:txBody>
            <a:bodyPr wrap="square" lIns="0" tIns="0" rIns="0" bIns="0" rtlCol="0"/>
            <a:lstStyle/>
            <a:p>
              <a:endParaRPr/>
            </a:p>
          </p:txBody>
        </p:sp>
        <p:sp>
          <p:nvSpPr>
            <p:cNvPr id="82" name="object 81">
              <a:extLst>
                <a:ext uri="{FF2B5EF4-FFF2-40B4-BE49-F238E27FC236}">
                  <a16:creationId xmlns:a16="http://schemas.microsoft.com/office/drawing/2014/main" id="{8F0F0DF8-2CB7-6D2B-567F-EE61A41EA5F2}"/>
                </a:ext>
              </a:extLst>
            </p:cNvPr>
            <p:cNvSpPr/>
            <p:nvPr/>
          </p:nvSpPr>
          <p:spPr>
            <a:xfrm>
              <a:off x="6012215" y="4088327"/>
              <a:ext cx="5220335" cy="360045"/>
            </a:xfrm>
            <a:custGeom>
              <a:avLst/>
              <a:gdLst/>
              <a:ahLst/>
              <a:cxnLst/>
              <a:rect l="l" t="t" r="r" b="b"/>
              <a:pathLst>
                <a:path w="5220334" h="360045">
                  <a:moveTo>
                    <a:pt x="179960" y="359837"/>
                  </a:moveTo>
                  <a:lnTo>
                    <a:pt x="5040028" y="359837"/>
                  </a:lnTo>
                  <a:lnTo>
                    <a:pt x="5087886" y="353414"/>
                  </a:lnTo>
                  <a:lnTo>
                    <a:pt x="5130880" y="335284"/>
                  </a:lnTo>
                  <a:lnTo>
                    <a:pt x="5167298" y="307159"/>
                  </a:lnTo>
                  <a:lnTo>
                    <a:pt x="5195430" y="270750"/>
                  </a:lnTo>
                  <a:lnTo>
                    <a:pt x="5213563" y="227766"/>
                  </a:lnTo>
                  <a:lnTo>
                    <a:pt x="5219988" y="179918"/>
                  </a:lnTo>
                  <a:lnTo>
                    <a:pt x="5213563" y="132070"/>
                  </a:lnTo>
                  <a:lnTo>
                    <a:pt x="5195430" y="89086"/>
                  </a:lnTo>
                  <a:lnTo>
                    <a:pt x="5167298" y="52677"/>
                  </a:lnTo>
                  <a:lnTo>
                    <a:pt x="5130880" y="24552"/>
                  </a:lnTo>
                  <a:lnTo>
                    <a:pt x="5087886" y="6423"/>
                  </a:lnTo>
                  <a:lnTo>
                    <a:pt x="5040028" y="0"/>
                  </a:lnTo>
                  <a:lnTo>
                    <a:pt x="179960" y="0"/>
                  </a:lnTo>
                  <a:lnTo>
                    <a:pt x="132101" y="6423"/>
                  </a:lnTo>
                  <a:lnTo>
                    <a:pt x="89107" y="24552"/>
                  </a:lnTo>
                  <a:lnTo>
                    <a:pt x="52689" y="52677"/>
                  </a:lnTo>
                  <a:lnTo>
                    <a:pt x="24558" y="89086"/>
                  </a:lnTo>
                  <a:lnTo>
                    <a:pt x="6424" y="132070"/>
                  </a:lnTo>
                  <a:lnTo>
                    <a:pt x="0" y="179918"/>
                  </a:lnTo>
                  <a:lnTo>
                    <a:pt x="6424" y="227766"/>
                  </a:lnTo>
                  <a:lnTo>
                    <a:pt x="24558" y="270750"/>
                  </a:lnTo>
                  <a:lnTo>
                    <a:pt x="52689" y="307159"/>
                  </a:lnTo>
                  <a:lnTo>
                    <a:pt x="89107" y="335284"/>
                  </a:lnTo>
                  <a:lnTo>
                    <a:pt x="132101" y="353414"/>
                  </a:lnTo>
                  <a:lnTo>
                    <a:pt x="179960" y="359837"/>
                  </a:lnTo>
                  <a:close/>
                </a:path>
              </a:pathLst>
            </a:custGeom>
            <a:ln w="9522">
              <a:solidFill>
                <a:srgbClr val="AD5A20"/>
              </a:solidFill>
            </a:ln>
          </p:spPr>
          <p:txBody>
            <a:bodyPr wrap="square" lIns="0" tIns="0" rIns="0" bIns="0" rtlCol="0"/>
            <a:lstStyle/>
            <a:p>
              <a:endParaRPr/>
            </a:p>
          </p:txBody>
        </p:sp>
      </p:grpSp>
      <p:sp>
        <p:nvSpPr>
          <p:cNvPr id="83" name="object 82">
            <a:extLst>
              <a:ext uri="{FF2B5EF4-FFF2-40B4-BE49-F238E27FC236}">
                <a16:creationId xmlns:a16="http://schemas.microsoft.com/office/drawing/2014/main" id="{BF8854DC-FDB5-B4DF-CA2F-5411EC10A9C5}"/>
              </a:ext>
            </a:extLst>
          </p:cNvPr>
          <p:cNvSpPr txBox="1"/>
          <p:nvPr/>
        </p:nvSpPr>
        <p:spPr>
          <a:xfrm>
            <a:off x="7019459" y="4096070"/>
            <a:ext cx="3211195" cy="300990"/>
          </a:xfrm>
          <a:prstGeom prst="rect">
            <a:avLst/>
          </a:prstGeom>
        </p:spPr>
        <p:txBody>
          <a:bodyPr vert="horz" wrap="square" lIns="0" tIns="13335" rIns="0" bIns="0" rtlCol="0">
            <a:spAutoFit/>
          </a:bodyPr>
          <a:lstStyle/>
          <a:p>
            <a:pPr marL="12700">
              <a:lnSpc>
                <a:spcPct val="100000"/>
              </a:lnSpc>
              <a:spcBef>
                <a:spcPts val="105"/>
              </a:spcBef>
            </a:pPr>
            <a:r>
              <a:rPr sz="1800" dirty="0">
                <a:solidFill>
                  <a:srgbClr val="FDFFFF"/>
                </a:solidFill>
                <a:latin typeface="Calibri"/>
                <a:cs typeface="Calibri"/>
              </a:rPr>
              <a:t>[Conversion</a:t>
            </a:r>
            <a:r>
              <a:rPr sz="1800" spc="-35" dirty="0">
                <a:solidFill>
                  <a:srgbClr val="FDFFFF"/>
                </a:solidFill>
                <a:latin typeface="Calibri"/>
                <a:cs typeface="Calibri"/>
              </a:rPr>
              <a:t> </a:t>
            </a:r>
            <a:r>
              <a:rPr sz="1800" dirty="0">
                <a:solidFill>
                  <a:srgbClr val="FDFFFF"/>
                </a:solidFill>
                <a:latin typeface="Calibri"/>
                <a:cs typeface="Calibri"/>
              </a:rPr>
              <a:t>du</a:t>
            </a:r>
            <a:r>
              <a:rPr sz="1800" spc="-35" dirty="0">
                <a:solidFill>
                  <a:srgbClr val="FDFFFF"/>
                </a:solidFill>
                <a:latin typeface="Calibri"/>
                <a:cs typeface="Calibri"/>
              </a:rPr>
              <a:t> </a:t>
            </a:r>
            <a:r>
              <a:rPr sz="1800" dirty="0">
                <a:solidFill>
                  <a:srgbClr val="FDFFFF"/>
                </a:solidFill>
                <a:latin typeface="Calibri"/>
                <a:cs typeface="Calibri"/>
              </a:rPr>
              <a:t>corps</a:t>
            </a:r>
            <a:r>
              <a:rPr sz="1800" spc="-20" dirty="0">
                <a:solidFill>
                  <a:srgbClr val="FDFFFF"/>
                </a:solidFill>
                <a:latin typeface="Calibri"/>
                <a:cs typeface="Calibri"/>
              </a:rPr>
              <a:t> </a:t>
            </a:r>
            <a:r>
              <a:rPr sz="1800" dirty="0">
                <a:solidFill>
                  <a:srgbClr val="FDFFFF"/>
                </a:solidFill>
                <a:latin typeface="Calibri"/>
                <a:cs typeface="Calibri"/>
              </a:rPr>
              <a:t>en</a:t>
            </a:r>
            <a:r>
              <a:rPr sz="1800" spc="-30" dirty="0">
                <a:solidFill>
                  <a:srgbClr val="FDFFFF"/>
                </a:solidFill>
                <a:latin typeface="Calibri"/>
                <a:cs typeface="Calibri"/>
              </a:rPr>
              <a:t> </a:t>
            </a:r>
            <a:r>
              <a:rPr sz="1800" dirty="0">
                <a:solidFill>
                  <a:srgbClr val="FDFFFF"/>
                </a:solidFill>
                <a:latin typeface="Calibri"/>
                <a:cs typeface="Calibri"/>
              </a:rPr>
              <a:t>Person</a:t>
            </a:r>
            <a:r>
              <a:rPr sz="1800" spc="-35" dirty="0">
                <a:solidFill>
                  <a:srgbClr val="FDFFFF"/>
                </a:solidFill>
                <a:latin typeface="Calibri"/>
                <a:cs typeface="Calibri"/>
              </a:rPr>
              <a:t> </a:t>
            </a:r>
            <a:r>
              <a:rPr sz="1800" spc="-25" dirty="0">
                <a:solidFill>
                  <a:srgbClr val="FDFFFF"/>
                </a:solidFill>
                <a:latin typeface="Calibri"/>
                <a:cs typeface="Calibri"/>
              </a:rPr>
              <a:t>p]</a:t>
            </a:r>
            <a:endParaRPr sz="1800">
              <a:latin typeface="Calibri"/>
              <a:cs typeface="Calibri"/>
            </a:endParaRPr>
          </a:p>
        </p:txBody>
      </p:sp>
      <p:grpSp>
        <p:nvGrpSpPr>
          <p:cNvPr id="84" name="object 83">
            <a:extLst>
              <a:ext uri="{FF2B5EF4-FFF2-40B4-BE49-F238E27FC236}">
                <a16:creationId xmlns:a16="http://schemas.microsoft.com/office/drawing/2014/main" id="{64F64AA2-01C7-E2A8-F70F-6CD6B946D461}"/>
              </a:ext>
            </a:extLst>
          </p:cNvPr>
          <p:cNvGrpSpPr/>
          <p:nvPr/>
        </p:nvGrpSpPr>
        <p:grpSpPr>
          <a:xfrm>
            <a:off x="5981735" y="4710742"/>
            <a:ext cx="5295900" cy="428625"/>
            <a:chOff x="5981735" y="4710742"/>
            <a:chExt cx="5295900" cy="428625"/>
          </a:xfrm>
        </p:grpSpPr>
        <p:pic>
          <p:nvPicPr>
            <p:cNvPr id="85" name="object 84">
              <a:extLst>
                <a:ext uri="{FF2B5EF4-FFF2-40B4-BE49-F238E27FC236}">
                  <a16:creationId xmlns:a16="http://schemas.microsoft.com/office/drawing/2014/main" id="{DDCA0AC6-EBFE-7567-1CBD-687BAE8B3A56}"/>
                </a:ext>
              </a:extLst>
            </p:cNvPr>
            <p:cNvPicPr/>
            <p:nvPr/>
          </p:nvPicPr>
          <p:blipFill>
            <a:blip r:embed="rId25" cstate="print"/>
            <a:stretch>
              <a:fillRect/>
            </a:stretch>
          </p:blipFill>
          <p:spPr>
            <a:xfrm>
              <a:off x="5981735" y="4710742"/>
              <a:ext cx="5295874" cy="428528"/>
            </a:xfrm>
            <a:prstGeom prst="rect">
              <a:avLst/>
            </a:prstGeom>
          </p:spPr>
        </p:pic>
        <p:sp>
          <p:nvSpPr>
            <p:cNvPr id="86" name="object 85">
              <a:extLst>
                <a:ext uri="{FF2B5EF4-FFF2-40B4-BE49-F238E27FC236}">
                  <a16:creationId xmlns:a16="http://schemas.microsoft.com/office/drawing/2014/main" id="{1605BAE1-FB7B-BECD-C85E-8996DA8E7028}"/>
                </a:ext>
              </a:extLst>
            </p:cNvPr>
            <p:cNvSpPr/>
            <p:nvPr/>
          </p:nvSpPr>
          <p:spPr>
            <a:xfrm>
              <a:off x="6012215" y="4718106"/>
              <a:ext cx="5220335" cy="360045"/>
            </a:xfrm>
            <a:custGeom>
              <a:avLst/>
              <a:gdLst/>
              <a:ahLst/>
              <a:cxnLst/>
              <a:rect l="l" t="t" r="r" b="b"/>
              <a:pathLst>
                <a:path w="5220334" h="360045">
                  <a:moveTo>
                    <a:pt x="5040028" y="0"/>
                  </a:moveTo>
                  <a:lnTo>
                    <a:pt x="179960" y="0"/>
                  </a:lnTo>
                  <a:lnTo>
                    <a:pt x="132101" y="6432"/>
                  </a:lnTo>
                  <a:lnTo>
                    <a:pt x="89107" y="24585"/>
                  </a:lnTo>
                  <a:lnTo>
                    <a:pt x="52689" y="52740"/>
                  </a:lnTo>
                  <a:lnTo>
                    <a:pt x="24558" y="89181"/>
                  </a:lnTo>
                  <a:lnTo>
                    <a:pt x="6424" y="132188"/>
                  </a:lnTo>
                  <a:lnTo>
                    <a:pt x="0" y="180045"/>
                  </a:lnTo>
                  <a:lnTo>
                    <a:pt x="6443" y="227893"/>
                  </a:lnTo>
                  <a:lnTo>
                    <a:pt x="24558" y="270820"/>
                  </a:lnTo>
                  <a:lnTo>
                    <a:pt x="52689" y="307239"/>
                  </a:lnTo>
                  <a:lnTo>
                    <a:pt x="89107" y="335383"/>
                  </a:lnTo>
                  <a:lnTo>
                    <a:pt x="132101" y="353532"/>
                  </a:lnTo>
                  <a:lnTo>
                    <a:pt x="179960" y="359964"/>
                  </a:lnTo>
                  <a:lnTo>
                    <a:pt x="5040028" y="359964"/>
                  </a:lnTo>
                  <a:lnTo>
                    <a:pt x="5087907" y="353532"/>
                  </a:lnTo>
                  <a:lnTo>
                    <a:pt x="5130917" y="335383"/>
                  </a:lnTo>
                  <a:lnTo>
                    <a:pt x="5167298" y="307286"/>
                  </a:lnTo>
                  <a:lnTo>
                    <a:pt x="5195430" y="270877"/>
                  </a:lnTo>
                  <a:lnTo>
                    <a:pt x="5213569" y="227849"/>
                  </a:lnTo>
                  <a:lnTo>
                    <a:pt x="5219988" y="180045"/>
                  </a:lnTo>
                  <a:lnTo>
                    <a:pt x="5213563" y="132188"/>
                  </a:lnTo>
                  <a:lnTo>
                    <a:pt x="5195430" y="89181"/>
                  </a:lnTo>
                  <a:lnTo>
                    <a:pt x="5167298" y="52740"/>
                  </a:lnTo>
                  <a:lnTo>
                    <a:pt x="5130880" y="24585"/>
                  </a:lnTo>
                  <a:lnTo>
                    <a:pt x="5087886" y="6432"/>
                  </a:lnTo>
                  <a:lnTo>
                    <a:pt x="5040028" y="0"/>
                  </a:lnTo>
                  <a:close/>
                </a:path>
              </a:pathLst>
            </a:custGeom>
            <a:solidFill>
              <a:srgbClr val="D16C2A"/>
            </a:solidFill>
          </p:spPr>
          <p:txBody>
            <a:bodyPr wrap="square" lIns="0" tIns="0" rIns="0" bIns="0" rtlCol="0"/>
            <a:lstStyle/>
            <a:p>
              <a:endParaRPr/>
            </a:p>
          </p:txBody>
        </p:sp>
        <p:sp>
          <p:nvSpPr>
            <p:cNvPr id="87" name="object 86">
              <a:extLst>
                <a:ext uri="{FF2B5EF4-FFF2-40B4-BE49-F238E27FC236}">
                  <a16:creationId xmlns:a16="http://schemas.microsoft.com/office/drawing/2014/main" id="{4F6A654A-1617-670F-100E-8954E918F6A1}"/>
                </a:ext>
              </a:extLst>
            </p:cNvPr>
            <p:cNvSpPr/>
            <p:nvPr/>
          </p:nvSpPr>
          <p:spPr>
            <a:xfrm>
              <a:off x="6012215" y="4718106"/>
              <a:ext cx="5220335" cy="360045"/>
            </a:xfrm>
            <a:custGeom>
              <a:avLst/>
              <a:gdLst/>
              <a:ahLst/>
              <a:cxnLst/>
              <a:rect l="l" t="t" r="r" b="b"/>
              <a:pathLst>
                <a:path w="5220334" h="360045">
                  <a:moveTo>
                    <a:pt x="179960" y="359964"/>
                  </a:moveTo>
                  <a:lnTo>
                    <a:pt x="5040028" y="359964"/>
                  </a:lnTo>
                  <a:lnTo>
                    <a:pt x="5087886" y="353540"/>
                  </a:lnTo>
                  <a:lnTo>
                    <a:pt x="5130880" y="335411"/>
                  </a:lnTo>
                  <a:lnTo>
                    <a:pt x="5167298" y="307286"/>
                  </a:lnTo>
                  <a:lnTo>
                    <a:pt x="5195430" y="270877"/>
                  </a:lnTo>
                  <a:lnTo>
                    <a:pt x="5213563" y="227893"/>
                  </a:lnTo>
                  <a:lnTo>
                    <a:pt x="5219988" y="180045"/>
                  </a:lnTo>
                  <a:lnTo>
                    <a:pt x="5213563" y="132188"/>
                  </a:lnTo>
                  <a:lnTo>
                    <a:pt x="5195430" y="89181"/>
                  </a:lnTo>
                  <a:lnTo>
                    <a:pt x="5167298" y="52740"/>
                  </a:lnTo>
                  <a:lnTo>
                    <a:pt x="5130880" y="24585"/>
                  </a:lnTo>
                  <a:lnTo>
                    <a:pt x="5087886" y="6432"/>
                  </a:lnTo>
                  <a:lnTo>
                    <a:pt x="5040028" y="0"/>
                  </a:lnTo>
                  <a:lnTo>
                    <a:pt x="179960" y="0"/>
                  </a:lnTo>
                  <a:lnTo>
                    <a:pt x="132101" y="6432"/>
                  </a:lnTo>
                  <a:lnTo>
                    <a:pt x="89107" y="24585"/>
                  </a:lnTo>
                  <a:lnTo>
                    <a:pt x="52689" y="52740"/>
                  </a:lnTo>
                  <a:lnTo>
                    <a:pt x="24558" y="89181"/>
                  </a:lnTo>
                  <a:lnTo>
                    <a:pt x="6424" y="132188"/>
                  </a:lnTo>
                  <a:lnTo>
                    <a:pt x="0" y="180045"/>
                  </a:lnTo>
                  <a:lnTo>
                    <a:pt x="6424" y="227849"/>
                  </a:lnTo>
                  <a:lnTo>
                    <a:pt x="24558" y="270820"/>
                  </a:lnTo>
                  <a:lnTo>
                    <a:pt x="52689" y="307239"/>
                  </a:lnTo>
                  <a:lnTo>
                    <a:pt x="89107" y="335383"/>
                  </a:lnTo>
                  <a:lnTo>
                    <a:pt x="132101" y="353532"/>
                  </a:lnTo>
                  <a:lnTo>
                    <a:pt x="179960" y="359964"/>
                  </a:lnTo>
                  <a:close/>
                </a:path>
              </a:pathLst>
            </a:custGeom>
            <a:ln w="9522">
              <a:solidFill>
                <a:srgbClr val="AD5A20"/>
              </a:solidFill>
            </a:ln>
          </p:spPr>
          <p:txBody>
            <a:bodyPr wrap="square" lIns="0" tIns="0" rIns="0" bIns="0" rtlCol="0"/>
            <a:lstStyle/>
            <a:p>
              <a:endParaRPr/>
            </a:p>
          </p:txBody>
        </p:sp>
      </p:grpSp>
      <p:sp>
        <p:nvSpPr>
          <p:cNvPr id="88" name="object 87">
            <a:extLst>
              <a:ext uri="{FF2B5EF4-FFF2-40B4-BE49-F238E27FC236}">
                <a16:creationId xmlns:a16="http://schemas.microsoft.com/office/drawing/2014/main" id="{FE4073E7-1FEA-EB88-F524-88EF429DB02D}"/>
              </a:ext>
            </a:extLst>
          </p:cNvPr>
          <p:cNvSpPr txBox="1"/>
          <p:nvPr/>
        </p:nvSpPr>
        <p:spPr>
          <a:xfrm>
            <a:off x="6913159" y="4727436"/>
            <a:ext cx="342582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DFFFF"/>
                </a:solidFill>
                <a:latin typeface="Calibri"/>
                <a:cs typeface="Calibri"/>
              </a:rPr>
              <a:t>[Appel</a:t>
            </a:r>
            <a:r>
              <a:rPr sz="1800" spc="-35" dirty="0">
                <a:solidFill>
                  <a:srgbClr val="FDFFFF"/>
                </a:solidFill>
                <a:latin typeface="Calibri"/>
                <a:cs typeface="Calibri"/>
              </a:rPr>
              <a:t> </a:t>
            </a:r>
            <a:r>
              <a:rPr sz="1800" dirty="0">
                <a:solidFill>
                  <a:srgbClr val="FDFFFF"/>
                </a:solidFill>
                <a:latin typeface="Calibri"/>
                <a:cs typeface="Calibri"/>
              </a:rPr>
              <a:t>de</a:t>
            </a:r>
            <a:r>
              <a:rPr sz="1800" spc="-65" dirty="0">
                <a:solidFill>
                  <a:srgbClr val="FDFFFF"/>
                </a:solidFill>
                <a:latin typeface="Calibri"/>
                <a:cs typeface="Calibri"/>
              </a:rPr>
              <a:t> </a:t>
            </a:r>
            <a:r>
              <a:rPr sz="1800" dirty="0">
                <a:solidFill>
                  <a:srgbClr val="FDFFFF"/>
                </a:solidFill>
                <a:latin typeface="Calibri"/>
                <a:cs typeface="Calibri"/>
              </a:rPr>
              <a:t>la</a:t>
            </a:r>
            <a:r>
              <a:rPr sz="1800" spc="-40" dirty="0">
                <a:solidFill>
                  <a:srgbClr val="FDFFFF"/>
                </a:solidFill>
                <a:latin typeface="Calibri"/>
                <a:cs typeface="Calibri"/>
              </a:rPr>
              <a:t> </a:t>
            </a:r>
            <a:r>
              <a:rPr sz="1800" dirty="0">
                <a:solidFill>
                  <a:srgbClr val="FDFFFF"/>
                </a:solidFill>
                <a:latin typeface="Calibri"/>
                <a:cs typeface="Calibri"/>
              </a:rPr>
              <a:t>méthode]</a:t>
            </a:r>
            <a:r>
              <a:rPr sz="1800" spc="-35" dirty="0">
                <a:solidFill>
                  <a:srgbClr val="FDFFFF"/>
                </a:solidFill>
                <a:latin typeface="Calibri"/>
                <a:cs typeface="Calibri"/>
              </a:rPr>
              <a:t> </a:t>
            </a:r>
            <a:r>
              <a:rPr sz="1800" dirty="0">
                <a:solidFill>
                  <a:srgbClr val="FDFFFF"/>
                </a:solidFill>
                <a:latin typeface="Calibri"/>
                <a:cs typeface="Calibri"/>
              </a:rPr>
              <a:t>Put(Person</a:t>
            </a:r>
            <a:r>
              <a:rPr sz="1800" spc="-45" dirty="0">
                <a:solidFill>
                  <a:srgbClr val="FDFFFF"/>
                </a:solidFill>
                <a:latin typeface="Calibri"/>
                <a:cs typeface="Calibri"/>
              </a:rPr>
              <a:t> </a:t>
            </a:r>
            <a:r>
              <a:rPr sz="1800" spc="-25" dirty="0">
                <a:solidFill>
                  <a:srgbClr val="FDFFFF"/>
                </a:solidFill>
                <a:latin typeface="Calibri"/>
                <a:cs typeface="Calibri"/>
              </a:rPr>
              <a:t>p)</a:t>
            </a:r>
            <a:endParaRPr sz="1800">
              <a:latin typeface="Calibri"/>
              <a:cs typeface="Calibri"/>
            </a:endParaRPr>
          </a:p>
        </p:txBody>
      </p:sp>
      <p:grpSp>
        <p:nvGrpSpPr>
          <p:cNvPr id="89" name="object 88">
            <a:extLst>
              <a:ext uri="{FF2B5EF4-FFF2-40B4-BE49-F238E27FC236}">
                <a16:creationId xmlns:a16="http://schemas.microsoft.com/office/drawing/2014/main" id="{7ADD3E9E-F199-AAEA-F737-D536A541AB34}"/>
              </a:ext>
            </a:extLst>
          </p:cNvPr>
          <p:cNvGrpSpPr/>
          <p:nvPr/>
        </p:nvGrpSpPr>
        <p:grpSpPr>
          <a:xfrm>
            <a:off x="5981735" y="2815692"/>
            <a:ext cx="5295900" cy="438150"/>
            <a:chOff x="5981735" y="2815692"/>
            <a:chExt cx="5295900" cy="438150"/>
          </a:xfrm>
        </p:grpSpPr>
        <p:pic>
          <p:nvPicPr>
            <p:cNvPr id="90" name="object 89">
              <a:extLst>
                <a:ext uri="{FF2B5EF4-FFF2-40B4-BE49-F238E27FC236}">
                  <a16:creationId xmlns:a16="http://schemas.microsoft.com/office/drawing/2014/main" id="{8C34687F-D95D-1D78-FABB-A3137F3F1D92}"/>
                </a:ext>
              </a:extLst>
            </p:cNvPr>
            <p:cNvPicPr/>
            <p:nvPr/>
          </p:nvPicPr>
          <p:blipFill>
            <a:blip r:embed="rId26" cstate="print"/>
            <a:stretch>
              <a:fillRect/>
            </a:stretch>
          </p:blipFill>
          <p:spPr>
            <a:xfrm>
              <a:off x="5981735" y="2815692"/>
              <a:ext cx="5295874" cy="438051"/>
            </a:xfrm>
            <a:prstGeom prst="rect">
              <a:avLst/>
            </a:prstGeom>
          </p:spPr>
        </p:pic>
        <p:sp>
          <p:nvSpPr>
            <p:cNvPr id="91" name="object 90">
              <a:extLst>
                <a:ext uri="{FF2B5EF4-FFF2-40B4-BE49-F238E27FC236}">
                  <a16:creationId xmlns:a16="http://schemas.microsoft.com/office/drawing/2014/main" id="{B4318913-264F-84EF-5097-BFFA0274ABF1}"/>
                </a:ext>
              </a:extLst>
            </p:cNvPr>
            <p:cNvSpPr/>
            <p:nvPr/>
          </p:nvSpPr>
          <p:spPr>
            <a:xfrm>
              <a:off x="6012215" y="2828643"/>
              <a:ext cx="5220335" cy="360045"/>
            </a:xfrm>
            <a:custGeom>
              <a:avLst/>
              <a:gdLst/>
              <a:ahLst/>
              <a:cxnLst/>
              <a:rect l="l" t="t" r="r" b="b"/>
              <a:pathLst>
                <a:path w="5220334" h="360044">
                  <a:moveTo>
                    <a:pt x="5040028" y="0"/>
                  </a:moveTo>
                  <a:lnTo>
                    <a:pt x="179960" y="0"/>
                  </a:lnTo>
                  <a:lnTo>
                    <a:pt x="132101" y="6423"/>
                  </a:lnTo>
                  <a:lnTo>
                    <a:pt x="89107" y="24552"/>
                  </a:lnTo>
                  <a:lnTo>
                    <a:pt x="52689" y="52677"/>
                  </a:lnTo>
                  <a:lnTo>
                    <a:pt x="24558" y="89086"/>
                  </a:lnTo>
                  <a:lnTo>
                    <a:pt x="6424" y="132070"/>
                  </a:lnTo>
                  <a:lnTo>
                    <a:pt x="0" y="179918"/>
                  </a:lnTo>
                  <a:lnTo>
                    <a:pt x="6424" y="227766"/>
                  </a:lnTo>
                  <a:lnTo>
                    <a:pt x="24558" y="270750"/>
                  </a:lnTo>
                  <a:lnTo>
                    <a:pt x="52689" y="307159"/>
                  </a:lnTo>
                  <a:lnTo>
                    <a:pt x="89107" y="335284"/>
                  </a:lnTo>
                  <a:lnTo>
                    <a:pt x="132101" y="353414"/>
                  </a:lnTo>
                  <a:lnTo>
                    <a:pt x="179960" y="359837"/>
                  </a:lnTo>
                  <a:lnTo>
                    <a:pt x="5040028" y="359837"/>
                  </a:lnTo>
                  <a:lnTo>
                    <a:pt x="5087886" y="353414"/>
                  </a:lnTo>
                  <a:lnTo>
                    <a:pt x="5130880" y="335284"/>
                  </a:lnTo>
                  <a:lnTo>
                    <a:pt x="5167298" y="307159"/>
                  </a:lnTo>
                  <a:lnTo>
                    <a:pt x="5195430" y="270750"/>
                  </a:lnTo>
                  <a:lnTo>
                    <a:pt x="5213563" y="227766"/>
                  </a:lnTo>
                  <a:lnTo>
                    <a:pt x="5219988" y="179918"/>
                  </a:lnTo>
                  <a:lnTo>
                    <a:pt x="5213563" y="132070"/>
                  </a:lnTo>
                  <a:lnTo>
                    <a:pt x="5195430" y="89086"/>
                  </a:lnTo>
                  <a:lnTo>
                    <a:pt x="5167298" y="52677"/>
                  </a:lnTo>
                  <a:lnTo>
                    <a:pt x="5130880" y="24552"/>
                  </a:lnTo>
                  <a:lnTo>
                    <a:pt x="5087886" y="6423"/>
                  </a:lnTo>
                  <a:lnTo>
                    <a:pt x="5040028" y="0"/>
                  </a:lnTo>
                  <a:close/>
                </a:path>
              </a:pathLst>
            </a:custGeom>
            <a:solidFill>
              <a:srgbClr val="D16C2A"/>
            </a:solidFill>
          </p:spPr>
          <p:txBody>
            <a:bodyPr wrap="square" lIns="0" tIns="0" rIns="0" bIns="0" rtlCol="0"/>
            <a:lstStyle/>
            <a:p>
              <a:endParaRPr/>
            </a:p>
          </p:txBody>
        </p:sp>
        <p:sp>
          <p:nvSpPr>
            <p:cNvPr id="92" name="object 91">
              <a:extLst>
                <a:ext uri="{FF2B5EF4-FFF2-40B4-BE49-F238E27FC236}">
                  <a16:creationId xmlns:a16="http://schemas.microsoft.com/office/drawing/2014/main" id="{95CD96B1-04CF-75A9-A8EA-8270ADDD92FE}"/>
                </a:ext>
              </a:extLst>
            </p:cNvPr>
            <p:cNvSpPr/>
            <p:nvPr/>
          </p:nvSpPr>
          <p:spPr>
            <a:xfrm>
              <a:off x="6012215" y="2828643"/>
              <a:ext cx="5220335" cy="360045"/>
            </a:xfrm>
            <a:custGeom>
              <a:avLst/>
              <a:gdLst/>
              <a:ahLst/>
              <a:cxnLst/>
              <a:rect l="l" t="t" r="r" b="b"/>
              <a:pathLst>
                <a:path w="5220334" h="360044">
                  <a:moveTo>
                    <a:pt x="179960" y="359837"/>
                  </a:moveTo>
                  <a:lnTo>
                    <a:pt x="5040028" y="359837"/>
                  </a:lnTo>
                  <a:lnTo>
                    <a:pt x="5087886" y="353414"/>
                  </a:lnTo>
                  <a:lnTo>
                    <a:pt x="5130880" y="335284"/>
                  </a:lnTo>
                  <a:lnTo>
                    <a:pt x="5167298" y="307159"/>
                  </a:lnTo>
                  <a:lnTo>
                    <a:pt x="5195430" y="270750"/>
                  </a:lnTo>
                  <a:lnTo>
                    <a:pt x="5213563" y="227766"/>
                  </a:lnTo>
                  <a:lnTo>
                    <a:pt x="5219988" y="179918"/>
                  </a:lnTo>
                  <a:lnTo>
                    <a:pt x="5213563" y="132070"/>
                  </a:lnTo>
                  <a:lnTo>
                    <a:pt x="5195430" y="89086"/>
                  </a:lnTo>
                  <a:lnTo>
                    <a:pt x="5167298" y="52677"/>
                  </a:lnTo>
                  <a:lnTo>
                    <a:pt x="5130880" y="24552"/>
                  </a:lnTo>
                  <a:lnTo>
                    <a:pt x="5087886" y="6423"/>
                  </a:lnTo>
                  <a:lnTo>
                    <a:pt x="5040028" y="0"/>
                  </a:lnTo>
                  <a:lnTo>
                    <a:pt x="179960" y="0"/>
                  </a:lnTo>
                  <a:lnTo>
                    <a:pt x="132101" y="6423"/>
                  </a:lnTo>
                  <a:lnTo>
                    <a:pt x="89107" y="24552"/>
                  </a:lnTo>
                  <a:lnTo>
                    <a:pt x="52689" y="52677"/>
                  </a:lnTo>
                  <a:lnTo>
                    <a:pt x="24558" y="89086"/>
                  </a:lnTo>
                  <a:lnTo>
                    <a:pt x="6424" y="132070"/>
                  </a:lnTo>
                  <a:lnTo>
                    <a:pt x="0" y="179918"/>
                  </a:lnTo>
                  <a:lnTo>
                    <a:pt x="6424" y="227766"/>
                  </a:lnTo>
                  <a:lnTo>
                    <a:pt x="24558" y="270750"/>
                  </a:lnTo>
                  <a:lnTo>
                    <a:pt x="52689" y="307159"/>
                  </a:lnTo>
                  <a:lnTo>
                    <a:pt x="89107" y="335284"/>
                  </a:lnTo>
                  <a:lnTo>
                    <a:pt x="132101" y="353414"/>
                  </a:lnTo>
                  <a:lnTo>
                    <a:pt x="179960" y="359837"/>
                  </a:lnTo>
                  <a:close/>
                </a:path>
              </a:pathLst>
            </a:custGeom>
            <a:ln w="9522">
              <a:solidFill>
                <a:srgbClr val="AD5A20"/>
              </a:solidFill>
            </a:ln>
          </p:spPr>
          <p:txBody>
            <a:bodyPr wrap="square" lIns="0" tIns="0" rIns="0" bIns="0" rtlCol="0"/>
            <a:lstStyle/>
            <a:p>
              <a:endParaRPr/>
            </a:p>
          </p:txBody>
        </p:sp>
      </p:grpSp>
      <p:sp>
        <p:nvSpPr>
          <p:cNvPr id="93" name="object 92">
            <a:extLst>
              <a:ext uri="{FF2B5EF4-FFF2-40B4-BE49-F238E27FC236}">
                <a16:creationId xmlns:a16="http://schemas.microsoft.com/office/drawing/2014/main" id="{9E79C4D4-82BB-CFFD-7387-57F5598C6A73}"/>
              </a:ext>
            </a:extLst>
          </p:cNvPr>
          <p:cNvSpPr txBox="1"/>
          <p:nvPr/>
        </p:nvSpPr>
        <p:spPr>
          <a:xfrm>
            <a:off x="6587402" y="2834545"/>
            <a:ext cx="407733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DFFFF"/>
                </a:solidFill>
                <a:latin typeface="Calibri"/>
                <a:cs typeface="Calibri"/>
              </a:rPr>
              <a:t>Controleur</a:t>
            </a:r>
            <a:r>
              <a:rPr sz="1800" spc="-15" dirty="0">
                <a:solidFill>
                  <a:srgbClr val="FDFFFF"/>
                </a:solidFill>
                <a:latin typeface="Calibri"/>
                <a:cs typeface="Calibri"/>
              </a:rPr>
              <a:t> </a:t>
            </a:r>
            <a:r>
              <a:rPr sz="1800" dirty="0">
                <a:solidFill>
                  <a:srgbClr val="FDFFFF"/>
                </a:solidFill>
                <a:latin typeface="Calibri"/>
                <a:cs typeface="Calibri"/>
              </a:rPr>
              <a:t>=</a:t>
            </a:r>
            <a:r>
              <a:rPr sz="1800" spc="-45" dirty="0">
                <a:solidFill>
                  <a:srgbClr val="FDFFFF"/>
                </a:solidFill>
                <a:latin typeface="Calibri"/>
                <a:cs typeface="Calibri"/>
              </a:rPr>
              <a:t> </a:t>
            </a:r>
            <a:r>
              <a:rPr sz="1800" dirty="0">
                <a:solidFill>
                  <a:srgbClr val="FDFFFF"/>
                </a:solidFill>
                <a:latin typeface="Calibri"/>
                <a:cs typeface="Calibri"/>
              </a:rPr>
              <a:t>Person,</a:t>
            </a:r>
            <a:r>
              <a:rPr sz="1800" spc="-70" dirty="0">
                <a:solidFill>
                  <a:srgbClr val="FDFFFF"/>
                </a:solidFill>
                <a:latin typeface="Calibri"/>
                <a:cs typeface="Calibri"/>
              </a:rPr>
              <a:t> </a:t>
            </a:r>
            <a:r>
              <a:rPr sz="1800" dirty="0">
                <a:solidFill>
                  <a:srgbClr val="FDFFFF"/>
                </a:solidFill>
                <a:latin typeface="Calibri"/>
                <a:cs typeface="Calibri"/>
              </a:rPr>
              <a:t>Méthode</a:t>
            </a:r>
            <a:r>
              <a:rPr sz="1800" spc="10" dirty="0">
                <a:solidFill>
                  <a:srgbClr val="FDFFFF"/>
                </a:solidFill>
                <a:latin typeface="Calibri"/>
                <a:cs typeface="Calibri"/>
              </a:rPr>
              <a:t> </a:t>
            </a:r>
            <a:r>
              <a:rPr sz="1800" dirty="0">
                <a:solidFill>
                  <a:srgbClr val="FDFFFF"/>
                </a:solidFill>
                <a:latin typeface="Calibri"/>
                <a:cs typeface="Calibri"/>
              </a:rPr>
              <a:t>=</a:t>
            </a:r>
            <a:r>
              <a:rPr sz="1800" spc="-25" dirty="0">
                <a:solidFill>
                  <a:srgbClr val="FDFFFF"/>
                </a:solidFill>
                <a:latin typeface="Calibri"/>
                <a:cs typeface="Calibri"/>
              </a:rPr>
              <a:t> </a:t>
            </a:r>
            <a:r>
              <a:rPr sz="1800" dirty="0">
                <a:solidFill>
                  <a:srgbClr val="FDFFFF"/>
                </a:solidFill>
                <a:latin typeface="Calibri"/>
                <a:cs typeface="Calibri"/>
              </a:rPr>
              <a:t>PUT,</a:t>
            </a:r>
            <a:r>
              <a:rPr sz="1800" spc="-50" dirty="0">
                <a:solidFill>
                  <a:srgbClr val="FDFFFF"/>
                </a:solidFill>
                <a:latin typeface="Calibri"/>
                <a:cs typeface="Calibri"/>
              </a:rPr>
              <a:t> </a:t>
            </a:r>
            <a:r>
              <a:rPr sz="1800" dirty="0">
                <a:solidFill>
                  <a:srgbClr val="FDFFFF"/>
                </a:solidFill>
                <a:latin typeface="Calibri"/>
                <a:cs typeface="Calibri"/>
              </a:rPr>
              <a:t>Id</a:t>
            </a:r>
            <a:r>
              <a:rPr sz="1800" spc="-35" dirty="0">
                <a:solidFill>
                  <a:srgbClr val="FDFFFF"/>
                </a:solidFill>
                <a:latin typeface="Calibri"/>
                <a:cs typeface="Calibri"/>
              </a:rPr>
              <a:t> </a:t>
            </a:r>
            <a:r>
              <a:rPr sz="1800" dirty="0">
                <a:solidFill>
                  <a:srgbClr val="FDFFFF"/>
                </a:solidFill>
                <a:latin typeface="Calibri"/>
                <a:cs typeface="Calibri"/>
              </a:rPr>
              <a:t>=</a:t>
            </a:r>
            <a:r>
              <a:rPr sz="1800" spc="15" dirty="0">
                <a:solidFill>
                  <a:srgbClr val="FDFFFF"/>
                </a:solidFill>
                <a:latin typeface="Calibri"/>
                <a:cs typeface="Calibri"/>
              </a:rPr>
              <a:t> </a:t>
            </a:r>
            <a:r>
              <a:rPr sz="1800" spc="-50" dirty="0">
                <a:solidFill>
                  <a:srgbClr val="FDFFFF"/>
                </a:solidFill>
                <a:latin typeface="Calibri"/>
                <a:cs typeface="Calibri"/>
              </a:rPr>
              <a:t>1</a:t>
            </a:r>
            <a:endParaRPr sz="1800">
              <a:latin typeface="Calibri"/>
              <a:cs typeface="Calibri"/>
            </a:endParaRPr>
          </a:p>
        </p:txBody>
      </p:sp>
      <p:grpSp>
        <p:nvGrpSpPr>
          <p:cNvPr id="94" name="object 93">
            <a:extLst>
              <a:ext uri="{FF2B5EF4-FFF2-40B4-BE49-F238E27FC236}">
                <a16:creationId xmlns:a16="http://schemas.microsoft.com/office/drawing/2014/main" id="{FB61A518-9075-AE69-5123-17449B8AA049}"/>
              </a:ext>
            </a:extLst>
          </p:cNvPr>
          <p:cNvGrpSpPr/>
          <p:nvPr/>
        </p:nvGrpSpPr>
        <p:grpSpPr>
          <a:xfrm>
            <a:off x="5981735" y="2187183"/>
            <a:ext cx="5295900" cy="438150"/>
            <a:chOff x="5981735" y="2187183"/>
            <a:chExt cx="5295900" cy="438150"/>
          </a:xfrm>
        </p:grpSpPr>
        <p:pic>
          <p:nvPicPr>
            <p:cNvPr id="95" name="object 94">
              <a:extLst>
                <a:ext uri="{FF2B5EF4-FFF2-40B4-BE49-F238E27FC236}">
                  <a16:creationId xmlns:a16="http://schemas.microsoft.com/office/drawing/2014/main" id="{1CFDBD53-7AAC-0D5D-E4CF-C5BA1DF7BC49}"/>
                </a:ext>
              </a:extLst>
            </p:cNvPr>
            <p:cNvPicPr/>
            <p:nvPr/>
          </p:nvPicPr>
          <p:blipFill>
            <a:blip r:embed="rId27" cstate="print"/>
            <a:stretch>
              <a:fillRect/>
            </a:stretch>
          </p:blipFill>
          <p:spPr>
            <a:xfrm>
              <a:off x="5981735" y="2187183"/>
              <a:ext cx="5295874" cy="438051"/>
            </a:xfrm>
            <a:prstGeom prst="rect">
              <a:avLst/>
            </a:prstGeom>
          </p:spPr>
        </p:pic>
        <p:sp>
          <p:nvSpPr>
            <p:cNvPr id="96" name="object 95">
              <a:extLst>
                <a:ext uri="{FF2B5EF4-FFF2-40B4-BE49-F238E27FC236}">
                  <a16:creationId xmlns:a16="http://schemas.microsoft.com/office/drawing/2014/main" id="{B785CA3F-0797-EBB4-B486-98522594D1AF}"/>
                </a:ext>
              </a:extLst>
            </p:cNvPr>
            <p:cNvSpPr/>
            <p:nvPr/>
          </p:nvSpPr>
          <p:spPr>
            <a:xfrm>
              <a:off x="6012215" y="2198738"/>
              <a:ext cx="5220335" cy="360045"/>
            </a:xfrm>
            <a:custGeom>
              <a:avLst/>
              <a:gdLst/>
              <a:ahLst/>
              <a:cxnLst/>
              <a:rect l="l" t="t" r="r" b="b"/>
              <a:pathLst>
                <a:path w="5220334" h="360044">
                  <a:moveTo>
                    <a:pt x="5040028" y="0"/>
                  </a:moveTo>
                  <a:lnTo>
                    <a:pt x="179960" y="0"/>
                  </a:lnTo>
                  <a:lnTo>
                    <a:pt x="132101" y="6423"/>
                  </a:lnTo>
                  <a:lnTo>
                    <a:pt x="89107" y="24552"/>
                  </a:lnTo>
                  <a:lnTo>
                    <a:pt x="52689" y="52677"/>
                  </a:lnTo>
                  <a:lnTo>
                    <a:pt x="24558" y="89086"/>
                  </a:lnTo>
                  <a:lnTo>
                    <a:pt x="6424" y="132070"/>
                  </a:lnTo>
                  <a:lnTo>
                    <a:pt x="0" y="179918"/>
                  </a:lnTo>
                  <a:lnTo>
                    <a:pt x="6424" y="227775"/>
                  </a:lnTo>
                  <a:lnTo>
                    <a:pt x="24558" y="270783"/>
                  </a:lnTo>
                  <a:lnTo>
                    <a:pt x="52689" y="307223"/>
                  </a:lnTo>
                  <a:lnTo>
                    <a:pt x="89107" y="335378"/>
                  </a:lnTo>
                  <a:lnTo>
                    <a:pt x="132101" y="353531"/>
                  </a:lnTo>
                  <a:lnTo>
                    <a:pt x="179960" y="359964"/>
                  </a:lnTo>
                  <a:lnTo>
                    <a:pt x="5040028" y="359964"/>
                  </a:lnTo>
                  <a:lnTo>
                    <a:pt x="5087886" y="353531"/>
                  </a:lnTo>
                  <a:lnTo>
                    <a:pt x="5130880" y="335378"/>
                  </a:lnTo>
                  <a:lnTo>
                    <a:pt x="5167298" y="307223"/>
                  </a:lnTo>
                  <a:lnTo>
                    <a:pt x="5195430" y="270783"/>
                  </a:lnTo>
                  <a:lnTo>
                    <a:pt x="5213563" y="227775"/>
                  </a:lnTo>
                  <a:lnTo>
                    <a:pt x="5219988" y="179918"/>
                  </a:lnTo>
                  <a:lnTo>
                    <a:pt x="5213563" y="132070"/>
                  </a:lnTo>
                  <a:lnTo>
                    <a:pt x="5195430" y="89086"/>
                  </a:lnTo>
                  <a:lnTo>
                    <a:pt x="5167298" y="52677"/>
                  </a:lnTo>
                  <a:lnTo>
                    <a:pt x="5130880" y="24552"/>
                  </a:lnTo>
                  <a:lnTo>
                    <a:pt x="5087886" y="6423"/>
                  </a:lnTo>
                  <a:lnTo>
                    <a:pt x="5040028" y="0"/>
                  </a:lnTo>
                  <a:close/>
                </a:path>
              </a:pathLst>
            </a:custGeom>
            <a:solidFill>
              <a:srgbClr val="D16C2A"/>
            </a:solidFill>
          </p:spPr>
          <p:txBody>
            <a:bodyPr wrap="square" lIns="0" tIns="0" rIns="0" bIns="0" rtlCol="0"/>
            <a:lstStyle/>
            <a:p>
              <a:endParaRPr/>
            </a:p>
          </p:txBody>
        </p:sp>
        <p:sp>
          <p:nvSpPr>
            <p:cNvPr id="97" name="object 96">
              <a:extLst>
                <a:ext uri="{FF2B5EF4-FFF2-40B4-BE49-F238E27FC236}">
                  <a16:creationId xmlns:a16="http://schemas.microsoft.com/office/drawing/2014/main" id="{0FFC0312-BE3F-D122-1ACF-B8AA035CE851}"/>
                </a:ext>
              </a:extLst>
            </p:cNvPr>
            <p:cNvSpPr/>
            <p:nvPr/>
          </p:nvSpPr>
          <p:spPr>
            <a:xfrm>
              <a:off x="6012215" y="2198738"/>
              <a:ext cx="5220335" cy="360045"/>
            </a:xfrm>
            <a:custGeom>
              <a:avLst/>
              <a:gdLst/>
              <a:ahLst/>
              <a:cxnLst/>
              <a:rect l="l" t="t" r="r" b="b"/>
              <a:pathLst>
                <a:path w="5220334" h="360044">
                  <a:moveTo>
                    <a:pt x="179960" y="359964"/>
                  </a:moveTo>
                  <a:lnTo>
                    <a:pt x="5040028" y="359964"/>
                  </a:lnTo>
                  <a:lnTo>
                    <a:pt x="5087886" y="353531"/>
                  </a:lnTo>
                  <a:lnTo>
                    <a:pt x="5130880" y="335378"/>
                  </a:lnTo>
                  <a:lnTo>
                    <a:pt x="5167298" y="307223"/>
                  </a:lnTo>
                  <a:lnTo>
                    <a:pt x="5195430" y="270783"/>
                  </a:lnTo>
                  <a:lnTo>
                    <a:pt x="5213563" y="227775"/>
                  </a:lnTo>
                  <a:lnTo>
                    <a:pt x="5219988" y="179918"/>
                  </a:lnTo>
                  <a:lnTo>
                    <a:pt x="5213563" y="132070"/>
                  </a:lnTo>
                  <a:lnTo>
                    <a:pt x="5195430" y="89086"/>
                  </a:lnTo>
                  <a:lnTo>
                    <a:pt x="5167298" y="52677"/>
                  </a:lnTo>
                  <a:lnTo>
                    <a:pt x="5130880" y="24552"/>
                  </a:lnTo>
                  <a:lnTo>
                    <a:pt x="5087886" y="6423"/>
                  </a:lnTo>
                  <a:lnTo>
                    <a:pt x="5040028" y="0"/>
                  </a:lnTo>
                  <a:lnTo>
                    <a:pt x="179960" y="0"/>
                  </a:lnTo>
                  <a:lnTo>
                    <a:pt x="132101" y="6423"/>
                  </a:lnTo>
                  <a:lnTo>
                    <a:pt x="89107" y="24552"/>
                  </a:lnTo>
                  <a:lnTo>
                    <a:pt x="52689" y="52677"/>
                  </a:lnTo>
                  <a:lnTo>
                    <a:pt x="24558" y="89086"/>
                  </a:lnTo>
                  <a:lnTo>
                    <a:pt x="6424" y="132070"/>
                  </a:lnTo>
                  <a:lnTo>
                    <a:pt x="0" y="179918"/>
                  </a:lnTo>
                  <a:lnTo>
                    <a:pt x="6424" y="227775"/>
                  </a:lnTo>
                  <a:lnTo>
                    <a:pt x="24558" y="270783"/>
                  </a:lnTo>
                  <a:lnTo>
                    <a:pt x="52689" y="307223"/>
                  </a:lnTo>
                  <a:lnTo>
                    <a:pt x="89107" y="335378"/>
                  </a:lnTo>
                  <a:lnTo>
                    <a:pt x="132101" y="353531"/>
                  </a:lnTo>
                  <a:lnTo>
                    <a:pt x="179960" y="359964"/>
                  </a:lnTo>
                  <a:close/>
                </a:path>
              </a:pathLst>
            </a:custGeom>
            <a:ln w="9522">
              <a:solidFill>
                <a:srgbClr val="AD5A20"/>
              </a:solidFill>
            </a:ln>
          </p:spPr>
          <p:txBody>
            <a:bodyPr wrap="square" lIns="0" tIns="0" rIns="0" bIns="0" rtlCol="0"/>
            <a:lstStyle/>
            <a:p>
              <a:endParaRPr/>
            </a:p>
          </p:txBody>
        </p:sp>
      </p:grpSp>
      <p:sp>
        <p:nvSpPr>
          <p:cNvPr id="98" name="object 97">
            <a:extLst>
              <a:ext uri="{FF2B5EF4-FFF2-40B4-BE49-F238E27FC236}">
                <a16:creationId xmlns:a16="http://schemas.microsoft.com/office/drawing/2014/main" id="{51F2D75A-A74B-013A-F233-A7685BA66D7E}"/>
              </a:ext>
            </a:extLst>
          </p:cNvPr>
          <p:cNvSpPr txBox="1"/>
          <p:nvPr/>
        </p:nvSpPr>
        <p:spPr>
          <a:xfrm>
            <a:off x="7568483" y="2203877"/>
            <a:ext cx="2113280"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DFFFF"/>
                </a:solidFill>
                <a:latin typeface="Calibri"/>
                <a:cs typeface="Calibri"/>
              </a:rPr>
              <a:t>[Définition</a:t>
            </a:r>
            <a:r>
              <a:rPr sz="1800" spc="-70" dirty="0">
                <a:solidFill>
                  <a:srgbClr val="FDFFFF"/>
                </a:solidFill>
                <a:latin typeface="Calibri"/>
                <a:cs typeface="Calibri"/>
              </a:rPr>
              <a:t> </a:t>
            </a:r>
            <a:r>
              <a:rPr sz="1800" dirty="0">
                <a:solidFill>
                  <a:srgbClr val="FDFFFF"/>
                </a:solidFill>
                <a:latin typeface="Calibri"/>
                <a:cs typeface="Calibri"/>
              </a:rPr>
              <a:t>des</a:t>
            </a:r>
            <a:r>
              <a:rPr sz="1800" spc="-55" dirty="0">
                <a:solidFill>
                  <a:srgbClr val="FDFFFF"/>
                </a:solidFill>
                <a:latin typeface="Calibri"/>
                <a:cs typeface="Calibri"/>
              </a:rPr>
              <a:t> </a:t>
            </a:r>
            <a:r>
              <a:rPr sz="1800" spc="-10" dirty="0">
                <a:solidFill>
                  <a:srgbClr val="FDFFFF"/>
                </a:solidFill>
                <a:latin typeface="Calibri"/>
                <a:cs typeface="Calibri"/>
              </a:rPr>
              <a:t>routes]</a:t>
            </a:r>
            <a:endParaRPr sz="1800">
              <a:latin typeface="Calibri"/>
              <a:cs typeface="Calibri"/>
            </a:endParaRPr>
          </a:p>
        </p:txBody>
      </p:sp>
      <p:grpSp>
        <p:nvGrpSpPr>
          <p:cNvPr id="99" name="object 98">
            <a:extLst>
              <a:ext uri="{FF2B5EF4-FFF2-40B4-BE49-F238E27FC236}">
                <a16:creationId xmlns:a16="http://schemas.microsoft.com/office/drawing/2014/main" id="{02875E68-FDF0-50E5-200D-780FB91ABCC0}"/>
              </a:ext>
            </a:extLst>
          </p:cNvPr>
          <p:cNvGrpSpPr/>
          <p:nvPr/>
        </p:nvGrpSpPr>
        <p:grpSpPr>
          <a:xfrm>
            <a:off x="5981734" y="1025394"/>
            <a:ext cx="5295900" cy="742950"/>
            <a:chOff x="5981734" y="1025394"/>
            <a:chExt cx="5295900" cy="742950"/>
          </a:xfrm>
        </p:grpSpPr>
        <p:pic>
          <p:nvPicPr>
            <p:cNvPr id="100" name="object 99">
              <a:extLst>
                <a:ext uri="{FF2B5EF4-FFF2-40B4-BE49-F238E27FC236}">
                  <a16:creationId xmlns:a16="http://schemas.microsoft.com/office/drawing/2014/main" id="{3352629B-336E-9AA7-538B-9A71F59E9E1E}"/>
                </a:ext>
              </a:extLst>
            </p:cNvPr>
            <p:cNvPicPr/>
            <p:nvPr/>
          </p:nvPicPr>
          <p:blipFill>
            <a:blip r:embed="rId28" cstate="print"/>
            <a:stretch>
              <a:fillRect/>
            </a:stretch>
          </p:blipFill>
          <p:spPr>
            <a:xfrm>
              <a:off x="5981734" y="1025394"/>
              <a:ext cx="5295874" cy="742783"/>
            </a:xfrm>
            <a:prstGeom prst="rect">
              <a:avLst/>
            </a:prstGeom>
          </p:spPr>
        </p:pic>
        <p:sp>
          <p:nvSpPr>
            <p:cNvPr id="101" name="object 100">
              <a:extLst>
                <a:ext uri="{FF2B5EF4-FFF2-40B4-BE49-F238E27FC236}">
                  <a16:creationId xmlns:a16="http://schemas.microsoft.com/office/drawing/2014/main" id="{2F8D1D56-50C5-6718-E05B-27F1CB8FCA7D}"/>
                </a:ext>
              </a:extLst>
            </p:cNvPr>
            <p:cNvSpPr/>
            <p:nvPr/>
          </p:nvSpPr>
          <p:spPr>
            <a:xfrm>
              <a:off x="6012215" y="1038345"/>
              <a:ext cx="5220335" cy="666115"/>
            </a:xfrm>
            <a:custGeom>
              <a:avLst/>
              <a:gdLst/>
              <a:ahLst/>
              <a:cxnLst/>
              <a:rect l="l" t="t" r="r" b="b"/>
              <a:pathLst>
                <a:path w="5220334" h="666114">
                  <a:moveTo>
                    <a:pt x="4886992" y="0"/>
                  </a:moveTo>
                  <a:lnTo>
                    <a:pt x="332996" y="0"/>
                  </a:lnTo>
                  <a:lnTo>
                    <a:pt x="283791" y="3609"/>
                  </a:lnTo>
                  <a:lnTo>
                    <a:pt x="236826" y="14096"/>
                  </a:lnTo>
                  <a:lnTo>
                    <a:pt x="192618" y="30944"/>
                  </a:lnTo>
                  <a:lnTo>
                    <a:pt x="151681" y="53638"/>
                  </a:lnTo>
                  <a:lnTo>
                    <a:pt x="114530" y="81663"/>
                  </a:lnTo>
                  <a:lnTo>
                    <a:pt x="81682" y="114504"/>
                  </a:lnTo>
                  <a:lnTo>
                    <a:pt x="53650" y="151646"/>
                  </a:lnTo>
                  <a:lnTo>
                    <a:pt x="30951" y="192573"/>
                  </a:lnTo>
                  <a:lnTo>
                    <a:pt x="14099" y="236771"/>
                  </a:lnTo>
                  <a:lnTo>
                    <a:pt x="3610" y="283725"/>
                  </a:lnTo>
                  <a:lnTo>
                    <a:pt x="0" y="332919"/>
                  </a:lnTo>
                  <a:lnTo>
                    <a:pt x="3617" y="382141"/>
                  </a:lnTo>
                  <a:lnTo>
                    <a:pt x="14117" y="429112"/>
                  </a:lnTo>
                  <a:lnTo>
                    <a:pt x="30981" y="473319"/>
                  </a:lnTo>
                  <a:lnTo>
                    <a:pt x="53692" y="514248"/>
                  </a:lnTo>
                  <a:lnTo>
                    <a:pt x="81733" y="551385"/>
                  </a:lnTo>
                  <a:lnTo>
                    <a:pt x="114587" y="584218"/>
                  </a:lnTo>
                  <a:lnTo>
                    <a:pt x="151739" y="612232"/>
                  </a:lnTo>
                  <a:lnTo>
                    <a:pt x="192672" y="634914"/>
                  </a:lnTo>
                  <a:lnTo>
                    <a:pt x="236872" y="651752"/>
                  </a:lnTo>
                  <a:lnTo>
                    <a:pt x="283830" y="662231"/>
                  </a:lnTo>
                  <a:lnTo>
                    <a:pt x="332996" y="665838"/>
                  </a:lnTo>
                  <a:lnTo>
                    <a:pt x="4886992" y="665838"/>
                  </a:lnTo>
                  <a:lnTo>
                    <a:pt x="4936210" y="662228"/>
                  </a:lnTo>
                  <a:lnTo>
                    <a:pt x="4983188" y="651742"/>
                  </a:lnTo>
                  <a:lnTo>
                    <a:pt x="5027407" y="634894"/>
                  </a:lnTo>
                  <a:lnTo>
                    <a:pt x="5068349" y="612200"/>
                  </a:lnTo>
                  <a:lnTo>
                    <a:pt x="5105500" y="584175"/>
                  </a:lnTo>
                  <a:lnTo>
                    <a:pt x="5138344" y="551334"/>
                  </a:lnTo>
                  <a:lnTo>
                    <a:pt x="5166368" y="514192"/>
                  </a:lnTo>
                  <a:lnTo>
                    <a:pt x="5189057" y="473264"/>
                  </a:lnTo>
                  <a:lnTo>
                    <a:pt x="5205898" y="429066"/>
                  </a:lnTo>
                  <a:lnTo>
                    <a:pt x="5216379" y="382113"/>
                  </a:lnTo>
                  <a:lnTo>
                    <a:pt x="5219988" y="332919"/>
                  </a:lnTo>
                  <a:lnTo>
                    <a:pt x="5216377" y="283725"/>
                  </a:lnTo>
                  <a:lnTo>
                    <a:pt x="5205888" y="236771"/>
                  </a:lnTo>
                  <a:lnTo>
                    <a:pt x="5189036" y="192573"/>
                  </a:lnTo>
                  <a:lnTo>
                    <a:pt x="5166337" y="151646"/>
                  </a:lnTo>
                  <a:lnTo>
                    <a:pt x="5138305" y="114504"/>
                  </a:lnTo>
                  <a:lnTo>
                    <a:pt x="5105457" y="81663"/>
                  </a:lnTo>
                  <a:lnTo>
                    <a:pt x="5068306" y="53638"/>
                  </a:lnTo>
                  <a:lnTo>
                    <a:pt x="5027369" y="30944"/>
                  </a:lnTo>
                  <a:lnTo>
                    <a:pt x="4983161" y="14096"/>
                  </a:lnTo>
                  <a:lnTo>
                    <a:pt x="4936197" y="3609"/>
                  </a:lnTo>
                  <a:lnTo>
                    <a:pt x="4886992" y="0"/>
                  </a:lnTo>
                  <a:close/>
                </a:path>
              </a:pathLst>
            </a:custGeom>
            <a:solidFill>
              <a:srgbClr val="DFA900"/>
            </a:solidFill>
          </p:spPr>
          <p:txBody>
            <a:bodyPr wrap="square" lIns="0" tIns="0" rIns="0" bIns="0" rtlCol="0"/>
            <a:lstStyle/>
            <a:p>
              <a:endParaRPr/>
            </a:p>
          </p:txBody>
        </p:sp>
        <p:sp>
          <p:nvSpPr>
            <p:cNvPr id="102" name="object 101">
              <a:extLst>
                <a:ext uri="{FF2B5EF4-FFF2-40B4-BE49-F238E27FC236}">
                  <a16:creationId xmlns:a16="http://schemas.microsoft.com/office/drawing/2014/main" id="{324C17A8-FF83-94AC-5FB3-3DBA5554D668}"/>
                </a:ext>
              </a:extLst>
            </p:cNvPr>
            <p:cNvSpPr/>
            <p:nvPr/>
          </p:nvSpPr>
          <p:spPr>
            <a:xfrm>
              <a:off x="6012215" y="1038345"/>
              <a:ext cx="5220335" cy="666115"/>
            </a:xfrm>
            <a:custGeom>
              <a:avLst/>
              <a:gdLst/>
              <a:ahLst/>
              <a:cxnLst/>
              <a:rect l="l" t="t" r="r" b="b"/>
              <a:pathLst>
                <a:path w="5220334" h="666114">
                  <a:moveTo>
                    <a:pt x="332996" y="665838"/>
                  </a:moveTo>
                  <a:lnTo>
                    <a:pt x="4886992" y="665838"/>
                  </a:lnTo>
                  <a:lnTo>
                    <a:pt x="4936197" y="662231"/>
                  </a:lnTo>
                  <a:lnTo>
                    <a:pt x="4983161" y="651752"/>
                  </a:lnTo>
                  <a:lnTo>
                    <a:pt x="5027369" y="634914"/>
                  </a:lnTo>
                  <a:lnTo>
                    <a:pt x="5068306" y="612232"/>
                  </a:lnTo>
                  <a:lnTo>
                    <a:pt x="5105457" y="584218"/>
                  </a:lnTo>
                  <a:lnTo>
                    <a:pt x="5138305" y="551385"/>
                  </a:lnTo>
                  <a:lnTo>
                    <a:pt x="5166337" y="514248"/>
                  </a:lnTo>
                  <a:lnTo>
                    <a:pt x="5189036" y="473319"/>
                  </a:lnTo>
                  <a:lnTo>
                    <a:pt x="5205888" y="429112"/>
                  </a:lnTo>
                  <a:lnTo>
                    <a:pt x="5216377" y="382141"/>
                  </a:lnTo>
                  <a:lnTo>
                    <a:pt x="5219988" y="332919"/>
                  </a:lnTo>
                  <a:lnTo>
                    <a:pt x="5216377" y="283725"/>
                  </a:lnTo>
                  <a:lnTo>
                    <a:pt x="5205888" y="236771"/>
                  </a:lnTo>
                  <a:lnTo>
                    <a:pt x="5189036" y="192573"/>
                  </a:lnTo>
                  <a:lnTo>
                    <a:pt x="5166337" y="151646"/>
                  </a:lnTo>
                  <a:lnTo>
                    <a:pt x="5138305" y="114504"/>
                  </a:lnTo>
                  <a:lnTo>
                    <a:pt x="5105457" y="81663"/>
                  </a:lnTo>
                  <a:lnTo>
                    <a:pt x="5068306" y="53638"/>
                  </a:lnTo>
                  <a:lnTo>
                    <a:pt x="5027369" y="30944"/>
                  </a:lnTo>
                  <a:lnTo>
                    <a:pt x="4983161" y="14096"/>
                  </a:lnTo>
                  <a:lnTo>
                    <a:pt x="4936197" y="3609"/>
                  </a:lnTo>
                  <a:lnTo>
                    <a:pt x="4886992" y="0"/>
                  </a:lnTo>
                  <a:lnTo>
                    <a:pt x="332996" y="0"/>
                  </a:lnTo>
                  <a:lnTo>
                    <a:pt x="283791" y="3609"/>
                  </a:lnTo>
                  <a:lnTo>
                    <a:pt x="236826" y="14096"/>
                  </a:lnTo>
                  <a:lnTo>
                    <a:pt x="192618" y="30944"/>
                  </a:lnTo>
                  <a:lnTo>
                    <a:pt x="151681" y="53638"/>
                  </a:lnTo>
                  <a:lnTo>
                    <a:pt x="114530" y="81663"/>
                  </a:lnTo>
                  <a:lnTo>
                    <a:pt x="81682" y="114504"/>
                  </a:lnTo>
                  <a:lnTo>
                    <a:pt x="53650" y="151646"/>
                  </a:lnTo>
                  <a:lnTo>
                    <a:pt x="30951" y="192573"/>
                  </a:lnTo>
                  <a:lnTo>
                    <a:pt x="14099" y="236771"/>
                  </a:lnTo>
                  <a:lnTo>
                    <a:pt x="3610" y="283725"/>
                  </a:lnTo>
                  <a:lnTo>
                    <a:pt x="0" y="332919"/>
                  </a:lnTo>
                  <a:lnTo>
                    <a:pt x="3610" y="382113"/>
                  </a:lnTo>
                  <a:lnTo>
                    <a:pt x="14099" y="429066"/>
                  </a:lnTo>
                  <a:lnTo>
                    <a:pt x="30951" y="473264"/>
                  </a:lnTo>
                  <a:lnTo>
                    <a:pt x="53650" y="514192"/>
                  </a:lnTo>
                  <a:lnTo>
                    <a:pt x="81682" y="551334"/>
                  </a:lnTo>
                  <a:lnTo>
                    <a:pt x="114530" y="584175"/>
                  </a:lnTo>
                  <a:lnTo>
                    <a:pt x="151681" y="612200"/>
                  </a:lnTo>
                  <a:lnTo>
                    <a:pt x="192618" y="634894"/>
                  </a:lnTo>
                  <a:lnTo>
                    <a:pt x="236826" y="651742"/>
                  </a:lnTo>
                  <a:lnTo>
                    <a:pt x="283791" y="662228"/>
                  </a:lnTo>
                  <a:lnTo>
                    <a:pt x="332996" y="665838"/>
                  </a:lnTo>
                  <a:close/>
                </a:path>
              </a:pathLst>
            </a:custGeom>
            <a:ln w="9522">
              <a:solidFill>
                <a:srgbClr val="BA8B00"/>
              </a:solidFill>
            </a:ln>
          </p:spPr>
          <p:txBody>
            <a:bodyPr wrap="square" lIns="0" tIns="0" rIns="0" bIns="0" rtlCol="0"/>
            <a:lstStyle/>
            <a:p>
              <a:endParaRPr/>
            </a:p>
          </p:txBody>
        </p:sp>
      </p:grpSp>
      <p:sp>
        <p:nvSpPr>
          <p:cNvPr id="103" name="object 102">
            <a:extLst>
              <a:ext uri="{FF2B5EF4-FFF2-40B4-BE49-F238E27FC236}">
                <a16:creationId xmlns:a16="http://schemas.microsoft.com/office/drawing/2014/main" id="{AC432E57-B395-338B-28A8-F64A1E2D80C3}"/>
              </a:ext>
            </a:extLst>
          </p:cNvPr>
          <p:cNvSpPr txBox="1"/>
          <p:nvPr/>
        </p:nvSpPr>
        <p:spPr>
          <a:xfrm>
            <a:off x="6640362" y="1057325"/>
            <a:ext cx="396176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DFFFF"/>
                </a:solidFill>
                <a:latin typeface="Calibri"/>
                <a:cs typeface="Calibri"/>
              </a:rPr>
              <a:t>[HTTP</a:t>
            </a:r>
            <a:r>
              <a:rPr sz="1800" spc="-10" dirty="0">
                <a:solidFill>
                  <a:srgbClr val="FDFFFF"/>
                </a:solidFill>
                <a:latin typeface="Calibri"/>
                <a:cs typeface="Calibri"/>
              </a:rPr>
              <a:t> </a:t>
            </a:r>
            <a:r>
              <a:rPr sz="1800" dirty="0">
                <a:solidFill>
                  <a:srgbClr val="FDFFFF"/>
                </a:solidFill>
                <a:latin typeface="Calibri"/>
                <a:cs typeface="Calibri"/>
              </a:rPr>
              <a:t>PUT]</a:t>
            </a:r>
            <a:r>
              <a:rPr sz="1800" spc="-70" dirty="0">
                <a:solidFill>
                  <a:srgbClr val="FDFFFF"/>
                </a:solidFill>
                <a:latin typeface="Calibri"/>
                <a:cs typeface="Calibri"/>
              </a:rPr>
              <a:t> </a:t>
            </a:r>
            <a:r>
              <a:rPr sz="1800" spc="-10" dirty="0">
                <a:solidFill>
                  <a:srgbClr val="FDFFFF"/>
                </a:solidFill>
                <a:latin typeface="Calibri"/>
                <a:cs typeface="Calibri"/>
                <a:hlinkClick r:id="rId29"/>
              </a:rPr>
              <a:t>Http://netschool.lan/Person/1</a:t>
            </a:r>
            <a:endParaRPr sz="1800">
              <a:latin typeface="Calibri"/>
              <a:cs typeface="Calibri"/>
            </a:endParaRPr>
          </a:p>
        </p:txBody>
      </p:sp>
      <p:sp>
        <p:nvSpPr>
          <p:cNvPr id="104" name="object 103">
            <a:extLst>
              <a:ext uri="{FF2B5EF4-FFF2-40B4-BE49-F238E27FC236}">
                <a16:creationId xmlns:a16="http://schemas.microsoft.com/office/drawing/2014/main" id="{D012E2E5-36DA-18BC-0F38-F0146513B587}"/>
              </a:ext>
            </a:extLst>
          </p:cNvPr>
          <p:cNvSpPr txBox="1"/>
          <p:nvPr/>
        </p:nvSpPr>
        <p:spPr>
          <a:xfrm>
            <a:off x="7549053" y="1331519"/>
            <a:ext cx="2149475" cy="300990"/>
          </a:xfrm>
          <a:prstGeom prst="rect">
            <a:avLst/>
          </a:prstGeom>
        </p:spPr>
        <p:txBody>
          <a:bodyPr vert="horz" wrap="square" lIns="0" tIns="13335" rIns="0" bIns="0" rtlCol="0">
            <a:spAutoFit/>
          </a:bodyPr>
          <a:lstStyle/>
          <a:p>
            <a:pPr marL="12700">
              <a:lnSpc>
                <a:spcPct val="100000"/>
              </a:lnSpc>
              <a:spcBef>
                <a:spcPts val="105"/>
              </a:spcBef>
            </a:pPr>
            <a:r>
              <a:rPr sz="1800" dirty="0">
                <a:solidFill>
                  <a:srgbClr val="FDFFFF"/>
                </a:solidFill>
                <a:latin typeface="Calibri"/>
                <a:cs typeface="Calibri"/>
              </a:rPr>
              <a:t>avec corps</a:t>
            </a:r>
            <a:r>
              <a:rPr sz="1800" spc="-80" dirty="0">
                <a:solidFill>
                  <a:srgbClr val="FDFFFF"/>
                </a:solidFill>
                <a:latin typeface="Calibri"/>
                <a:cs typeface="Calibri"/>
              </a:rPr>
              <a:t> </a:t>
            </a:r>
            <a:r>
              <a:rPr sz="1800" dirty="0">
                <a:solidFill>
                  <a:srgbClr val="FDFFFF"/>
                </a:solidFill>
                <a:latin typeface="Calibri"/>
                <a:cs typeface="Calibri"/>
              </a:rPr>
              <a:t>de</a:t>
            </a:r>
            <a:r>
              <a:rPr sz="1800" spc="-50" dirty="0">
                <a:solidFill>
                  <a:srgbClr val="FDFFFF"/>
                </a:solidFill>
                <a:latin typeface="Calibri"/>
                <a:cs typeface="Calibri"/>
              </a:rPr>
              <a:t> </a:t>
            </a:r>
            <a:r>
              <a:rPr sz="1800" spc="-10" dirty="0">
                <a:solidFill>
                  <a:srgbClr val="FDFFFF"/>
                </a:solidFill>
                <a:latin typeface="Calibri"/>
                <a:cs typeface="Calibri"/>
              </a:rPr>
              <a:t>message</a:t>
            </a:r>
            <a:endParaRPr sz="1800">
              <a:latin typeface="Calibri"/>
              <a:cs typeface="Calibri"/>
            </a:endParaRPr>
          </a:p>
        </p:txBody>
      </p:sp>
      <p:grpSp>
        <p:nvGrpSpPr>
          <p:cNvPr id="105" name="object 104">
            <a:extLst>
              <a:ext uri="{FF2B5EF4-FFF2-40B4-BE49-F238E27FC236}">
                <a16:creationId xmlns:a16="http://schemas.microsoft.com/office/drawing/2014/main" id="{C3D78E56-2015-DAD4-A82A-928C5FA2A172}"/>
              </a:ext>
            </a:extLst>
          </p:cNvPr>
          <p:cNvGrpSpPr/>
          <p:nvPr/>
        </p:nvGrpSpPr>
        <p:grpSpPr>
          <a:xfrm>
            <a:off x="5981735" y="5234448"/>
            <a:ext cx="5295900" cy="438150"/>
            <a:chOff x="5981735" y="5234448"/>
            <a:chExt cx="5295900" cy="438150"/>
          </a:xfrm>
        </p:grpSpPr>
        <p:pic>
          <p:nvPicPr>
            <p:cNvPr id="106" name="object 105">
              <a:extLst>
                <a:ext uri="{FF2B5EF4-FFF2-40B4-BE49-F238E27FC236}">
                  <a16:creationId xmlns:a16="http://schemas.microsoft.com/office/drawing/2014/main" id="{0A4740EC-5662-169C-1C21-45CFCA0D5A15}"/>
                </a:ext>
              </a:extLst>
            </p:cNvPr>
            <p:cNvPicPr/>
            <p:nvPr/>
          </p:nvPicPr>
          <p:blipFill>
            <a:blip r:embed="rId30" cstate="print"/>
            <a:stretch>
              <a:fillRect/>
            </a:stretch>
          </p:blipFill>
          <p:spPr>
            <a:xfrm>
              <a:off x="5981735" y="5234448"/>
              <a:ext cx="5295874" cy="438051"/>
            </a:xfrm>
            <a:prstGeom prst="rect">
              <a:avLst/>
            </a:prstGeom>
          </p:spPr>
        </p:pic>
        <p:sp>
          <p:nvSpPr>
            <p:cNvPr id="107" name="object 106">
              <a:extLst>
                <a:ext uri="{FF2B5EF4-FFF2-40B4-BE49-F238E27FC236}">
                  <a16:creationId xmlns:a16="http://schemas.microsoft.com/office/drawing/2014/main" id="{A4E57F24-F900-886D-F2AC-D80A33EAA80D}"/>
                </a:ext>
              </a:extLst>
            </p:cNvPr>
            <p:cNvSpPr/>
            <p:nvPr/>
          </p:nvSpPr>
          <p:spPr>
            <a:xfrm>
              <a:off x="6012215" y="5246561"/>
              <a:ext cx="5220335" cy="360045"/>
            </a:xfrm>
            <a:custGeom>
              <a:avLst/>
              <a:gdLst/>
              <a:ahLst/>
              <a:cxnLst/>
              <a:rect l="l" t="t" r="r" b="b"/>
              <a:pathLst>
                <a:path w="5220334" h="360045">
                  <a:moveTo>
                    <a:pt x="5040028" y="0"/>
                  </a:moveTo>
                  <a:lnTo>
                    <a:pt x="179960" y="0"/>
                  </a:lnTo>
                  <a:lnTo>
                    <a:pt x="132101" y="6423"/>
                  </a:lnTo>
                  <a:lnTo>
                    <a:pt x="89107" y="24552"/>
                  </a:lnTo>
                  <a:lnTo>
                    <a:pt x="52689" y="52677"/>
                  </a:lnTo>
                  <a:lnTo>
                    <a:pt x="24558" y="89086"/>
                  </a:lnTo>
                  <a:lnTo>
                    <a:pt x="6424" y="132070"/>
                  </a:lnTo>
                  <a:lnTo>
                    <a:pt x="0" y="179918"/>
                  </a:lnTo>
                  <a:lnTo>
                    <a:pt x="6424" y="227760"/>
                  </a:lnTo>
                  <a:lnTo>
                    <a:pt x="24558" y="270748"/>
                  </a:lnTo>
                  <a:lnTo>
                    <a:pt x="52689" y="307169"/>
                  </a:lnTo>
                  <a:lnTo>
                    <a:pt x="89107" y="335307"/>
                  </a:lnTo>
                  <a:lnTo>
                    <a:pt x="132101" y="353447"/>
                  </a:lnTo>
                  <a:lnTo>
                    <a:pt x="179960" y="359875"/>
                  </a:lnTo>
                  <a:lnTo>
                    <a:pt x="5040028" y="359875"/>
                  </a:lnTo>
                  <a:lnTo>
                    <a:pt x="5087886" y="353447"/>
                  </a:lnTo>
                  <a:lnTo>
                    <a:pt x="5130880" y="335307"/>
                  </a:lnTo>
                  <a:lnTo>
                    <a:pt x="5167298" y="307169"/>
                  </a:lnTo>
                  <a:lnTo>
                    <a:pt x="5195430" y="270748"/>
                  </a:lnTo>
                  <a:lnTo>
                    <a:pt x="5213563" y="227760"/>
                  </a:lnTo>
                  <a:lnTo>
                    <a:pt x="5219988" y="179918"/>
                  </a:lnTo>
                  <a:lnTo>
                    <a:pt x="5213563" y="132070"/>
                  </a:lnTo>
                  <a:lnTo>
                    <a:pt x="5195430" y="89086"/>
                  </a:lnTo>
                  <a:lnTo>
                    <a:pt x="5167298" y="52677"/>
                  </a:lnTo>
                  <a:lnTo>
                    <a:pt x="5130880" y="24552"/>
                  </a:lnTo>
                  <a:lnTo>
                    <a:pt x="5087886" y="6423"/>
                  </a:lnTo>
                  <a:lnTo>
                    <a:pt x="5040028" y="0"/>
                  </a:lnTo>
                  <a:close/>
                </a:path>
              </a:pathLst>
            </a:custGeom>
            <a:solidFill>
              <a:srgbClr val="D16C2A"/>
            </a:solidFill>
          </p:spPr>
          <p:txBody>
            <a:bodyPr wrap="square" lIns="0" tIns="0" rIns="0" bIns="0" rtlCol="0"/>
            <a:lstStyle/>
            <a:p>
              <a:endParaRPr/>
            </a:p>
          </p:txBody>
        </p:sp>
        <p:sp>
          <p:nvSpPr>
            <p:cNvPr id="108" name="object 107">
              <a:extLst>
                <a:ext uri="{FF2B5EF4-FFF2-40B4-BE49-F238E27FC236}">
                  <a16:creationId xmlns:a16="http://schemas.microsoft.com/office/drawing/2014/main" id="{D6F2C3D8-21C7-9174-D2E6-6E74E44F341A}"/>
                </a:ext>
              </a:extLst>
            </p:cNvPr>
            <p:cNvSpPr/>
            <p:nvPr/>
          </p:nvSpPr>
          <p:spPr>
            <a:xfrm>
              <a:off x="6012215" y="5246561"/>
              <a:ext cx="5220335" cy="360045"/>
            </a:xfrm>
            <a:custGeom>
              <a:avLst/>
              <a:gdLst/>
              <a:ahLst/>
              <a:cxnLst/>
              <a:rect l="l" t="t" r="r" b="b"/>
              <a:pathLst>
                <a:path w="5220334" h="360045">
                  <a:moveTo>
                    <a:pt x="179960" y="359875"/>
                  </a:moveTo>
                  <a:lnTo>
                    <a:pt x="5040028" y="359875"/>
                  </a:lnTo>
                  <a:lnTo>
                    <a:pt x="5087886" y="353447"/>
                  </a:lnTo>
                  <a:lnTo>
                    <a:pt x="5130880" y="335307"/>
                  </a:lnTo>
                  <a:lnTo>
                    <a:pt x="5167298" y="307169"/>
                  </a:lnTo>
                  <a:lnTo>
                    <a:pt x="5195430" y="270748"/>
                  </a:lnTo>
                  <a:lnTo>
                    <a:pt x="5213563" y="227760"/>
                  </a:lnTo>
                  <a:lnTo>
                    <a:pt x="5219988" y="179918"/>
                  </a:lnTo>
                  <a:lnTo>
                    <a:pt x="5213563" y="132070"/>
                  </a:lnTo>
                  <a:lnTo>
                    <a:pt x="5195430" y="89086"/>
                  </a:lnTo>
                  <a:lnTo>
                    <a:pt x="5167298" y="52677"/>
                  </a:lnTo>
                  <a:lnTo>
                    <a:pt x="5130880" y="24552"/>
                  </a:lnTo>
                  <a:lnTo>
                    <a:pt x="5087886" y="6423"/>
                  </a:lnTo>
                  <a:lnTo>
                    <a:pt x="5040028" y="0"/>
                  </a:lnTo>
                  <a:lnTo>
                    <a:pt x="179960" y="0"/>
                  </a:lnTo>
                  <a:lnTo>
                    <a:pt x="132101" y="6423"/>
                  </a:lnTo>
                  <a:lnTo>
                    <a:pt x="89107" y="24552"/>
                  </a:lnTo>
                  <a:lnTo>
                    <a:pt x="52689" y="52677"/>
                  </a:lnTo>
                  <a:lnTo>
                    <a:pt x="24558" y="89086"/>
                  </a:lnTo>
                  <a:lnTo>
                    <a:pt x="6424" y="132070"/>
                  </a:lnTo>
                  <a:lnTo>
                    <a:pt x="0" y="179918"/>
                  </a:lnTo>
                  <a:lnTo>
                    <a:pt x="6424" y="227760"/>
                  </a:lnTo>
                  <a:lnTo>
                    <a:pt x="24558" y="270748"/>
                  </a:lnTo>
                  <a:lnTo>
                    <a:pt x="52689" y="307169"/>
                  </a:lnTo>
                  <a:lnTo>
                    <a:pt x="89107" y="335307"/>
                  </a:lnTo>
                  <a:lnTo>
                    <a:pt x="132101" y="353447"/>
                  </a:lnTo>
                  <a:lnTo>
                    <a:pt x="179960" y="359875"/>
                  </a:lnTo>
                  <a:close/>
                </a:path>
              </a:pathLst>
            </a:custGeom>
            <a:ln w="9522">
              <a:solidFill>
                <a:srgbClr val="AD5A20"/>
              </a:solidFill>
            </a:ln>
          </p:spPr>
          <p:txBody>
            <a:bodyPr wrap="square" lIns="0" tIns="0" rIns="0" bIns="0" rtlCol="0"/>
            <a:lstStyle/>
            <a:p>
              <a:endParaRPr/>
            </a:p>
          </p:txBody>
        </p:sp>
      </p:grpSp>
      <p:sp>
        <p:nvSpPr>
          <p:cNvPr id="109" name="object 108">
            <a:extLst>
              <a:ext uri="{FF2B5EF4-FFF2-40B4-BE49-F238E27FC236}">
                <a16:creationId xmlns:a16="http://schemas.microsoft.com/office/drawing/2014/main" id="{8E59DBFD-FB22-480A-06AE-63131A72A20B}"/>
              </a:ext>
            </a:extLst>
          </p:cNvPr>
          <p:cNvSpPr txBox="1"/>
          <p:nvPr/>
        </p:nvSpPr>
        <p:spPr>
          <a:xfrm>
            <a:off x="7659924" y="5256526"/>
            <a:ext cx="1925955" cy="30035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DFFFF"/>
                </a:solidFill>
                <a:latin typeface="Calibri"/>
                <a:cs typeface="Calibri"/>
              </a:rPr>
              <a:t>Return</a:t>
            </a:r>
            <a:r>
              <a:rPr sz="1800" spc="-35" dirty="0">
                <a:solidFill>
                  <a:srgbClr val="FDFFFF"/>
                </a:solidFill>
                <a:latin typeface="Calibri"/>
                <a:cs typeface="Calibri"/>
              </a:rPr>
              <a:t> </a:t>
            </a:r>
            <a:r>
              <a:rPr sz="1800" spc="-10" dirty="0">
                <a:solidFill>
                  <a:srgbClr val="FDFFFF"/>
                </a:solidFill>
                <a:latin typeface="Calibri"/>
                <a:cs typeface="Calibri"/>
              </a:rPr>
              <a:t>NoContent();</a:t>
            </a:r>
            <a:endParaRPr sz="1800">
              <a:latin typeface="Calibri"/>
              <a:cs typeface="Calibri"/>
            </a:endParaRPr>
          </a:p>
        </p:txBody>
      </p:sp>
      <p:grpSp>
        <p:nvGrpSpPr>
          <p:cNvPr id="110" name="object 109">
            <a:extLst>
              <a:ext uri="{FF2B5EF4-FFF2-40B4-BE49-F238E27FC236}">
                <a16:creationId xmlns:a16="http://schemas.microsoft.com/office/drawing/2014/main" id="{04699B62-B8AA-687A-8B29-78CCD3223879}"/>
              </a:ext>
            </a:extLst>
          </p:cNvPr>
          <p:cNvGrpSpPr/>
          <p:nvPr/>
        </p:nvGrpSpPr>
        <p:grpSpPr>
          <a:xfrm>
            <a:off x="5981735" y="6215301"/>
            <a:ext cx="5295900" cy="438150"/>
            <a:chOff x="5981735" y="6215301"/>
            <a:chExt cx="5295900" cy="438150"/>
          </a:xfrm>
        </p:grpSpPr>
        <p:pic>
          <p:nvPicPr>
            <p:cNvPr id="111" name="object 110">
              <a:extLst>
                <a:ext uri="{FF2B5EF4-FFF2-40B4-BE49-F238E27FC236}">
                  <a16:creationId xmlns:a16="http://schemas.microsoft.com/office/drawing/2014/main" id="{D6CC1710-3F1F-F397-5E9B-887CBB193F21}"/>
                </a:ext>
              </a:extLst>
            </p:cNvPr>
            <p:cNvPicPr/>
            <p:nvPr/>
          </p:nvPicPr>
          <p:blipFill>
            <a:blip r:embed="rId31" cstate="print"/>
            <a:stretch>
              <a:fillRect/>
            </a:stretch>
          </p:blipFill>
          <p:spPr>
            <a:xfrm>
              <a:off x="5981735" y="6215301"/>
              <a:ext cx="5295874" cy="438051"/>
            </a:xfrm>
            <a:prstGeom prst="rect">
              <a:avLst/>
            </a:prstGeom>
          </p:spPr>
        </p:pic>
        <p:sp>
          <p:nvSpPr>
            <p:cNvPr id="112" name="object 111">
              <a:extLst>
                <a:ext uri="{FF2B5EF4-FFF2-40B4-BE49-F238E27FC236}">
                  <a16:creationId xmlns:a16="http://schemas.microsoft.com/office/drawing/2014/main" id="{F0FE84B1-91FA-791A-F949-C8C835A50525}"/>
                </a:ext>
              </a:extLst>
            </p:cNvPr>
            <p:cNvSpPr/>
            <p:nvPr/>
          </p:nvSpPr>
          <p:spPr>
            <a:xfrm>
              <a:off x="6012217" y="6230222"/>
              <a:ext cx="5220335" cy="360045"/>
            </a:xfrm>
            <a:custGeom>
              <a:avLst/>
              <a:gdLst/>
              <a:ahLst/>
              <a:cxnLst/>
              <a:rect l="l" t="t" r="r" b="b"/>
              <a:pathLst>
                <a:path w="5220334" h="360045">
                  <a:moveTo>
                    <a:pt x="5040026" y="0"/>
                  </a:moveTo>
                  <a:lnTo>
                    <a:pt x="179958" y="0"/>
                  </a:lnTo>
                  <a:lnTo>
                    <a:pt x="132089" y="6427"/>
                  </a:lnTo>
                  <a:lnTo>
                    <a:pt x="89097" y="24568"/>
                  </a:lnTo>
                  <a:lnTo>
                    <a:pt x="52682" y="52705"/>
                  </a:lnTo>
                  <a:lnTo>
                    <a:pt x="24553" y="89126"/>
                  </a:lnTo>
                  <a:lnTo>
                    <a:pt x="6421" y="132115"/>
                  </a:lnTo>
                  <a:lnTo>
                    <a:pt x="0" y="179956"/>
                  </a:lnTo>
                  <a:lnTo>
                    <a:pt x="6424" y="227798"/>
                  </a:lnTo>
                  <a:lnTo>
                    <a:pt x="24561" y="270787"/>
                  </a:lnTo>
                  <a:lnTo>
                    <a:pt x="52695" y="307208"/>
                  </a:lnTo>
                  <a:lnTo>
                    <a:pt x="89115" y="335346"/>
                  </a:lnTo>
                  <a:lnTo>
                    <a:pt x="132112" y="353487"/>
                  </a:lnTo>
                  <a:lnTo>
                    <a:pt x="179958" y="359914"/>
                  </a:lnTo>
                  <a:lnTo>
                    <a:pt x="5040026" y="359914"/>
                  </a:lnTo>
                  <a:lnTo>
                    <a:pt x="5087889" y="353485"/>
                  </a:lnTo>
                  <a:lnTo>
                    <a:pt x="5130884" y="335342"/>
                  </a:lnTo>
                  <a:lnTo>
                    <a:pt x="5167301" y="307202"/>
                  </a:lnTo>
                  <a:lnTo>
                    <a:pt x="5195430" y="270781"/>
                  </a:lnTo>
                  <a:lnTo>
                    <a:pt x="5213562" y="227793"/>
                  </a:lnTo>
                  <a:lnTo>
                    <a:pt x="5219984" y="179944"/>
                  </a:lnTo>
                  <a:lnTo>
                    <a:pt x="5213558" y="132106"/>
                  </a:lnTo>
                  <a:lnTo>
                    <a:pt x="5195423" y="89119"/>
                  </a:lnTo>
                  <a:lnTo>
                    <a:pt x="5167288" y="52699"/>
                  </a:lnTo>
                  <a:lnTo>
                    <a:pt x="5130864" y="24561"/>
                  </a:lnTo>
                  <a:lnTo>
                    <a:pt x="5087851" y="6423"/>
                  </a:lnTo>
                  <a:lnTo>
                    <a:pt x="5040026" y="0"/>
                  </a:lnTo>
                  <a:close/>
                </a:path>
              </a:pathLst>
            </a:custGeom>
            <a:solidFill>
              <a:srgbClr val="DFA900"/>
            </a:solidFill>
          </p:spPr>
          <p:txBody>
            <a:bodyPr wrap="square" lIns="0" tIns="0" rIns="0" bIns="0" rtlCol="0"/>
            <a:lstStyle/>
            <a:p>
              <a:endParaRPr/>
            </a:p>
          </p:txBody>
        </p:sp>
        <p:sp>
          <p:nvSpPr>
            <p:cNvPr id="113" name="object 112">
              <a:extLst>
                <a:ext uri="{FF2B5EF4-FFF2-40B4-BE49-F238E27FC236}">
                  <a16:creationId xmlns:a16="http://schemas.microsoft.com/office/drawing/2014/main" id="{CCCA26BF-EB21-3134-D243-DA12BFAFB195}"/>
                </a:ext>
              </a:extLst>
            </p:cNvPr>
            <p:cNvSpPr/>
            <p:nvPr/>
          </p:nvSpPr>
          <p:spPr>
            <a:xfrm>
              <a:off x="6012215" y="6230222"/>
              <a:ext cx="5220335" cy="360045"/>
            </a:xfrm>
            <a:custGeom>
              <a:avLst/>
              <a:gdLst/>
              <a:ahLst/>
              <a:cxnLst/>
              <a:rect l="l" t="t" r="r" b="b"/>
              <a:pathLst>
                <a:path w="5220334" h="360045">
                  <a:moveTo>
                    <a:pt x="179960" y="359914"/>
                  </a:moveTo>
                  <a:lnTo>
                    <a:pt x="5040028" y="359914"/>
                  </a:lnTo>
                  <a:lnTo>
                    <a:pt x="5087886" y="353487"/>
                  </a:lnTo>
                  <a:lnTo>
                    <a:pt x="5130880" y="335346"/>
                  </a:lnTo>
                  <a:lnTo>
                    <a:pt x="5167298" y="307208"/>
                  </a:lnTo>
                  <a:lnTo>
                    <a:pt x="5195430" y="270787"/>
                  </a:lnTo>
                  <a:lnTo>
                    <a:pt x="5213563" y="227798"/>
                  </a:lnTo>
                  <a:lnTo>
                    <a:pt x="5219988" y="179956"/>
                  </a:lnTo>
                  <a:lnTo>
                    <a:pt x="5213563" y="132115"/>
                  </a:lnTo>
                  <a:lnTo>
                    <a:pt x="5195430" y="89126"/>
                  </a:lnTo>
                  <a:lnTo>
                    <a:pt x="5167298" y="52705"/>
                  </a:lnTo>
                  <a:lnTo>
                    <a:pt x="5130880" y="24568"/>
                  </a:lnTo>
                  <a:lnTo>
                    <a:pt x="5087886" y="6427"/>
                  </a:lnTo>
                  <a:lnTo>
                    <a:pt x="5040028" y="0"/>
                  </a:lnTo>
                  <a:lnTo>
                    <a:pt x="179960" y="0"/>
                  </a:lnTo>
                  <a:lnTo>
                    <a:pt x="132101" y="6423"/>
                  </a:lnTo>
                  <a:lnTo>
                    <a:pt x="89107" y="24561"/>
                  </a:lnTo>
                  <a:lnTo>
                    <a:pt x="52689" y="52699"/>
                  </a:lnTo>
                  <a:lnTo>
                    <a:pt x="24558" y="89119"/>
                  </a:lnTo>
                  <a:lnTo>
                    <a:pt x="6424" y="132106"/>
                  </a:lnTo>
                  <a:lnTo>
                    <a:pt x="0" y="179944"/>
                  </a:lnTo>
                  <a:lnTo>
                    <a:pt x="6424" y="227793"/>
                  </a:lnTo>
                  <a:lnTo>
                    <a:pt x="24558" y="270781"/>
                  </a:lnTo>
                  <a:lnTo>
                    <a:pt x="52689" y="307202"/>
                  </a:lnTo>
                  <a:lnTo>
                    <a:pt x="89107" y="335342"/>
                  </a:lnTo>
                  <a:lnTo>
                    <a:pt x="132101" y="353485"/>
                  </a:lnTo>
                  <a:lnTo>
                    <a:pt x="179960" y="359914"/>
                  </a:lnTo>
                  <a:close/>
                </a:path>
              </a:pathLst>
            </a:custGeom>
            <a:ln w="9522">
              <a:solidFill>
                <a:srgbClr val="BA8B00"/>
              </a:solidFill>
            </a:ln>
          </p:spPr>
          <p:txBody>
            <a:bodyPr wrap="square" lIns="0" tIns="0" rIns="0" bIns="0" rtlCol="0"/>
            <a:lstStyle/>
            <a:p>
              <a:endParaRPr/>
            </a:p>
          </p:txBody>
        </p:sp>
      </p:grpSp>
      <p:sp>
        <p:nvSpPr>
          <p:cNvPr id="114" name="object 113">
            <a:extLst>
              <a:ext uri="{FF2B5EF4-FFF2-40B4-BE49-F238E27FC236}">
                <a16:creationId xmlns:a16="http://schemas.microsoft.com/office/drawing/2014/main" id="{44970DF2-C23A-7E47-9A53-EB53DAC09F2E}"/>
              </a:ext>
            </a:extLst>
          </p:cNvPr>
          <p:cNvSpPr txBox="1"/>
          <p:nvPr/>
        </p:nvSpPr>
        <p:spPr>
          <a:xfrm>
            <a:off x="6400330" y="6241507"/>
            <a:ext cx="4456430" cy="300990"/>
          </a:xfrm>
          <a:prstGeom prst="rect">
            <a:avLst/>
          </a:prstGeom>
        </p:spPr>
        <p:txBody>
          <a:bodyPr vert="horz" wrap="square" lIns="0" tIns="13335" rIns="0" bIns="0" rtlCol="0">
            <a:spAutoFit/>
          </a:bodyPr>
          <a:lstStyle/>
          <a:p>
            <a:pPr marL="12700">
              <a:lnSpc>
                <a:spcPct val="100000"/>
              </a:lnSpc>
              <a:spcBef>
                <a:spcPts val="105"/>
              </a:spcBef>
            </a:pPr>
            <a:r>
              <a:rPr sz="1800" dirty="0">
                <a:solidFill>
                  <a:srgbClr val="FDFFFF"/>
                </a:solidFill>
                <a:latin typeface="Calibri"/>
                <a:cs typeface="Calibri"/>
              </a:rPr>
              <a:t>[REPONSE]</a:t>
            </a:r>
            <a:r>
              <a:rPr sz="1800" spc="-60" dirty="0">
                <a:solidFill>
                  <a:srgbClr val="FDFFFF"/>
                </a:solidFill>
                <a:latin typeface="Calibri"/>
                <a:cs typeface="Calibri"/>
              </a:rPr>
              <a:t> </a:t>
            </a:r>
            <a:r>
              <a:rPr sz="1800" dirty="0">
                <a:solidFill>
                  <a:srgbClr val="FDFFFF"/>
                </a:solidFill>
                <a:latin typeface="Calibri"/>
                <a:cs typeface="Calibri"/>
              </a:rPr>
              <a:t>204</a:t>
            </a:r>
            <a:r>
              <a:rPr sz="1800" spc="15" dirty="0">
                <a:solidFill>
                  <a:srgbClr val="FDFFFF"/>
                </a:solidFill>
                <a:latin typeface="Calibri"/>
                <a:cs typeface="Calibri"/>
              </a:rPr>
              <a:t> </a:t>
            </a:r>
            <a:r>
              <a:rPr sz="1800" dirty="0">
                <a:solidFill>
                  <a:srgbClr val="FDFFFF"/>
                </a:solidFill>
                <a:latin typeface="Calibri"/>
                <a:cs typeface="Calibri"/>
              </a:rPr>
              <a:t>-</a:t>
            </a:r>
            <a:r>
              <a:rPr sz="1800" spc="-15" dirty="0">
                <a:solidFill>
                  <a:srgbClr val="FDFFFF"/>
                </a:solidFill>
                <a:latin typeface="Calibri"/>
                <a:cs typeface="Calibri"/>
              </a:rPr>
              <a:t> </a:t>
            </a:r>
            <a:r>
              <a:rPr sz="1800" spc="-10" dirty="0">
                <a:solidFill>
                  <a:srgbClr val="FDFFFF"/>
                </a:solidFill>
                <a:latin typeface="Calibri"/>
                <a:cs typeface="Calibri"/>
                <a:hlinkClick r:id="rId29"/>
              </a:rPr>
              <a:t>Http://netschool.lan/Person/1</a:t>
            </a:r>
            <a:endParaRPr sz="1800">
              <a:latin typeface="Calibri"/>
              <a:cs typeface="Calibri"/>
            </a:endParaRPr>
          </a:p>
        </p:txBody>
      </p:sp>
      <p:grpSp>
        <p:nvGrpSpPr>
          <p:cNvPr id="115" name="object 114">
            <a:extLst>
              <a:ext uri="{FF2B5EF4-FFF2-40B4-BE49-F238E27FC236}">
                <a16:creationId xmlns:a16="http://schemas.microsoft.com/office/drawing/2014/main" id="{753B9CE7-D101-BB0A-D408-31EC1CBDE370}"/>
              </a:ext>
            </a:extLst>
          </p:cNvPr>
          <p:cNvGrpSpPr/>
          <p:nvPr/>
        </p:nvGrpSpPr>
        <p:grpSpPr>
          <a:xfrm>
            <a:off x="5124479" y="3358495"/>
            <a:ext cx="704850" cy="1152525"/>
            <a:chOff x="5124479" y="3358495"/>
            <a:chExt cx="704850" cy="1152525"/>
          </a:xfrm>
        </p:grpSpPr>
        <p:pic>
          <p:nvPicPr>
            <p:cNvPr id="116" name="object 115">
              <a:extLst>
                <a:ext uri="{FF2B5EF4-FFF2-40B4-BE49-F238E27FC236}">
                  <a16:creationId xmlns:a16="http://schemas.microsoft.com/office/drawing/2014/main" id="{A2E7D58A-F451-DC3A-24EB-FE1C659C4716}"/>
                </a:ext>
              </a:extLst>
            </p:cNvPr>
            <p:cNvPicPr/>
            <p:nvPr/>
          </p:nvPicPr>
          <p:blipFill>
            <a:blip r:embed="rId32" cstate="print"/>
            <a:stretch>
              <a:fillRect/>
            </a:stretch>
          </p:blipFill>
          <p:spPr>
            <a:xfrm>
              <a:off x="5124479" y="3358495"/>
              <a:ext cx="704854" cy="1152266"/>
            </a:xfrm>
            <a:prstGeom prst="rect">
              <a:avLst/>
            </a:prstGeom>
          </p:spPr>
        </p:pic>
        <p:sp>
          <p:nvSpPr>
            <p:cNvPr id="117" name="object 116">
              <a:extLst>
                <a:ext uri="{FF2B5EF4-FFF2-40B4-BE49-F238E27FC236}">
                  <a16:creationId xmlns:a16="http://schemas.microsoft.com/office/drawing/2014/main" id="{4CAD41C4-D873-8328-4BFF-FC11D41B00F8}"/>
                </a:ext>
              </a:extLst>
            </p:cNvPr>
            <p:cNvSpPr/>
            <p:nvPr/>
          </p:nvSpPr>
          <p:spPr>
            <a:xfrm>
              <a:off x="5154832" y="3368399"/>
              <a:ext cx="635000" cy="1080135"/>
            </a:xfrm>
            <a:custGeom>
              <a:avLst/>
              <a:gdLst/>
              <a:ahLst/>
              <a:cxnLst/>
              <a:rect l="l" t="t" r="r" b="b"/>
              <a:pathLst>
                <a:path w="635000" h="1080135">
                  <a:moveTo>
                    <a:pt x="317375" y="0"/>
                  </a:moveTo>
                  <a:lnTo>
                    <a:pt x="0" y="0"/>
                  </a:lnTo>
                  <a:lnTo>
                    <a:pt x="0" y="1079765"/>
                  </a:lnTo>
                  <a:lnTo>
                    <a:pt x="317375" y="1079765"/>
                  </a:lnTo>
                  <a:lnTo>
                    <a:pt x="634750" y="539882"/>
                  </a:lnTo>
                  <a:lnTo>
                    <a:pt x="317375" y="0"/>
                  </a:lnTo>
                  <a:close/>
                </a:path>
              </a:pathLst>
            </a:custGeom>
            <a:solidFill>
              <a:srgbClr val="5B9BD4"/>
            </a:solidFill>
          </p:spPr>
          <p:txBody>
            <a:bodyPr wrap="square" lIns="0" tIns="0" rIns="0" bIns="0" rtlCol="0"/>
            <a:lstStyle/>
            <a:p>
              <a:endParaRPr/>
            </a:p>
          </p:txBody>
        </p:sp>
        <p:sp>
          <p:nvSpPr>
            <p:cNvPr id="118" name="object 117">
              <a:extLst>
                <a:ext uri="{FF2B5EF4-FFF2-40B4-BE49-F238E27FC236}">
                  <a16:creationId xmlns:a16="http://schemas.microsoft.com/office/drawing/2014/main" id="{CDA5F4C4-DACE-F65D-FD58-401F81951D36}"/>
                </a:ext>
              </a:extLst>
            </p:cNvPr>
            <p:cNvSpPr/>
            <p:nvPr/>
          </p:nvSpPr>
          <p:spPr>
            <a:xfrm>
              <a:off x="5154832" y="3368399"/>
              <a:ext cx="635000" cy="1080135"/>
            </a:xfrm>
            <a:custGeom>
              <a:avLst/>
              <a:gdLst/>
              <a:ahLst/>
              <a:cxnLst/>
              <a:rect l="l" t="t" r="r" b="b"/>
              <a:pathLst>
                <a:path w="635000" h="1080135">
                  <a:moveTo>
                    <a:pt x="0" y="1079765"/>
                  </a:moveTo>
                  <a:lnTo>
                    <a:pt x="317375" y="1079765"/>
                  </a:lnTo>
                  <a:lnTo>
                    <a:pt x="634750" y="539882"/>
                  </a:lnTo>
                  <a:lnTo>
                    <a:pt x="317375" y="0"/>
                  </a:lnTo>
                  <a:lnTo>
                    <a:pt x="0" y="0"/>
                  </a:lnTo>
                  <a:lnTo>
                    <a:pt x="0" y="1079765"/>
                  </a:lnTo>
                  <a:close/>
                </a:path>
              </a:pathLst>
            </a:custGeom>
            <a:ln w="3175">
              <a:solidFill>
                <a:srgbClr val="C7C7C7"/>
              </a:solidFill>
            </a:ln>
          </p:spPr>
          <p:txBody>
            <a:bodyPr wrap="square" lIns="0" tIns="0" rIns="0" bIns="0" rtlCol="0"/>
            <a:lstStyle/>
            <a:p>
              <a:endParaRPr/>
            </a:p>
          </p:txBody>
        </p:sp>
      </p:grpSp>
    </p:spTree>
    <p:extLst>
      <p:ext uri="{BB962C8B-B14F-4D97-AF65-F5344CB8AC3E}">
        <p14:creationId xmlns:p14="http://schemas.microsoft.com/office/powerpoint/2010/main" val="14415491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1597873"/>
          </a:xfrm>
          <a:prstGeom prst="rect">
            <a:avLst/>
          </a:prstGeom>
          <a:noFill/>
        </p:spPr>
        <p:txBody>
          <a:bodyPr wrap="square" rtlCol="0">
            <a:spAutoFit/>
          </a:bodyPr>
          <a:lstStyle/>
          <a:p>
            <a:r>
              <a:rPr lang="fr-FR" sz="2400" b="1" dirty="0"/>
              <a:t>Cycle de vie dans MVC</a:t>
            </a:r>
          </a:p>
          <a:p>
            <a:endParaRPr lang="fr-FR" sz="2400" b="1" dirty="0"/>
          </a:p>
          <a:p>
            <a:pPr marL="240029" indent="-227329">
              <a:lnSpc>
                <a:spcPct val="100000"/>
              </a:lnSpc>
              <a:spcBef>
                <a:spcPts val="409"/>
              </a:spcBef>
              <a:buClr>
                <a:srgbClr val="391778"/>
              </a:buClr>
              <a:buFont typeface="Arial"/>
              <a:buChar char="•"/>
              <a:tabLst>
                <a:tab pos="240029" algn="l"/>
              </a:tabLst>
            </a:pPr>
            <a:r>
              <a:rPr lang="fr-FR" sz="2400" dirty="0">
                <a:latin typeface="Segoe UI"/>
                <a:cs typeface="Segoe UI"/>
              </a:rPr>
              <a:t>Une</a:t>
            </a:r>
            <a:r>
              <a:rPr lang="fr-FR" sz="2400" spc="-60" dirty="0">
                <a:latin typeface="Segoe UI"/>
                <a:cs typeface="Segoe UI"/>
              </a:rPr>
              <a:t> </a:t>
            </a:r>
            <a:r>
              <a:rPr lang="fr-FR" sz="2400" dirty="0">
                <a:latin typeface="Segoe UI"/>
                <a:cs typeface="Segoe UI"/>
              </a:rPr>
              <a:t>action</a:t>
            </a:r>
            <a:r>
              <a:rPr lang="fr-FR" sz="2400" spc="-30" dirty="0">
                <a:latin typeface="Segoe UI"/>
                <a:cs typeface="Segoe UI"/>
              </a:rPr>
              <a:t> </a:t>
            </a:r>
            <a:r>
              <a:rPr lang="fr-FR" sz="2400" dirty="0">
                <a:latin typeface="Segoe UI"/>
                <a:cs typeface="Segoe UI"/>
              </a:rPr>
              <a:t>attend</a:t>
            </a:r>
            <a:r>
              <a:rPr lang="fr-FR" sz="2400" spc="-55" dirty="0">
                <a:latin typeface="Segoe UI"/>
                <a:cs typeface="Segoe UI"/>
              </a:rPr>
              <a:t> </a:t>
            </a:r>
            <a:r>
              <a:rPr lang="fr-FR" sz="2400" dirty="0">
                <a:latin typeface="Segoe UI"/>
                <a:cs typeface="Segoe UI"/>
              </a:rPr>
              <a:t>un</a:t>
            </a:r>
            <a:r>
              <a:rPr lang="fr-FR" sz="2400" spc="-55" dirty="0">
                <a:latin typeface="Segoe UI"/>
                <a:cs typeface="Segoe UI"/>
              </a:rPr>
              <a:t> </a:t>
            </a:r>
            <a:r>
              <a:rPr lang="fr-FR" sz="2400" dirty="0">
                <a:latin typeface="Segoe UI"/>
                <a:cs typeface="Segoe UI"/>
              </a:rPr>
              <a:t>type</a:t>
            </a:r>
            <a:r>
              <a:rPr lang="fr-FR" sz="2400" spc="-60" dirty="0">
                <a:latin typeface="Segoe UI"/>
                <a:cs typeface="Segoe UI"/>
              </a:rPr>
              <a:t> </a:t>
            </a:r>
            <a:r>
              <a:rPr lang="fr-FR" sz="2400" dirty="0">
                <a:latin typeface="Segoe UI"/>
                <a:cs typeface="Segoe UI"/>
              </a:rPr>
              <a:t>de</a:t>
            </a:r>
            <a:r>
              <a:rPr lang="fr-FR" sz="2400" spc="-55" dirty="0">
                <a:latin typeface="Segoe UI"/>
                <a:cs typeface="Segoe UI"/>
              </a:rPr>
              <a:t> </a:t>
            </a:r>
            <a:r>
              <a:rPr lang="fr-FR" sz="2400" dirty="0">
                <a:latin typeface="Segoe UI"/>
                <a:cs typeface="Segoe UI"/>
              </a:rPr>
              <a:t>retour</a:t>
            </a:r>
            <a:r>
              <a:rPr lang="fr-FR" sz="2400" spc="-50" dirty="0">
                <a:latin typeface="Segoe UI"/>
                <a:cs typeface="Segoe UI"/>
              </a:rPr>
              <a:t> </a:t>
            </a:r>
            <a:r>
              <a:rPr lang="fr-FR" sz="2400" dirty="0">
                <a:latin typeface="Segoe UI"/>
                <a:cs typeface="Segoe UI"/>
              </a:rPr>
              <a:t>implémentant</a:t>
            </a:r>
            <a:r>
              <a:rPr lang="fr-FR" sz="2400" spc="-45" dirty="0">
                <a:latin typeface="Segoe UI"/>
                <a:cs typeface="Segoe UI"/>
              </a:rPr>
              <a:t> </a:t>
            </a:r>
            <a:r>
              <a:rPr lang="fr-FR" sz="2400" i="1" spc="-10" dirty="0" err="1">
                <a:latin typeface="Segoe UI"/>
                <a:cs typeface="Segoe UI"/>
              </a:rPr>
              <a:t>IActionResult</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dirty="0">
                <a:latin typeface="Segoe UI"/>
                <a:cs typeface="Segoe UI"/>
              </a:rPr>
              <a:t>De</a:t>
            </a:r>
            <a:r>
              <a:rPr lang="fr-FR" sz="2000" spc="-50" dirty="0">
                <a:latin typeface="Segoe UI"/>
                <a:cs typeface="Segoe UI"/>
              </a:rPr>
              <a:t> </a:t>
            </a:r>
            <a:r>
              <a:rPr lang="fr-FR" sz="2000" dirty="0">
                <a:latin typeface="Segoe UI"/>
                <a:cs typeface="Segoe UI"/>
              </a:rPr>
              <a:t>nombreuses</a:t>
            </a:r>
            <a:r>
              <a:rPr lang="fr-FR" sz="2000" spc="-45" dirty="0">
                <a:latin typeface="Segoe UI"/>
                <a:cs typeface="Segoe UI"/>
              </a:rPr>
              <a:t> </a:t>
            </a:r>
            <a:r>
              <a:rPr lang="fr-FR" sz="2000" dirty="0">
                <a:latin typeface="Segoe UI"/>
                <a:cs typeface="Segoe UI"/>
              </a:rPr>
              <a:t>classes</a:t>
            </a:r>
            <a:r>
              <a:rPr lang="fr-FR" sz="2000" spc="-45" dirty="0">
                <a:latin typeface="Segoe UI"/>
                <a:cs typeface="Segoe UI"/>
              </a:rPr>
              <a:t> </a:t>
            </a:r>
            <a:r>
              <a:rPr lang="fr-FR" sz="2000" dirty="0">
                <a:latin typeface="Segoe UI"/>
                <a:cs typeface="Segoe UI"/>
              </a:rPr>
              <a:t>implémentent</a:t>
            </a:r>
            <a:r>
              <a:rPr lang="fr-FR" sz="2000" spc="-40" dirty="0">
                <a:latin typeface="Segoe UI"/>
                <a:cs typeface="Segoe UI"/>
              </a:rPr>
              <a:t> </a:t>
            </a:r>
            <a:r>
              <a:rPr lang="fr-FR" sz="2000" dirty="0">
                <a:latin typeface="Segoe UI"/>
                <a:cs typeface="Segoe UI"/>
              </a:rPr>
              <a:t>déjà</a:t>
            </a:r>
            <a:r>
              <a:rPr lang="fr-FR" sz="2000" spc="-35" dirty="0">
                <a:latin typeface="Segoe UI"/>
                <a:cs typeface="Segoe UI"/>
              </a:rPr>
              <a:t> </a:t>
            </a:r>
            <a:r>
              <a:rPr lang="fr-FR" sz="2000" spc="-10" dirty="0" err="1">
                <a:latin typeface="Segoe UI"/>
                <a:cs typeface="Segoe UI"/>
              </a:rPr>
              <a:t>IActionResult</a:t>
            </a:r>
            <a:endParaRPr lang="fr-FR" sz="2400" dirty="0"/>
          </a:p>
        </p:txBody>
      </p:sp>
      <p:sp>
        <p:nvSpPr>
          <p:cNvPr id="5" name="ZoneTexte 4">
            <a:extLst>
              <a:ext uri="{FF2B5EF4-FFF2-40B4-BE49-F238E27FC236}">
                <a16:creationId xmlns:a16="http://schemas.microsoft.com/office/drawing/2014/main" id="{B66CA2BC-2AC7-B804-199A-9190AD2D56B9}"/>
              </a:ext>
            </a:extLst>
          </p:cNvPr>
          <p:cNvSpPr txBox="1"/>
          <p:nvPr/>
        </p:nvSpPr>
        <p:spPr>
          <a:xfrm>
            <a:off x="2471057" y="3527030"/>
            <a:ext cx="6487886" cy="2308324"/>
          </a:xfrm>
          <a:prstGeom prst="rect">
            <a:avLst/>
          </a:prstGeom>
          <a:noFill/>
        </p:spPr>
        <p:txBody>
          <a:bodyPr wrap="square">
            <a:spAutoFit/>
          </a:bodyPr>
          <a:lstStyle/>
          <a:p>
            <a:r>
              <a:rPr lang="fr-FR" sz="1800" dirty="0">
                <a:solidFill>
                  <a:srgbClr val="0000FF"/>
                </a:solidFill>
                <a:latin typeface="Cascadia Mono" panose="020B0609020000020004" pitchFamily="49" charset="0"/>
              </a:rPr>
              <a:t>public</a:t>
            </a:r>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class</a:t>
            </a:r>
            <a:r>
              <a:rPr lang="fr-FR" sz="1800" dirty="0">
                <a:solidFill>
                  <a:srgbClr val="000000"/>
                </a:solidFill>
                <a:latin typeface="Cascadia Mono" panose="020B0609020000020004" pitchFamily="49" charset="0"/>
              </a:rPr>
              <a:t> </a:t>
            </a:r>
            <a:r>
              <a:rPr lang="fr-FR" sz="1800" dirty="0" err="1">
                <a:solidFill>
                  <a:srgbClr val="2B91AF"/>
                </a:solidFill>
                <a:latin typeface="Cascadia Mono" panose="020B0609020000020004" pitchFamily="49" charset="0"/>
              </a:rPr>
              <a:t>SampleController</a:t>
            </a:r>
            <a:r>
              <a:rPr lang="fr-FR" sz="1800" dirty="0">
                <a:solidFill>
                  <a:srgbClr val="000000"/>
                </a:solidFill>
                <a:latin typeface="Cascadia Mono" panose="020B0609020000020004" pitchFamily="49" charset="0"/>
              </a:rPr>
              <a:t> : </a:t>
            </a:r>
            <a:r>
              <a:rPr lang="fr-FR" sz="1800" dirty="0" err="1">
                <a:solidFill>
                  <a:schemeClr val="accent5">
                    <a:lumMod val="75000"/>
                  </a:schemeClr>
                </a:solidFill>
                <a:latin typeface="Cascadia Mono" panose="020B0609020000020004" pitchFamily="49" charset="0"/>
              </a:rPr>
              <a:t>ControllerBase</a:t>
            </a:r>
            <a:endParaRPr lang="fr-FR" sz="1800" dirty="0">
              <a:solidFill>
                <a:schemeClr val="accent5">
                  <a:lumMod val="75000"/>
                </a:schemeClr>
              </a:solidFill>
              <a:latin typeface="Cascadia Mono" panose="020B0609020000020004" pitchFamily="49" charset="0"/>
            </a:endParaRPr>
          </a:p>
          <a:p>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r>
              <a:rPr lang="fr-FR" sz="1800" dirty="0">
                <a:solidFill>
                  <a:srgbClr val="008000"/>
                </a:solidFill>
                <a:latin typeface="Cascadia Mono" panose="020B0609020000020004" pitchFamily="49" charset="0"/>
              </a:rPr>
              <a:t>// GET: </a:t>
            </a:r>
            <a:r>
              <a:rPr lang="fr-FR" sz="1800" dirty="0" err="1">
                <a:solidFill>
                  <a:srgbClr val="008000"/>
                </a:solidFill>
                <a:latin typeface="Cascadia Mono" panose="020B0609020000020004" pitchFamily="49" charset="0"/>
              </a:rPr>
              <a:t>Classrooms</a:t>
            </a:r>
            <a:r>
              <a:rPr lang="fr-FR" sz="1800" dirty="0">
                <a:solidFill>
                  <a:srgbClr val="008000"/>
                </a:solidFill>
                <a:latin typeface="Cascadia Mono" panose="020B0609020000020004" pitchFamily="49" charset="0"/>
              </a:rPr>
              <a:t>/5</a:t>
            </a:r>
            <a:endParaRPr lang="fr-FR" sz="1800" dirty="0">
              <a:solidFill>
                <a:srgbClr val="000000"/>
              </a:solidFill>
              <a:latin typeface="Cascadia Mono" panose="020B0609020000020004" pitchFamily="49" charset="0"/>
            </a:endParaRP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public</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IActionResult</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GetContent</a:t>
            </a:r>
            <a:r>
              <a:rPr lang="fr-FR" sz="1800" dirty="0">
                <a:solidFill>
                  <a:srgbClr val="000000"/>
                </a:solidFill>
                <a:latin typeface="Cascadia Mono" panose="020B0609020000020004" pitchFamily="49" charset="0"/>
              </a:rPr>
              <a:t>(</a:t>
            </a:r>
            <a:r>
              <a:rPr lang="fr-FR" sz="1800" dirty="0" err="1">
                <a:solidFill>
                  <a:srgbClr val="0000FF"/>
                </a:solidFill>
                <a:latin typeface="Cascadia Mono" panose="020B0609020000020004" pitchFamily="49" charset="0"/>
              </a:rPr>
              <a:t>int</a:t>
            </a:r>
            <a:r>
              <a:rPr lang="fr-FR" sz="1800" dirty="0">
                <a:solidFill>
                  <a:srgbClr val="000000"/>
                </a:solidFill>
                <a:latin typeface="Cascadia Mono" panose="020B0609020000020004" pitchFamily="49" charset="0"/>
              </a:rPr>
              <a:t>? id)</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return</a:t>
            </a:r>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new</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OkObjectResult</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a:t>
            </a:r>
            <a:endParaRPr lang="fr-FR" dirty="0"/>
          </a:p>
        </p:txBody>
      </p:sp>
    </p:spTree>
    <p:extLst>
      <p:ext uri="{BB962C8B-B14F-4D97-AF65-F5344CB8AC3E}">
        <p14:creationId xmlns:p14="http://schemas.microsoft.com/office/powerpoint/2010/main" val="1634263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5319405"/>
          </a:xfrm>
          <a:prstGeom prst="rect">
            <a:avLst/>
          </a:prstGeom>
          <a:noFill/>
        </p:spPr>
        <p:txBody>
          <a:bodyPr wrap="square" rtlCol="0">
            <a:spAutoFit/>
          </a:bodyPr>
          <a:lstStyle/>
          <a:p>
            <a:r>
              <a:rPr lang="fr-FR" sz="2400" b="1" dirty="0"/>
              <a:t>Types de retour</a:t>
            </a:r>
          </a:p>
          <a:p>
            <a:endParaRPr lang="fr-FR" sz="2400" b="1" dirty="0"/>
          </a:p>
          <a:p>
            <a:pPr marL="240029" marR="5080" indent="-227329">
              <a:lnSpc>
                <a:spcPts val="2590"/>
              </a:lnSpc>
              <a:spcBef>
                <a:spcPts val="425"/>
              </a:spcBef>
              <a:buClr>
                <a:srgbClr val="391778"/>
              </a:buClr>
              <a:buFont typeface="Arial"/>
              <a:buChar char="•"/>
              <a:tabLst>
                <a:tab pos="241300" algn="l"/>
              </a:tabLst>
            </a:pPr>
            <a:r>
              <a:rPr lang="fr-FR" sz="2400" dirty="0">
                <a:latin typeface="Segoe UI"/>
                <a:cs typeface="Segoe UI"/>
              </a:rPr>
              <a:t>Il</a:t>
            </a:r>
            <a:r>
              <a:rPr lang="fr-FR" sz="2400" spc="-50" dirty="0">
                <a:latin typeface="Segoe UI"/>
                <a:cs typeface="Segoe UI"/>
              </a:rPr>
              <a:t> </a:t>
            </a:r>
            <a:r>
              <a:rPr lang="fr-FR" sz="2400" dirty="0">
                <a:latin typeface="Segoe UI"/>
                <a:cs typeface="Segoe UI"/>
              </a:rPr>
              <a:t>existe</a:t>
            </a:r>
            <a:r>
              <a:rPr lang="fr-FR" sz="2400" spc="-50" dirty="0">
                <a:latin typeface="Segoe UI"/>
                <a:cs typeface="Segoe UI"/>
              </a:rPr>
              <a:t> </a:t>
            </a:r>
            <a:r>
              <a:rPr lang="fr-FR" sz="2400" dirty="0">
                <a:latin typeface="Segoe UI"/>
                <a:cs typeface="Segoe UI"/>
              </a:rPr>
              <a:t>cependant</a:t>
            </a:r>
            <a:r>
              <a:rPr lang="fr-FR" sz="2400" spc="-50" dirty="0">
                <a:latin typeface="Segoe UI"/>
                <a:cs typeface="Segoe UI"/>
              </a:rPr>
              <a:t> </a:t>
            </a:r>
            <a:r>
              <a:rPr lang="fr-FR" sz="2400" dirty="0">
                <a:latin typeface="Segoe UI"/>
                <a:cs typeface="Segoe UI"/>
              </a:rPr>
              <a:t>des</a:t>
            </a:r>
            <a:r>
              <a:rPr lang="fr-FR" sz="2400" spc="-70" dirty="0">
                <a:latin typeface="Segoe UI"/>
                <a:cs typeface="Segoe UI"/>
              </a:rPr>
              <a:t> </a:t>
            </a:r>
            <a:r>
              <a:rPr lang="fr-FR" sz="2400" dirty="0">
                <a:latin typeface="Segoe UI"/>
                <a:cs typeface="Segoe UI"/>
              </a:rPr>
              <a:t>méthodes</a:t>
            </a:r>
            <a:r>
              <a:rPr lang="fr-FR" sz="2400" spc="-65" dirty="0">
                <a:latin typeface="Segoe UI"/>
                <a:cs typeface="Segoe UI"/>
              </a:rPr>
              <a:t> </a:t>
            </a:r>
            <a:r>
              <a:rPr lang="fr-FR" sz="2400" dirty="0">
                <a:latin typeface="Segoe UI"/>
                <a:cs typeface="Segoe UI"/>
              </a:rPr>
              <a:t>dans</a:t>
            </a:r>
            <a:r>
              <a:rPr lang="fr-FR" sz="2400" spc="-30" dirty="0">
                <a:latin typeface="Segoe UI"/>
                <a:cs typeface="Segoe UI"/>
              </a:rPr>
              <a:t> </a:t>
            </a:r>
            <a:r>
              <a:rPr lang="fr-FR" sz="2400" dirty="0" err="1">
                <a:latin typeface="Segoe UI"/>
                <a:cs typeface="Segoe UI"/>
              </a:rPr>
              <a:t>ControllerBase</a:t>
            </a:r>
            <a:r>
              <a:rPr lang="fr-FR" sz="2400" spc="-25" dirty="0">
                <a:latin typeface="Segoe UI"/>
                <a:cs typeface="Segoe UI"/>
              </a:rPr>
              <a:t> </a:t>
            </a:r>
            <a:r>
              <a:rPr lang="fr-FR" sz="2400" dirty="0">
                <a:latin typeface="Segoe UI"/>
                <a:cs typeface="Segoe UI"/>
              </a:rPr>
              <a:t>permettant</a:t>
            </a:r>
            <a:r>
              <a:rPr lang="fr-FR" sz="2400" spc="-65" dirty="0">
                <a:latin typeface="Segoe UI"/>
                <a:cs typeface="Segoe UI"/>
              </a:rPr>
              <a:t> </a:t>
            </a:r>
            <a:r>
              <a:rPr lang="fr-FR" sz="2400" spc="-25" dirty="0">
                <a:latin typeface="Segoe UI"/>
                <a:cs typeface="Segoe UI"/>
              </a:rPr>
              <a:t>de 	</a:t>
            </a:r>
            <a:r>
              <a:rPr lang="fr-FR" sz="2400" dirty="0">
                <a:latin typeface="Segoe UI"/>
                <a:cs typeface="Segoe UI"/>
              </a:rPr>
              <a:t>créer</a:t>
            </a:r>
            <a:r>
              <a:rPr lang="fr-FR" sz="2400" spc="-35" dirty="0">
                <a:latin typeface="Segoe UI"/>
                <a:cs typeface="Segoe UI"/>
              </a:rPr>
              <a:t> </a:t>
            </a:r>
            <a:r>
              <a:rPr lang="fr-FR" sz="2400" dirty="0">
                <a:latin typeface="Segoe UI"/>
                <a:cs typeface="Segoe UI"/>
              </a:rPr>
              <a:t>un</a:t>
            </a:r>
            <a:r>
              <a:rPr lang="fr-FR" sz="2400" spc="-30" dirty="0">
                <a:latin typeface="Segoe UI"/>
                <a:cs typeface="Segoe UI"/>
              </a:rPr>
              <a:t> </a:t>
            </a:r>
            <a:r>
              <a:rPr lang="fr-FR" sz="2400" dirty="0">
                <a:latin typeface="Segoe UI"/>
                <a:cs typeface="Segoe UI"/>
              </a:rPr>
              <a:t>retour</a:t>
            </a:r>
            <a:r>
              <a:rPr lang="fr-FR" sz="2400" spc="-15" dirty="0">
                <a:latin typeface="Segoe UI"/>
                <a:cs typeface="Segoe UI"/>
              </a:rPr>
              <a:t> </a:t>
            </a:r>
            <a:r>
              <a:rPr lang="fr-FR" sz="2400" dirty="0">
                <a:latin typeface="Segoe UI"/>
                <a:cs typeface="Segoe UI"/>
              </a:rPr>
              <a:t>et</a:t>
            </a:r>
            <a:r>
              <a:rPr lang="fr-FR" sz="2400" spc="-35" dirty="0">
                <a:latin typeface="Segoe UI"/>
                <a:cs typeface="Segoe UI"/>
              </a:rPr>
              <a:t> </a:t>
            </a:r>
            <a:r>
              <a:rPr lang="fr-FR" sz="2400" dirty="0">
                <a:latin typeface="Segoe UI"/>
                <a:cs typeface="Segoe UI"/>
              </a:rPr>
              <a:t>un</a:t>
            </a:r>
            <a:r>
              <a:rPr lang="fr-FR" sz="2400" spc="-15" dirty="0">
                <a:latin typeface="Segoe UI"/>
                <a:cs typeface="Segoe UI"/>
              </a:rPr>
              <a:t> </a:t>
            </a:r>
            <a:r>
              <a:rPr lang="fr-FR" sz="2400" dirty="0">
                <a:latin typeface="Segoe UI"/>
                <a:cs typeface="Segoe UI"/>
              </a:rPr>
              <a:t>code</a:t>
            </a:r>
            <a:r>
              <a:rPr lang="fr-FR" sz="2400" spc="-30" dirty="0">
                <a:latin typeface="Segoe UI"/>
                <a:cs typeface="Segoe UI"/>
              </a:rPr>
              <a:t> </a:t>
            </a:r>
            <a:r>
              <a:rPr lang="fr-FR" sz="2400" dirty="0">
                <a:latin typeface="Segoe UI"/>
                <a:cs typeface="Segoe UI"/>
              </a:rPr>
              <a:t>de</a:t>
            </a:r>
            <a:r>
              <a:rPr lang="fr-FR" sz="2400" spc="-35" dirty="0">
                <a:latin typeface="Segoe UI"/>
                <a:cs typeface="Segoe UI"/>
              </a:rPr>
              <a:t> </a:t>
            </a:r>
            <a:r>
              <a:rPr lang="fr-FR" sz="2400" dirty="0">
                <a:latin typeface="Segoe UI"/>
                <a:cs typeface="Segoe UI"/>
              </a:rPr>
              <a:t>statut</a:t>
            </a:r>
            <a:r>
              <a:rPr lang="fr-FR" sz="2400" spc="-30" dirty="0">
                <a:latin typeface="Segoe UI"/>
                <a:cs typeface="Segoe UI"/>
              </a:rPr>
              <a:t> </a:t>
            </a:r>
            <a:r>
              <a:rPr lang="fr-FR" sz="2400" spc="-20" dirty="0">
                <a:latin typeface="Segoe UI"/>
                <a:cs typeface="Segoe UI"/>
              </a:rPr>
              <a:t>HTTP</a:t>
            </a:r>
            <a:endParaRPr lang="fr-FR" sz="2400" dirty="0">
              <a:latin typeface="Segoe UI"/>
              <a:cs typeface="Segoe UI"/>
            </a:endParaRPr>
          </a:p>
          <a:p>
            <a:pPr marL="698500" lvl="1" indent="-228600">
              <a:lnSpc>
                <a:spcPct val="100000"/>
              </a:lnSpc>
              <a:spcBef>
                <a:spcPts val="2315"/>
              </a:spcBef>
              <a:buClr>
                <a:srgbClr val="391778"/>
              </a:buClr>
              <a:buFont typeface="Arial"/>
              <a:buChar char="•"/>
              <a:tabLst>
                <a:tab pos="698500" algn="l"/>
              </a:tabLst>
            </a:pPr>
            <a:r>
              <a:rPr lang="fr-FR" sz="2000" dirty="0">
                <a:latin typeface="Segoe UI"/>
                <a:cs typeface="Segoe UI"/>
              </a:rPr>
              <a:t>Retour</a:t>
            </a:r>
            <a:r>
              <a:rPr lang="fr-FR" sz="2000" spc="-40" dirty="0">
                <a:latin typeface="Segoe UI"/>
                <a:cs typeface="Segoe UI"/>
              </a:rPr>
              <a:t> </a:t>
            </a:r>
            <a:r>
              <a:rPr lang="fr-FR" sz="2000" dirty="0">
                <a:latin typeface="Segoe UI"/>
                <a:cs typeface="Segoe UI"/>
              </a:rPr>
              <a:t>de</a:t>
            </a:r>
            <a:r>
              <a:rPr lang="fr-FR" sz="2000" spc="-40" dirty="0">
                <a:latin typeface="Segoe UI"/>
                <a:cs typeface="Segoe UI"/>
              </a:rPr>
              <a:t> </a:t>
            </a:r>
            <a:r>
              <a:rPr lang="fr-FR" sz="2000" dirty="0">
                <a:latin typeface="Segoe UI"/>
                <a:cs typeface="Segoe UI"/>
              </a:rPr>
              <a:t>type</a:t>
            </a:r>
            <a:r>
              <a:rPr lang="fr-FR" sz="2000" spc="-45" dirty="0">
                <a:latin typeface="Segoe UI"/>
                <a:cs typeface="Segoe UI"/>
              </a:rPr>
              <a:t> </a:t>
            </a:r>
            <a:r>
              <a:rPr lang="fr-FR" sz="2000" spc="-10" dirty="0" err="1">
                <a:latin typeface="Segoe UI"/>
                <a:cs typeface="Segoe UI"/>
              </a:rPr>
              <a:t>HttpStatusCodeResult</a:t>
            </a:r>
            <a:endParaRPr lang="fr-FR" sz="2000" dirty="0">
              <a:latin typeface="Segoe UI"/>
              <a:cs typeface="Segoe UI"/>
            </a:endParaRPr>
          </a:p>
          <a:p>
            <a:pPr marL="927100">
              <a:lnSpc>
                <a:spcPct val="100000"/>
              </a:lnSpc>
              <a:spcBef>
                <a:spcPts val="545"/>
              </a:spcBef>
            </a:pPr>
            <a:r>
              <a:rPr lang="fr-FR" sz="1800" dirty="0">
                <a:solidFill>
                  <a:srgbClr val="0000FF"/>
                </a:solidFill>
                <a:latin typeface="Consolas"/>
                <a:cs typeface="Consolas"/>
              </a:rPr>
              <a:t>return</a:t>
            </a:r>
            <a:r>
              <a:rPr lang="fr-FR" sz="1800" spc="-45" dirty="0">
                <a:solidFill>
                  <a:srgbClr val="0000FF"/>
                </a:solidFill>
                <a:latin typeface="Consolas"/>
                <a:cs typeface="Consolas"/>
              </a:rPr>
              <a:t> </a:t>
            </a:r>
            <a:r>
              <a:rPr lang="fr-FR" sz="1800" spc="-20" dirty="0">
                <a:latin typeface="Consolas"/>
                <a:cs typeface="Consolas"/>
              </a:rPr>
              <a:t>Ok();</a:t>
            </a:r>
            <a:endParaRPr lang="fr-FR" sz="1800" dirty="0">
              <a:latin typeface="Consolas"/>
              <a:cs typeface="Consolas"/>
            </a:endParaRPr>
          </a:p>
          <a:p>
            <a:pPr marL="927100" marR="6072505">
              <a:lnSpc>
                <a:spcPct val="127800"/>
              </a:lnSpc>
            </a:pPr>
            <a:r>
              <a:rPr lang="fr-FR" sz="1800" dirty="0">
                <a:solidFill>
                  <a:srgbClr val="0000FF"/>
                </a:solidFill>
                <a:latin typeface="Consolas"/>
                <a:cs typeface="Consolas"/>
              </a:rPr>
              <a:t>return</a:t>
            </a:r>
            <a:r>
              <a:rPr lang="fr-FR" sz="1800" spc="-50" dirty="0">
                <a:solidFill>
                  <a:srgbClr val="0000FF"/>
                </a:solidFill>
                <a:latin typeface="Consolas"/>
                <a:cs typeface="Consolas"/>
              </a:rPr>
              <a:t> </a:t>
            </a:r>
            <a:r>
              <a:rPr lang="fr-FR" sz="1800" spc="-10" dirty="0" err="1">
                <a:latin typeface="Consolas"/>
                <a:cs typeface="Consolas"/>
              </a:rPr>
              <a:t>NoContent</a:t>
            </a:r>
            <a:r>
              <a:rPr lang="fr-FR" sz="1800" spc="-10" dirty="0">
                <a:latin typeface="Consolas"/>
                <a:cs typeface="Consolas"/>
              </a:rPr>
              <a:t>();</a:t>
            </a:r>
          </a:p>
          <a:p>
            <a:pPr marL="927100" marR="6072505">
              <a:lnSpc>
                <a:spcPct val="127800"/>
              </a:lnSpc>
            </a:pPr>
            <a:r>
              <a:rPr lang="fr-FR" sz="1800" dirty="0">
                <a:solidFill>
                  <a:srgbClr val="0000FF"/>
                </a:solidFill>
                <a:latin typeface="Consolas"/>
                <a:cs typeface="Consolas"/>
              </a:rPr>
              <a:t>return</a:t>
            </a:r>
            <a:r>
              <a:rPr lang="fr-FR" sz="1800" spc="-35" dirty="0">
                <a:solidFill>
                  <a:srgbClr val="0000FF"/>
                </a:solidFill>
                <a:latin typeface="Consolas"/>
                <a:cs typeface="Consolas"/>
              </a:rPr>
              <a:t> </a:t>
            </a:r>
            <a:r>
              <a:rPr lang="fr-FR" sz="1800" spc="-10" dirty="0" err="1">
                <a:latin typeface="Consolas"/>
                <a:cs typeface="Consolas"/>
              </a:rPr>
              <a:t>NotFound</a:t>
            </a:r>
            <a:r>
              <a:rPr lang="fr-FR" sz="1800" spc="-10" dirty="0">
                <a:latin typeface="Consolas"/>
                <a:cs typeface="Consolas"/>
              </a:rPr>
              <a:t>();</a:t>
            </a:r>
          </a:p>
          <a:p>
            <a:pPr marL="927100" marR="6072505">
              <a:lnSpc>
                <a:spcPct val="127800"/>
              </a:lnSpc>
            </a:pPr>
            <a:r>
              <a:rPr lang="fr-FR" sz="1800" dirty="0">
                <a:solidFill>
                  <a:srgbClr val="0000FF"/>
                </a:solidFill>
                <a:latin typeface="Consolas"/>
                <a:cs typeface="Consolas"/>
              </a:rPr>
              <a:t>return</a:t>
            </a:r>
            <a:r>
              <a:rPr lang="fr-FR" sz="1800" spc="-35" dirty="0">
                <a:solidFill>
                  <a:srgbClr val="0000FF"/>
                </a:solidFill>
                <a:latin typeface="Consolas"/>
                <a:cs typeface="Consolas"/>
              </a:rPr>
              <a:t> </a:t>
            </a:r>
            <a:r>
              <a:rPr lang="fr-FR" sz="1800" spc="-10" dirty="0" err="1">
                <a:latin typeface="Consolas"/>
                <a:cs typeface="Consolas"/>
              </a:rPr>
              <a:t>BadRequest</a:t>
            </a:r>
            <a:r>
              <a:rPr lang="fr-FR" sz="1800" spc="-10" dirty="0">
                <a:latin typeface="Consolas"/>
                <a:cs typeface="Consolas"/>
              </a:rPr>
              <a:t>(); </a:t>
            </a:r>
            <a:r>
              <a:rPr lang="fr-FR" sz="1800" dirty="0">
                <a:solidFill>
                  <a:srgbClr val="0000FF"/>
                </a:solidFill>
                <a:latin typeface="Consolas"/>
                <a:cs typeface="Consolas"/>
              </a:rPr>
              <a:t>return</a:t>
            </a:r>
            <a:r>
              <a:rPr lang="fr-FR" sz="1800" spc="-35" dirty="0">
                <a:solidFill>
                  <a:srgbClr val="0000FF"/>
                </a:solidFill>
                <a:latin typeface="Consolas"/>
                <a:cs typeface="Consolas"/>
              </a:rPr>
              <a:t> </a:t>
            </a:r>
            <a:r>
              <a:rPr lang="fr-FR" sz="1800" spc="-10" dirty="0" err="1">
                <a:latin typeface="Consolas"/>
                <a:cs typeface="Consolas"/>
              </a:rPr>
              <a:t>Forbid</a:t>
            </a:r>
            <a:r>
              <a:rPr lang="fr-FR" sz="1800" spc="-10" dirty="0">
                <a:latin typeface="Consolas"/>
                <a:cs typeface="Consolas"/>
              </a:rPr>
              <a:t>();</a:t>
            </a:r>
            <a:endParaRPr lang="fr-FR" sz="1800" dirty="0">
              <a:latin typeface="Consolas"/>
              <a:cs typeface="Consolas"/>
            </a:endParaRPr>
          </a:p>
          <a:p>
            <a:pPr marL="927100">
              <a:lnSpc>
                <a:spcPct val="100000"/>
              </a:lnSpc>
              <a:spcBef>
                <a:spcPts val="600"/>
              </a:spcBef>
            </a:pPr>
            <a:r>
              <a:rPr lang="fr-FR" sz="1800" dirty="0">
                <a:solidFill>
                  <a:srgbClr val="0000FF"/>
                </a:solidFill>
                <a:latin typeface="Consolas"/>
                <a:cs typeface="Consolas"/>
              </a:rPr>
              <a:t>return</a:t>
            </a:r>
            <a:r>
              <a:rPr lang="fr-FR" sz="1800" spc="-50" dirty="0">
                <a:solidFill>
                  <a:srgbClr val="0000FF"/>
                </a:solidFill>
                <a:latin typeface="Consolas"/>
                <a:cs typeface="Consolas"/>
              </a:rPr>
              <a:t> </a:t>
            </a:r>
            <a:r>
              <a:rPr lang="fr-FR" sz="1800" spc="-10" dirty="0" err="1">
                <a:latin typeface="Consolas"/>
                <a:cs typeface="Consolas"/>
              </a:rPr>
              <a:t>StatusCode</a:t>
            </a:r>
            <a:r>
              <a:rPr lang="fr-FR" sz="1800" spc="-10" dirty="0">
                <a:latin typeface="Consolas"/>
                <a:cs typeface="Consolas"/>
              </a:rPr>
              <a:t>(500);</a:t>
            </a:r>
            <a:endParaRPr lang="fr-FR" sz="1800" dirty="0">
              <a:latin typeface="Consolas"/>
              <a:cs typeface="Consolas"/>
            </a:endParaRPr>
          </a:p>
          <a:p>
            <a:pPr>
              <a:lnSpc>
                <a:spcPct val="100000"/>
              </a:lnSpc>
              <a:spcBef>
                <a:spcPts val="935"/>
              </a:spcBef>
            </a:pPr>
            <a:endParaRPr lang="fr-FR" sz="1400" dirty="0">
              <a:latin typeface="Consolas"/>
              <a:cs typeface="Consolas"/>
            </a:endParaRPr>
          </a:p>
          <a:p>
            <a:pPr marL="698500" lvl="1" indent="-228600">
              <a:lnSpc>
                <a:spcPct val="100000"/>
              </a:lnSpc>
              <a:buClr>
                <a:srgbClr val="391778"/>
              </a:buClr>
              <a:buFont typeface="Arial"/>
              <a:buChar char="•"/>
              <a:tabLst>
                <a:tab pos="698500" algn="l"/>
              </a:tabLst>
            </a:pPr>
            <a:r>
              <a:rPr lang="fr-FR" sz="2000" dirty="0">
                <a:latin typeface="Segoe UI"/>
                <a:cs typeface="Segoe UI"/>
              </a:rPr>
              <a:t>Une</a:t>
            </a:r>
            <a:r>
              <a:rPr lang="fr-FR" sz="2000" spc="-40" dirty="0">
                <a:latin typeface="Segoe UI"/>
                <a:cs typeface="Segoe UI"/>
              </a:rPr>
              <a:t> </a:t>
            </a:r>
            <a:r>
              <a:rPr lang="fr-FR" sz="2000" dirty="0">
                <a:latin typeface="Segoe UI"/>
                <a:cs typeface="Segoe UI"/>
              </a:rPr>
              <a:t>donnée</a:t>
            </a:r>
            <a:r>
              <a:rPr lang="fr-FR" sz="2000" spc="-50" dirty="0">
                <a:latin typeface="Segoe UI"/>
                <a:cs typeface="Segoe UI"/>
              </a:rPr>
              <a:t> </a:t>
            </a:r>
            <a:r>
              <a:rPr lang="fr-FR" sz="2000" dirty="0">
                <a:latin typeface="Segoe UI"/>
                <a:cs typeface="Segoe UI"/>
              </a:rPr>
              <a:t>peut</a:t>
            </a:r>
            <a:r>
              <a:rPr lang="fr-FR" sz="2000" spc="-40" dirty="0">
                <a:latin typeface="Segoe UI"/>
                <a:cs typeface="Segoe UI"/>
              </a:rPr>
              <a:t> </a:t>
            </a:r>
            <a:r>
              <a:rPr lang="fr-FR" sz="2000" dirty="0">
                <a:latin typeface="Segoe UI"/>
                <a:cs typeface="Segoe UI"/>
              </a:rPr>
              <a:t>alors</a:t>
            </a:r>
            <a:r>
              <a:rPr lang="fr-FR" sz="2000" spc="-40" dirty="0">
                <a:latin typeface="Segoe UI"/>
                <a:cs typeface="Segoe UI"/>
              </a:rPr>
              <a:t> </a:t>
            </a:r>
            <a:r>
              <a:rPr lang="fr-FR" sz="2000" dirty="0">
                <a:latin typeface="Segoe UI"/>
                <a:cs typeface="Segoe UI"/>
              </a:rPr>
              <a:t>être</a:t>
            </a:r>
            <a:r>
              <a:rPr lang="fr-FR" sz="2000" spc="-35" dirty="0">
                <a:latin typeface="Segoe UI"/>
                <a:cs typeface="Segoe UI"/>
              </a:rPr>
              <a:t> </a:t>
            </a:r>
            <a:r>
              <a:rPr lang="fr-FR" sz="2000" dirty="0">
                <a:latin typeface="Segoe UI"/>
                <a:cs typeface="Segoe UI"/>
              </a:rPr>
              <a:t>retournée</a:t>
            </a:r>
            <a:r>
              <a:rPr lang="fr-FR" sz="2000" spc="-55" dirty="0">
                <a:latin typeface="Segoe UI"/>
                <a:cs typeface="Segoe UI"/>
              </a:rPr>
              <a:t> </a:t>
            </a:r>
            <a:r>
              <a:rPr lang="fr-FR" sz="2000" dirty="0">
                <a:latin typeface="Segoe UI"/>
                <a:cs typeface="Segoe UI"/>
              </a:rPr>
              <a:t>par</a:t>
            </a:r>
            <a:r>
              <a:rPr lang="fr-FR" sz="2000" spc="-35" dirty="0">
                <a:latin typeface="Segoe UI"/>
                <a:cs typeface="Segoe UI"/>
              </a:rPr>
              <a:t> </a:t>
            </a:r>
            <a:r>
              <a:rPr lang="fr-FR" sz="2000" dirty="0">
                <a:latin typeface="Segoe UI"/>
                <a:cs typeface="Segoe UI"/>
              </a:rPr>
              <a:t>les</a:t>
            </a:r>
            <a:r>
              <a:rPr lang="fr-FR" sz="2000" spc="-40" dirty="0">
                <a:latin typeface="Segoe UI"/>
                <a:cs typeface="Segoe UI"/>
              </a:rPr>
              <a:t> </a:t>
            </a:r>
            <a:r>
              <a:rPr lang="fr-FR" sz="2000" spc="-10" dirty="0">
                <a:latin typeface="Segoe UI"/>
                <a:cs typeface="Segoe UI"/>
              </a:rPr>
              <a:t>méthodes</a:t>
            </a:r>
            <a:endParaRPr lang="fr-FR" sz="2000" dirty="0">
              <a:latin typeface="Segoe UI"/>
              <a:cs typeface="Segoe UI"/>
            </a:endParaRPr>
          </a:p>
          <a:p>
            <a:pPr marL="927100">
              <a:lnSpc>
                <a:spcPct val="100000"/>
              </a:lnSpc>
              <a:spcBef>
                <a:spcPts val="550"/>
              </a:spcBef>
            </a:pPr>
            <a:r>
              <a:rPr lang="fr-FR" sz="1800" dirty="0">
                <a:solidFill>
                  <a:srgbClr val="0000FF"/>
                </a:solidFill>
                <a:latin typeface="Consolas"/>
                <a:cs typeface="Consolas"/>
              </a:rPr>
              <a:t>return</a:t>
            </a:r>
            <a:r>
              <a:rPr lang="fr-FR" sz="1800" spc="-35" dirty="0">
                <a:solidFill>
                  <a:srgbClr val="0000FF"/>
                </a:solidFill>
                <a:latin typeface="Consolas"/>
                <a:cs typeface="Consolas"/>
              </a:rPr>
              <a:t> </a:t>
            </a:r>
            <a:r>
              <a:rPr lang="fr-FR" sz="1800" spc="-10" dirty="0">
                <a:latin typeface="Consolas"/>
                <a:cs typeface="Consolas"/>
              </a:rPr>
              <a:t>Ok(</a:t>
            </a:r>
            <a:r>
              <a:rPr lang="fr-FR" sz="1800" spc="-10" dirty="0" err="1">
                <a:latin typeface="Consolas"/>
                <a:cs typeface="Consolas"/>
              </a:rPr>
              <a:t>db.Students</a:t>
            </a:r>
            <a:r>
              <a:rPr lang="fr-FR" sz="1800" spc="-10" dirty="0">
                <a:latin typeface="Consolas"/>
                <a:cs typeface="Consolas"/>
              </a:rPr>
              <a:t>);</a:t>
            </a:r>
            <a:endParaRPr lang="fr-FR" sz="1800" dirty="0">
              <a:latin typeface="Consolas"/>
              <a:cs typeface="Consolas"/>
            </a:endParaRPr>
          </a:p>
        </p:txBody>
      </p:sp>
    </p:spTree>
    <p:extLst>
      <p:ext uri="{BB962C8B-B14F-4D97-AF65-F5344CB8AC3E}">
        <p14:creationId xmlns:p14="http://schemas.microsoft.com/office/powerpoint/2010/main" val="31754680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 (GET)</a:t>
            </a:r>
          </a:p>
        </p:txBody>
      </p:sp>
      <p:sp>
        <p:nvSpPr>
          <p:cNvPr id="5" name="ZoneTexte 4">
            <a:extLst>
              <a:ext uri="{FF2B5EF4-FFF2-40B4-BE49-F238E27FC236}">
                <a16:creationId xmlns:a16="http://schemas.microsoft.com/office/drawing/2014/main" id="{F86B8D3B-5E08-187D-F03A-F3CD44B173A6}"/>
              </a:ext>
            </a:extLst>
          </p:cNvPr>
          <p:cNvSpPr txBox="1"/>
          <p:nvPr/>
        </p:nvSpPr>
        <p:spPr>
          <a:xfrm>
            <a:off x="1153886" y="1414561"/>
            <a:ext cx="10297886" cy="5078313"/>
          </a:xfrm>
          <a:prstGeom prst="rect">
            <a:avLst/>
          </a:prstGeom>
          <a:noFill/>
        </p:spPr>
        <p:txBody>
          <a:bodyPr wrap="square">
            <a:spAutoFit/>
          </a:bodyPr>
          <a:lstStyle/>
          <a:p>
            <a:r>
              <a:rPr lang="fr-FR" sz="1800" dirty="0">
                <a:solidFill>
                  <a:srgbClr val="0000FF"/>
                </a:solidFill>
                <a:latin typeface="Cascadia Mono" panose="020B0609020000020004" pitchFamily="49" charset="0"/>
              </a:rPr>
              <a:t>public</a:t>
            </a:r>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class</a:t>
            </a:r>
            <a:r>
              <a:rPr lang="fr-FR" sz="1800" dirty="0">
                <a:solidFill>
                  <a:srgbClr val="000000"/>
                </a:solidFill>
                <a:latin typeface="Cascadia Mono" panose="020B0609020000020004" pitchFamily="49" charset="0"/>
              </a:rPr>
              <a:t> </a:t>
            </a:r>
            <a:r>
              <a:rPr lang="fr-FR" sz="1800" dirty="0" err="1">
                <a:solidFill>
                  <a:srgbClr val="2B91AF"/>
                </a:solidFill>
                <a:latin typeface="Cascadia Mono" panose="020B0609020000020004" pitchFamily="49" charset="0"/>
              </a:rPr>
              <a:t>ClassroomsController</a:t>
            </a:r>
            <a:r>
              <a:rPr lang="fr-FR" sz="1800" dirty="0">
                <a:solidFill>
                  <a:srgbClr val="000000"/>
                </a:solidFill>
                <a:latin typeface="Cascadia Mono" panose="020B0609020000020004" pitchFamily="49" charset="0"/>
              </a:rPr>
              <a:t> : </a:t>
            </a:r>
            <a:r>
              <a:rPr lang="fr-FR" sz="1800" dirty="0" err="1">
                <a:solidFill>
                  <a:schemeClr val="accent5">
                    <a:lumMod val="75000"/>
                  </a:schemeClr>
                </a:solidFill>
                <a:latin typeface="Cascadia Mono" panose="020B0609020000020004" pitchFamily="49" charset="0"/>
              </a:rPr>
              <a:t>ControllerBase</a:t>
            </a:r>
            <a:endParaRPr lang="fr-FR" sz="1800" dirty="0">
              <a:solidFill>
                <a:schemeClr val="accent5">
                  <a:lumMod val="75000"/>
                </a:schemeClr>
              </a:solidFill>
              <a:latin typeface="Cascadia Mono" panose="020B0609020000020004" pitchFamily="49" charset="0"/>
            </a:endParaRPr>
          </a:p>
          <a:p>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r>
              <a:rPr lang="fr-FR" sz="1800" dirty="0">
                <a:solidFill>
                  <a:srgbClr val="008000"/>
                </a:solidFill>
                <a:latin typeface="Cascadia Mono" panose="020B0609020000020004" pitchFamily="49" charset="0"/>
              </a:rPr>
              <a:t>// GET: </a:t>
            </a:r>
            <a:r>
              <a:rPr lang="fr-FR" sz="1800" dirty="0" err="1">
                <a:solidFill>
                  <a:srgbClr val="008000"/>
                </a:solidFill>
                <a:latin typeface="Cascadia Mono" panose="020B0609020000020004" pitchFamily="49" charset="0"/>
              </a:rPr>
              <a:t>Classrooms</a:t>
            </a:r>
            <a:r>
              <a:rPr lang="fr-FR" sz="1800" dirty="0">
                <a:solidFill>
                  <a:srgbClr val="008000"/>
                </a:solidFill>
                <a:latin typeface="Cascadia Mono" panose="020B0609020000020004" pitchFamily="49" charset="0"/>
              </a:rPr>
              <a:t>/5</a:t>
            </a:r>
            <a:endParaRPr lang="fr-FR"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IActionResult</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GetClassroom</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id)</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if</a:t>
            </a:r>
            <a:r>
              <a:rPr lang="fr-FR" sz="1800" dirty="0">
                <a:solidFill>
                  <a:srgbClr val="000000"/>
                </a:solidFill>
                <a:latin typeface="Cascadia Mono" panose="020B0609020000020004" pitchFamily="49" charset="0"/>
              </a:rPr>
              <a:t> (id == </a:t>
            </a:r>
            <a:r>
              <a:rPr lang="fr-FR" sz="1800" dirty="0" err="1">
                <a:solidFill>
                  <a:srgbClr val="0000FF"/>
                </a:solidFill>
                <a:latin typeface="Cascadia Mono" panose="020B0609020000020004" pitchFamily="49" charset="0"/>
              </a:rPr>
              <a:t>null</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return</a:t>
            </a:r>
            <a:r>
              <a:rPr lang="fr-FR" sz="1800" dirty="0">
                <a:solidFill>
                  <a:srgbClr val="000000"/>
                </a:solidFill>
                <a:latin typeface="Cascadia Mono" panose="020B0609020000020004" pitchFamily="49" charset="0"/>
              </a:rPr>
              <a:t> </a:t>
            </a:r>
            <a:r>
              <a:rPr lang="fr-FR" sz="1800" dirty="0" err="1">
                <a:solidFill>
                  <a:schemeClr val="accent5">
                    <a:lumMod val="75000"/>
                  </a:schemeClr>
                </a:solidFill>
                <a:latin typeface="Cascadia Mono" panose="020B0609020000020004" pitchFamily="49" charset="0"/>
              </a:rPr>
              <a:t>BadRequest</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Classroom </a:t>
            </a:r>
            <a:r>
              <a:rPr lang="fr-FR" sz="1800" dirty="0" err="1">
                <a:solidFill>
                  <a:srgbClr val="000000"/>
                </a:solidFill>
                <a:latin typeface="Cascadia Mono" panose="020B0609020000020004" pitchFamily="49" charset="0"/>
              </a:rPr>
              <a:t>classroom</a:t>
            </a:r>
            <a:r>
              <a:rPr lang="fr-FR" sz="1800" dirty="0">
                <a:solidFill>
                  <a:srgbClr val="000000"/>
                </a:solidFill>
                <a:latin typeface="Cascadia Mono" panose="020B0609020000020004" pitchFamily="49" charset="0"/>
              </a:rPr>
              <a:t> = </a:t>
            </a:r>
            <a:r>
              <a:rPr lang="fr-FR" sz="1800" dirty="0">
                <a:solidFill>
                  <a:srgbClr val="0000FF"/>
                </a:solidFill>
                <a:latin typeface="Cascadia Mono" panose="020B0609020000020004" pitchFamily="49" charset="0"/>
              </a:rPr>
              <a:t>new</a:t>
            </a:r>
            <a:r>
              <a:rPr lang="fr-FR" sz="1800" dirty="0">
                <a:solidFill>
                  <a:srgbClr val="000000"/>
                </a:solidFill>
                <a:latin typeface="Cascadia Mono" panose="020B0609020000020004" pitchFamily="49" charset="0"/>
              </a:rPr>
              <a:t> Classroom(…); </a:t>
            </a:r>
            <a:r>
              <a:rPr lang="fr-FR" sz="1800" dirty="0">
                <a:solidFill>
                  <a:srgbClr val="008000"/>
                </a:solidFill>
                <a:latin typeface="Cascadia Mono" panose="020B0609020000020004" pitchFamily="49" charset="0"/>
              </a:rPr>
              <a:t>// Récupération de l’objet</a:t>
            </a:r>
            <a:endParaRPr lang="fr-FR" sz="1800" dirty="0">
              <a:solidFill>
                <a:srgbClr val="000000"/>
              </a:solidFill>
              <a:latin typeface="Cascadia Mono" panose="020B0609020000020004" pitchFamily="49" charset="0"/>
            </a:endParaRPr>
          </a:p>
          <a:p>
            <a:endParaRPr lang="fr-FR" sz="1800" dirty="0">
              <a:solidFill>
                <a:srgbClr val="000000"/>
              </a:solidFill>
              <a:latin typeface="Cascadia Mono" panose="020B0609020000020004" pitchFamily="49" charset="0"/>
            </a:endParaRP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if</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classroom</a:t>
            </a:r>
            <a:r>
              <a:rPr lang="fr-FR" sz="1800" dirty="0">
                <a:solidFill>
                  <a:srgbClr val="000000"/>
                </a:solidFill>
                <a:latin typeface="Cascadia Mono" panose="020B0609020000020004" pitchFamily="49" charset="0"/>
              </a:rPr>
              <a:t> == </a:t>
            </a:r>
            <a:r>
              <a:rPr lang="fr-FR" sz="1800" dirty="0" err="1">
                <a:solidFill>
                  <a:srgbClr val="0000FF"/>
                </a:solidFill>
                <a:latin typeface="Cascadia Mono" panose="020B0609020000020004" pitchFamily="49" charset="0"/>
              </a:rPr>
              <a:t>null</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return</a:t>
            </a:r>
            <a:r>
              <a:rPr lang="fr-FR" sz="1800" dirty="0">
                <a:solidFill>
                  <a:srgbClr val="000000"/>
                </a:solidFill>
                <a:latin typeface="Cascadia Mono" panose="020B0609020000020004" pitchFamily="49" charset="0"/>
              </a:rPr>
              <a:t> </a:t>
            </a:r>
            <a:r>
              <a:rPr lang="fr-FR" sz="1800" dirty="0" err="1">
                <a:solidFill>
                  <a:schemeClr val="accent5">
                    <a:lumMod val="75000"/>
                  </a:schemeClr>
                </a:solidFill>
                <a:latin typeface="Cascadia Mono" panose="020B0609020000020004" pitchFamily="49" charset="0"/>
              </a:rPr>
              <a:t>NotFound</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return</a:t>
            </a:r>
            <a:r>
              <a:rPr lang="fr-FR" sz="1800" dirty="0">
                <a:solidFill>
                  <a:srgbClr val="000000"/>
                </a:solidFill>
                <a:latin typeface="Cascadia Mono" panose="020B0609020000020004" pitchFamily="49" charset="0"/>
              </a:rPr>
              <a:t> </a:t>
            </a:r>
            <a:r>
              <a:rPr lang="fr-FR" sz="1800" dirty="0">
                <a:solidFill>
                  <a:schemeClr val="accent5">
                    <a:lumMod val="75000"/>
                  </a:schemeClr>
                </a:solidFill>
                <a:latin typeface="Cascadia Mono" panose="020B0609020000020004" pitchFamily="49" charset="0"/>
              </a:rPr>
              <a:t>Ok</a:t>
            </a:r>
            <a:r>
              <a:rPr lang="fr-FR" sz="1800" dirty="0">
                <a:solidFill>
                  <a:srgbClr val="000000"/>
                </a:solidFill>
                <a:latin typeface="Cascadia Mono" panose="020B0609020000020004" pitchFamily="49" charset="0"/>
              </a:rPr>
              <a:t>(</a:t>
            </a:r>
            <a:r>
              <a:rPr lang="fr-FR" sz="1800" dirty="0" err="1">
                <a:solidFill>
                  <a:srgbClr val="000000"/>
                </a:solidFill>
                <a:latin typeface="Cascadia Mono" panose="020B0609020000020004" pitchFamily="49" charset="0"/>
              </a:rPr>
              <a:t>classroom</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a:t>
            </a:r>
            <a:endParaRPr lang="fr-FR" dirty="0"/>
          </a:p>
        </p:txBody>
      </p:sp>
      <p:grpSp>
        <p:nvGrpSpPr>
          <p:cNvPr id="6" name="object 6">
            <a:extLst>
              <a:ext uri="{FF2B5EF4-FFF2-40B4-BE49-F238E27FC236}">
                <a16:creationId xmlns:a16="http://schemas.microsoft.com/office/drawing/2014/main" id="{6AB39F7F-5129-E382-0D32-C7A3E8CA6C8F}"/>
              </a:ext>
            </a:extLst>
          </p:cNvPr>
          <p:cNvGrpSpPr/>
          <p:nvPr/>
        </p:nvGrpSpPr>
        <p:grpSpPr>
          <a:xfrm>
            <a:off x="6175901" y="2622803"/>
            <a:ext cx="1318895" cy="35560"/>
            <a:chOff x="6371844" y="2363533"/>
            <a:chExt cx="1318895" cy="35560"/>
          </a:xfrm>
        </p:grpSpPr>
        <p:sp>
          <p:nvSpPr>
            <p:cNvPr id="7" name="object 7">
              <a:extLst>
                <a:ext uri="{FF2B5EF4-FFF2-40B4-BE49-F238E27FC236}">
                  <a16:creationId xmlns:a16="http://schemas.microsoft.com/office/drawing/2014/main" id="{3ECB0FC6-C2C2-7C14-EA2E-64C183EA1E3E}"/>
                </a:ext>
              </a:extLst>
            </p:cNvPr>
            <p:cNvSpPr/>
            <p:nvPr/>
          </p:nvSpPr>
          <p:spPr>
            <a:xfrm>
              <a:off x="6397244" y="2388869"/>
              <a:ext cx="1293495" cy="10160"/>
            </a:xfrm>
            <a:custGeom>
              <a:avLst/>
              <a:gdLst/>
              <a:ahLst/>
              <a:cxnLst/>
              <a:rect l="l" t="t" r="r" b="b"/>
              <a:pathLst>
                <a:path w="1293495" h="10160">
                  <a:moveTo>
                    <a:pt x="1293495" y="126"/>
                  </a:moveTo>
                  <a:lnTo>
                    <a:pt x="0" y="0"/>
                  </a:lnTo>
                  <a:lnTo>
                    <a:pt x="0" y="9525"/>
                  </a:lnTo>
                  <a:lnTo>
                    <a:pt x="1293495" y="9651"/>
                  </a:lnTo>
                  <a:lnTo>
                    <a:pt x="1293495" y="126"/>
                  </a:lnTo>
                  <a:close/>
                </a:path>
              </a:pathLst>
            </a:custGeom>
            <a:solidFill>
              <a:srgbClr val="AEAEAE"/>
            </a:solidFill>
          </p:spPr>
          <p:txBody>
            <a:bodyPr wrap="square" lIns="0" tIns="0" rIns="0" bIns="0" rtlCol="0"/>
            <a:lstStyle/>
            <a:p>
              <a:endParaRPr/>
            </a:p>
          </p:txBody>
        </p:sp>
        <p:sp>
          <p:nvSpPr>
            <p:cNvPr id="8" name="object 8">
              <a:extLst>
                <a:ext uri="{FF2B5EF4-FFF2-40B4-BE49-F238E27FC236}">
                  <a16:creationId xmlns:a16="http://schemas.microsoft.com/office/drawing/2014/main" id="{0B1E8DB8-8335-5DE1-7DFD-5133A97F1338}"/>
                </a:ext>
              </a:extLst>
            </p:cNvPr>
            <p:cNvSpPr/>
            <p:nvPr/>
          </p:nvSpPr>
          <p:spPr>
            <a:xfrm>
              <a:off x="6371844" y="2368295"/>
              <a:ext cx="1293495" cy="0"/>
            </a:xfrm>
            <a:custGeom>
              <a:avLst/>
              <a:gdLst/>
              <a:ahLst/>
              <a:cxnLst/>
              <a:rect l="l" t="t" r="r" b="b"/>
              <a:pathLst>
                <a:path w="1293495">
                  <a:moveTo>
                    <a:pt x="0" y="0"/>
                  </a:moveTo>
                  <a:lnTo>
                    <a:pt x="1293495" y="0"/>
                  </a:lnTo>
                </a:path>
              </a:pathLst>
            </a:custGeom>
            <a:ln w="9525">
              <a:solidFill>
                <a:srgbClr val="FF0000"/>
              </a:solidFill>
            </a:ln>
          </p:spPr>
          <p:txBody>
            <a:bodyPr wrap="square" lIns="0" tIns="0" rIns="0" bIns="0" rtlCol="0"/>
            <a:lstStyle/>
            <a:p>
              <a:endParaRPr/>
            </a:p>
          </p:txBody>
        </p:sp>
      </p:grpSp>
      <p:sp>
        <p:nvSpPr>
          <p:cNvPr id="9" name="object 9">
            <a:extLst>
              <a:ext uri="{FF2B5EF4-FFF2-40B4-BE49-F238E27FC236}">
                <a16:creationId xmlns:a16="http://schemas.microsoft.com/office/drawing/2014/main" id="{0C9512C6-C59E-021B-D0B1-B1BDA75EE857}"/>
              </a:ext>
            </a:extLst>
          </p:cNvPr>
          <p:cNvSpPr txBox="1"/>
          <p:nvPr/>
        </p:nvSpPr>
        <p:spPr>
          <a:xfrm>
            <a:off x="6255529" y="2648393"/>
            <a:ext cx="1181100" cy="269240"/>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CC0000"/>
                </a:solidFill>
                <a:latin typeface="Calibri"/>
                <a:cs typeface="Calibri"/>
              </a:rPr>
              <a:t>IModelBinder</a:t>
            </a:r>
            <a:endParaRPr sz="1600" dirty="0">
              <a:latin typeface="Calibri"/>
              <a:cs typeface="Calibri"/>
            </a:endParaRPr>
          </a:p>
        </p:txBody>
      </p:sp>
    </p:spTree>
    <p:extLst>
      <p:ext uri="{BB962C8B-B14F-4D97-AF65-F5344CB8AC3E}">
        <p14:creationId xmlns:p14="http://schemas.microsoft.com/office/powerpoint/2010/main" val="41420962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 (POST)</a:t>
            </a:r>
          </a:p>
        </p:txBody>
      </p:sp>
      <p:sp>
        <p:nvSpPr>
          <p:cNvPr id="4" name="ZoneTexte 3">
            <a:extLst>
              <a:ext uri="{FF2B5EF4-FFF2-40B4-BE49-F238E27FC236}">
                <a16:creationId xmlns:a16="http://schemas.microsoft.com/office/drawing/2014/main" id="{10EE758D-A4FC-65ED-CC3F-72444AC6AE67}"/>
              </a:ext>
            </a:extLst>
          </p:cNvPr>
          <p:cNvSpPr txBox="1"/>
          <p:nvPr/>
        </p:nvSpPr>
        <p:spPr>
          <a:xfrm>
            <a:off x="1295399" y="1728044"/>
            <a:ext cx="9851571" cy="3970318"/>
          </a:xfrm>
          <a:prstGeom prst="rect">
            <a:avLst/>
          </a:prstGeom>
          <a:noFill/>
        </p:spPr>
        <p:txBody>
          <a:bodyPr wrap="square">
            <a:spAutoFit/>
          </a:bodyPr>
          <a:lstStyle/>
          <a:p>
            <a:r>
              <a:rPr lang="fr-FR" sz="1800" dirty="0">
                <a:solidFill>
                  <a:srgbClr val="0000FF"/>
                </a:solidFill>
                <a:latin typeface="Cascadia Mono" panose="020B0609020000020004" pitchFamily="49" charset="0"/>
              </a:rPr>
              <a:t>public</a:t>
            </a:r>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class</a:t>
            </a:r>
            <a:r>
              <a:rPr lang="fr-FR" sz="1800" dirty="0">
                <a:solidFill>
                  <a:srgbClr val="000000"/>
                </a:solidFill>
                <a:latin typeface="Cascadia Mono" panose="020B0609020000020004" pitchFamily="49" charset="0"/>
              </a:rPr>
              <a:t> </a:t>
            </a:r>
            <a:r>
              <a:rPr lang="fr-FR" sz="1800" dirty="0" err="1">
                <a:solidFill>
                  <a:srgbClr val="2B91AF"/>
                </a:solidFill>
                <a:latin typeface="Cascadia Mono" panose="020B0609020000020004" pitchFamily="49" charset="0"/>
              </a:rPr>
              <a:t>ClassroomsController</a:t>
            </a:r>
            <a:r>
              <a:rPr lang="fr-FR" sz="1800" dirty="0">
                <a:solidFill>
                  <a:srgbClr val="000000"/>
                </a:solidFill>
                <a:latin typeface="Cascadia Mono" panose="020B0609020000020004" pitchFamily="49" charset="0"/>
              </a:rPr>
              <a:t> : </a:t>
            </a:r>
            <a:r>
              <a:rPr lang="fr-FR" sz="1800" dirty="0" err="1">
                <a:solidFill>
                  <a:schemeClr val="accent5">
                    <a:lumMod val="75000"/>
                  </a:schemeClr>
                </a:solidFill>
                <a:latin typeface="Cascadia Mono" panose="020B0609020000020004" pitchFamily="49" charset="0"/>
              </a:rPr>
              <a:t>ControllerBase</a:t>
            </a:r>
            <a:endParaRPr lang="fr-FR" sz="1800" dirty="0">
              <a:solidFill>
                <a:schemeClr val="accent5">
                  <a:lumMod val="75000"/>
                </a:schemeClr>
              </a:solidFill>
              <a:latin typeface="Cascadia Mono" panose="020B0609020000020004" pitchFamily="49" charset="0"/>
            </a:endParaRPr>
          </a:p>
          <a:p>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r>
              <a:rPr lang="fr-FR" sz="1800" dirty="0">
                <a:solidFill>
                  <a:srgbClr val="008000"/>
                </a:solidFill>
                <a:latin typeface="Cascadia Mono" panose="020B0609020000020004" pitchFamily="49" charset="0"/>
              </a:rPr>
              <a:t>// POST: </a:t>
            </a:r>
            <a:r>
              <a:rPr lang="fr-FR" sz="1800" dirty="0" err="1">
                <a:solidFill>
                  <a:srgbClr val="008000"/>
                </a:solidFill>
                <a:latin typeface="Cascadia Mono" panose="020B0609020000020004" pitchFamily="49" charset="0"/>
              </a:rPr>
              <a:t>Classrooms</a:t>
            </a:r>
            <a:r>
              <a:rPr lang="fr-FR" sz="1800" dirty="0">
                <a:solidFill>
                  <a:srgbClr val="008000"/>
                </a:solidFill>
                <a:latin typeface="Cascadia Mono" panose="020B0609020000020004" pitchFamily="49" charset="0"/>
              </a:rPr>
              <a:t> [</a:t>
            </a:r>
            <a:r>
              <a:rPr lang="fr-FR" sz="1800" dirty="0" err="1">
                <a:solidFill>
                  <a:srgbClr val="008000"/>
                </a:solidFill>
                <a:latin typeface="Cascadia Mono" panose="020B0609020000020004" pitchFamily="49" charset="0"/>
              </a:rPr>
              <a:t>HttpPost</a:t>
            </a:r>
            <a:r>
              <a:rPr lang="fr-FR" sz="1800" dirty="0">
                <a:solidFill>
                  <a:srgbClr val="008000"/>
                </a:solidFill>
                <a:latin typeface="Cascadia Mono" panose="020B0609020000020004" pitchFamily="49" charset="0"/>
              </a:rPr>
              <a:t>]</a:t>
            </a:r>
            <a:endParaRPr lang="fr-FR"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err="1">
                <a:solidFill>
                  <a:schemeClr val="accent5">
                    <a:lumMod val="75000"/>
                  </a:schemeClr>
                </a:solidFill>
                <a:latin typeface="Cascadia Mono" panose="020B0609020000020004" pitchFamily="49" charset="0"/>
              </a:rPr>
              <a:t>IActionResult</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PostClassroom</a:t>
            </a:r>
            <a:r>
              <a:rPr lang="en-US" sz="1800" dirty="0">
                <a:solidFill>
                  <a:srgbClr val="000000"/>
                </a:solidFill>
                <a:latin typeface="Cascadia Mono" panose="020B0609020000020004" pitchFamily="49" charset="0"/>
              </a:rPr>
              <a:t>(</a:t>
            </a:r>
            <a:r>
              <a:rPr lang="en-US" sz="1800" dirty="0">
                <a:solidFill>
                  <a:schemeClr val="accent5">
                    <a:lumMod val="75000"/>
                  </a:schemeClr>
                </a:solidFill>
                <a:latin typeface="Cascadia Mono" panose="020B0609020000020004" pitchFamily="49" charset="0"/>
              </a:rPr>
              <a:t>Classroom</a:t>
            </a:r>
            <a:r>
              <a:rPr lang="en-US" sz="1800" dirty="0">
                <a:solidFill>
                  <a:srgbClr val="000000"/>
                </a:solidFill>
                <a:latin typeface="Cascadia Mono" panose="020B0609020000020004" pitchFamily="49" charset="0"/>
              </a:rPr>
              <a:t> classroom)</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if</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classroom</a:t>
            </a:r>
            <a:r>
              <a:rPr lang="fr-FR" sz="1800" dirty="0">
                <a:solidFill>
                  <a:srgbClr val="000000"/>
                </a:solidFill>
                <a:latin typeface="Cascadia Mono" panose="020B0609020000020004" pitchFamily="49" charset="0"/>
              </a:rPr>
              <a:t> == </a:t>
            </a:r>
            <a:r>
              <a:rPr lang="fr-FR" sz="1800" dirty="0" err="1">
                <a:solidFill>
                  <a:srgbClr val="0000FF"/>
                </a:solidFill>
                <a:latin typeface="Cascadia Mono" panose="020B0609020000020004" pitchFamily="49" charset="0"/>
              </a:rPr>
              <a:t>null</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return</a:t>
            </a:r>
            <a:r>
              <a:rPr lang="fr-FR" sz="1800" dirty="0">
                <a:solidFill>
                  <a:srgbClr val="000000"/>
                </a:solidFill>
                <a:latin typeface="Cascadia Mono" panose="020B0609020000020004" pitchFamily="49" charset="0"/>
              </a:rPr>
              <a:t> </a:t>
            </a:r>
            <a:r>
              <a:rPr lang="fr-FR" sz="1800" dirty="0" err="1">
                <a:solidFill>
                  <a:schemeClr val="accent5">
                    <a:lumMod val="75000"/>
                  </a:schemeClr>
                </a:solidFill>
                <a:latin typeface="Cascadia Mono" panose="020B0609020000020004" pitchFamily="49" charset="0"/>
              </a:rPr>
              <a:t>BadRequest</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endParaRPr lang="fr-FR" sz="1800" dirty="0">
              <a:solidFill>
                <a:srgbClr val="000000"/>
              </a:solidFill>
              <a:latin typeface="Cascadia Mono" panose="020B0609020000020004" pitchFamily="49" charset="0"/>
            </a:endParaRPr>
          </a:p>
          <a:p>
            <a:r>
              <a:rPr lang="fr-FR" sz="1800" dirty="0">
                <a:solidFill>
                  <a:srgbClr val="000000"/>
                </a:solidFill>
                <a:latin typeface="Cascadia Mono" panose="020B0609020000020004" pitchFamily="49" charset="0"/>
              </a:rPr>
              <a:t>        </a:t>
            </a:r>
            <a:r>
              <a:rPr lang="fr-FR" sz="1800" dirty="0">
                <a:solidFill>
                  <a:srgbClr val="008000"/>
                </a:solidFill>
                <a:latin typeface="Cascadia Mono" panose="020B0609020000020004" pitchFamily="49" charset="0"/>
              </a:rPr>
              <a:t>// insertion de notre objet</a:t>
            </a:r>
            <a:endParaRPr lang="fr-FR"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return</a:t>
            </a:r>
            <a:r>
              <a:rPr lang="en-US" sz="1800" dirty="0">
                <a:solidFill>
                  <a:srgbClr val="000000"/>
                </a:solidFill>
                <a:latin typeface="Cascadia Mono" panose="020B0609020000020004" pitchFamily="49" charset="0"/>
              </a:rPr>
              <a:t> </a:t>
            </a:r>
            <a:r>
              <a:rPr lang="en-US" sz="1800" dirty="0">
                <a:solidFill>
                  <a:schemeClr val="accent5">
                    <a:lumMod val="75000"/>
                  </a:schemeClr>
                </a:solidFill>
                <a:latin typeface="Cascadia Mono" panose="020B0609020000020004" pitchFamily="49" charset="0"/>
              </a:rPr>
              <a:t>Created</a:t>
            </a:r>
            <a:r>
              <a:rPr lang="en-US" sz="1800" dirty="0">
                <a:solidFill>
                  <a:srgbClr val="000000"/>
                </a:solidFill>
                <a:latin typeface="Cascadia Mono" panose="020B0609020000020004" pitchFamily="49" charset="0"/>
              </a:rPr>
              <a:t>(</a:t>
            </a:r>
            <a:r>
              <a:rPr lang="en-US" sz="1800" dirty="0">
                <a:solidFill>
                  <a:srgbClr val="A31515"/>
                </a:solidFill>
                <a:latin typeface="Cascadia Mono" panose="020B0609020000020004" pitchFamily="49" charset="0"/>
              </a:rPr>
              <a:t>$"Classroom/</a:t>
            </a:r>
            <a:r>
              <a:rPr lang="en-US" sz="1800" dirty="0">
                <a:solidFill>
                  <a:srgbClr val="000000"/>
                </a:solidFill>
                <a:latin typeface="Cascadia Mono" panose="020B0609020000020004" pitchFamily="49" charset="0"/>
              </a:rPr>
              <a:t>{</a:t>
            </a:r>
            <a:r>
              <a:rPr lang="en-US" sz="1800" dirty="0" err="1">
                <a:solidFill>
                  <a:srgbClr val="000000"/>
                </a:solidFill>
                <a:latin typeface="Cascadia Mono" panose="020B0609020000020004" pitchFamily="49" charset="0"/>
              </a:rPr>
              <a:t>classroom.ClassroomID</a:t>
            </a:r>
            <a:r>
              <a:rPr lang="en-US" sz="1800" dirty="0">
                <a:solidFill>
                  <a:srgbClr val="000000"/>
                </a:solidFill>
                <a:latin typeface="Cascadia Mono" panose="020B0609020000020004" pitchFamily="49" charset="0"/>
              </a:rPr>
              <a:t>}</a:t>
            </a:r>
            <a:r>
              <a:rPr lang="en-US" sz="1800" dirty="0">
                <a:solidFill>
                  <a:srgbClr val="A31515"/>
                </a:solidFill>
                <a:latin typeface="Cascadia Mono" panose="020B0609020000020004" pitchFamily="49" charset="0"/>
              </a:rPr>
              <a:t>"</a:t>
            </a:r>
            <a:r>
              <a:rPr lang="en-US" sz="1800" dirty="0">
                <a:solidFill>
                  <a:srgbClr val="000000"/>
                </a:solidFill>
                <a:latin typeface="Cascadia Mono" panose="020B0609020000020004" pitchFamily="49" charset="0"/>
              </a:rPr>
              <a:t>, classroom);</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a:t>
            </a:r>
            <a:endParaRPr lang="fr-FR" dirty="0"/>
          </a:p>
        </p:txBody>
      </p:sp>
      <p:grpSp>
        <p:nvGrpSpPr>
          <p:cNvPr id="10" name="object 6">
            <a:extLst>
              <a:ext uri="{FF2B5EF4-FFF2-40B4-BE49-F238E27FC236}">
                <a16:creationId xmlns:a16="http://schemas.microsoft.com/office/drawing/2014/main" id="{1B140452-5B4E-753E-4150-FF01302118DB}"/>
              </a:ext>
            </a:extLst>
          </p:cNvPr>
          <p:cNvGrpSpPr/>
          <p:nvPr/>
        </p:nvGrpSpPr>
        <p:grpSpPr>
          <a:xfrm>
            <a:off x="6539483" y="2993644"/>
            <a:ext cx="2657857" cy="45719"/>
            <a:chOff x="6371844" y="2363533"/>
            <a:chExt cx="1318895" cy="35560"/>
          </a:xfrm>
        </p:grpSpPr>
        <p:sp>
          <p:nvSpPr>
            <p:cNvPr id="11" name="object 7">
              <a:extLst>
                <a:ext uri="{FF2B5EF4-FFF2-40B4-BE49-F238E27FC236}">
                  <a16:creationId xmlns:a16="http://schemas.microsoft.com/office/drawing/2014/main" id="{A3242F48-E086-5258-C7EF-E33AC38AFFDE}"/>
                </a:ext>
              </a:extLst>
            </p:cNvPr>
            <p:cNvSpPr/>
            <p:nvPr/>
          </p:nvSpPr>
          <p:spPr>
            <a:xfrm>
              <a:off x="6397244" y="2388869"/>
              <a:ext cx="1293495" cy="10160"/>
            </a:xfrm>
            <a:custGeom>
              <a:avLst/>
              <a:gdLst/>
              <a:ahLst/>
              <a:cxnLst/>
              <a:rect l="l" t="t" r="r" b="b"/>
              <a:pathLst>
                <a:path w="1293495" h="10160">
                  <a:moveTo>
                    <a:pt x="1293495" y="126"/>
                  </a:moveTo>
                  <a:lnTo>
                    <a:pt x="0" y="0"/>
                  </a:lnTo>
                  <a:lnTo>
                    <a:pt x="0" y="9525"/>
                  </a:lnTo>
                  <a:lnTo>
                    <a:pt x="1293495" y="9651"/>
                  </a:lnTo>
                  <a:lnTo>
                    <a:pt x="1293495" y="126"/>
                  </a:lnTo>
                  <a:close/>
                </a:path>
              </a:pathLst>
            </a:custGeom>
            <a:solidFill>
              <a:srgbClr val="AEAEAE"/>
            </a:solidFill>
          </p:spPr>
          <p:txBody>
            <a:bodyPr wrap="square" lIns="0" tIns="0" rIns="0" bIns="0" rtlCol="0"/>
            <a:lstStyle/>
            <a:p>
              <a:endParaRPr/>
            </a:p>
          </p:txBody>
        </p:sp>
        <p:sp>
          <p:nvSpPr>
            <p:cNvPr id="12" name="object 8">
              <a:extLst>
                <a:ext uri="{FF2B5EF4-FFF2-40B4-BE49-F238E27FC236}">
                  <a16:creationId xmlns:a16="http://schemas.microsoft.com/office/drawing/2014/main" id="{201A30C0-B5CF-41A4-3508-5B46C8E17425}"/>
                </a:ext>
              </a:extLst>
            </p:cNvPr>
            <p:cNvSpPr/>
            <p:nvPr/>
          </p:nvSpPr>
          <p:spPr>
            <a:xfrm>
              <a:off x="6371844" y="2368295"/>
              <a:ext cx="1293495" cy="0"/>
            </a:xfrm>
            <a:custGeom>
              <a:avLst/>
              <a:gdLst/>
              <a:ahLst/>
              <a:cxnLst/>
              <a:rect l="l" t="t" r="r" b="b"/>
              <a:pathLst>
                <a:path w="1293495">
                  <a:moveTo>
                    <a:pt x="0" y="0"/>
                  </a:moveTo>
                  <a:lnTo>
                    <a:pt x="1293495" y="0"/>
                  </a:lnTo>
                </a:path>
              </a:pathLst>
            </a:custGeom>
            <a:ln w="9525">
              <a:solidFill>
                <a:srgbClr val="FF0000"/>
              </a:solidFill>
            </a:ln>
          </p:spPr>
          <p:txBody>
            <a:bodyPr wrap="square" lIns="0" tIns="0" rIns="0" bIns="0" rtlCol="0"/>
            <a:lstStyle/>
            <a:p>
              <a:endParaRPr/>
            </a:p>
          </p:txBody>
        </p:sp>
      </p:grpSp>
      <p:sp>
        <p:nvSpPr>
          <p:cNvPr id="13" name="object 9">
            <a:extLst>
              <a:ext uri="{FF2B5EF4-FFF2-40B4-BE49-F238E27FC236}">
                <a16:creationId xmlns:a16="http://schemas.microsoft.com/office/drawing/2014/main" id="{6159A345-9CE6-405E-9E04-DC6638A15A88}"/>
              </a:ext>
            </a:extLst>
          </p:cNvPr>
          <p:cNvSpPr txBox="1"/>
          <p:nvPr/>
        </p:nvSpPr>
        <p:spPr>
          <a:xfrm>
            <a:off x="7213471" y="3029393"/>
            <a:ext cx="1181100" cy="269240"/>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CC0000"/>
                </a:solidFill>
                <a:latin typeface="Calibri"/>
                <a:cs typeface="Calibri"/>
              </a:rPr>
              <a:t>IModelBinder</a:t>
            </a:r>
            <a:endParaRPr sz="1600" dirty="0">
              <a:latin typeface="Calibri"/>
              <a:cs typeface="Calibri"/>
            </a:endParaRPr>
          </a:p>
        </p:txBody>
      </p:sp>
    </p:spTree>
    <p:extLst>
      <p:ext uri="{BB962C8B-B14F-4D97-AF65-F5344CB8AC3E}">
        <p14:creationId xmlns:p14="http://schemas.microsoft.com/office/powerpoint/2010/main" val="26557313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 (PUT)</a:t>
            </a:r>
          </a:p>
        </p:txBody>
      </p:sp>
      <p:grpSp>
        <p:nvGrpSpPr>
          <p:cNvPr id="10" name="object 6">
            <a:extLst>
              <a:ext uri="{FF2B5EF4-FFF2-40B4-BE49-F238E27FC236}">
                <a16:creationId xmlns:a16="http://schemas.microsoft.com/office/drawing/2014/main" id="{1B140452-5B4E-753E-4150-FF01302118DB}"/>
              </a:ext>
            </a:extLst>
          </p:cNvPr>
          <p:cNvGrpSpPr/>
          <p:nvPr/>
        </p:nvGrpSpPr>
        <p:grpSpPr>
          <a:xfrm>
            <a:off x="6828850" y="2993644"/>
            <a:ext cx="3831434" cy="45719"/>
            <a:chOff x="6371844" y="2363533"/>
            <a:chExt cx="1318895" cy="35560"/>
          </a:xfrm>
        </p:grpSpPr>
        <p:sp>
          <p:nvSpPr>
            <p:cNvPr id="11" name="object 7">
              <a:extLst>
                <a:ext uri="{FF2B5EF4-FFF2-40B4-BE49-F238E27FC236}">
                  <a16:creationId xmlns:a16="http://schemas.microsoft.com/office/drawing/2014/main" id="{A3242F48-E086-5258-C7EF-E33AC38AFFDE}"/>
                </a:ext>
              </a:extLst>
            </p:cNvPr>
            <p:cNvSpPr/>
            <p:nvPr/>
          </p:nvSpPr>
          <p:spPr>
            <a:xfrm>
              <a:off x="6397244" y="2388869"/>
              <a:ext cx="1293495" cy="10160"/>
            </a:xfrm>
            <a:custGeom>
              <a:avLst/>
              <a:gdLst/>
              <a:ahLst/>
              <a:cxnLst/>
              <a:rect l="l" t="t" r="r" b="b"/>
              <a:pathLst>
                <a:path w="1293495" h="10160">
                  <a:moveTo>
                    <a:pt x="1293495" y="126"/>
                  </a:moveTo>
                  <a:lnTo>
                    <a:pt x="0" y="0"/>
                  </a:lnTo>
                  <a:lnTo>
                    <a:pt x="0" y="9525"/>
                  </a:lnTo>
                  <a:lnTo>
                    <a:pt x="1293495" y="9651"/>
                  </a:lnTo>
                  <a:lnTo>
                    <a:pt x="1293495" y="126"/>
                  </a:lnTo>
                  <a:close/>
                </a:path>
              </a:pathLst>
            </a:custGeom>
            <a:solidFill>
              <a:srgbClr val="AEAEAE"/>
            </a:solidFill>
          </p:spPr>
          <p:txBody>
            <a:bodyPr wrap="square" lIns="0" tIns="0" rIns="0" bIns="0" rtlCol="0"/>
            <a:lstStyle/>
            <a:p>
              <a:endParaRPr/>
            </a:p>
          </p:txBody>
        </p:sp>
        <p:sp>
          <p:nvSpPr>
            <p:cNvPr id="12" name="object 8">
              <a:extLst>
                <a:ext uri="{FF2B5EF4-FFF2-40B4-BE49-F238E27FC236}">
                  <a16:creationId xmlns:a16="http://schemas.microsoft.com/office/drawing/2014/main" id="{201A30C0-B5CF-41A4-3508-5B46C8E17425}"/>
                </a:ext>
              </a:extLst>
            </p:cNvPr>
            <p:cNvSpPr/>
            <p:nvPr/>
          </p:nvSpPr>
          <p:spPr>
            <a:xfrm>
              <a:off x="6371844" y="2368295"/>
              <a:ext cx="1293495" cy="0"/>
            </a:xfrm>
            <a:custGeom>
              <a:avLst/>
              <a:gdLst/>
              <a:ahLst/>
              <a:cxnLst/>
              <a:rect l="l" t="t" r="r" b="b"/>
              <a:pathLst>
                <a:path w="1293495">
                  <a:moveTo>
                    <a:pt x="0" y="0"/>
                  </a:moveTo>
                  <a:lnTo>
                    <a:pt x="1293495" y="0"/>
                  </a:lnTo>
                </a:path>
              </a:pathLst>
            </a:custGeom>
            <a:ln w="9525">
              <a:solidFill>
                <a:srgbClr val="FF0000"/>
              </a:solidFill>
            </a:ln>
          </p:spPr>
          <p:txBody>
            <a:bodyPr wrap="square" lIns="0" tIns="0" rIns="0" bIns="0" rtlCol="0"/>
            <a:lstStyle/>
            <a:p>
              <a:endParaRPr/>
            </a:p>
          </p:txBody>
        </p:sp>
      </p:grpSp>
      <p:sp>
        <p:nvSpPr>
          <p:cNvPr id="13" name="object 9">
            <a:extLst>
              <a:ext uri="{FF2B5EF4-FFF2-40B4-BE49-F238E27FC236}">
                <a16:creationId xmlns:a16="http://schemas.microsoft.com/office/drawing/2014/main" id="{6159A345-9CE6-405E-9E04-DC6638A15A88}"/>
              </a:ext>
            </a:extLst>
          </p:cNvPr>
          <p:cNvSpPr txBox="1"/>
          <p:nvPr/>
        </p:nvSpPr>
        <p:spPr>
          <a:xfrm>
            <a:off x="8116296" y="3029393"/>
            <a:ext cx="1181100" cy="269240"/>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CC0000"/>
                </a:solidFill>
                <a:latin typeface="Calibri"/>
                <a:cs typeface="Calibri"/>
              </a:rPr>
              <a:t>IModelBinder</a:t>
            </a:r>
            <a:endParaRPr sz="1600" dirty="0">
              <a:latin typeface="Calibri"/>
              <a:cs typeface="Calibri"/>
            </a:endParaRPr>
          </a:p>
        </p:txBody>
      </p:sp>
      <p:sp>
        <p:nvSpPr>
          <p:cNvPr id="5" name="ZoneTexte 4">
            <a:extLst>
              <a:ext uri="{FF2B5EF4-FFF2-40B4-BE49-F238E27FC236}">
                <a16:creationId xmlns:a16="http://schemas.microsoft.com/office/drawing/2014/main" id="{BFCEB29C-B5C1-F66A-5333-C2E3186E5D26}"/>
              </a:ext>
            </a:extLst>
          </p:cNvPr>
          <p:cNvSpPr txBox="1"/>
          <p:nvPr/>
        </p:nvSpPr>
        <p:spPr>
          <a:xfrm>
            <a:off x="1717040" y="1817083"/>
            <a:ext cx="9128438" cy="3970318"/>
          </a:xfrm>
          <a:prstGeom prst="rect">
            <a:avLst/>
          </a:prstGeom>
          <a:noFill/>
        </p:spPr>
        <p:txBody>
          <a:bodyPr wrap="square">
            <a:spAutoFit/>
          </a:bodyPr>
          <a:lstStyle/>
          <a:p>
            <a:r>
              <a:rPr lang="fr-FR" sz="1800" dirty="0">
                <a:solidFill>
                  <a:srgbClr val="0000FF"/>
                </a:solidFill>
                <a:latin typeface="Cascadia Mono" panose="020B0609020000020004" pitchFamily="49" charset="0"/>
              </a:rPr>
              <a:t>public</a:t>
            </a:r>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class</a:t>
            </a:r>
            <a:r>
              <a:rPr lang="fr-FR" sz="1800" dirty="0">
                <a:solidFill>
                  <a:srgbClr val="000000"/>
                </a:solidFill>
                <a:latin typeface="Cascadia Mono" panose="020B0609020000020004" pitchFamily="49" charset="0"/>
              </a:rPr>
              <a:t> </a:t>
            </a:r>
            <a:r>
              <a:rPr lang="fr-FR" sz="1800" dirty="0" err="1">
                <a:solidFill>
                  <a:srgbClr val="2B91AF"/>
                </a:solidFill>
                <a:latin typeface="Cascadia Mono" panose="020B0609020000020004" pitchFamily="49" charset="0"/>
              </a:rPr>
              <a:t>ClassroomsController</a:t>
            </a:r>
            <a:r>
              <a:rPr lang="fr-FR" sz="1800" dirty="0">
                <a:solidFill>
                  <a:srgbClr val="000000"/>
                </a:solidFill>
                <a:latin typeface="Cascadia Mono" panose="020B0609020000020004" pitchFamily="49" charset="0"/>
              </a:rPr>
              <a:t> : </a:t>
            </a:r>
            <a:r>
              <a:rPr lang="fr-FR" sz="1800" dirty="0" err="1">
                <a:solidFill>
                  <a:srgbClr val="000000"/>
                </a:solidFill>
                <a:latin typeface="Cascadia Mono" panose="020B0609020000020004" pitchFamily="49" charset="0"/>
              </a:rPr>
              <a:t>ControllerBase</a:t>
            </a:r>
            <a:endParaRPr lang="fr-FR" sz="1800" dirty="0">
              <a:solidFill>
                <a:srgbClr val="000000"/>
              </a:solidFill>
              <a:latin typeface="Cascadia Mono" panose="020B0609020000020004" pitchFamily="49" charset="0"/>
            </a:endParaRPr>
          </a:p>
          <a:p>
            <a:r>
              <a:rPr lang="fr-FR" sz="1800" dirty="0">
                <a:solidFill>
                  <a:srgbClr val="000000"/>
                </a:solidFill>
                <a:latin typeface="Cascadia Mono" panose="020B0609020000020004" pitchFamily="49" charset="0"/>
              </a:rPr>
              <a:t>{</a:t>
            </a:r>
          </a:p>
          <a:p>
            <a:r>
              <a:rPr lang="en-US" sz="1800" dirty="0">
                <a:solidFill>
                  <a:srgbClr val="000000"/>
                </a:solidFill>
                <a:latin typeface="Cascadia Mono" panose="020B0609020000020004" pitchFamily="49" charset="0"/>
              </a:rPr>
              <a:t>    </a:t>
            </a:r>
            <a:r>
              <a:rPr lang="en-US" sz="1800" dirty="0">
                <a:solidFill>
                  <a:srgbClr val="008000"/>
                </a:solidFill>
                <a:latin typeface="Cascadia Mono" panose="020B0609020000020004" pitchFamily="49" charset="0"/>
              </a:rPr>
              <a:t>// PUT: Classrooms/5 [</a:t>
            </a:r>
            <a:r>
              <a:rPr lang="en-US" sz="1800" dirty="0" err="1">
                <a:solidFill>
                  <a:srgbClr val="008000"/>
                </a:solidFill>
                <a:latin typeface="Cascadia Mono" panose="020B0609020000020004" pitchFamily="49" charset="0"/>
              </a:rPr>
              <a:t>HttpPut</a:t>
            </a:r>
            <a:r>
              <a:rPr lang="en-US" sz="1800" dirty="0">
                <a:solidFill>
                  <a:srgbClr val="008000"/>
                </a:solidFill>
                <a:latin typeface="Cascadia Mono" panose="020B0609020000020004" pitchFamily="49" charset="0"/>
              </a:rPr>
              <a:t>("{id}")]</a:t>
            </a:r>
            <a:endParaRPr lang="en-US"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IActionResult</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PutClassroom</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id, Classroom classroom)</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if</a:t>
            </a:r>
            <a:r>
              <a:rPr lang="fr-FR" sz="1800" dirty="0">
                <a:solidFill>
                  <a:srgbClr val="000000"/>
                </a:solidFill>
                <a:latin typeface="Cascadia Mono" panose="020B0609020000020004" pitchFamily="49" charset="0"/>
              </a:rPr>
              <a:t> (id != </a:t>
            </a:r>
            <a:r>
              <a:rPr lang="fr-FR" sz="1800" dirty="0" err="1">
                <a:solidFill>
                  <a:srgbClr val="000000"/>
                </a:solidFill>
                <a:latin typeface="Cascadia Mono" panose="020B0609020000020004" pitchFamily="49" charset="0"/>
              </a:rPr>
              <a:t>classroom.classroomId</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return</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BadRequest</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endParaRPr lang="fr-FR" sz="1800" dirty="0">
              <a:solidFill>
                <a:srgbClr val="000000"/>
              </a:solidFill>
              <a:latin typeface="Cascadia Mono" panose="020B0609020000020004" pitchFamily="49" charset="0"/>
            </a:endParaRPr>
          </a:p>
          <a:p>
            <a:r>
              <a:rPr lang="fr-FR" sz="1800" dirty="0">
                <a:solidFill>
                  <a:srgbClr val="000000"/>
                </a:solidFill>
                <a:latin typeface="Cascadia Mono" panose="020B0609020000020004" pitchFamily="49" charset="0"/>
              </a:rPr>
              <a:t>        </a:t>
            </a:r>
            <a:r>
              <a:rPr lang="fr-FR" sz="1800" dirty="0">
                <a:solidFill>
                  <a:srgbClr val="008000"/>
                </a:solidFill>
                <a:latin typeface="Cascadia Mono" panose="020B0609020000020004" pitchFamily="49" charset="0"/>
              </a:rPr>
              <a:t>// modification de notre objet</a:t>
            </a:r>
            <a:endParaRPr lang="fr-FR" sz="1800" dirty="0">
              <a:solidFill>
                <a:srgbClr val="000000"/>
              </a:solidFill>
              <a:latin typeface="Cascadia Mono" panose="020B0609020000020004" pitchFamily="49" charset="0"/>
            </a:endParaRP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return</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NoContent</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a:t>
            </a:r>
            <a:endParaRPr lang="fr-FR" dirty="0"/>
          </a:p>
        </p:txBody>
      </p:sp>
    </p:spTree>
    <p:extLst>
      <p:ext uri="{BB962C8B-B14F-4D97-AF65-F5344CB8AC3E}">
        <p14:creationId xmlns:p14="http://schemas.microsoft.com/office/powerpoint/2010/main" val="35901010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 (DELETE)</a:t>
            </a:r>
          </a:p>
        </p:txBody>
      </p:sp>
      <p:grpSp>
        <p:nvGrpSpPr>
          <p:cNvPr id="10" name="object 6">
            <a:extLst>
              <a:ext uri="{FF2B5EF4-FFF2-40B4-BE49-F238E27FC236}">
                <a16:creationId xmlns:a16="http://schemas.microsoft.com/office/drawing/2014/main" id="{1B140452-5B4E-753E-4150-FF01302118DB}"/>
              </a:ext>
            </a:extLst>
          </p:cNvPr>
          <p:cNvGrpSpPr/>
          <p:nvPr/>
        </p:nvGrpSpPr>
        <p:grpSpPr>
          <a:xfrm>
            <a:off x="7164516" y="3124011"/>
            <a:ext cx="1181100" cy="45719"/>
            <a:chOff x="6371844" y="2363533"/>
            <a:chExt cx="1318895" cy="35560"/>
          </a:xfrm>
        </p:grpSpPr>
        <p:sp>
          <p:nvSpPr>
            <p:cNvPr id="11" name="object 7">
              <a:extLst>
                <a:ext uri="{FF2B5EF4-FFF2-40B4-BE49-F238E27FC236}">
                  <a16:creationId xmlns:a16="http://schemas.microsoft.com/office/drawing/2014/main" id="{A3242F48-E086-5258-C7EF-E33AC38AFFDE}"/>
                </a:ext>
              </a:extLst>
            </p:cNvPr>
            <p:cNvSpPr/>
            <p:nvPr/>
          </p:nvSpPr>
          <p:spPr>
            <a:xfrm>
              <a:off x="6397244" y="2388869"/>
              <a:ext cx="1293495" cy="10160"/>
            </a:xfrm>
            <a:custGeom>
              <a:avLst/>
              <a:gdLst/>
              <a:ahLst/>
              <a:cxnLst/>
              <a:rect l="l" t="t" r="r" b="b"/>
              <a:pathLst>
                <a:path w="1293495" h="10160">
                  <a:moveTo>
                    <a:pt x="1293495" y="126"/>
                  </a:moveTo>
                  <a:lnTo>
                    <a:pt x="0" y="0"/>
                  </a:lnTo>
                  <a:lnTo>
                    <a:pt x="0" y="9525"/>
                  </a:lnTo>
                  <a:lnTo>
                    <a:pt x="1293495" y="9651"/>
                  </a:lnTo>
                  <a:lnTo>
                    <a:pt x="1293495" y="126"/>
                  </a:lnTo>
                  <a:close/>
                </a:path>
              </a:pathLst>
            </a:custGeom>
            <a:solidFill>
              <a:srgbClr val="AEAEAE"/>
            </a:solidFill>
          </p:spPr>
          <p:txBody>
            <a:bodyPr wrap="square" lIns="0" tIns="0" rIns="0" bIns="0" rtlCol="0"/>
            <a:lstStyle/>
            <a:p>
              <a:endParaRPr/>
            </a:p>
          </p:txBody>
        </p:sp>
        <p:sp>
          <p:nvSpPr>
            <p:cNvPr id="12" name="object 8">
              <a:extLst>
                <a:ext uri="{FF2B5EF4-FFF2-40B4-BE49-F238E27FC236}">
                  <a16:creationId xmlns:a16="http://schemas.microsoft.com/office/drawing/2014/main" id="{201A30C0-B5CF-41A4-3508-5B46C8E17425}"/>
                </a:ext>
              </a:extLst>
            </p:cNvPr>
            <p:cNvSpPr/>
            <p:nvPr/>
          </p:nvSpPr>
          <p:spPr>
            <a:xfrm>
              <a:off x="6371844" y="2368295"/>
              <a:ext cx="1293495" cy="0"/>
            </a:xfrm>
            <a:custGeom>
              <a:avLst/>
              <a:gdLst/>
              <a:ahLst/>
              <a:cxnLst/>
              <a:rect l="l" t="t" r="r" b="b"/>
              <a:pathLst>
                <a:path w="1293495">
                  <a:moveTo>
                    <a:pt x="0" y="0"/>
                  </a:moveTo>
                  <a:lnTo>
                    <a:pt x="1293495" y="0"/>
                  </a:lnTo>
                </a:path>
              </a:pathLst>
            </a:custGeom>
            <a:ln w="9525">
              <a:solidFill>
                <a:srgbClr val="FF0000"/>
              </a:solidFill>
            </a:ln>
          </p:spPr>
          <p:txBody>
            <a:bodyPr wrap="square" lIns="0" tIns="0" rIns="0" bIns="0" rtlCol="0"/>
            <a:lstStyle/>
            <a:p>
              <a:endParaRPr/>
            </a:p>
          </p:txBody>
        </p:sp>
      </p:grpSp>
      <p:sp>
        <p:nvSpPr>
          <p:cNvPr id="13" name="object 9">
            <a:extLst>
              <a:ext uri="{FF2B5EF4-FFF2-40B4-BE49-F238E27FC236}">
                <a16:creationId xmlns:a16="http://schemas.microsoft.com/office/drawing/2014/main" id="{6159A345-9CE6-405E-9E04-DC6638A15A88}"/>
              </a:ext>
            </a:extLst>
          </p:cNvPr>
          <p:cNvSpPr txBox="1"/>
          <p:nvPr/>
        </p:nvSpPr>
        <p:spPr>
          <a:xfrm>
            <a:off x="7178747" y="3159760"/>
            <a:ext cx="1181100" cy="269240"/>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CC0000"/>
                </a:solidFill>
                <a:latin typeface="Calibri"/>
                <a:cs typeface="Calibri"/>
              </a:rPr>
              <a:t>IModelBinder</a:t>
            </a:r>
            <a:endParaRPr sz="1600" dirty="0">
              <a:latin typeface="Calibri"/>
              <a:cs typeface="Calibri"/>
            </a:endParaRPr>
          </a:p>
        </p:txBody>
      </p:sp>
      <p:sp>
        <p:nvSpPr>
          <p:cNvPr id="4" name="ZoneTexte 3">
            <a:extLst>
              <a:ext uri="{FF2B5EF4-FFF2-40B4-BE49-F238E27FC236}">
                <a16:creationId xmlns:a16="http://schemas.microsoft.com/office/drawing/2014/main" id="{E7F5F235-09A7-F7B3-0559-204D13BB92AA}"/>
              </a:ext>
            </a:extLst>
          </p:cNvPr>
          <p:cNvSpPr txBox="1"/>
          <p:nvPr/>
        </p:nvSpPr>
        <p:spPr>
          <a:xfrm>
            <a:off x="1727521" y="1922883"/>
            <a:ext cx="10645815" cy="3970318"/>
          </a:xfrm>
          <a:prstGeom prst="rect">
            <a:avLst/>
          </a:prstGeom>
          <a:noFill/>
        </p:spPr>
        <p:txBody>
          <a:bodyPr wrap="square">
            <a:spAutoFit/>
          </a:bodyPr>
          <a:lstStyle/>
          <a:p>
            <a:r>
              <a:rPr lang="fr-FR" sz="1800" dirty="0">
                <a:solidFill>
                  <a:srgbClr val="0000FF"/>
                </a:solidFill>
                <a:latin typeface="Cascadia Mono" panose="020B0609020000020004" pitchFamily="49" charset="0"/>
              </a:rPr>
              <a:t>public</a:t>
            </a:r>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class</a:t>
            </a:r>
            <a:r>
              <a:rPr lang="fr-FR" sz="1800" dirty="0">
                <a:solidFill>
                  <a:srgbClr val="000000"/>
                </a:solidFill>
                <a:latin typeface="Cascadia Mono" panose="020B0609020000020004" pitchFamily="49" charset="0"/>
              </a:rPr>
              <a:t> </a:t>
            </a:r>
            <a:r>
              <a:rPr lang="fr-FR" sz="1800" dirty="0" err="1">
                <a:solidFill>
                  <a:srgbClr val="2B91AF"/>
                </a:solidFill>
                <a:latin typeface="Cascadia Mono" panose="020B0609020000020004" pitchFamily="49" charset="0"/>
              </a:rPr>
              <a:t>ClassroomsController</a:t>
            </a:r>
            <a:r>
              <a:rPr lang="fr-FR" sz="1800" dirty="0">
                <a:solidFill>
                  <a:srgbClr val="000000"/>
                </a:solidFill>
                <a:latin typeface="Cascadia Mono" panose="020B0609020000020004" pitchFamily="49" charset="0"/>
              </a:rPr>
              <a:t> : </a:t>
            </a:r>
            <a:r>
              <a:rPr lang="fr-FR" sz="1800" dirty="0" err="1">
                <a:solidFill>
                  <a:srgbClr val="000000"/>
                </a:solidFill>
                <a:latin typeface="Cascadia Mono" panose="020B0609020000020004" pitchFamily="49" charset="0"/>
              </a:rPr>
              <a:t>ControllerBase</a:t>
            </a:r>
            <a:endParaRPr lang="fr-FR" sz="1800" dirty="0">
              <a:solidFill>
                <a:srgbClr val="000000"/>
              </a:solidFill>
              <a:latin typeface="Cascadia Mono" panose="020B0609020000020004" pitchFamily="49" charset="0"/>
            </a:endParaRPr>
          </a:p>
          <a:p>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r>
              <a:rPr lang="fr-FR" sz="1800" dirty="0">
                <a:solidFill>
                  <a:srgbClr val="008000"/>
                </a:solidFill>
                <a:latin typeface="Cascadia Mono" panose="020B0609020000020004" pitchFamily="49" charset="0"/>
              </a:rPr>
              <a:t>// DELETE: </a:t>
            </a:r>
            <a:r>
              <a:rPr lang="fr-FR" sz="1800" dirty="0" err="1">
                <a:solidFill>
                  <a:srgbClr val="008000"/>
                </a:solidFill>
                <a:latin typeface="Cascadia Mono" panose="020B0609020000020004" pitchFamily="49" charset="0"/>
              </a:rPr>
              <a:t>Classrooms</a:t>
            </a:r>
            <a:r>
              <a:rPr lang="fr-FR" sz="1800" dirty="0">
                <a:solidFill>
                  <a:srgbClr val="008000"/>
                </a:solidFill>
                <a:latin typeface="Cascadia Mono" panose="020B0609020000020004" pitchFamily="49" charset="0"/>
              </a:rPr>
              <a:t>/5 [</a:t>
            </a:r>
            <a:r>
              <a:rPr lang="fr-FR" sz="1800" dirty="0" err="1">
                <a:solidFill>
                  <a:srgbClr val="008000"/>
                </a:solidFill>
                <a:latin typeface="Cascadia Mono" panose="020B0609020000020004" pitchFamily="49" charset="0"/>
              </a:rPr>
              <a:t>HttpDelete</a:t>
            </a:r>
            <a:r>
              <a:rPr lang="fr-FR" sz="1800" dirty="0">
                <a:solidFill>
                  <a:srgbClr val="008000"/>
                </a:solidFill>
                <a:latin typeface="Cascadia Mono" panose="020B0609020000020004" pitchFamily="49" charset="0"/>
              </a:rPr>
              <a:t>("{id}")]</a:t>
            </a:r>
            <a:endParaRPr lang="fr-FR" sz="1800" dirty="0">
              <a:solidFill>
                <a:srgbClr val="000000"/>
              </a:solidFill>
              <a:latin typeface="Cascadia Mono" panose="020B0609020000020004" pitchFamily="49" charset="0"/>
            </a:endParaRPr>
          </a:p>
          <a:p>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IActionResult</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DeleteClassroom</a:t>
            </a:r>
            <a:r>
              <a:rPr lang="en-US" sz="1800" dirty="0">
                <a:solidFill>
                  <a:srgbClr val="000000"/>
                </a:solidFill>
                <a:latin typeface="Cascadia Mono" panose="020B0609020000020004" pitchFamily="49" charset="0"/>
              </a:rPr>
              <a:t>(</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id)</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Classroom </a:t>
            </a:r>
            <a:r>
              <a:rPr lang="fr-FR" sz="1800" dirty="0" err="1">
                <a:solidFill>
                  <a:srgbClr val="000000"/>
                </a:solidFill>
                <a:latin typeface="Cascadia Mono" panose="020B0609020000020004" pitchFamily="49" charset="0"/>
              </a:rPr>
              <a:t>classroom</a:t>
            </a:r>
            <a:r>
              <a:rPr lang="fr-FR" sz="1800" dirty="0">
                <a:solidFill>
                  <a:srgbClr val="000000"/>
                </a:solidFill>
                <a:latin typeface="Cascadia Mono" panose="020B0609020000020004" pitchFamily="49" charset="0"/>
              </a:rPr>
              <a:t> = </a:t>
            </a:r>
            <a:r>
              <a:rPr lang="fr-FR" sz="1800" dirty="0">
                <a:solidFill>
                  <a:srgbClr val="0000FF"/>
                </a:solidFill>
                <a:latin typeface="Cascadia Mono" panose="020B0609020000020004" pitchFamily="49" charset="0"/>
              </a:rPr>
              <a:t>new</a:t>
            </a:r>
            <a:r>
              <a:rPr lang="fr-FR" sz="1800" dirty="0">
                <a:solidFill>
                  <a:srgbClr val="000000"/>
                </a:solidFill>
                <a:latin typeface="Cascadia Mono" panose="020B0609020000020004" pitchFamily="49" charset="0"/>
              </a:rPr>
              <a:t> Classroom(…); </a:t>
            </a:r>
            <a:r>
              <a:rPr lang="fr-FR" sz="1800" dirty="0">
                <a:solidFill>
                  <a:srgbClr val="008000"/>
                </a:solidFill>
                <a:latin typeface="Cascadia Mono" panose="020B0609020000020004" pitchFamily="49" charset="0"/>
              </a:rPr>
              <a:t>// Récupération de l’objet</a:t>
            </a:r>
            <a:endParaRPr lang="fr-FR" sz="1800" dirty="0">
              <a:solidFill>
                <a:srgbClr val="000000"/>
              </a:solidFill>
              <a:latin typeface="Cascadia Mono" panose="020B0609020000020004" pitchFamily="49" charset="0"/>
            </a:endParaRP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if</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classroom</a:t>
            </a:r>
            <a:r>
              <a:rPr lang="fr-FR" sz="1800" dirty="0">
                <a:solidFill>
                  <a:srgbClr val="000000"/>
                </a:solidFill>
                <a:latin typeface="Cascadia Mono" panose="020B0609020000020004" pitchFamily="49" charset="0"/>
              </a:rPr>
              <a:t> == </a:t>
            </a:r>
            <a:r>
              <a:rPr lang="fr-FR" sz="1800" dirty="0" err="1">
                <a:solidFill>
                  <a:srgbClr val="0000FF"/>
                </a:solidFill>
                <a:latin typeface="Cascadia Mono" panose="020B0609020000020004" pitchFamily="49" charset="0"/>
              </a:rPr>
              <a:t>null</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return</a:t>
            </a:r>
            <a:r>
              <a:rPr lang="fr-FR" sz="1800" dirty="0">
                <a:solidFill>
                  <a:srgbClr val="000000"/>
                </a:solidFill>
                <a:latin typeface="Cascadia Mono" panose="020B0609020000020004" pitchFamily="49" charset="0"/>
              </a:rPr>
              <a:t> </a:t>
            </a:r>
            <a:r>
              <a:rPr lang="fr-FR" sz="1800" dirty="0" err="1">
                <a:solidFill>
                  <a:srgbClr val="000000"/>
                </a:solidFill>
                <a:latin typeface="Cascadia Mono" panose="020B0609020000020004" pitchFamily="49" charset="0"/>
              </a:rPr>
              <a:t>NotFound</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        </a:t>
            </a:r>
            <a:r>
              <a:rPr lang="fr-FR" sz="1800" dirty="0">
                <a:solidFill>
                  <a:srgbClr val="008000"/>
                </a:solidFill>
                <a:latin typeface="Cascadia Mono" panose="020B0609020000020004" pitchFamily="49" charset="0"/>
              </a:rPr>
              <a:t>// suppression de notre objet</a:t>
            </a:r>
            <a:endParaRPr lang="fr-FR" sz="1800" dirty="0">
              <a:solidFill>
                <a:srgbClr val="000000"/>
              </a:solidFill>
              <a:latin typeface="Cascadia Mono" panose="020B0609020000020004" pitchFamily="49" charset="0"/>
            </a:endParaRPr>
          </a:p>
          <a:p>
            <a:r>
              <a:rPr lang="fr-FR" sz="1800" dirty="0">
                <a:solidFill>
                  <a:srgbClr val="000000"/>
                </a:solidFill>
                <a:latin typeface="Cascadia Mono" panose="020B0609020000020004" pitchFamily="49" charset="0"/>
              </a:rPr>
              <a:t>        </a:t>
            </a:r>
            <a:r>
              <a:rPr lang="fr-FR" sz="1800" dirty="0">
                <a:solidFill>
                  <a:srgbClr val="0000FF"/>
                </a:solidFill>
                <a:latin typeface="Cascadia Mono" panose="020B0609020000020004" pitchFamily="49" charset="0"/>
              </a:rPr>
              <a:t>return</a:t>
            </a:r>
            <a:r>
              <a:rPr lang="fr-FR" sz="1800" dirty="0">
                <a:solidFill>
                  <a:srgbClr val="000000"/>
                </a:solidFill>
                <a:latin typeface="Cascadia Mono" panose="020B0609020000020004" pitchFamily="49" charset="0"/>
              </a:rPr>
              <a:t> Ok(</a:t>
            </a:r>
            <a:r>
              <a:rPr lang="fr-FR" sz="1800" dirty="0" err="1">
                <a:solidFill>
                  <a:srgbClr val="000000"/>
                </a:solidFill>
                <a:latin typeface="Cascadia Mono" panose="020B0609020000020004" pitchFamily="49" charset="0"/>
              </a:rPr>
              <a:t>classroom</a:t>
            </a:r>
            <a:r>
              <a:rPr lang="fr-FR" sz="1800" dirty="0">
                <a:solidFill>
                  <a:srgbClr val="000000"/>
                </a:solidFill>
                <a:latin typeface="Cascadia Mono" panose="020B0609020000020004" pitchFamily="49" charset="0"/>
              </a:rPr>
              <a:t>);</a:t>
            </a:r>
          </a:p>
          <a:p>
            <a:r>
              <a:rPr lang="fr-FR" sz="1800" dirty="0">
                <a:solidFill>
                  <a:srgbClr val="000000"/>
                </a:solidFill>
                <a:latin typeface="Cascadia Mono" panose="020B0609020000020004" pitchFamily="49" charset="0"/>
              </a:rPr>
              <a:t>    }</a:t>
            </a:r>
          </a:p>
          <a:p>
            <a:r>
              <a:rPr lang="fr-FR" sz="1800" dirty="0">
                <a:solidFill>
                  <a:srgbClr val="000000"/>
                </a:solidFill>
                <a:latin typeface="Cascadia Mono" panose="020B0609020000020004" pitchFamily="49" charset="0"/>
              </a:rPr>
              <a:t>}</a:t>
            </a:r>
            <a:endParaRPr lang="fr-FR" dirty="0"/>
          </a:p>
        </p:txBody>
      </p:sp>
    </p:spTree>
    <p:extLst>
      <p:ext uri="{BB962C8B-B14F-4D97-AF65-F5344CB8AC3E}">
        <p14:creationId xmlns:p14="http://schemas.microsoft.com/office/powerpoint/2010/main" val="26971863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844826" y="1431230"/>
            <a:ext cx="10525539" cy="3970318"/>
          </a:xfrm>
          <a:prstGeom prst="rect">
            <a:avLst/>
          </a:prstGeom>
          <a:noFill/>
        </p:spPr>
        <p:txBody>
          <a:bodyPr wrap="square" rtlCol="0">
            <a:spAutoFit/>
          </a:bodyPr>
          <a:lstStyle/>
          <a:p>
            <a:r>
              <a:rPr lang="fr-FR" sz="2400" b="1" dirty="0" err="1"/>
              <a:t>Separation</a:t>
            </a:r>
            <a:r>
              <a:rPr lang="fr-FR" sz="2400" b="1" dirty="0"/>
              <a:t> of </a:t>
            </a:r>
            <a:r>
              <a:rPr lang="fr-FR" sz="2400" b="1" dirty="0" err="1"/>
              <a:t>Concerns</a:t>
            </a:r>
            <a:r>
              <a:rPr lang="fr-FR" sz="2400" b="1" dirty="0"/>
              <a:t> (</a:t>
            </a:r>
            <a:r>
              <a:rPr lang="fr-FR" sz="2400" b="1" dirty="0" err="1"/>
              <a:t>SoC</a:t>
            </a:r>
            <a:r>
              <a:rPr lang="fr-FR" sz="2400" b="1" dirty="0"/>
              <a:t>)</a:t>
            </a:r>
          </a:p>
          <a:p>
            <a:endParaRPr lang="fr-FR" sz="2400" b="1" dirty="0"/>
          </a:p>
          <a:p>
            <a:pPr marL="240029" indent="-227329">
              <a:lnSpc>
                <a:spcPct val="100000"/>
              </a:lnSpc>
              <a:spcBef>
                <a:spcPts val="409"/>
              </a:spcBef>
              <a:buClr>
                <a:srgbClr val="391778"/>
              </a:buClr>
              <a:buFont typeface="Arial"/>
              <a:buChar char="•"/>
              <a:tabLst>
                <a:tab pos="240029" algn="l"/>
              </a:tabLst>
            </a:pPr>
            <a:r>
              <a:rPr lang="fr-FR" sz="2400" dirty="0">
                <a:latin typeface="Segoe UI"/>
                <a:cs typeface="Segoe UI"/>
              </a:rPr>
              <a:t>En</a:t>
            </a:r>
            <a:r>
              <a:rPr lang="fr-FR" sz="2400" spc="-50" dirty="0">
                <a:latin typeface="Segoe UI"/>
                <a:cs typeface="Segoe UI"/>
              </a:rPr>
              <a:t> </a:t>
            </a:r>
            <a:r>
              <a:rPr lang="fr-FR" sz="2400" spc="-60" dirty="0">
                <a:latin typeface="Segoe UI"/>
                <a:cs typeface="Segoe UI"/>
              </a:rPr>
              <a:t>ASP.NET</a:t>
            </a:r>
            <a:r>
              <a:rPr lang="fr-FR" sz="2400" spc="-35" dirty="0">
                <a:latin typeface="Segoe UI"/>
                <a:cs typeface="Segoe UI"/>
              </a:rPr>
              <a:t> </a:t>
            </a:r>
            <a:r>
              <a:rPr lang="fr-FR" sz="2400" dirty="0">
                <a:latin typeface="Segoe UI"/>
                <a:cs typeface="Segoe UI"/>
              </a:rPr>
              <a:t>MVC</a:t>
            </a:r>
            <a:r>
              <a:rPr lang="fr-FR" sz="2400" spc="-60" dirty="0">
                <a:latin typeface="Segoe UI"/>
                <a:cs typeface="Segoe UI"/>
              </a:rPr>
              <a:t> </a:t>
            </a:r>
            <a:r>
              <a:rPr lang="fr-FR" sz="2400" spc="-50" dirty="0">
                <a:latin typeface="Segoe UI"/>
                <a:cs typeface="Segoe UI"/>
              </a:rPr>
              <a:t>:</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dirty="0">
                <a:latin typeface="Segoe UI"/>
                <a:cs typeface="Segoe UI"/>
              </a:rPr>
              <a:t>Le</a:t>
            </a:r>
            <a:r>
              <a:rPr lang="fr-FR" sz="2000" spc="-60" dirty="0">
                <a:latin typeface="Segoe UI"/>
                <a:cs typeface="Segoe UI"/>
              </a:rPr>
              <a:t> </a:t>
            </a:r>
            <a:r>
              <a:rPr lang="fr-FR" sz="2000" dirty="0">
                <a:latin typeface="Segoe UI"/>
                <a:cs typeface="Segoe UI"/>
              </a:rPr>
              <a:t>Modèle</a:t>
            </a:r>
            <a:r>
              <a:rPr lang="fr-FR" sz="2000" spc="-35" dirty="0">
                <a:latin typeface="Segoe UI"/>
                <a:cs typeface="Segoe UI"/>
              </a:rPr>
              <a:t> </a:t>
            </a:r>
            <a:r>
              <a:rPr lang="fr-FR" sz="2000" dirty="0">
                <a:latin typeface="Segoe UI"/>
                <a:cs typeface="Segoe UI"/>
              </a:rPr>
              <a:t>représente</a:t>
            </a:r>
            <a:r>
              <a:rPr lang="fr-FR" sz="2000" spc="-60" dirty="0">
                <a:latin typeface="Segoe UI"/>
                <a:cs typeface="Segoe UI"/>
              </a:rPr>
              <a:t> </a:t>
            </a:r>
            <a:r>
              <a:rPr lang="fr-FR" sz="2000" dirty="0">
                <a:latin typeface="Segoe UI"/>
                <a:cs typeface="Segoe UI"/>
              </a:rPr>
              <a:t>les</a:t>
            </a:r>
            <a:r>
              <a:rPr lang="fr-FR" sz="2000" spc="-35" dirty="0">
                <a:latin typeface="Segoe UI"/>
                <a:cs typeface="Segoe UI"/>
              </a:rPr>
              <a:t> </a:t>
            </a:r>
            <a:r>
              <a:rPr lang="fr-FR" sz="2000" spc="-10" dirty="0">
                <a:latin typeface="Segoe UI"/>
                <a:cs typeface="Segoe UI"/>
              </a:rPr>
              <a:t>données</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La</a:t>
            </a:r>
            <a:r>
              <a:rPr lang="fr-FR" sz="2000" spc="-55" dirty="0">
                <a:latin typeface="Segoe UI"/>
                <a:cs typeface="Segoe UI"/>
              </a:rPr>
              <a:t> </a:t>
            </a:r>
            <a:r>
              <a:rPr lang="fr-FR" sz="2000" dirty="0">
                <a:latin typeface="Segoe UI"/>
                <a:cs typeface="Segoe UI"/>
              </a:rPr>
              <a:t>Vue</a:t>
            </a:r>
            <a:r>
              <a:rPr lang="fr-FR" sz="2000" spc="-50" dirty="0">
                <a:latin typeface="Segoe UI"/>
                <a:cs typeface="Segoe UI"/>
              </a:rPr>
              <a:t> </a:t>
            </a:r>
            <a:r>
              <a:rPr lang="fr-FR" sz="2000" spc="-10" dirty="0">
                <a:latin typeface="Segoe UI"/>
                <a:cs typeface="Segoe UI"/>
              </a:rPr>
              <a:t>représente</a:t>
            </a:r>
            <a:r>
              <a:rPr lang="fr-FR" sz="2000" spc="-35" dirty="0">
                <a:latin typeface="Segoe UI"/>
                <a:cs typeface="Segoe UI"/>
              </a:rPr>
              <a:t> </a:t>
            </a:r>
            <a:r>
              <a:rPr lang="fr-FR" sz="2000" spc="-10" dirty="0">
                <a:latin typeface="Segoe UI"/>
                <a:cs typeface="Segoe UI"/>
              </a:rPr>
              <a:t>l’affichage</a:t>
            </a:r>
            <a:r>
              <a:rPr lang="fr-FR" sz="2000" spc="-40" dirty="0">
                <a:latin typeface="Segoe UI"/>
                <a:cs typeface="Segoe UI"/>
              </a:rPr>
              <a:t> </a:t>
            </a:r>
            <a:r>
              <a:rPr lang="fr-FR" sz="2000" dirty="0">
                <a:latin typeface="Segoe UI"/>
                <a:cs typeface="Segoe UI"/>
              </a:rPr>
              <a:t>(ou</a:t>
            </a:r>
            <a:r>
              <a:rPr lang="fr-FR" sz="2000" spc="-35" dirty="0">
                <a:latin typeface="Segoe UI"/>
                <a:cs typeface="Segoe UI"/>
              </a:rPr>
              <a:t> </a:t>
            </a:r>
            <a:r>
              <a:rPr lang="fr-FR" sz="2000" dirty="0">
                <a:latin typeface="Segoe UI"/>
                <a:cs typeface="Segoe UI"/>
              </a:rPr>
              <a:t>la</a:t>
            </a:r>
            <a:r>
              <a:rPr lang="fr-FR" sz="2000" spc="-40" dirty="0">
                <a:latin typeface="Segoe UI"/>
                <a:cs typeface="Segoe UI"/>
              </a:rPr>
              <a:t> </a:t>
            </a:r>
            <a:r>
              <a:rPr lang="fr-FR" sz="2000" dirty="0">
                <a:latin typeface="Segoe UI"/>
                <a:cs typeface="Segoe UI"/>
              </a:rPr>
              <a:t>donnée</a:t>
            </a:r>
            <a:r>
              <a:rPr lang="fr-FR" sz="2000" spc="-40" dirty="0">
                <a:latin typeface="Segoe UI"/>
                <a:cs typeface="Segoe UI"/>
              </a:rPr>
              <a:t> </a:t>
            </a:r>
            <a:r>
              <a:rPr lang="fr-FR" sz="2000" dirty="0">
                <a:latin typeface="Segoe UI"/>
                <a:cs typeface="Segoe UI"/>
              </a:rPr>
              <a:t>sérialisée</a:t>
            </a:r>
            <a:r>
              <a:rPr lang="fr-FR" sz="2000" spc="-10" dirty="0">
                <a:latin typeface="Segoe UI"/>
                <a:cs typeface="Segoe UI"/>
              </a:rPr>
              <a:t> </a:t>
            </a:r>
            <a:r>
              <a:rPr lang="fr-FR" sz="2000" dirty="0">
                <a:latin typeface="Segoe UI"/>
                <a:cs typeface="Segoe UI"/>
              </a:rPr>
              <a:t>en</a:t>
            </a:r>
            <a:r>
              <a:rPr lang="fr-FR" sz="2000" spc="-40" dirty="0">
                <a:latin typeface="Segoe UI"/>
                <a:cs typeface="Segoe UI"/>
              </a:rPr>
              <a:t> </a:t>
            </a:r>
            <a:r>
              <a:rPr lang="fr-FR" sz="2000" dirty="0">
                <a:latin typeface="Segoe UI"/>
                <a:cs typeface="Segoe UI"/>
              </a:rPr>
              <a:t>Web</a:t>
            </a:r>
            <a:r>
              <a:rPr lang="fr-FR" sz="2000" spc="-55" dirty="0">
                <a:latin typeface="Segoe UI"/>
                <a:cs typeface="Segoe UI"/>
              </a:rPr>
              <a:t> </a:t>
            </a:r>
            <a:r>
              <a:rPr lang="fr-FR" sz="2000" spc="-20" dirty="0">
                <a:latin typeface="Segoe UI"/>
                <a:cs typeface="Segoe UI"/>
              </a:rPr>
              <a:t>API)</a:t>
            </a:r>
            <a:endParaRPr lang="fr-FR" sz="2000" dirty="0">
              <a:latin typeface="Segoe UI"/>
              <a:cs typeface="Segoe UI"/>
            </a:endParaRPr>
          </a:p>
          <a:p>
            <a:pPr marL="698500" lvl="1" indent="-228600">
              <a:lnSpc>
                <a:spcPct val="100000"/>
              </a:lnSpc>
              <a:spcBef>
                <a:spcPts val="254"/>
              </a:spcBef>
              <a:buClr>
                <a:srgbClr val="391778"/>
              </a:buClr>
              <a:buFont typeface="Arial"/>
              <a:buChar char="•"/>
              <a:tabLst>
                <a:tab pos="698500" algn="l"/>
              </a:tabLst>
            </a:pPr>
            <a:r>
              <a:rPr lang="fr-FR" sz="2000" dirty="0">
                <a:latin typeface="Segoe UI"/>
                <a:cs typeface="Segoe UI"/>
              </a:rPr>
              <a:t>Le</a:t>
            </a:r>
            <a:r>
              <a:rPr lang="fr-FR" sz="2000" spc="-50" dirty="0">
                <a:latin typeface="Segoe UI"/>
                <a:cs typeface="Segoe UI"/>
              </a:rPr>
              <a:t> </a:t>
            </a:r>
            <a:r>
              <a:rPr lang="fr-FR" sz="2000" dirty="0">
                <a:latin typeface="Segoe UI"/>
                <a:cs typeface="Segoe UI"/>
              </a:rPr>
              <a:t>Contrôleur</a:t>
            </a:r>
            <a:r>
              <a:rPr lang="fr-FR" sz="2000" spc="-15" dirty="0">
                <a:latin typeface="Segoe UI"/>
                <a:cs typeface="Segoe UI"/>
              </a:rPr>
              <a:t> </a:t>
            </a:r>
            <a:r>
              <a:rPr lang="fr-FR" sz="2000" dirty="0">
                <a:latin typeface="Segoe UI"/>
                <a:cs typeface="Segoe UI"/>
              </a:rPr>
              <a:t>cherche</a:t>
            </a:r>
            <a:r>
              <a:rPr lang="fr-FR" sz="2000" spc="-35" dirty="0">
                <a:latin typeface="Segoe UI"/>
                <a:cs typeface="Segoe UI"/>
              </a:rPr>
              <a:t> </a:t>
            </a:r>
            <a:r>
              <a:rPr lang="fr-FR" sz="2000" dirty="0">
                <a:latin typeface="Segoe UI"/>
                <a:cs typeface="Segoe UI"/>
              </a:rPr>
              <a:t>le</a:t>
            </a:r>
            <a:r>
              <a:rPr lang="fr-FR" sz="2000" spc="-30" dirty="0">
                <a:latin typeface="Segoe UI"/>
                <a:cs typeface="Segoe UI"/>
              </a:rPr>
              <a:t> </a:t>
            </a:r>
            <a:r>
              <a:rPr lang="fr-FR" sz="2000" dirty="0">
                <a:latin typeface="Segoe UI"/>
                <a:cs typeface="Segoe UI"/>
              </a:rPr>
              <a:t>modèle</a:t>
            </a:r>
            <a:r>
              <a:rPr lang="fr-FR" sz="2000" spc="-35" dirty="0">
                <a:latin typeface="Segoe UI"/>
                <a:cs typeface="Segoe UI"/>
              </a:rPr>
              <a:t> </a:t>
            </a:r>
            <a:r>
              <a:rPr lang="fr-FR" sz="2000" dirty="0">
                <a:latin typeface="Segoe UI"/>
                <a:cs typeface="Segoe UI"/>
              </a:rPr>
              <a:t>pour</a:t>
            </a:r>
            <a:r>
              <a:rPr lang="fr-FR" sz="2000" spc="-30" dirty="0">
                <a:latin typeface="Segoe UI"/>
                <a:cs typeface="Segoe UI"/>
              </a:rPr>
              <a:t> </a:t>
            </a:r>
            <a:r>
              <a:rPr lang="fr-FR" sz="2000" dirty="0">
                <a:latin typeface="Segoe UI"/>
                <a:cs typeface="Segoe UI"/>
              </a:rPr>
              <a:t>le</a:t>
            </a:r>
            <a:r>
              <a:rPr lang="fr-FR" sz="2000" spc="-35" dirty="0">
                <a:latin typeface="Segoe UI"/>
                <a:cs typeface="Segoe UI"/>
              </a:rPr>
              <a:t> </a:t>
            </a:r>
            <a:r>
              <a:rPr lang="fr-FR" sz="2000" dirty="0">
                <a:latin typeface="Segoe UI"/>
                <a:cs typeface="Segoe UI"/>
              </a:rPr>
              <a:t>fournir</a:t>
            </a:r>
            <a:r>
              <a:rPr lang="fr-FR" sz="2000" spc="-30" dirty="0">
                <a:latin typeface="Segoe UI"/>
                <a:cs typeface="Segoe UI"/>
              </a:rPr>
              <a:t> </a:t>
            </a:r>
            <a:r>
              <a:rPr lang="fr-FR" sz="2000" dirty="0">
                <a:latin typeface="Segoe UI"/>
                <a:cs typeface="Segoe UI"/>
              </a:rPr>
              <a:t>à</a:t>
            </a:r>
            <a:r>
              <a:rPr lang="fr-FR" sz="2000" spc="-45" dirty="0">
                <a:latin typeface="Segoe UI"/>
                <a:cs typeface="Segoe UI"/>
              </a:rPr>
              <a:t> </a:t>
            </a:r>
            <a:r>
              <a:rPr lang="fr-FR" sz="2000" dirty="0">
                <a:latin typeface="Segoe UI"/>
                <a:cs typeface="Segoe UI"/>
              </a:rPr>
              <a:t>la</a:t>
            </a:r>
            <a:r>
              <a:rPr lang="fr-FR" sz="2000" spc="-35" dirty="0">
                <a:latin typeface="Segoe UI"/>
                <a:cs typeface="Segoe UI"/>
              </a:rPr>
              <a:t> </a:t>
            </a:r>
            <a:r>
              <a:rPr lang="fr-FR" sz="2000" spc="-25" dirty="0">
                <a:latin typeface="Segoe UI"/>
                <a:cs typeface="Segoe UI"/>
              </a:rPr>
              <a:t>vue</a:t>
            </a:r>
            <a:endParaRPr lang="fr-FR" sz="2000" dirty="0">
              <a:latin typeface="Segoe UI"/>
              <a:cs typeface="Segoe UI"/>
            </a:endParaRPr>
          </a:p>
          <a:p>
            <a:pPr marL="698500" lvl="1" indent="-228600">
              <a:lnSpc>
                <a:spcPts val="2280"/>
              </a:lnSpc>
              <a:spcBef>
                <a:spcPts val="1895"/>
              </a:spcBef>
              <a:buClr>
                <a:srgbClr val="391778"/>
              </a:buClr>
              <a:buFont typeface="Arial"/>
              <a:buChar char="•"/>
              <a:tabLst>
                <a:tab pos="698500" algn="l"/>
              </a:tabLst>
            </a:pPr>
            <a:r>
              <a:rPr lang="fr-FR" sz="2000" dirty="0">
                <a:latin typeface="Segoe UI"/>
                <a:cs typeface="Segoe UI"/>
              </a:rPr>
              <a:t>Le</a:t>
            </a:r>
            <a:r>
              <a:rPr lang="fr-FR" sz="2000" spc="-50" dirty="0">
                <a:latin typeface="Segoe UI"/>
                <a:cs typeface="Segoe UI"/>
              </a:rPr>
              <a:t> </a:t>
            </a:r>
            <a:r>
              <a:rPr lang="fr-FR" sz="2000" dirty="0">
                <a:latin typeface="Segoe UI"/>
                <a:cs typeface="Segoe UI"/>
              </a:rPr>
              <a:t>contrôleur</a:t>
            </a:r>
            <a:r>
              <a:rPr lang="fr-FR" sz="2000" spc="-30" dirty="0">
                <a:latin typeface="Segoe UI"/>
                <a:cs typeface="Segoe UI"/>
              </a:rPr>
              <a:t> </a:t>
            </a:r>
            <a:r>
              <a:rPr lang="fr-FR" sz="2000" dirty="0">
                <a:latin typeface="Segoe UI"/>
                <a:cs typeface="Segoe UI"/>
              </a:rPr>
              <a:t>ne</a:t>
            </a:r>
            <a:r>
              <a:rPr lang="fr-FR" sz="2000" spc="-35" dirty="0">
                <a:latin typeface="Segoe UI"/>
                <a:cs typeface="Segoe UI"/>
              </a:rPr>
              <a:t> </a:t>
            </a:r>
            <a:r>
              <a:rPr lang="fr-FR" sz="2000" dirty="0">
                <a:latin typeface="Segoe UI"/>
                <a:cs typeface="Segoe UI"/>
              </a:rPr>
              <a:t>gère</a:t>
            </a:r>
            <a:r>
              <a:rPr lang="fr-FR" sz="2000" spc="-40" dirty="0">
                <a:latin typeface="Segoe UI"/>
                <a:cs typeface="Segoe UI"/>
              </a:rPr>
              <a:t> </a:t>
            </a:r>
            <a:r>
              <a:rPr lang="fr-FR" sz="2000" dirty="0">
                <a:latin typeface="Segoe UI"/>
                <a:cs typeface="Segoe UI"/>
              </a:rPr>
              <a:t>pas</a:t>
            </a:r>
            <a:r>
              <a:rPr lang="fr-FR" sz="2000" spc="-55" dirty="0">
                <a:latin typeface="Segoe UI"/>
                <a:cs typeface="Segoe UI"/>
              </a:rPr>
              <a:t> </a:t>
            </a:r>
            <a:r>
              <a:rPr lang="fr-FR" sz="2000" dirty="0">
                <a:latin typeface="Segoe UI"/>
                <a:cs typeface="Segoe UI"/>
              </a:rPr>
              <a:t>directement</a:t>
            </a:r>
            <a:r>
              <a:rPr lang="fr-FR" sz="2000" spc="-35" dirty="0">
                <a:latin typeface="Segoe UI"/>
                <a:cs typeface="Segoe UI"/>
              </a:rPr>
              <a:t> </a:t>
            </a:r>
            <a:r>
              <a:rPr lang="fr-FR" sz="2000" dirty="0">
                <a:latin typeface="Segoe UI"/>
                <a:cs typeface="Segoe UI"/>
              </a:rPr>
              <a:t>la</a:t>
            </a:r>
            <a:r>
              <a:rPr lang="fr-FR" sz="2000" spc="-40" dirty="0">
                <a:latin typeface="Segoe UI"/>
                <a:cs typeface="Segoe UI"/>
              </a:rPr>
              <a:t> </a:t>
            </a:r>
            <a:r>
              <a:rPr lang="fr-FR" sz="2000" dirty="0">
                <a:latin typeface="Segoe UI"/>
                <a:cs typeface="Segoe UI"/>
              </a:rPr>
              <a:t>sécurité,</a:t>
            </a:r>
            <a:r>
              <a:rPr lang="fr-FR" sz="2000" spc="-35" dirty="0">
                <a:latin typeface="Segoe UI"/>
                <a:cs typeface="Segoe UI"/>
              </a:rPr>
              <a:t> </a:t>
            </a:r>
            <a:r>
              <a:rPr lang="fr-FR" sz="2000" dirty="0">
                <a:latin typeface="Segoe UI"/>
                <a:cs typeface="Segoe UI"/>
              </a:rPr>
              <a:t>les</a:t>
            </a:r>
            <a:r>
              <a:rPr lang="fr-FR" sz="2000" spc="-30" dirty="0">
                <a:latin typeface="Segoe UI"/>
                <a:cs typeface="Segoe UI"/>
              </a:rPr>
              <a:t> </a:t>
            </a:r>
            <a:r>
              <a:rPr lang="fr-FR" sz="2000" dirty="0">
                <a:latin typeface="Segoe UI"/>
                <a:cs typeface="Segoe UI"/>
              </a:rPr>
              <a:t>exceptions,</a:t>
            </a:r>
            <a:r>
              <a:rPr lang="fr-FR" sz="2000" spc="-50" dirty="0">
                <a:latin typeface="Segoe UI"/>
                <a:cs typeface="Segoe UI"/>
              </a:rPr>
              <a:t> </a:t>
            </a:r>
            <a:r>
              <a:rPr lang="fr-FR" sz="2000" dirty="0">
                <a:latin typeface="Segoe UI"/>
                <a:cs typeface="Segoe UI"/>
              </a:rPr>
              <a:t>le</a:t>
            </a:r>
            <a:r>
              <a:rPr lang="fr-FR" sz="2000" spc="-40" dirty="0">
                <a:latin typeface="Segoe UI"/>
                <a:cs typeface="Segoe UI"/>
              </a:rPr>
              <a:t> </a:t>
            </a:r>
            <a:r>
              <a:rPr lang="fr-FR" sz="2000" dirty="0">
                <a:latin typeface="Segoe UI"/>
                <a:cs typeface="Segoe UI"/>
              </a:rPr>
              <a:t>fichiers</a:t>
            </a:r>
            <a:r>
              <a:rPr lang="fr-FR" sz="2000" spc="-20" dirty="0">
                <a:latin typeface="Segoe UI"/>
                <a:cs typeface="Segoe UI"/>
              </a:rPr>
              <a:t> </a:t>
            </a:r>
            <a:r>
              <a:rPr lang="fr-FR" sz="2000" spc="-25" dirty="0">
                <a:latin typeface="Segoe UI"/>
                <a:cs typeface="Segoe UI"/>
              </a:rPr>
              <a:t>de</a:t>
            </a:r>
            <a:endParaRPr lang="fr-FR" sz="2000" dirty="0">
              <a:latin typeface="Segoe UI"/>
              <a:cs typeface="Segoe UI"/>
            </a:endParaRPr>
          </a:p>
          <a:p>
            <a:pPr marL="698500">
              <a:lnSpc>
                <a:spcPts val="2280"/>
              </a:lnSpc>
            </a:pPr>
            <a:r>
              <a:rPr lang="fr-FR" sz="2000" dirty="0">
                <a:latin typeface="Segoe UI"/>
                <a:cs typeface="Segoe UI"/>
              </a:rPr>
              <a:t>logs, </a:t>
            </a:r>
            <a:r>
              <a:rPr lang="fr-FR" sz="2000" spc="-10" dirty="0">
                <a:latin typeface="Segoe UI"/>
                <a:cs typeface="Segoe UI"/>
              </a:rPr>
              <a:t>l’authentification, </a:t>
            </a:r>
            <a:r>
              <a:rPr lang="fr-FR" sz="2000" dirty="0">
                <a:latin typeface="Segoe UI"/>
                <a:cs typeface="Segoe UI"/>
              </a:rPr>
              <a:t>le</a:t>
            </a:r>
            <a:r>
              <a:rPr lang="fr-FR" sz="2000" spc="-10" dirty="0">
                <a:latin typeface="Segoe UI"/>
                <a:cs typeface="Segoe UI"/>
              </a:rPr>
              <a:t> </a:t>
            </a:r>
            <a:r>
              <a:rPr lang="fr-FR" sz="2000" dirty="0">
                <a:latin typeface="Segoe UI"/>
                <a:cs typeface="Segoe UI"/>
              </a:rPr>
              <a:t>binding</a:t>
            </a:r>
            <a:r>
              <a:rPr lang="fr-FR" sz="2000" spc="-5" dirty="0">
                <a:latin typeface="Segoe UI"/>
                <a:cs typeface="Segoe UI"/>
              </a:rPr>
              <a:t> </a:t>
            </a:r>
            <a:r>
              <a:rPr lang="fr-FR" sz="2000" dirty="0">
                <a:latin typeface="Segoe UI"/>
                <a:cs typeface="Segoe UI"/>
              </a:rPr>
              <a:t>des</a:t>
            </a:r>
            <a:r>
              <a:rPr lang="fr-FR" sz="2000" spc="-10" dirty="0">
                <a:latin typeface="Segoe UI"/>
                <a:cs typeface="Segoe UI"/>
              </a:rPr>
              <a:t> données…</a:t>
            </a:r>
            <a:endParaRPr lang="fr-FR" sz="2000" dirty="0">
              <a:latin typeface="Segoe UI"/>
              <a:cs typeface="Segoe UI"/>
            </a:endParaRPr>
          </a:p>
          <a:p>
            <a:pPr marL="698500" marR="5080" lvl="1" indent="-229235">
              <a:lnSpc>
                <a:spcPts val="2160"/>
              </a:lnSpc>
              <a:spcBef>
                <a:spcPts val="2165"/>
              </a:spcBef>
              <a:buClr>
                <a:srgbClr val="391778"/>
              </a:buClr>
              <a:buFont typeface="Arial"/>
              <a:buChar char="•"/>
              <a:tabLst>
                <a:tab pos="698500" algn="l"/>
              </a:tabLst>
            </a:pPr>
            <a:r>
              <a:rPr lang="fr-FR" sz="2000" dirty="0">
                <a:latin typeface="Segoe UI"/>
                <a:cs typeface="Segoe UI"/>
              </a:rPr>
              <a:t>Le</a:t>
            </a:r>
            <a:r>
              <a:rPr lang="fr-FR" sz="2000" spc="-55" dirty="0">
                <a:latin typeface="Segoe UI"/>
                <a:cs typeface="Segoe UI"/>
              </a:rPr>
              <a:t> </a:t>
            </a:r>
            <a:r>
              <a:rPr lang="fr-FR" sz="2000" dirty="0">
                <a:latin typeface="Segoe UI"/>
                <a:cs typeface="Segoe UI"/>
              </a:rPr>
              <a:t>contrôleur</a:t>
            </a:r>
            <a:r>
              <a:rPr lang="fr-FR" sz="2000" spc="-20" dirty="0">
                <a:latin typeface="Segoe UI"/>
                <a:cs typeface="Segoe UI"/>
              </a:rPr>
              <a:t> </a:t>
            </a:r>
            <a:r>
              <a:rPr lang="fr-FR" sz="2000" dirty="0">
                <a:latin typeface="Segoe UI"/>
                <a:cs typeface="Segoe UI"/>
              </a:rPr>
              <a:t>s’appuie</a:t>
            </a:r>
            <a:r>
              <a:rPr lang="fr-FR" sz="2000" spc="-55" dirty="0">
                <a:latin typeface="Segoe UI"/>
                <a:cs typeface="Segoe UI"/>
              </a:rPr>
              <a:t> </a:t>
            </a:r>
            <a:r>
              <a:rPr lang="fr-FR" sz="2000" dirty="0">
                <a:latin typeface="Segoe UI"/>
                <a:cs typeface="Segoe UI"/>
              </a:rPr>
              <a:t>sur</a:t>
            </a:r>
            <a:r>
              <a:rPr lang="fr-FR" sz="2000" spc="-50" dirty="0">
                <a:latin typeface="Segoe UI"/>
                <a:cs typeface="Segoe UI"/>
              </a:rPr>
              <a:t> </a:t>
            </a:r>
            <a:r>
              <a:rPr lang="fr-FR" sz="2000" dirty="0">
                <a:latin typeface="Segoe UI"/>
                <a:cs typeface="Segoe UI"/>
              </a:rPr>
              <a:t>des</a:t>
            </a:r>
            <a:r>
              <a:rPr lang="fr-FR" sz="2000" spc="-40" dirty="0">
                <a:latin typeface="Segoe UI"/>
                <a:cs typeface="Segoe UI"/>
              </a:rPr>
              <a:t> </a:t>
            </a:r>
            <a:r>
              <a:rPr lang="fr-FR" sz="2000" dirty="0">
                <a:latin typeface="Segoe UI"/>
                <a:cs typeface="Segoe UI"/>
              </a:rPr>
              <a:t>attributs</a:t>
            </a:r>
            <a:r>
              <a:rPr lang="fr-FR" sz="2000" spc="-60" dirty="0">
                <a:latin typeface="Segoe UI"/>
                <a:cs typeface="Segoe UI"/>
              </a:rPr>
              <a:t> </a:t>
            </a:r>
            <a:r>
              <a:rPr lang="fr-FR" sz="2000" dirty="0">
                <a:latin typeface="Segoe UI"/>
                <a:cs typeface="Segoe UI"/>
              </a:rPr>
              <a:t>qui</a:t>
            </a:r>
            <a:r>
              <a:rPr lang="fr-FR" sz="2000" spc="-45" dirty="0">
                <a:latin typeface="Segoe UI"/>
                <a:cs typeface="Segoe UI"/>
              </a:rPr>
              <a:t> </a:t>
            </a:r>
            <a:r>
              <a:rPr lang="fr-FR" sz="2000" dirty="0">
                <a:latin typeface="Segoe UI"/>
                <a:cs typeface="Segoe UI"/>
              </a:rPr>
              <a:t>permettront</a:t>
            </a:r>
            <a:r>
              <a:rPr lang="fr-FR" sz="2000" spc="-55" dirty="0">
                <a:latin typeface="Segoe UI"/>
                <a:cs typeface="Segoe UI"/>
              </a:rPr>
              <a:t> </a:t>
            </a:r>
            <a:r>
              <a:rPr lang="fr-FR" sz="2000" spc="-10" dirty="0">
                <a:latin typeface="Segoe UI"/>
                <a:cs typeface="Segoe UI"/>
              </a:rPr>
              <a:t>d’appeler</a:t>
            </a:r>
            <a:r>
              <a:rPr lang="fr-FR" sz="2000" spc="-30" dirty="0">
                <a:latin typeface="Segoe UI"/>
                <a:cs typeface="Segoe UI"/>
              </a:rPr>
              <a:t> </a:t>
            </a:r>
            <a:r>
              <a:rPr lang="fr-FR" sz="2000" dirty="0">
                <a:latin typeface="Segoe UI"/>
                <a:cs typeface="Segoe UI"/>
              </a:rPr>
              <a:t>les</a:t>
            </a:r>
            <a:r>
              <a:rPr lang="fr-FR" sz="2000" spc="-30" dirty="0">
                <a:latin typeface="Segoe UI"/>
                <a:cs typeface="Segoe UI"/>
              </a:rPr>
              <a:t> </a:t>
            </a:r>
            <a:r>
              <a:rPr lang="fr-FR" sz="2000" spc="-10" dirty="0">
                <a:latin typeface="Segoe UI"/>
                <a:cs typeface="Segoe UI"/>
              </a:rPr>
              <a:t>composants </a:t>
            </a:r>
            <a:r>
              <a:rPr lang="fr-FR" sz="2000" dirty="0">
                <a:latin typeface="Segoe UI"/>
                <a:cs typeface="Segoe UI"/>
              </a:rPr>
              <a:t>nécessaires</a:t>
            </a:r>
            <a:r>
              <a:rPr lang="fr-FR" sz="2000" spc="-60" dirty="0">
                <a:latin typeface="Segoe UI"/>
                <a:cs typeface="Segoe UI"/>
              </a:rPr>
              <a:t> </a:t>
            </a:r>
            <a:r>
              <a:rPr lang="fr-FR" sz="2000" dirty="0">
                <a:latin typeface="Segoe UI"/>
                <a:cs typeface="Segoe UI"/>
              </a:rPr>
              <a:t>à</a:t>
            </a:r>
            <a:r>
              <a:rPr lang="fr-FR" sz="2000" spc="-75" dirty="0">
                <a:latin typeface="Segoe UI"/>
                <a:cs typeface="Segoe UI"/>
              </a:rPr>
              <a:t> </a:t>
            </a:r>
            <a:r>
              <a:rPr lang="fr-FR" sz="2000" spc="-10" dirty="0">
                <a:latin typeface="Segoe UI"/>
                <a:cs typeface="Segoe UI"/>
              </a:rPr>
              <a:t>l’action.</a:t>
            </a:r>
            <a:endParaRPr lang="fr-FR" sz="2000" dirty="0">
              <a:latin typeface="Segoe UI"/>
              <a:cs typeface="Segoe UI"/>
            </a:endParaRPr>
          </a:p>
        </p:txBody>
      </p:sp>
    </p:spTree>
    <p:extLst>
      <p:ext uri="{BB962C8B-B14F-4D97-AF65-F5344CB8AC3E}">
        <p14:creationId xmlns:p14="http://schemas.microsoft.com/office/powerpoint/2010/main" val="11494928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a:extLst>
              <a:ext uri="{FF2B5EF4-FFF2-40B4-BE49-F238E27FC236}">
                <a16:creationId xmlns:a16="http://schemas.microsoft.com/office/drawing/2014/main" id="{8FAF5B65-A804-C41F-F189-DE49C314CD07}"/>
              </a:ext>
            </a:extLst>
          </p:cNvPr>
          <p:cNvPicPr/>
          <p:nvPr/>
        </p:nvPicPr>
        <p:blipFill>
          <a:blip r:embed="rId3" cstate="print"/>
          <a:stretch>
            <a:fillRect/>
          </a:stretch>
        </p:blipFill>
        <p:spPr>
          <a:xfrm>
            <a:off x="6376636" y="1700526"/>
            <a:ext cx="4993729" cy="4289061"/>
          </a:xfrm>
          <a:prstGeom prst="rect">
            <a:avLst/>
          </a:prstGeom>
        </p:spPr>
      </p:pic>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p:nvPr/>
        </p:nvSpPr>
        <p:spPr>
          <a:xfrm>
            <a:off x="798527" y="1303905"/>
            <a:ext cx="10525539" cy="5478423"/>
          </a:xfrm>
          <a:prstGeom prst="rect">
            <a:avLst/>
          </a:prstGeom>
          <a:noFill/>
        </p:spPr>
        <p:txBody>
          <a:bodyPr wrap="square" rtlCol="0">
            <a:spAutoFit/>
          </a:bodyPr>
          <a:lstStyle/>
          <a:p>
            <a:r>
              <a:rPr lang="fr-FR" sz="2400" b="1" dirty="0"/>
              <a:t>Les filtres</a:t>
            </a:r>
          </a:p>
          <a:p>
            <a:endParaRPr lang="fr-FR" sz="2400" b="1" dirty="0"/>
          </a:p>
          <a:p>
            <a:pPr marL="240029" indent="-227329">
              <a:lnSpc>
                <a:spcPct val="100000"/>
              </a:lnSpc>
              <a:spcBef>
                <a:spcPts val="100"/>
              </a:spcBef>
              <a:buClr>
                <a:srgbClr val="391778"/>
              </a:buClr>
              <a:buFont typeface="Arial"/>
              <a:buChar char="•"/>
              <a:tabLst>
                <a:tab pos="240029" algn="l"/>
              </a:tabLst>
            </a:pPr>
            <a:r>
              <a:rPr lang="fr-FR" sz="2400" dirty="0">
                <a:latin typeface="Segoe UI"/>
                <a:cs typeface="Segoe UI"/>
              </a:rPr>
              <a:t>Les</a:t>
            </a:r>
            <a:r>
              <a:rPr lang="fr-FR" sz="2400" spc="-60" dirty="0">
                <a:latin typeface="Segoe UI"/>
                <a:cs typeface="Segoe UI"/>
              </a:rPr>
              <a:t> </a:t>
            </a:r>
            <a:r>
              <a:rPr lang="fr-FR" sz="2400" dirty="0">
                <a:latin typeface="Segoe UI"/>
                <a:cs typeface="Segoe UI"/>
              </a:rPr>
              <a:t>filtres</a:t>
            </a:r>
            <a:r>
              <a:rPr lang="fr-FR" sz="2400" spc="-30" dirty="0">
                <a:latin typeface="Segoe UI"/>
                <a:cs typeface="Segoe UI"/>
              </a:rPr>
              <a:t> </a:t>
            </a:r>
            <a:r>
              <a:rPr lang="fr-FR" sz="2400" dirty="0">
                <a:latin typeface="Segoe UI"/>
                <a:cs typeface="Segoe UI"/>
              </a:rPr>
              <a:t>permettent</a:t>
            </a:r>
            <a:r>
              <a:rPr lang="fr-FR" sz="2400" spc="-70" dirty="0">
                <a:latin typeface="Segoe UI"/>
                <a:cs typeface="Segoe UI"/>
              </a:rPr>
              <a:t> </a:t>
            </a:r>
            <a:r>
              <a:rPr lang="fr-FR" sz="2400" dirty="0">
                <a:latin typeface="Segoe UI"/>
                <a:cs typeface="Segoe UI"/>
              </a:rPr>
              <a:t>le</a:t>
            </a:r>
            <a:r>
              <a:rPr lang="fr-FR" sz="2400" spc="-30" dirty="0">
                <a:latin typeface="Segoe UI"/>
                <a:cs typeface="Segoe UI"/>
              </a:rPr>
              <a:t> </a:t>
            </a:r>
            <a:r>
              <a:rPr lang="fr-FR" sz="2400" dirty="0">
                <a:latin typeface="Segoe UI"/>
                <a:cs typeface="Segoe UI"/>
              </a:rPr>
              <a:t>principe</a:t>
            </a:r>
            <a:r>
              <a:rPr lang="fr-FR" sz="2400" spc="-30" dirty="0">
                <a:latin typeface="Segoe UI"/>
                <a:cs typeface="Segoe UI"/>
              </a:rPr>
              <a:t> </a:t>
            </a:r>
            <a:r>
              <a:rPr lang="fr-FR" sz="2400" dirty="0">
                <a:latin typeface="Segoe UI"/>
                <a:cs typeface="Segoe UI"/>
              </a:rPr>
              <a:t>de</a:t>
            </a:r>
            <a:r>
              <a:rPr lang="fr-FR" sz="2400" spc="-20" dirty="0">
                <a:latin typeface="Segoe UI"/>
                <a:cs typeface="Segoe UI"/>
              </a:rPr>
              <a:t> </a:t>
            </a:r>
            <a:r>
              <a:rPr lang="fr-FR" sz="2400" spc="-25" dirty="0" err="1">
                <a:latin typeface="Segoe UI"/>
                <a:cs typeface="Segoe UI"/>
              </a:rPr>
              <a:t>SoC</a:t>
            </a:r>
            <a:endParaRPr lang="fr-FR" sz="2400" dirty="0">
              <a:latin typeface="Segoe UI"/>
              <a:cs typeface="Segoe UI"/>
            </a:endParaRPr>
          </a:p>
          <a:p>
            <a:pPr marL="240029" indent="-227329">
              <a:lnSpc>
                <a:spcPct val="100000"/>
              </a:lnSpc>
              <a:spcBef>
                <a:spcPts val="2845"/>
              </a:spcBef>
              <a:buClr>
                <a:srgbClr val="391778"/>
              </a:buClr>
              <a:buFont typeface="Arial"/>
              <a:buChar char="•"/>
              <a:tabLst>
                <a:tab pos="240029" algn="l"/>
              </a:tabLst>
            </a:pPr>
            <a:r>
              <a:rPr lang="fr-FR" sz="2400" dirty="0">
                <a:latin typeface="Segoe UI"/>
                <a:cs typeface="Segoe UI"/>
              </a:rPr>
              <a:t>Il</a:t>
            </a:r>
            <a:r>
              <a:rPr lang="fr-FR" sz="2400" spc="-40" dirty="0">
                <a:latin typeface="Segoe UI"/>
                <a:cs typeface="Segoe UI"/>
              </a:rPr>
              <a:t> </a:t>
            </a:r>
            <a:r>
              <a:rPr lang="fr-FR" sz="2400" dirty="0">
                <a:latin typeface="Segoe UI"/>
                <a:cs typeface="Segoe UI"/>
              </a:rPr>
              <a:t>existe</a:t>
            </a:r>
            <a:r>
              <a:rPr lang="fr-FR" sz="2400" spc="-35" dirty="0">
                <a:latin typeface="Segoe UI"/>
                <a:cs typeface="Segoe UI"/>
              </a:rPr>
              <a:t> </a:t>
            </a:r>
            <a:r>
              <a:rPr lang="fr-FR" sz="2400" dirty="0">
                <a:latin typeface="Segoe UI"/>
                <a:cs typeface="Segoe UI"/>
              </a:rPr>
              <a:t>plusieurs</a:t>
            </a:r>
            <a:r>
              <a:rPr lang="fr-FR" sz="2400" spc="-25" dirty="0">
                <a:latin typeface="Segoe UI"/>
                <a:cs typeface="Segoe UI"/>
              </a:rPr>
              <a:t> </a:t>
            </a:r>
            <a:r>
              <a:rPr lang="fr-FR" sz="2400" dirty="0">
                <a:latin typeface="Segoe UI"/>
                <a:cs typeface="Segoe UI"/>
              </a:rPr>
              <a:t>types</a:t>
            </a:r>
            <a:r>
              <a:rPr lang="fr-FR" sz="2400" spc="-50" dirty="0">
                <a:latin typeface="Segoe UI"/>
                <a:cs typeface="Segoe UI"/>
              </a:rPr>
              <a:t> </a:t>
            </a:r>
            <a:r>
              <a:rPr lang="fr-FR" sz="2400" dirty="0">
                <a:latin typeface="Segoe UI"/>
                <a:cs typeface="Segoe UI"/>
              </a:rPr>
              <a:t>de</a:t>
            </a:r>
            <a:r>
              <a:rPr lang="fr-FR" sz="2400" spc="-45" dirty="0">
                <a:latin typeface="Segoe UI"/>
                <a:cs typeface="Segoe UI"/>
              </a:rPr>
              <a:t> </a:t>
            </a:r>
            <a:r>
              <a:rPr lang="fr-FR" sz="2400" spc="-10" dirty="0">
                <a:latin typeface="Segoe UI"/>
                <a:cs typeface="Segoe UI"/>
              </a:rPr>
              <a:t>filtres</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dirty="0">
                <a:latin typeface="Segoe UI"/>
                <a:cs typeface="Segoe UI"/>
              </a:rPr>
              <a:t>Les</a:t>
            </a:r>
            <a:r>
              <a:rPr lang="fr-FR" sz="2000" spc="-60" dirty="0">
                <a:latin typeface="Segoe UI"/>
                <a:cs typeface="Segoe UI"/>
              </a:rPr>
              <a:t> </a:t>
            </a:r>
            <a:r>
              <a:rPr lang="fr-FR" sz="2000" dirty="0">
                <a:latin typeface="Segoe UI"/>
                <a:cs typeface="Segoe UI"/>
              </a:rPr>
              <a:t>filtres</a:t>
            </a:r>
            <a:r>
              <a:rPr lang="fr-FR" sz="2000" spc="-40" dirty="0">
                <a:latin typeface="Segoe UI"/>
                <a:cs typeface="Segoe UI"/>
              </a:rPr>
              <a:t> </a:t>
            </a:r>
            <a:r>
              <a:rPr lang="fr-FR" sz="2000" spc="-10" dirty="0">
                <a:latin typeface="Segoe UI"/>
                <a:cs typeface="Segoe UI"/>
              </a:rPr>
              <a:t>d’autorisations</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Les</a:t>
            </a:r>
            <a:r>
              <a:rPr lang="fr-FR" sz="2000" spc="-45" dirty="0">
                <a:latin typeface="Segoe UI"/>
                <a:cs typeface="Segoe UI"/>
              </a:rPr>
              <a:t> </a:t>
            </a:r>
            <a:r>
              <a:rPr lang="fr-FR" sz="2000" dirty="0">
                <a:latin typeface="Segoe UI"/>
                <a:cs typeface="Segoe UI"/>
              </a:rPr>
              <a:t>filtres</a:t>
            </a:r>
            <a:r>
              <a:rPr lang="fr-FR" sz="2000" spc="-25" dirty="0">
                <a:latin typeface="Segoe UI"/>
                <a:cs typeface="Segoe UI"/>
              </a:rPr>
              <a:t> </a:t>
            </a:r>
            <a:r>
              <a:rPr lang="fr-FR" sz="2000" dirty="0">
                <a:latin typeface="Segoe UI"/>
                <a:cs typeface="Segoe UI"/>
              </a:rPr>
              <a:t>de</a:t>
            </a:r>
            <a:r>
              <a:rPr lang="fr-FR" sz="2000" spc="-40" dirty="0">
                <a:latin typeface="Segoe UI"/>
                <a:cs typeface="Segoe UI"/>
              </a:rPr>
              <a:t> </a:t>
            </a:r>
            <a:r>
              <a:rPr lang="fr-FR" sz="2000" spc="-10" dirty="0">
                <a:latin typeface="Segoe UI"/>
                <a:cs typeface="Segoe UI"/>
              </a:rPr>
              <a:t>ressources</a:t>
            </a:r>
            <a:endParaRPr lang="fr-FR" sz="2000" dirty="0">
              <a:latin typeface="Segoe UI"/>
              <a:cs typeface="Segoe UI"/>
            </a:endParaRPr>
          </a:p>
          <a:p>
            <a:pPr marL="698500" lvl="1" indent="-228600">
              <a:lnSpc>
                <a:spcPct val="100000"/>
              </a:lnSpc>
              <a:spcBef>
                <a:spcPts val="250"/>
              </a:spcBef>
              <a:buClr>
                <a:srgbClr val="391778"/>
              </a:buClr>
              <a:buFont typeface="Arial"/>
              <a:buChar char="•"/>
              <a:tabLst>
                <a:tab pos="698500" algn="l"/>
              </a:tabLst>
            </a:pPr>
            <a:r>
              <a:rPr lang="fr-FR" sz="2000" dirty="0">
                <a:latin typeface="Segoe UI"/>
                <a:cs typeface="Segoe UI"/>
              </a:rPr>
              <a:t>Les</a:t>
            </a:r>
            <a:r>
              <a:rPr lang="fr-FR" sz="2000" spc="-60" dirty="0">
                <a:latin typeface="Segoe UI"/>
                <a:cs typeface="Segoe UI"/>
              </a:rPr>
              <a:t> </a:t>
            </a:r>
            <a:r>
              <a:rPr lang="fr-FR" sz="2000" dirty="0">
                <a:latin typeface="Segoe UI"/>
                <a:cs typeface="Segoe UI"/>
              </a:rPr>
              <a:t>filtres</a:t>
            </a:r>
            <a:r>
              <a:rPr lang="fr-FR" sz="2000" spc="-40" dirty="0">
                <a:latin typeface="Segoe UI"/>
                <a:cs typeface="Segoe UI"/>
              </a:rPr>
              <a:t> </a:t>
            </a:r>
            <a:r>
              <a:rPr lang="fr-FR" sz="2000" spc="-10" dirty="0">
                <a:latin typeface="Segoe UI"/>
                <a:cs typeface="Segoe UI"/>
              </a:rPr>
              <a:t>d’actions</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Les</a:t>
            </a:r>
            <a:r>
              <a:rPr lang="fr-FR" sz="2000" spc="-45" dirty="0">
                <a:latin typeface="Segoe UI"/>
                <a:cs typeface="Segoe UI"/>
              </a:rPr>
              <a:t> </a:t>
            </a:r>
            <a:r>
              <a:rPr lang="fr-FR" sz="2000" dirty="0">
                <a:latin typeface="Segoe UI"/>
                <a:cs typeface="Segoe UI"/>
              </a:rPr>
              <a:t>filtres</a:t>
            </a:r>
            <a:r>
              <a:rPr lang="fr-FR" sz="2000" spc="-25" dirty="0">
                <a:latin typeface="Segoe UI"/>
                <a:cs typeface="Segoe UI"/>
              </a:rPr>
              <a:t> </a:t>
            </a:r>
            <a:r>
              <a:rPr lang="fr-FR" sz="2000" dirty="0">
                <a:latin typeface="Segoe UI"/>
                <a:cs typeface="Segoe UI"/>
              </a:rPr>
              <a:t>de</a:t>
            </a:r>
            <a:r>
              <a:rPr lang="fr-FR" sz="2000" spc="-40" dirty="0">
                <a:latin typeface="Segoe UI"/>
                <a:cs typeface="Segoe UI"/>
              </a:rPr>
              <a:t> </a:t>
            </a:r>
            <a:r>
              <a:rPr lang="fr-FR" sz="2000" spc="-10" dirty="0">
                <a:latin typeface="Segoe UI"/>
                <a:cs typeface="Segoe UI"/>
              </a:rPr>
              <a:t>résultats</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Les</a:t>
            </a:r>
            <a:r>
              <a:rPr lang="fr-FR" sz="2000" spc="-60" dirty="0">
                <a:latin typeface="Segoe UI"/>
                <a:cs typeface="Segoe UI"/>
              </a:rPr>
              <a:t> </a:t>
            </a:r>
            <a:r>
              <a:rPr lang="fr-FR" sz="2000" dirty="0">
                <a:latin typeface="Segoe UI"/>
                <a:cs typeface="Segoe UI"/>
              </a:rPr>
              <a:t>filtres</a:t>
            </a:r>
            <a:r>
              <a:rPr lang="fr-FR" sz="2000" spc="-40" dirty="0">
                <a:latin typeface="Segoe UI"/>
                <a:cs typeface="Segoe UI"/>
              </a:rPr>
              <a:t> </a:t>
            </a:r>
            <a:r>
              <a:rPr lang="fr-FR" sz="2000" spc="-10" dirty="0">
                <a:latin typeface="Segoe UI"/>
                <a:cs typeface="Segoe UI"/>
              </a:rPr>
              <a:t>d’exceptions</a:t>
            </a:r>
            <a:endParaRPr lang="fr-FR" sz="2000" dirty="0">
              <a:latin typeface="Segoe UI"/>
              <a:cs typeface="Segoe UI"/>
            </a:endParaRPr>
          </a:p>
          <a:p>
            <a:pPr lvl="1">
              <a:lnSpc>
                <a:spcPct val="100000"/>
              </a:lnSpc>
              <a:spcBef>
                <a:spcPts val="695"/>
              </a:spcBef>
              <a:buClr>
                <a:srgbClr val="391778"/>
              </a:buClr>
              <a:buFont typeface="Arial"/>
              <a:buChar char="•"/>
            </a:pPr>
            <a:endParaRPr lang="fr-FR" sz="2000" dirty="0">
              <a:latin typeface="Segoe UI"/>
              <a:cs typeface="Segoe UI"/>
            </a:endParaRPr>
          </a:p>
          <a:p>
            <a:pPr marL="240029" indent="-227329">
              <a:lnSpc>
                <a:spcPct val="100000"/>
              </a:lnSpc>
              <a:spcBef>
                <a:spcPts val="5"/>
              </a:spcBef>
              <a:buClr>
                <a:srgbClr val="391778"/>
              </a:buClr>
              <a:buFont typeface="Arial"/>
              <a:buChar char="•"/>
              <a:tabLst>
                <a:tab pos="240029" algn="l"/>
              </a:tabLst>
            </a:pPr>
            <a:r>
              <a:rPr lang="fr-FR" sz="2400" dirty="0">
                <a:latin typeface="Segoe UI"/>
                <a:cs typeface="Segoe UI"/>
              </a:rPr>
              <a:t>Les</a:t>
            </a:r>
            <a:r>
              <a:rPr lang="fr-FR" sz="2400" spc="-80" dirty="0">
                <a:latin typeface="Segoe UI"/>
                <a:cs typeface="Segoe UI"/>
              </a:rPr>
              <a:t> </a:t>
            </a:r>
            <a:r>
              <a:rPr lang="fr-FR" sz="2400" dirty="0">
                <a:latin typeface="Segoe UI"/>
                <a:cs typeface="Segoe UI"/>
              </a:rPr>
              <a:t>filtres</a:t>
            </a:r>
            <a:r>
              <a:rPr lang="fr-FR" sz="2400" spc="-40" dirty="0">
                <a:latin typeface="Segoe UI"/>
                <a:cs typeface="Segoe UI"/>
              </a:rPr>
              <a:t> </a:t>
            </a:r>
            <a:r>
              <a:rPr lang="fr-FR" sz="2400" dirty="0">
                <a:latin typeface="Segoe UI"/>
                <a:cs typeface="Segoe UI"/>
              </a:rPr>
              <a:t>peuvent</a:t>
            </a:r>
            <a:r>
              <a:rPr lang="fr-FR" sz="2400" spc="-70" dirty="0">
                <a:latin typeface="Segoe UI"/>
                <a:cs typeface="Segoe UI"/>
              </a:rPr>
              <a:t> </a:t>
            </a:r>
            <a:r>
              <a:rPr lang="fr-FR" sz="2400" spc="-10" dirty="0">
                <a:latin typeface="Segoe UI"/>
                <a:cs typeface="Segoe UI"/>
              </a:rPr>
              <a:t>s’appliquer</a:t>
            </a:r>
            <a:r>
              <a:rPr lang="fr-FR" sz="2400" spc="-55" dirty="0">
                <a:latin typeface="Segoe UI"/>
                <a:cs typeface="Segoe UI"/>
              </a:rPr>
              <a:t> </a:t>
            </a:r>
            <a:r>
              <a:rPr lang="fr-FR" sz="2400" spc="-25" dirty="0">
                <a:latin typeface="Segoe UI"/>
                <a:cs typeface="Segoe UI"/>
              </a:rPr>
              <a:t>sur</a:t>
            </a:r>
            <a:endParaRPr lang="fr-FR" sz="24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un</a:t>
            </a:r>
            <a:r>
              <a:rPr lang="fr-FR" sz="2000" spc="-25" dirty="0">
                <a:latin typeface="Segoe UI"/>
                <a:cs typeface="Segoe UI"/>
              </a:rPr>
              <a:t> </a:t>
            </a:r>
            <a:r>
              <a:rPr lang="fr-FR" sz="2000" spc="-10" dirty="0">
                <a:latin typeface="Segoe UI"/>
                <a:cs typeface="Segoe UI"/>
              </a:rPr>
              <a:t>contrôleur</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une</a:t>
            </a:r>
            <a:r>
              <a:rPr lang="fr-FR" sz="2000" spc="-25" dirty="0">
                <a:latin typeface="Segoe UI"/>
                <a:cs typeface="Segoe UI"/>
              </a:rPr>
              <a:t> </a:t>
            </a:r>
            <a:r>
              <a:rPr lang="fr-FR" sz="2000" spc="-10" dirty="0">
                <a:latin typeface="Segoe UI"/>
                <a:cs typeface="Segoe UI"/>
              </a:rPr>
              <a:t>action</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dirty="0">
                <a:latin typeface="Segoe UI"/>
                <a:cs typeface="Segoe UI"/>
              </a:rPr>
              <a:t>les</a:t>
            </a:r>
            <a:r>
              <a:rPr lang="fr-FR" sz="2000" spc="-15" dirty="0">
                <a:latin typeface="Segoe UI"/>
                <a:cs typeface="Segoe UI"/>
              </a:rPr>
              <a:t> </a:t>
            </a:r>
            <a:r>
              <a:rPr lang="fr-FR" sz="2000" spc="-20" dirty="0">
                <a:latin typeface="Segoe UI"/>
                <a:cs typeface="Segoe UI"/>
              </a:rPr>
              <a:t>deux</a:t>
            </a:r>
            <a:endParaRPr lang="fr-FR" sz="2000" dirty="0">
              <a:latin typeface="Segoe UI"/>
              <a:cs typeface="Segoe UI"/>
            </a:endParaRPr>
          </a:p>
        </p:txBody>
      </p:sp>
    </p:spTree>
    <p:extLst>
      <p:ext uri="{BB962C8B-B14F-4D97-AF65-F5344CB8AC3E}">
        <p14:creationId xmlns:p14="http://schemas.microsoft.com/office/powerpoint/2010/main" val="12910914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a:spLocks/>
          </p:cNvSpPr>
          <p:nvPr/>
        </p:nvSpPr>
        <p:spPr>
          <a:xfrm>
            <a:off x="798527" y="1303905"/>
            <a:ext cx="10525539" cy="4760278"/>
          </a:xfrm>
          <a:prstGeom prst="rect">
            <a:avLst/>
          </a:prstGeom>
          <a:noFill/>
        </p:spPr>
        <p:txBody>
          <a:bodyPr wrap="square" rtlCol="0">
            <a:spAutoFit/>
          </a:bodyPr>
          <a:lstStyle/>
          <a:p>
            <a:r>
              <a:rPr lang="fr-FR" sz="2400" b="1" dirty="0"/>
              <a:t>Les filtres</a:t>
            </a:r>
          </a:p>
          <a:p>
            <a:endParaRPr lang="fr-FR" sz="2400" b="1" dirty="0"/>
          </a:p>
          <a:p>
            <a:pPr marL="240029" indent="-227329">
              <a:lnSpc>
                <a:spcPct val="100000"/>
              </a:lnSpc>
              <a:spcBef>
                <a:spcPts val="440"/>
              </a:spcBef>
              <a:buClr>
                <a:srgbClr val="391778"/>
              </a:buClr>
              <a:buFont typeface="Arial"/>
              <a:buChar char="•"/>
              <a:tabLst>
                <a:tab pos="240029" algn="l"/>
              </a:tabLst>
            </a:pPr>
            <a:r>
              <a:rPr lang="fr-FR" sz="2400" dirty="0">
                <a:latin typeface="Calibri"/>
                <a:cs typeface="Calibri"/>
              </a:rPr>
              <a:t>Les</a:t>
            </a:r>
            <a:r>
              <a:rPr lang="fr-FR" sz="2400" spc="-70" dirty="0">
                <a:latin typeface="Calibri"/>
                <a:cs typeface="Calibri"/>
              </a:rPr>
              <a:t> </a:t>
            </a:r>
            <a:r>
              <a:rPr lang="fr-FR" sz="2400" dirty="0">
                <a:latin typeface="Calibri"/>
                <a:cs typeface="Calibri"/>
              </a:rPr>
              <a:t>filtres</a:t>
            </a:r>
            <a:r>
              <a:rPr lang="fr-FR" sz="2400" spc="-75" dirty="0">
                <a:latin typeface="Calibri"/>
                <a:cs typeface="Calibri"/>
              </a:rPr>
              <a:t> </a:t>
            </a:r>
            <a:r>
              <a:rPr lang="fr-FR" sz="2400" spc="-10" dirty="0">
                <a:latin typeface="Calibri"/>
                <a:cs typeface="Calibri"/>
              </a:rPr>
              <a:t>d’autorisations</a:t>
            </a:r>
            <a:endParaRPr lang="fr-FR" sz="2400" dirty="0">
              <a:latin typeface="Calibri"/>
              <a:cs typeface="Calibri"/>
            </a:endParaRPr>
          </a:p>
          <a:p>
            <a:pPr marL="698500" lvl="1" indent="-228600">
              <a:lnSpc>
                <a:spcPct val="100000"/>
              </a:lnSpc>
              <a:spcBef>
                <a:spcPts val="290"/>
              </a:spcBef>
              <a:buClr>
                <a:srgbClr val="391778"/>
              </a:buClr>
              <a:buFont typeface="Arial"/>
              <a:buChar char="•"/>
              <a:tabLst>
                <a:tab pos="698500" algn="l"/>
              </a:tabLst>
            </a:pPr>
            <a:r>
              <a:rPr lang="fr-FR" sz="2000" spc="-10" dirty="0">
                <a:latin typeface="Calibri"/>
                <a:cs typeface="Calibri"/>
              </a:rPr>
              <a:t>Implémentent</a:t>
            </a:r>
            <a:r>
              <a:rPr lang="fr-FR" sz="2000" spc="-30" dirty="0">
                <a:latin typeface="Calibri"/>
                <a:cs typeface="Calibri"/>
              </a:rPr>
              <a:t> </a:t>
            </a:r>
            <a:r>
              <a:rPr lang="fr-FR" sz="2000" i="1" dirty="0" err="1">
                <a:latin typeface="Calibri"/>
                <a:cs typeface="Calibri"/>
              </a:rPr>
              <a:t>IAuthorizationFilter</a:t>
            </a:r>
            <a:r>
              <a:rPr lang="fr-FR" sz="2000" i="1" spc="-55" dirty="0">
                <a:latin typeface="Calibri"/>
                <a:cs typeface="Calibri"/>
              </a:rPr>
              <a:t> </a:t>
            </a:r>
            <a:r>
              <a:rPr lang="fr-FR" sz="2000" dirty="0">
                <a:latin typeface="Calibri"/>
                <a:cs typeface="Calibri"/>
              </a:rPr>
              <a:t>et</a:t>
            </a:r>
            <a:r>
              <a:rPr lang="fr-FR" sz="2000" spc="-40" dirty="0">
                <a:latin typeface="Calibri"/>
                <a:cs typeface="Calibri"/>
              </a:rPr>
              <a:t> </a:t>
            </a:r>
            <a:r>
              <a:rPr lang="fr-FR" sz="2000" spc="-10" dirty="0">
                <a:latin typeface="Calibri"/>
                <a:cs typeface="Calibri"/>
              </a:rPr>
              <a:t>permettent</a:t>
            </a:r>
            <a:r>
              <a:rPr lang="fr-FR" sz="2000" spc="-35" dirty="0">
                <a:latin typeface="Calibri"/>
                <a:cs typeface="Calibri"/>
              </a:rPr>
              <a:t> </a:t>
            </a:r>
            <a:r>
              <a:rPr lang="fr-FR" sz="2000" dirty="0">
                <a:latin typeface="Calibri"/>
                <a:cs typeface="Calibri"/>
              </a:rPr>
              <a:t>de</a:t>
            </a:r>
            <a:r>
              <a:rPr lang="fr-FR" sz="2000" spc="-40" dirty="0">
                <a:latin typeface="Calibri"/>
                <a:cs typeface="Calibri"/>
              </a:rPr>
              <a:t> </a:t>
            </a:r>
            <a:r>
              <a:rPr lang="fr-FR" sz="2000" dirty="0">
                <a:latin typeface="Calibri"/>
                <a:cs typeface="Calibri"/>
              </a:rPr>
              <a:t>gérer</a:t>
            </a:r>
            <a:r>
              <a:rPr lang="fr-FR" sz="2000" spc="-60" dirty="0">
                <a:latin typeface="Calibri"/>
                <a:cs typeface="Calibri"/>
              </a:rPr>
              <a:t> </a:t>
            </a:r>
            <a:r>
              <a:rPr lang="fr-FR" sz="2000" dirty="0">
                <a:latin typeface="Calibri"/>
                <a:cs typeface="Calibri"/>
              </a:rPr>
              <a:t>les</a:t>
            </a:r>
            <a:r>
              <a:rPr lang="fr-FR" sz="2000" spc="-35" dirty="0">
                <a:latin typeface="Calibri"/>
                <a:cs typeface="Calibri"/>
              </a:rPr>
              <a:t> </a:t>
            </a:r>
            <a:r>
              <a:rPr lang="fr-FR" sz="2000" spc="-20" dirty="0">
                <a:latin typeface="Calibri"/>
                <a:cs typeface="Calibri"/>
              </a:rPr>
              <a:t>accès</a:t>
            </a:r>
            <a:endParaRPr lang="fr-FR" sz="2000" dirty="0">
              <a:latin typeface="Calibri"/>
              <a:cs typeface="Calibri"/>
            </a:endParaRPr>
          </a:p>
          <a:p>
            <a:pPr marL="698500" lvl="1" indent="-228600">
              <a:lnSpc>
                <a:spcPct val="100000"/>
              </a:lnSpc>
              <a:spcBef>
                <a:spcPts val="254"/>
              </a:spcBef>
              <a:buClr>
                <a:srgbClr val="391778"/>
              </a:buClr>
              <a:buFont typeface="Arial"/>
              <a:buChar char="•"/>
              <a:tabLst>
                <a:tab pos="698500" algn="l"/>
              </a:tabLst>
            </a:pPr>
            <a:r>
              <a:rPr lang="fr-FR" sz="2000" spc="-10" dirty="0">
                <a:latin typeface="Calibri"/>
                <a:cs typeface="Calibri"/>
              </a:rPr>
              <a:t>Exemple</a:t>
            </a:r>
            <a:r>
              <a:rPr lang="fr-FR" sz="2000" spc="-40" dirty="0">
                <a:latin typeface="Calibri"/>
                <a:cs typeface="Calibri"/>
              </a:rPr>
              <a:t> </a:t>
            </a:r>
            <a:r>
              <a:rPr lang="fr-FR" sz="2000" dirty="0">
                <a:latin typeface="Calibri"/>
                <a:cs typeface="Calibri"/>
              </a:rPr>
              <a:t>:</a:t>
            </a:r>
            <a:r>
              <a:rPr lang="fr-FR" sz="2000" spc="-20" dirty="0">
                <a:latin typeface="Calibri"/>
                <a:cs typeface="Calibri"/>
              </a:rPr>
              <a:t> </a:t>
            </a:r>
            <a:r>
              <a:rPr lang="fr-FR" sz="2000" i="1" spc="-10" dirty="0" err="1">
                <a:latin typeface="Calibri"/>
                <a:cs typeface="Calibri"/>
              </a:rPr>
              <a:t>Authorize</a:t>
            </a:r>
            <a:endParaRPr lang="fr-FR" sz="2000" dirty="0">
              <a:latin typeface="Calibri"/>
              <a:cs typeface="Calibri"/>
            </a:endParaRPr>
          </a:p>
          <a:p>
            <a:pPr lvl="1">
              <a:lnSpc>
                <a:spcPct val="100000"/>
              </a:lnSpc>
              <a:spcBef>
                <a:spcPts val="270"/>
              </a:spcBef>
              <a:buClr>
                <a:srgbClr val="391778"/>
              </a:buClr>
              <a:buFont typeface="Arial"/>
              <a:buChar char="•"/>
            </a:pPr>
            <a:endParaRPr lang="fr-FR" sz="2000" dirty="0">
              <a:latin typeface="Calibri"/>
              <a:cs typeface="Calibri"/>
            </a:endParaRPr>
          </a:p>
          <a:p>
            <a:pPr marL="240029" indent="-227329">
              <a:lnSpc>
                <a:spcPct val="100000"/>
              </a:lnSpc>
              <a:buClr>
                <a:srgbClr val="391778"/>
              </a:buClr>
              <a:buFont typeface="Arial"/>
              <a:buChar char="•"/>
              <a:tabLst>
                <a:tab pos="240029" algn="l"/>
              </a:tabLst>
            </a:pPr>
            <a:r>
              <a:rPr lang="fr-FR" sz="2400" dirty="0">
                <a:latin typeface="Calibri"/>
                <a:cs typeface="Calibri"/>
              </a:rPr>
              <a:t>Les</a:t>
            </a:r>
            <a:r>
              <a:rPr lang="fr-FR" sz="2400" spc="-55" dirty="0">
                <a:latin typeface="Calibri"/>
                <a:cs typeface="Calibri"/>
              </a:rPr>
              <a:t> </a:t>
            </a:r>
            <a:r>
              <a:rPr lang="fr-FR" sz="2400" dirty="0">
                <a:latin typeface="Calibri"/>
                <a:cs typeface="Calibri"/>
              </a:rPr>
              <a:t>filtres</a:t>
            </a:r>
            <a:r>
              <a:rPr lang="fr-FR" sz="2400" spc="-60" dirty="0">
                <a:latin typeface="Calibri"/>
                <a:cs typeface="Calibri"/>
              </a:rPr>
              <a:t> </a:t>
            </a:r>
            <a:r>
              <a:rPr lang="fr-FR" sz="2400" dirty="0">
                <a:latin typeface="Calibri"/>
                <a:cs typeface="Calibri"/>
              </a:rPr>
              <a:t>de</a:t>
            </a:r>
            <a:r>
              <a:rPr lang="fr-FR" sz="2400" spc="-55" dirty="0">
                <a:latin typeface="Calibri"/>
                <a:cs typeface="Calibri"/>
              </a:rPr>
              <a:t> </a:t>
            </a:r>
            <a:r>
              <a:rPr lang="fr-FR" sz="2400" spc="-10" dirty="0">
                <a:latin typeface="Calibri"/>
                <a:cs typeface="Calibri"/>
              </a:rPr>
              <a:t>ressources</a:t>
            </a:r>
            <a:endParaRPr lang="fr-FR" sz="2400" dirty="0">
              <a:latin typeface="Calibri"/>
              <a:cs typeface="Calibri"/>
            </a:endParaRPr>
          </a:p>
          <a:p>
            <a:pPr marL="698500" lvl="1" indent="-228600">
              <a:lnSpc>
                <a:spcPct val="100000"/>
              </a:lnSpc>
              <a:spcBef>
                <a:spcPts val="280"/>
              </a:spcBef>
              <a:buClr>
                <a:srgbClr val="391778"/>
              </a:buClr>
              <a:buFont typeface="Arial"/>
              <a:buChar char="•"/>
              <a:tabLst>
                <a:tab pos="698500" algn="l"/>
              </a:tabLst>
            </a:pPr>
            <a:r>
              <a:rPr lang="fr-FR" sz="2000" spc="-10" dirty="0">
                <a:latin typeface="Calibri"/>
                <a:cs typeface="Calibri"/>
              </a:rPr>
              <a:t>Implémentent</a:t>
            </a:r>
            <a:r>
              <a:rPr lang="fr-FR" sz="2000" spc="-5" dirty="0">
                <a:latin typeface="Calibri"/>
                <a:cs typeface="Calibri"/>
              </a:rPr>
              <a:t> </a:t>
            </a:r>
            <a:r>
              <a:rPr lang="fr-FR" sz="2000" i="1" spc="-10" dirty="0" err="1">
                <a:latin typeface="Calibri"/>
                <a:cs typeface="Calibri"/>
              </a:rPr>
              <a:t>IRessourceFilter</a:t>
            </a:r>
            <a:r>
              <a:rPr lang="fr-FR" sz="2000" i="1" spc="-40" dirty="0">
                <a:latin typeface="Calibri"/>
                <a:cs typeface="Calibri"/>
              </a:rPr>
              <a:t> </a:t>
            </a:r>
            <a:r>
              <a:rPr lang="fr-FR" sz="2000" dirty="0">
                <a:latin typeface="Calibri"/>
                <a:cs typeface="Calibri"/>
              </a:rPr>
              <a:t>et</a:t>
            </a:r>
            <a:r>
              <a:rPr lang="fr-FR" sz="2000" spc="-15" dirty="0">
                <a:latin typeface="Calibri"/>
                <a:cs typeface="Calibri"/>
              </a:rPr>
              <a:t> </a:t>
            </a:r>
            <a:r>
              <a:rPr lang="fr-FR" sz="2000" spc="-10" dirty="0">
                <a:latin typeface="Calibri"/>
                <a:cs typeface="Calibri"/>
              </a:rPr>
              <a:t>permettent </a:t>
            </a:r>
            <a:r>
              <a:rPr lang="fr-FR" sz="2000" dirty="0">
                <a:latin typeface="Calibri"/>
                <a:cs typeface="Calibri"/>
              </a:rPr>
              <a:t>de</a:t>
            </a:r>
            <a:r>
              <a:rPr lang="fr-FR" sz="2000" spc="-15" dirty="0">
                <a:latin typeface="Calibri"/>
                <a:cs typeface="Calibri"/>
              </a:rPr>
              <a:t> </a:t>
            </a:r>
            <a:r>
              <a:rPr lang="fr-FR" sz="2000" dirty="0">
                <a:latin typeface="Calibri"/>
                <a:cs typeface="Calibri"/>
              </a:rPr>
              <a:t>gérer</a:t>
            </a:r>
            <a:r>
              <a:rPr lang="fr-FR" sz="2000" spc="-35" dirty="0">
                <a:latin typeface="Calibri"/>
                <a:cs typeface="Calibri"/>
              </a:rPr>
              <a:t> </a:t>
            </a:r>
            <a:r>
              <a:rPr lang="fr-FR" sz="2000" dirty="0">
                <a:latin typeface="Calibri"/>
                <a:cs typeface="Calibri"/>
              </a:rPr>
              <a:t>le</a:t>
            </a:r>
            <a:r>
              <a:rPr lang="fr-FR" sz="2000" spc="-30" dirty="0">
                <a:latin typeface="Calibri"/>
                <a:cs typeface="Calibri"/>
              </a:rPr>
              <a:t> </a:t>
            </a:r>
            <a:r>
              <a:rPr lang="fr-FR" sz="2000" spc="-10" dirty="0">
                <a:latin typeface="Calibri"/>
                <a:cs typeface="Calibri"/>
              </a:rPr>
              <a:t>cache</a:t>
            </a:r>
            <a:endParaRPr lang="fr-FR" sz="2000" dirty="0">
              <a:latin typeface="Calibri"/>
              <a:cs typeface="Calibri"/>
            </a:endParaRPr>
          </a:p>
          <a:p>
            <a:pPr marL="698500" lvl="1" indent="-228600">
              <a:lnSpc>
                <a:spcPct val="100000"/>
              </a:lnSpc>
              <a:spcBef>
                <a:spcPts val="265"/>
              </a:spcBef>
              <a:buClr>
                <a:srgbClr val="391778"/>
              </a:buClr>
              <a:buFont typeface="Arial"/>
              <a:buChar char="•"/>
              <a:tabLst>
                <a:tab pos="698500" algn="l"/>
              </a:tabLst>
            </a:pPr>
            <a:r>
              <a:rPr lang="fr-FR" sz="2000" spc="-10" dirty="0">
                <a:latin typeface="Calibri"/>
                <a:cs typeface="Calibri"/>
              </a:rPr>
              <a:t>Exemple</a:t>
            </a:r>
            <a:r>
              <a:rPr lang="fr-FR" sz="2000" spc="-40" dirty="0">
                <a:latin typeface="Calibri"/>
                <a:cs typeface="Calibri"/>
              </a:rPr>
              <a:t> </a:t>
            </a:r>
            <a:r>
              <a:rPr lang="fr-FR" sz="2000" dirty="0">
                <a:latin typeface="Calibri"/>
                <a:cs typeface="Calibri"/>
              </a:rPr>
              <a:t>:</a:t>
            </a:r>
            <a:r>
              <a:rPr lang="fr-FR" sz="2000" spc="-20" dirty="0">
                <a:latin typeface="Calibri"/>
                <a:cs typeface="Calibri"/>
              </a:rPr>
              <a:t> </a:t>
            </a:r>
            <a:r>
              <a:rPr lang="fr-FR" sz="2000" i="1" spc="-10" dirty="0" err="1">
                <a:latin typeface="Calibri"/>
                <a:cs typeface="Calibri"/>
              </a:rPr>
              <a:t>ResponseCache</a:t>
            </a:r>
            <a:endParaRPr lang="fr-FR" sz="2000" dirty="0">
              <a:latin typeface="Calibri"/>
              <a:cs typeface="Calibri"/>
            </a:endParaRPr>
          </a:p>
          <a:p>
            <a:pPr lvl="1">
              <a:lnSpc>
                <a:spcPct val="100000"/>
              </a:lnSpc>
              <a:spcBef>
                <a:spcPts val="254"/>
              </a:spcBef>
              <a:buClr>
                <a:srgbClr val="391778"/>
              </a:buClr>
              <a:buFont typeface="Arial"/>
              <a:buChar char="•"/>
            </a:pPr>
            <a:endParaRPr lang="fr-FR" sz="2000" dirty="0">
              <a:latin typeface="Calibri"/>
              <a:cs typeface="Calibri"/>
            </a:endParaRPr>
          </a:p>
          <a:p>
            <a:pPr marL="240029" indent="-227329">
              <a:lnSpc>
                <a:spcPct val="100000"/>
              </a:lnSpc>
              <a:buClr>
                <a:srgbClr val="391778"/>
              </a:buClr>
              <a:buFont typeface="Arial"/>
              <a:buChar char="•"/>
              <a:tabLst>
                <a:tab pos="240029" algn="l"/>
              </a:tabLst>
            </a:pPr>
            <a:r>
              <a:rPr lang="fr-FR" sz="2400" dirty="0">
                <a:latin typeface="Calibri"/>
                <a:cs typeface="Calibri"/>
              </a:rPr>
              <a:t>Les</a:t>
            </a:r>
            <a:r>
              <a:rPr lang="fr-FR" sz="2400" spc="-55" dirty="0">
                <a:latin typeface="Calibri"/>
                <a:cs typeface="Calibri"/>
              </a:rPr>
              <a:t> </a:t>
            </a:r>
            <a:r>
              <a:rPr lang="fr-FR" sz="2400" dirty="0">
                <a:latin typeface="Calibri"/>
                <a:cs typeface="Calibri"/>
              </a:rPr>
              <a:t>filtres</a:t>
            </a:r>
            <a:r>
              <a:rPr lang="fr-FR" sz="2400" spc="-60" dirty="0">
                <a:latin typeface="Calibri"/>
                <a:cs typeface="Calibri"/>
              </a:rPr>
              <a:t> </a:t>
            </a:r>
            <a:r>
              <a:rPr lang="fr-FR" sz="2400" spc="-10" dirty="0">
                <a:latin typeface="Calibri"/>
                <a:cs typeface="Calibri"/>
              </a:rPr>
              <a:t>d’exceptions</a:t>
            </a:r>
            <a:endParaRPr lang="fr-FR" sz="2400" dirty="0">
              <a:latin typeface="Calibri"/>
              <a:cs typeface="Calibri"/>
            </a:endParaRPr>
          </a:p>
          <a:p>
            <a:pPr marL="698500" lvl="1" indent="-228600">
              <a:lnSpc>
                <a:spcPct val="100000"/>
              </a:lnSpc>
              <a:spcBef>
                <a:spcPts val="280"/>
              </a:spcBef>
              <a:buClr>
                <a:srgbClr val="391778"/>
              </a:buClr>
              <a:buFont typeface="Arial"/>
              <a:buChar char="•"/>
              <a:tabLst>
                <a:tab pos="698500" algn="l"/>
              </a:tabLst>
            </a:pPr>
            <a:r>
              <a:rPr lang="fr-FR" sz="2000" spc="-10" dirty="0">
                <a:latin typeface="Calibri"/>
                <a:cs typeface="Calibri"/>
              </a:rPr>
              <a:t>Implémentent</a:t>
            </a:r>
            <a:r>
              <a:rPr lang="fr-FR" sz="2000" spc="-25" dirty="0">
                <a:latin typeface="Calibri"/>
                <a:cs typeface="Calibri"/>
              </a:rPr>
              <a:t> </a:t>
            </a:r>
            <a:r>
              <a:rPr lang="fr-FR" sz="2000" i="1" spc="-10" dirty="0" err="1">
                <a:latin typeface="Calibri"/>
                <a:cs typeface="Calibri"/>
              </a:rPr>
              <a:t>IExceptionFilter</a:t>
            </a:r>
            <a:r>
              <a:rPr lang="fr-FR" sz="2000" i="1" spc="-40" dirty="0">
                <a:latin typeface="Calibri"/>
                <a:cs typeface="Calibri"/>
              </a:rPr>
              <a:t> </a:t>
            </a:r>
            <a:r>
              <a:rPr lang="fr-FR" sz="2000" dirty="0">
                <a:latin typeface="Calibri"/>
                <a:cs typeface="Calibri"/>
              </a:rPr>
              <a:t>et</a:t>
            </a:r>
            <a:r>
              <a:rPr lang="fr-FR" sz="2000" spc="-40" dirty="0">
                <a:latin typeface="Calibri"/>
                <a:cs typeface="Calibri"/>
              </a:rPr>
              <a:t> </a:t>
            </a:r>
            <a:r>
              <a:rPr lang="fr-FR" sz="2000" spc="-10" dirty="0">
                <a:latin typeface="Calibri"/>
                <a:cs typeface="Calibri"/>
              </a:rPr>
              <a:t>permettent</a:t>
            </a:r>
            <a:r>
              <a:rPr lang="fr-FR" sz="2000" spc="-15" dirty="0">
                <a:latin typeface="Calibri"/>
                <a:cs typeface="Calibri"/>
              </a:rPr>
              <a:t> </a:t>
            </a:r>
            <a:r>
              <a:rPr lang="fr-FR" sz="2000" dirty="0">
                <a:latin typeface="Calibri"/>
                <a:cs typeface="Calibri"/>
              </a:rPr>
              <a:t>de</a:t>
            </a:r>
            <a:r>
              <a:rPr lang="fr-FR" sz="2000" spc="-45" dirty="0">
                <a:latin typeface="Calibri"/>
                <a:cs typeface="Calibri"/>
              </a:rPr>
              <a:t> </a:t>
            </a:r>
            <a:r>
              <a:rPr lang="fr-FR" sz="2000" dirty="0">
                <a:latin typeface="Calibri"/>
                <a:cs typeface="Calibri"/>
              </a:rPr>
              <a:t>gérer</a:t>
            </a:r>
            <a:r>
              <a:rPr lang="fr-FR" sz="2000" spc="-40" dirty="0">
                <a:latin typeface="Calibri"/>
                <a:cs typeface="Calibri"/>
              </a:rPr>
              <a:t> </a:t>
            </a:r>
            <a:r>
              <a:rPr lang="fr-FR" sz="2000" dirty="0">
                <a:latin typeface="Calibri"/>
                <a:cs typeface="Calibri"/>
              </a:rPr>
              <a:t>les</a:t>
            </a:r>
            <a:r>
              <a:rPr lang="fr-FR" sz="2000" spc="-35" dirty="0">
                <a:latin typeface="Calibri"/>
                <a:cs typeface="Calibri"/>
              </a:rPr>
              <a:t> </a:t>
            </a:r>
            <a:r>
              <a:rPr lang="fr-FR" sz="2000" spc="-10" dirty="0">
                <a:latin typeface="Calibri"/>
                <a:cs typeface="Calibri"/>
              </a:rPr>
              <a:t>exceptions</a:t>
            </a:r>
            <a:endParaRPr lang="fr-FR" sz="2000" dirty="0">
              <a:latin typeface="Calibri"/>
              <a:cs typeface="Calibri"/>
            </a:endParaRPr>
          </a:p>
          <a:p>
            <a:pPr marL="698500" lvl="1" indent="-228600">
              <a:lnSpc>
                <a:spcPct val="100000"/>
              </a:lnSpc>
              <a:spcBef>
                <a:spcPts val="265"/>
              </a:spcBef>
              <a:buClr>
                <a:srgbClr val="391778"/>
              </a:buClr>
              <a:buFont typeface="Arial"/>
              <a:buChar char="•"/>
              <a:tabLst>
                <a:tab pos="698500" algn="l"/>
              </a:tabLst>
            </a:pPr>
            <a:r>
              <a:rPr lang="fr-FR" sz="2000" spc="-10" dirty="0">
                <a:latin typeface="Calibri"/>
                <a:cs typeface="Calibri"/>
              </a:rPr>
              <a:t>Exemple</a:t>
            </a:r>
            <a:r>
              <a:rPr lang="fr-FR" sz="2000" spc="-45" dirty="0">
                <a:latin typeface="Calibri"/>
                <a:cs typeface="Calibri"/>
              </a:rPr>
              <a:t> </a:t>
            </a:r>
            <a:r>
              <a:rPr lang="fr-FR" sz="2000" dirty="0">
                <a:latin typeface="Calibri"/>
                <a:cs typeface="Calibri"/>
              </a:rPr>
              <a:t>:</a:t>
            </a:r>
            <a:r>
              <a:rPr lang="fr-FR" sz="2000" spc="-30" dirty="0">
                <a:latin typeface="Calibri"/>
                <a:cs typeface="Calibri"/>
              </a:rPr>
              <a:t> </a:t>
            </a:r>
            <a:r>
              <a:rPr lang="fr-FR" sz="2000" dirty="0">
                <a:latin typeface="Calibri"/>
                <a:cs typeface="Calibri"/>
              </a:rPr>
              <a:t>aucun</a:t>
            </a:r>
            <a:r>
              <a:rPr lang="fr-FR" sz="2000" spc="-45" dirty="0">
                <a:latin typeface="Calibri"/>
                <a:cs typeface="Calibri"/>
              </a:rPr>
              <a:t> </a:t>
            </a:r>
            <a:r>
              <a:rPr lang="fr-FR" sz="2000" dirty="0">
                <a:latin typeface="Calibri"/>
                <a:cs typeface="Calibri"/>
              </a:rPr>
              <a:t>de</a:t>
            </a:r>
            <a:r>
              <a:rPr lang="fr-FR" sz="2000" spc="-35" dirty="0">
                <a:latin typeface="Calibri"/>
                <a:cs typeface="Calibri"/>
              </a:rPr>
              <a:t> </a:t>
            </a:r>
            <a:r>
              <a:rPr lang="fr-FR" sz="2000" dirty="0">
                <a:latin typeface="Calibri"/>
                <a:cs typeface="Calibri"/>
              </a:rPr>
              <a:t>base</a:t>
            </a:r>
            <a:r>
              <a:rPr lang="fr-FR" sz="2000" spc="-30" dirty="0">
                <a:latin typeface="Calibri"/>
                <a:cs typeface="Calibri"/>
              </a:rPr>
              <a:t> </a:t>
            </a:r>
            <a:r>
              <a:rPr lang="fr-FR" sz="2000" dirty="0">
                <a:latin typeface="Calibri"/>
                <a:cs typeface="Calibri"/>
              </a:rPr>
              <a:t>car</a:t>
            </a:r>
            <a:r>
              <a:rPr lang="fr-FR" sz="2000" spc="-30" dirty="0">
                <a:latin typeface="Calibri"/>
                <a:cs typeface="Calibri"/>
              </a:rPr>
              <a:t> </a:t>
            </a:r>
            <a:r>
              <a:rPr lang="fr-FR" sz="2000" dirty="0">
                <a:latin typeface="Calibri"/>
                <a:cs typeface="Calibri"/>
              </a:rPr>
              <a:t>les</a:t>
            </a:r>
            <a:r>
              <a:rPr lang="fr-FR" sz="2000" spc="-20" dirty="0">
                <a:latin typeface="Calibri"/>
                <a:cs typeface="Calibri"/>
              </a:rPr>
              <a:t> </a:t>
            </a:r>
            <a:r>
              <a:rPr lang="fr-FR" sz="2000" spc="-10" dirty="0">
                <a:latin typeface="Calibri"/>
                <a:cs typeface="Calibri"/>
              </a:rPr>
              <a:t>exceptions</a:t>
            </a:r>
            <a:r>
              <a:rPr lang="fr-FR" sz="2000" spc="-35" dirty="0">
                <a:latin typeface="Calibri"/>
                <a:cs typeface="Calibri"/>
              </a:rPr>
              <a:t> </a:t>
            </a:r>
            <a:r>
              <a:rPr lang="fr-FR" sz="2000" dirty="0">
                <a:latin typeface="Calibri"/>
                <a:cs typeface="Calibri"/>
              </a:rPr>
              <a:t>sont</a:t>
            </a:r>
            <a:r>
              <a:rPr lang="fr-FR" sz="2000" spc="-30" dirty="0">
                <a:latin typeface="Calibri"/>
                <a:cs typeface="Calibri"/>
              </a:rPr>
              <a:t> </a:t>
            </a:r>
            <a:r>
              <a:rPr lang="fr-FR" sz="2000" dirty="0">
                <a:latin typeface="Calibri"/>
                <a:cs typeface="Calibri"/>
              </a:rPr>
              <a:t>gérées</a:t>
            </a:r>
            <a:r>
              <a:rPr lang="fr-FR" sz="2000" spc="-40" dirty="0">
                <a:latin typeface="Calibri"/>
                <a:cs typeface="Calibri"/>
              </a:rPr>
              <a:t> </a:t>
            </a:r>
            <a:r>
              <a:rPr lang="fr-FR" sz="2000" dirty="0">
                <a:latin typeface="Calibri"/>
                <a:cs typeface="Calibri"/>
              </a:rPr>
              <a:t>par</a:t>
            </a:r>
            <a:r>
              <a:rPr lang="fr-FR" sz="2000" spc="-30" dirty="0">
                <a:latin typeface="Calibri"/>
                <a:cs typeface="Calibri"/>
              </a:rPr>
              <a:t> </a:t>
            </a:r>
            <a:r>
              <a:rPr lang="fr-FR" sz="2000" spc="-10" dirty="0">
                <a:latin typeface="Calibri"/>
                <a:cs typeface="Calibri"/>
              </a:rPr>
              <a:t>défaut</a:t>
            </a:r>
            <a:r>
              <a:rPr lang="fr-FR" sz="2000" spc="-50" dirty="0">
                <a:latin typeface="Calibri"/>
                <a:cs typeface="Calibri"/>
              </a:rPr>
              <a:t> </a:t>
            </a:r>
            <a:r>
              <a:rPr lang="fr-FR" sz="2000" dirty="0">
                <a:latin typeface="Calibri"/>
                <a:cs typeface="Calibri"/>
              </a:rPr>
              <a:t>dans</a:t>
            </a:r>
            <a:r>
              <a:rPr lang="fr-FR" sz="2000" spc="-30" dirty="0">
                <a:latin typeface="Calibri"/>
                <a:cs typeface="Calibri"/>
              </a:rPr>
              <a:t> </a:t>
            </a:r>
            <a:r>
              <a:rPr lang="fr-FR" sz="2000" dirty="0">
                <a:latin typeface="Calibri"/>
                <a:cs typeface="Calibri"/>
              </a:rPr>
              <a:t>un</a:t>
            </a:r>
            <a:r>
              <a:rPr lang="fr-FR" sz="2000" spc="-45" dirty="0">
                <a:latin typeface="Calibri"/>
                <a:cs typeface="Calibri"/>
              </a:rPr>
              <a:t> </a:t>
            </a:r>
            <a:r>
              <a:rPr lang="fr-FR" sz="2000" spc="-10" dirty="0">
                <a:latin typeface="Calibri"/>
                <a:cs typeface="Calibri"/>
              </a:rPr>
              <a:t>middleware</a:t>
            </a:r>
            <a:endParaRPr lang="fr-FR" sz="2000" dirty="0">
              <a:latin typeface="Calibri"/>
              <a:cs typeface="Calibri"/>
            </a:endParaRPr>
          </a:p>
        </p:txBody>
      </p:sp>
    </p:spTree>
    <p:extLst>
      <p:ext uri="{BB962C8B-B14F-4D97-AF65-F5344CB8AC3E}">
        <p14:creationId xmlns:p14="http://schemas.microsoft.com/office/powerpoint/2010/main" val="14108143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a:spLocks/>
          </p:cNvSpPr>
          <p:nvPr/>
        </p:nvSpPr>
        <p:spPr>
          <a:xfrm>
            <a:off x="798527" y="1303905"/>
            <a:ext cx="10525539" cy="4378122"/>
          </a:xfrm>
          <a:prstGeom prst="rect">
            <a:avLst/>
          </a:prstGeom>
          <a:noFill/>
        </p:spPr>
        <p:txBody>
          <a:bodyPr wrap="square" rtlCol="0">
            <a:spAutoFit/>
          </a:bodyPr>
          <a:lstStyle/>
          <a:p>
            <a:r>
              <a:rPr lang="fr-FR" sz="2400" b="1" dirty="0"/>
              <a:t>Les filtres</a:t>
            </a:r>
          </a:p>
          <a:p>
            <a:endParaRPr lang="fr-FR" sz="2400" b="1" dirty="0"/>
          </a:p>
          <a:p>
            <a:pPr marL="240029" indent="-227329">
              <a:lnSpc>
                <a:spcPct val="100000"/>
              </a:lnSpc>
              <a:spcBef>
                <a:spcPts val="409"/>
              </a:spcBef>
              <a:buClr>
                <a:srgbClr val="391778"/>
              </a:buClr>
              <a:buFont typeface="Arial"/>
              <a:buChar char="•"/>
              <a:tabLst>
                <a:tab pos="240029" algn="l"/>
              </a:tabLst>
            </a:pPr>
            <a:r>
              <a:rPr lang="fr-FR" sz="2400" dirty="0">
                <a:latin typeface="Segoe UI"/>
                <a:cs typeface="Segoe UI"/>
              </a:rPr>
              <a:t>Les</a:t>
            </a:r>
            <a:r>
              <a:rPr lang="fr-FR" sz="2400" spc="-60" dirty="0">
                <a:latin typeface="Segoe UI"/>
                <a:cs typeface="Segoe UI"/>
              </a:rPr>
              <a:t> </a:t>
            </a:r>
            <a:r>
              <a:rPr lang="fr-FR" sz="2400" dirty="0">
                <a:latin typeface="Segoe UI"/>
                <a:cs typeface="Segoe UI"/>
              </a:rPr>
              <a:t>filtres</a:t>
            </a:r>
            <a:r>
              <a:rPr lang="fr-FR" sz="2400" spc="-30" dirty="0">
                <a:latin typeface="Segoe UI"/>
                <a:cs typeface="Segoe UI"/>
              </a:rPr>
              <a:t> </a:t>
            </a:r>
            <a:r>
              <a:rPr lang="fr-FR" sz="2400" spc="-10" dirty="0">
                <a:latin typeface="Segoe UI"/>
                <a:cs typeface="Segoe UI"/>
              </a:rPr>
              <a:t>d’actions</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spc="-10" dirty="0">
                <a:latin typeface="Segoe UI"/>
                <a:cs typeface="Segoe UI"/>
              </a:rPr>
              <a:t>S’exécute</a:t>
            </a:r>
            <a:r>
              <a:rPr lang="fr-FR" sz="2000" spc="-65" dirty="0">
                <a:latin typeface="Segoe UI"/>
                <a:cs typeface="Segoe UI"/>
              </a:rPr>
              <a:t> </a:t>
            </a:r>
            <a:r>
              <a:rPr lang="fr-FR" sz="2000" dirty="0">
                <a:latin typeface="Segoe UI"/>
                <a:cs typeface="Segoe UI"/>
              </a:rPr>
              <a:t>avant</a:t>
            </a:r>
            <a:r>
              <a:rPr lang="fr-FR" sz="2000" spc="-65" dirty="0">
                <a:latin typeface="Segoe UI"/>
                <a:cs typeface="Segoe UI"/>
              </a:rPr>
              <a:t> </a:t>
            </a:r>
            <a:r>
              <a:rPr lang="fr-FR" sz="2000" dirty="0">
                <a:latin typeface="Segoe UI"/>
                <a:cs typeface="Segoe UI"/>
              </a:rPr>
              <a:t>et</a:t>
            </a:r>
            <a:r>
              <a:rPr lang="fr-FR" sz="2000" spc="-45" dirty="0">
                <a:latin typeface="Segoe UI"/>
                <a:cs typeface="Segoe UI"/>
              </a:rPr>
              <a:t> </a:t>
            </a:r>
            <a:r>
              <a:rPr lang="fr-FR" sz="2000" dirty="0">
                <a:latin typeface="Segoe UI"/>
                <a:cs typeface="Segoe UI"/>
              </a:rPr>
              <a:t>après</a:t>
            </a:r>
            <a:r>
              <a:rPr lang="fr-FR" sz="2000" spc="-55" dirty="0">
                <a:latin typeface="Segoe UI"/>
                <a:cs typeface="Segoe UI"/>
              </a:rPr>
              <a:t> </a:t>
            </a:r>
            <a:r>
              <a:rPr lang="fr-FR" sz="2000" spc="-10" dirty="0">
                <a:latin typeface="Segoe UI"/>
                <a:cs typeface="Segoe UI"/>
              </a:rPr>
              <a:t>l’action</a:t>
            </a:r>
            <a:endParaRPr lang="fr-FR" sz="2000" dirty="0">
              <a:latin typeface="Segoe UI"/>
              <a:cs typeface="Segoe UI"/>
            </a:endParaRPr>
          </a:p>
          <a:p>
            <a:pPr marL="698500" lvl="1" indent="-228600">
              <a:lnSpc>
                <a:spcPct val="100000"/>
              </a:lnSpc>
              <a:spcBef>
                <a:spcPts val="265"/>
              </a:spcBef>
              <a:buClr>
                <a:srgbClr val="391778"/>
              </a:buClr>
              <a:buFont typeface="Arial"/>
              <a:buChar char="•"/>
              <a:tabLst>
                <a:tab pos="698500" algn="l"/>
              </a:tabLst>
            </a:pPr>
            <a:r>
              <a:rPr lang="fr-FR" sz="2000" spc="-10" dirty="0">
                <a:latin typeface="Segoe UI"/>
                <a:cs typeface="Segoe UI"/>
              </a:rPr>
              <a:t>Implémentent </a:t>
            </a:r>
            <a:r>
              <a:rPr lang="fr-FR" sz="2000" i="1" dirty="0" err="1">
                <a:latin typeface="Segoe UI"/>
                <a:cs typeface="Segoe UI"/>
              </a:rPr>
              <a:t>IActionFilter</a:t>
            </a:r>
            <a:r>
              <a:rPr lang="fr-FR" sz="2000" i="1" spc="-25" dirty="0">
                <a:latin typeface="Segoe UI"/>
                <a:cs typeface="Segoe UI"/>
              </a:rPr>
              <a:t> </a:t>
            </a:r>
            <a:r>
              <a:rPr lang="fr-FR" sz="2000" dirty="0">
                <a:latin typeface="Segoe UI"/>
                <a:cs typeface="Segoe UI"/>
              </a:rPr>
              <a:t>ou</a:t>
            </a:r>
            <a:r>
              <a:rPr lang="fr-FR" sz="2000" spc="-25" dirty="0">
                <a:latin typeface="Segoe UI"/>
                <a:cs typeface="Segoe UI"/>
              </a:rPr>
              <a:t> </a:t>
            </a:r>
            <a:r>
              <a:rPr lang="fr-FR" sz="2000" dirty="0">
                <a:latin typeface="Segoe UI"/>
                <a:cs typeface="Segoe UI"/>
              </a:rPr>
              <a:t>en</a:t>
            </a:r>
            <a:r>
              <a:rPr lang="fr-FR" sz="2000" spc="-5" dirty="0">
                <a:latin typeface="Segoe UI"/>
                <a:cs typeface="Segoe UI"/>
              </a:rPr>
              <a:t> </a:t>
            </a:r>
            <a:r>
              <a:rPr lang="fr-FR" sz="2000" dirty="0">
                <a:latin typeface="Segoe UI"/>
                <a:cs typeface="Segoe UI"/>
              </a:rPr>
              <a:t>héritant</a:t>
            </a:r>
            <a:r>
              <a:rPr lang="fr-FR" sz="2000" spc="-25" dirty="0">
                <a:latin typeface="Segoe UI"/>
                <a:cs typeface="Segoe UI"/>
              </a:rPr>
              <a:t> </a:t>
            </a:r>
            <a:r>
              <a:rPr lang="fr-FR" sz="2000" dirty="0">
                <a:latin typeface="Segoe UI"/>
                <a:cs typeface="Segoe UI"/>
              </a:rPr>
              <a:t>de</a:t>
            </a:r>
            <a:r>
              <a:rPr lang="fr-FR" sz="2000" spc="-20" dirty="0">
                <a:latin typeface="Segoe UI"/>
                <a:cs typeface="Segoe UI"/>
              </a:rPr>
              <a:t> </a:t>
            </a:r>
            <a:r>
              <a:rPr lang="fr-FR" sz="2000" i="1" spc="-10" dirty="0" err="1">
                <a:latin typeface="Segoe UI"/>
                <a:cs typeface="Segoe UI"/>
              </a:rPr>
              <a:t>ActionFilterAttribute</a:t>
            </a:r>
            <a:endParaRPr lang="fr-FR" sz="2000" dirty="0">
              <a:latin typeface="Segoe UI"/>
              <a:cs typeface="Segoe UI"/>
            </a:endParaRPr>
          </a:p>
          <a:p>
            <a:pPr marL="698500" lvl="1" indent="-228600">
              <a:lnSpc>
                <a:spcPct val="100000"/>
              </a:lnSpc>
              <a:spcBef>
                <a:spcPts val="254"/>
              </a:spcBef>
              <a:buClr>
                <a:srgbClr val="391778"/>
              </a:buClr>
              <a:buFont typeface="Arial"/>
              <a:buChar char="•"/>
              <a:tabLst>
                <a:tab pos="698500" algn="l"/>
              </a:tabLst>
            </a:pPr>
            <a:r>
              <a:rPr lang="fr-FR" sz="2000" dirty="0">
                <a:latin typeface="Segoe UI"/>
                <a:cs typeface="Segoe UI"/>
              </a:rPr>
              <a:t>Ils</a:t>
            </a:r>
            <a:r>
              <a:rPr lang="fr-FR" sz="2000" spc="-45" dirty="0">
                <a:latin typeface="Segoe UI"/>
                <a:cs typeface="Segoe UI"/>
              </a:rPr>
              <a:t> </a:t>
            </a:r>
            <a:r>
              <a:rPr lang="fr-FR" sz="2000" dirty="0">
                <a:latin typeface="Segoe UI"/>
                <a:cs typeface="Segoe UI"/>
              </a:rPr>
              <a:t>sont</a:t>
            </a:r>
            <a:r>
              <a:rPr lang="fr-FR" sz="2000" spc="-50" dirty="0">
                <a:latin typeface="Segoe UI"/>
                <a:cs typeface="Segoe UI"/>
              </a:rPr>
              <a:t> </a:t>
            </a:r>
            <a:r>
              <a:rPr lang="fr-FR" sz="2000" dirty="0">
                <a:latin typeface="Segoe UI"/>
                <a:cs typeface="Segoe UI"/>
              </a:rPr>
              <a:t>prévus</a:t>
            </a:r>
            <a:r>
              <a:rPr lang="fr-FR" sz="2000" spc="-55" dirty="0">
                <a:latin typeface="Segoe UI"/>
                <a:cs typeface="Segoe UI"/>
              </a:rPr>
              <a:t> </a:t>
            </a:r>
            <a:r>
              <a:rPr lang="fr-FR" sz="2000" dirty="0">
                <a:latin typeface="Segoe UI"/>
                <a:cs typeface="Segoe UI"/>
              </a:rPr>
              <a:t>pour</a:t>
            </a:r>
            <a:r>
              <a:rPr lang="fr-FR" sz="2000" spc="-50" dirty="0">
                <a:latin typeface="Segoe UI"/>
                <a:cs typeface="Segoe UI"/>
              </a:rPr>
              <a:t> </a:t>
            </a:r>
            <a:r>
              <a:rPr lang="fr-FR" sz="2000" dirty="0">
                <a:latin typeface="Segoe UI"/>
                <a:cs typeface="Segoe UI"/>
              </a:rPr>
              <a:t>être</a:t>
            </a:r>
            <a:r>
              <a:rPr lang="fr-FR" sz="2000" spc="-55" dirty="0">
                <a:latin typeface="Segoe UI"/>
                <a:cs typeface="Segoe UI"/>
              </a:rPr>
              <a:t> </a:t>
            </a:r>
            <a:r>
              <a:rPr lang="fr-FR" sz="2000" dirty="0">
                <a:latin typeface="Segoe UI"/>
                <a:cs typeface="Segoe UI"/>
              </a:rPr>
              <a:t>totalement</a:t>
            </a:r>
            <a:r>
              <a:rPr lang="fr-FR" sz="2000" spc="-75" dirty="0">
                <a:latin typeface="Segoe UI"/>
                <a:cs typeface="Segoe UI"/>
              </a:rPr>
              <a:t> </a:t>
            </a:r>
            <a:r>
              <a:rPr lang="fr-FR" sz="2000" spc="-10" dirty="0">
                <a:latin typeface="Segoe UI"/>
                <a:cs typeface="Segoe UI"/>
              </a:rPr>
              <a:t>customisables</a:t>
            </a:r>
            <a:endParaRPr lang="fr-FR" sz="2000" dirty="0">
              <a:latin typeface="Segoe UI"/>
              <a:cs typeface="Segoe UI"/>
            </a:endParaRPr>
          </a:p>
          <a:p>
            <a:pPr lvl="1">
              <a:lnSpc>
                <a:spcPct val="100000"/>
              </a:lnSpc>
              <a:spcBef>
                <a:spcPts val="55"/>
              </a:spcBef>
              <a:buClr>
                <a:srgbClr val="391778"/>
              </a:buClr>
              <a:buFont typeface="Arial"/>
              <a:buChar char="•"/>
            </a:pPr>
            <a:endParaRPr lang="fr-FR" sz="2000" dirty="0">
              <a:latin typeface="Segoe UI"/>
              <a:cs typeface="Segoe UI"/>
            </a:endParaRPr>
          </a:p>
          <a:p>
            <a:pPr marL="240029" indent="-227329">
              <a:lnSpc>
                <a:spcPct val="100000"/>
              </a:lnSpc>
              <a:spcBef>
                <a:spcPts val="5"/>
              </a:spcBef>
              <a:buClr>
                <a:srgbClr val="391778"/>
              </a:buClr>
              <a:buFont typeface="Arial"/>
              <a:buChar char="•"/>
              <a:tabLst>
                <a:tab pos="240029" algn="l"/>
              </a:tabLst>
            </a:pPr>
            <a:r>
              <a:rPr lang="fr-FR" sz="2400" dirty="0">
                <a:latin typeface="Segoe UI"/>
                <a:cs typeface="Segoe UI"/>
              </a:rPr>
              <a:t>Les</a:t>
            </a:r>
            <a:r>
              <a:rPr lang="fr-FR" sz="2400" spc="-70" dirty="0">
                <a:latin typeface="Segoe UI"/>
                <a:cs typeface="Segoe UI"/>
              </a:rPr>
              <a:t> </a:t>
            </a:r>
            <a:r>
              <a:rPr lang="fr-FR" sz="2400" dirty="0">
                <a:latin typeface="Segoe UI"/>
                <a:cs typeface="Segoe UI"/>
              </a:rPr>
              <a:t>filtres</a:t>
            </a:r>
            <a:r>
              <a:rPr lang="fr-FR" sz="2400" spc="-35" dirty="0">
                <a:latin typeface="Segoe UI"/>
                <a:cs typeface="Segoe UI"/>
              </a:rPr>
              <a:t> </a:t>
            </a:r>
            <a:r>
              <a:rPr lang="fr-FR" sz="2400" spc="-10" dirty="0">
                <a:latin typeface="Segoe UI"/>
                <a:cs typeface="Segoe UI"/>
              </a:rPr>
              <a:t>d’actions</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spc="-20" dirty="0">
                <a:latin typeface="Segoe UI"/>
                <a:cs typeface="Segoe UI"/>
              </a:rPr>
              <a:t>S’exécute</a:t>
            </a:r>
            <a:r>
              <a:rPr lang="fr-FR" sz="2000" spc="-45" dirty="0">
                <a:latin typeface="Segoe UI"/>
                <a:cs typeface="Segoe UI"/>
              </a:rPr>
              <a:t> </a:t>
            </a:r>
            <a:r>
              <a:rPr lang="fr-FR" sz="2000" dirty="0">
                <a:latin typeface="Segoe UI"/>
                <a:cs typeface="Segoe UI"/>
              </a:rPr>
              <a:t>avant</a:t>
            </a:r>
            <a:r>
              <a:rPr lang="fr-FR" sz="2000" spc="-45" dirty="0">
                <a:latin typeface="Segoe UI"/>
                <a:cs typeface="Segoe UI"/>
              </a:rPr>
              <a:t> </a:t>
            </a:r>
            <a:r>
              <a:rPr lang="fr-FR" sz="2000" dirty="0">
                <a:latin typeface="Segoe UI"/>
                <a:cs typeface="Segoe UI"/>
              </a:rPr>
              <a:t>et</a:t>
            </a:r>
            <a:r>
              <a:rPr lang="fr-FR" sz="2000" spc="-25" dirty="0">
                <a:latin typeface="Segoe UI"/>
                <a:cs typeface="Segoe UI"/>
              </a:rPr>
              <a:t> </a:t>
            </a:r>
            <a:r>
              <a:rPr lang="fr-FR" sz="2000" dirty="0">
                <a:latin typeface="Segoe UI"/>
                <a:cs typeface="Segoe UI"/>
              </a:rPr>
              <a:t>après</a:t>
            </a:r>
            <a:r>
              <a:rPr lang="fr-FR" sz="2000" spc="-40" dirty="0">
                <a:latin typeface="Segoe UI"/>
                <a:cs typeface="Segoe UI"/>
              </a:rPr>
              <a:t> </a:t>
            </a:r>
            <a:r>
              <a:rPr lang="fr-FR" sz="2000" dirty="0">
                <a:latin typeface="Segoe UI"/>
                <a:cs typeface="Segoe UI"/>
              </a:rPr>
              <a:t>le</a:t>
            </a:r>
            <a:r>
              <a:rPr lang="fr-FR" sz="2000" spc="-30" dirty="0">
                <a:latin typeface="Segoe UI"/>
                <a:cs typeface="Segoe UI"/>
              </a:rPr>
              <a:t> </a:t>
            </a:r>
            <a:r>
              <a:rPr lang="fr-FR" sz="2000" dirty="0">
                <a:latin typeface="Segoe UI"/>
                <a:cs typeface="Segoe UI"/>
              </a:rPr>
              <a:t>résultat</a:t>
            </a:r>
            <a:r>
              <a:rPr lang="fr-FR" sz="2000" spc="-30" dirty="0">
                <a:latin typeface="Segoe UI"/>
                <a:cs typeface="Segoe UI"/>
              </a:rPr>
              <a:t> (c’est-</a:t>
            </a:r>
            <a:r>
              <a:rPr lang="fr-FR" sz="2000" dirty="0">
                <a:latin typeface="Segoe UI"/>
                <a:cs typeface="Segoe UI"/>
              </a:rPr>
              <a:t>à-dire</a:t>
            </a:r>
            <a:r>
              <a:rPr lang="fr-FR" sz="2000" spc="-30" dirty="0">
                <a:latin typeface="Segoe UI"/>
                <a:cs typeface="Segoe UI"/>
              </a:rPr>
              <a:t> </a:t>
            </a:r>
            <a:r>
              <a:rPr lang="fr-FR" sz="2000" dirty="0">
                <a:latin typeface="Segoe UI"/>
                <a:cs typeface="Segoe UI"/>
              </a:rPr>
              <a:t>la</a:t>
            </a:r>
            <a:r>
              <a:rPr lang="fr-FR" sz="2000" spc="-30" dirty="0">
                <a:latin typeface="Segoe UI"/>
                <a:cs typeface="Segoe UI"/>
              </a:rPr>
              <a:t> </a:t>
            </a:r>
            <a:r>
              <a:rPr lang="fr-FR" sz="2000" spc="-10" dirty="0">
                <a:latin typeface="Segoe UI"/>
                <a:cs typeface="Segoe UI"/>
              </a:rPr>
              <a:t>sérialisation)</a:t>
            </a:r>
            <a:endParaRPr lang="fr-FR" sz="2000" dirty="0">
              <a:latin typeface="Segoe UI"/>
              <a:cs typeface="Segoe UI"/>
            </a:endParaRPr>
          </a:p>
          <a:p>
            <a:pPr marL="698500" lvl="1" indent="-228600">
              <a:lnSpc>
                <a:spcPct val="100000"/>
              </a:lnSpc>
              <a:spcBef>
                <a:spcPts val="260"/>
              </a:spcBef>
              <a:buClr>
                <a:srgbClr val="391778"/>
              </a:buClr>
              <a:buFont typeface="Arial"/>
              <a:buChar char="•"/>
              <a:tabLst>
                <a:tab pos="698500" algn="l"/>
              </a:tabLst>
            </a:pPr>
            <a:r>
              <a:rPr lang="fr-FR" sz="2000" spc="-10" dirty="0">
                <a:latin typeface="Segoe UI"/>
                <a:cs typeface="Segoe UI"/>
              </a:rPr>
              <a:t>Implémentent</a:t>
            </a:r>
            <a:r>
              <a:rPr lang="fr-FR" sz="2000" spc="-25" dirty="0">
                <a:latin typeface="Segoe UI"/>
                <a:cs typeface="Segoe UI"/>
              </a:rPr>
              <a:t> </a:t>
            </a:r>
            <a:r>
              <a:rPr lang="fr-FR" sz="2000" i="1" dirty="0" err="1">
                <a:latin typeface="Segoe UI"/>
                <a:cs typeface="Segoe UI"/>
              </a:rPr>
              <a:t>IResultFilter</a:t>
            </a:r>
            <a:r>
              <a:rPr lang="fr-FR" sz="2000" i="1" spc="-45" dirty="0">
                <a:latin typeface="Segoe UI"/>
                <a:cs typeface="Segoe UI"/>
              </a:rPr>
              <a:t> </a:t>
            </a:r>
            <a:r>
              <a:rPr lang="fr-FR" sz="2000" dirty="0">
                <a:latin typeface="Segoe UI"/>
                <a:cs typeface="Segoe UI"/>
              </a:rPr>
              <a:t>ou</a:t>
            </a:r>
            <a:r>
              <a:rPr lang="fr-FR" sz="2000" spc="-30" dirty="0">
                <a:latin typeface="Segoe UI"/>
                <a:cs typeface="Segoe UI"/>
              </a:rPr>
              <a:t> </a:t>
            </a:r>
            <a:r>
              <a:rPr lang="fr-FR" sz="2000" dirty="0">
                <a:latin typeface="Segoe UI"/>
                <a:cs typeface="Segoe UI"/>
              </a:rPr>
              <a:t>en</a:t>
            </a:r>
            <a:r>
              <a:rPr lang="fr-FR" sz="2000" spc="-25" dirty="0">
                <a:latin typeface="Segoe UI"/>
                <a:cs typeface="Segoe UI"/>
              </a:rPr>
              <a:t> </a:t>
            </a:r>
            <a:r>
              <a:rPr lang="fr-FR" sz="2000" dirty="0">
                <a:latin typeface="Segoe UI"/>
                <a:cs typeface="Segoe UI"/>
              </a:rPr>
              <a:t>héritant</a:t>
            </a:r>
            <a:r>
              <a:rPr lang="fr-FR" sz="2000" spc="-35" dirty="0">
                <a:latin typeface="Segoe UI"/>
                <a:cs typeface="Segoe UI"/>
              </a:rPr>
              <a:t> </a:t>
            </a:r>
            <a:r>
              <a:rPr lang="fr-FR" sz="2000" dirty="0">
                <a:latin typeface="Segoe UI"/>
                <a:cs typeface="Segoe UI"/>
              </a:rPr>
              <a:t>de</a:t>
            </a:r>
            <a:r>
              <a:rPr lang="fr-FR" sz="2000" spc="-30" dirty="0">
                <a:latin typeface="Segoe UI"/>
                <a:cs typeface="Segoe UI"/>
              </a:rPr>
              <a:t> </a:t>
            </a:r>
            <a:r>
              <a:rPr lang="fr-FR" sz="2000" i="1" spc="-10" dirty="0" err="1">
                <a:latin typeface="Segoe UI"/>
                <a:cs typeface="Segoe UI"/>
              </a:rPr>
              <a:t>ActionFilterAttribute</a:t>
            </a:r>
            <a:endParaRPr lang="fr-FR" sz="2000" dirty="0">
              <a:latin typeface="Segoe UI"/>
              <a:cs typeface="Segoe UI"/>
            </a:endParaRPr>
          </a:p>
          <a:p>
            <a:pPr marL="698500" lvl="1" indent="-228600">
              <a:lnSpc>
                <a:spcPct val="100000"/>
              </a:lnSpc>
              <a:spcBef>
                <a:spcPts val="254"/>
              </a:spcBef>
              <a:buClr>
                <a:srgbClr val="391778"/>
              </a:buClr>
              <a:buFont typeface="Arial"/>
              <a:buChar char="•"/>
              <a:tabLst>
                <a:tab pos="698500" algn="l"/>
              </a:tabLst>
            </a:pPr>
            <a:r>
              <a:rPr lang="fr-FR" sz="2000" dirty="0">
                <a:latin typeface="Segoe UI"/>
                <a:cs typeface="Segoe UI"/>
              </a:rPr>
              <a:t>Ils</a:t>
            </a:r>
            <a:r>
              <a:rPr lang="fr-FR" sz="2000" spc="-45" dirty="0">
                <a:latin typeface="Segoe UI"/>
                <a:cs typeface="Segoe UI"/>
              </a:rPr>
              <a:t> </a:t>
            </a:r>
            <a:r>
              <a:rPr lang="fr-FR" sz="2000" dirty="0">
                <a:latin typeface="Segoe UI"/>
                <a:cs typeface="Segoe UI"/>
              </a:rPr>
              <a:t>sont</a:t>
            </a:r>
            <a:r>
              <a:rPr lang="fr-FR" sz="2000" spc="-50" dirty="0">
                <a:latin typeface="Segoe UI"/>
                <a:cs typeface="Segoe UI"/>
              </a:rPr>
              <a:t> </a:t>
            </a:r>
            <a:r>
              <a:rPr lang="fr-FR" sz="2000" dirty="0">
                <a:latin typeface="Segoe UI"/>
                <a:cs typeface="Segoe UI"/>
              </a:rPr>
              <a:t>prévus</a:t>
            </a:r>
            <a:r>
              <a:rPr lang="fr-FR" sz="2000" spc="-55" dirty="0">
                <a:latin typeface="Segoe UI"/>
                <a:cs typeface="Segoe UI"/>
              </a:rPr>
              <a:t> </a:t>
            </a:r>
            <a:r>
              <a:rPr lang="fr-FR" sz="2000" dirty="0">
                <a:latin typeface="Segoe UI"/>
                <a:cs typeface="Segoe UI"/>
              </a:rPr>
              <a:t>pour</a:t>
            </a:r>
            <a:r>
              <a:rPr lang="fr-FR" sz="2000" spc="-50" dirty="0">
                <a:latin typeface="Segoe UI"/>
                <a:cs typeface="Segoe UI"/>
              </a:rPr>
              <a:t> </a:t>
            </a:r>
            <a:r>
              <a:rPr lang="fr-FR" sz="2000" dirty="0">
                <a:latin typeface="Segoe UI"/>
                <a:cs typeface="Segoe UI"/>
              </a:rPr>
              <a:t>être</a:t>
            </a:r>
            <a:r>
              <a:rPr lang="fr-FR" sz="2000" spc="-55" dirty="0">
                <a:latin typeface="Segoe UI"/>
                <a:cs typeface="Segoe UI"/>
              </a:rPr>
              <a:t> </a:t>
            </a:r>
            <a:r>
              <a:rPr lang="fr-FR" sz="2000" dirty="0">
                <a:latin typeface="Segoe UI"/>
                <a:cs typeface="Segoe UI"/>
              </a:rPr>
              <a:t>totalement</a:t>
            </a:r>
            <a:r>
              <a:rPr lang="fr-FR" sz="2000" spc="-75" dirty="0">
                <a:latin typeface="Segoe UI"/>
                <a:cs typeface="Segoe UI"/>
              </a:rPr>
              <a:t> </a:t>
            </a:r>
            <a:r>
              <a:rPr lang="fr-FR" sz="2000" spc="-10" dirty="0">
                <a:latin typeface="Segoe UI"/>
                <a:cs typeface="Segoe UI"/>
              </a:rPr>
              <a:t>customisables</a:t>
            </a:r>
            <a:endParaRPr lang="fr-FR" sz="2000" dirty="0">
              <a:latin typeface="Segoe UI"/>
              <a:cs typeface="Segoe UI"/>
            </a:endParaRPr>
          </a:p>
          <a:p>
            <a:pPr marL="240029" indent="-227329">
              <a:lnSpc>
                <a:spcPct val="100000"/>
              </a:lnSpc>
              <a:spcBef>
                <a:spcPts val="440"/>
              </a:spcBef>
              <a:buClr>
                <a:srgbClr val="391778"/>
              </a:buClr>
              <a:buFont typeface="Arial"/>
              <a:buChar char="•"/>
              <a:tabLst>
                <a:tab pos="240029" algn="l"/>
              </a:tabLst>
            </a:pPr>
            <a:endParaRPr lang="fr-FR" sz="2000" dirty="0">
              <a:latin typeface="Calibri"/>
              <a:cs typeface="Calibri"/>
            </a:endParaRPr>
          </a:p>
        </p:txBody>
      </p:sp>
    </p:spTree>
    <p:extLst>
      <p:ext uri="{BB962C8B-B14F-4D97-AF65-F5344CB8AC3E}">
        <p14:creationId xmlns:p14="http://schemas.microsoft.com/office/powerpoint/2010/main" val="4584848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97C888-7DB0-A144-8F3D-23189552835D}"/>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t>5. Contrôleurs</a:t>
            </a:r>
          </a:p>
        </p:txBody>
      </p:sp>
      <p:sp>
        <p:nvSpPr>
          <p:cNvPr id="3" name="ZoneTexte 2">
            <a:extLst>
              <a:ext uri="{FF2B5EF4-FFF2-40B4-BE49-F238E27FC236}">
                <a16:creationId xmlns:a16="http://schemas.microsoft.com/office/drawing/2014/main" id="{D5C8C869-0EAD-EA43-AF3E-D7D5D6E20C31}"/>
              </a:ext>
            </a:extLst>
          </p:cNvPr>
          <p:cNvSpPr txBox="1">
            <a:spLocks/>
          </p:cNvSpPr>
          <p:nvPr/>
        </p:nvSpPr>
        <p:spPr>
          <a:xfrm>
            <a:off x="798527" y="1303905"/>
            <a:ext cx="10525539" cy="5955476"/>
          </a:xfrm>
          <a:prstGeom prst="rect">
            <a:avLst/>
          </a:prstGeom>
          <a:noFill/>
        </p:spPr>
        <p:txBody>
          <a:bodyPr wrap="square" rtlCol="0">
            <a:spAutoFit/>
          </a:bodyPr>
          <a:lstStyle/>
          <a:p>
            <a:r>
              <a:rPr lang="fr-FR" sz="2400" b="1" dirty="0"/>
              <a:t>.NET 6 – Minimal APIs</a:t>
            </a:r>
          </a:p>
          <a:p>
            <a:endParaRPr lang="fr-FR" sz="2000" b="1" dirty="0"/>
          </a:p>
          <a:p>
            <a:pPr marL="240029" indent="-227329">
              <a:lnSpc>
                <a:spcPct val="100000"/>
              </a:lnSpc>
              <a:spcBef>
                <a:spcPts val="409"/>
              </a:spcBef>
              <a:buClr>
                <a:srgbClr val="391778"/>
              </a:buClr>
              <a:buFont typeface="Arial"/>
              <a:buChar char="•"/>
              <a:tabLst>
                <a:tab pos="240029" algn="l"/>
              </a:tabLst>
            </a:pPr>
            <a:r>
              <a:rPr lang="fr-FR" sz="2400" dirty="0">
                <a:latin typeface="Segoe UI"/>
                <a:cs typeface="Segoe UI"/>
              </a:rPr>
              <a:t>Depuis</a:t>
            </a:r>
            <a:r>
              <a:rPr lang="fr-FR" sz="2400" spc="-40" dirty="0">
                <a:latin typeface="Segoe UI"/>
                <a:cs typeface="Segoe UI"/>
              </a:rPr>
              <a:t> </a:t>
            </a:r>
            <a:r>
              <a:rPr lang="fr-FR" sz="2400" dirty="0">
                <a:latin typeface="Segoe UI"/>
                <a:cs typeface="Segoe UI"/>
              </a:rPr>
              <a:t>.NET</a:t>
            </a:r>
            <a:r>
              <a:rPr lang="fr-FR" sz="2400" spc="-35" dirty="0">
                <a:latin typeface="Segoe UI"/>
                <a:cs typeface="Segoe UI"/>
              </a:rPr>
              <a:t> </a:t>
            </a:r>
            <a:r>
              <a:rPr lang="fr-FR" sz="2400" dirty="0">
                <a:latin typeface="Segoe UI"/>
                <a:cs typeface="Segoe UI"/>
              </a:rPr>
              <a:t>6,</a:t>
            </a:r>
            <a:r>
              <a:rPr lang="fr-FR" sz="2400" spc="-35" dirty="0">
                <a:latin typeface="Segoe UI"/>
                <a:cs typeface="Segoe UI"/>
              </a:rPr>
              <a:t> </a:t>
            </a:r>
            <a:r>
              <a:rPr lang="fr-FR" sz="2400" dirty="0">
                <a:latin typeface="Segoe UI"/>
                <a:cs typeface="Segoe UI"/>
              </a:rPr>
              <a:t>il</a:t>
            </a:r>
            <a:r>
              <a:rPr lang="fr-FR" sz="2400" spc="-20" dirty="0">
                <a:latin typeface="Segoe UI"/>
                <a:cs typeface="Segoe UI"/>
              </a:rPr>
              <a:t> </a:t>
            </a:r>
            <a:r>
              <a:rPr lang="fr-FR" sz="2400" dirty="0">
                <a:latin typeface="Segoe UI"/>
                <a:cs typeface="Segoe UI"/>
              </a:rPr>
              <a:t>est</a:t>
            </a:r>
            <a:r>
              <a:rPr lang="fr-FR" sz="2400" spc="-60" dirty="0">
                <a:latin typeface="Segoe UI"/>
                <a:cs typeface="Segoe UI"/>
              </a:rPr>
              <a:t> </a:t>
            </a:r>
            <a:r>
              <a:rPr lang="fr-FR" sz="2400" dirty="0">
                <a:latin typeface="Segoe UI"/>
                <a:cs typeface="Segoe UI"/>
              </a:rPr>
              <a:t>cependant</a:t>
            </a:r>
            <a:r>
              <a:rPr lang="fr-FR" sz="2400" spc="-45" dirty="0">
                <a:latin typeface="Segoe UI"/>
                <a:cs typeface="Segoe UI"/>
              </a:rPr>
              <a:t> </a:t>
            </a:r>
            <a:r>
              <a:rPr lang="fr-FR" sz="2400" dirty="0">
                <a:latin typeface="Segoe UI"/>
                <a:cs typeface="Segoe UI"/>
              </a:rPr>
              <a:t>possible</a:t>
            </a:r>
            <a:r>
              <a:rPr lang="fr-FR" sz="2400" spc="-45" dirty="0">
                <a:latin typeface="Segoe UI"/>
                <a:cs typeface="Segoe UI"/>
              </a:rPr>
              <a:t> </a:t>
            </a:r>
            <a:r>
              <a:rPr lang="fr-FR" sz="2400" dirty="0">
                <a:latin typeface="Segoe UI"/>
                <a:cs typeface="Segoe UI"/>
              </a:rPr>
              <a:t>de</a:t>
            </a:r>
            <a:r>
              <a:rPr lang="fr-FR" sz="2400" spc="-45" dirty="0">
                <a:latin typeface="Segoe UI"/>
                <a:cs typeface="Segoe UI"/>
              </a:rPr>
              <a:t> </a:t>
            </a:r>
            <a:r>
              <a:rPr lang="fr-FR" sz="2400" dirty="0">
                <a:latin typeface="Segoe UI"/>
                <a:cs typeface="Segoe UI"/>
              </a:rPr>
              <a:t>ne</a:t>
            </a:r>
            <a:r>
              <a:rPr lang="fr-FR" sz="2400" spc="-45" dirty="0">
                <a:latin typeface="Segoe UI"/>
                <a:cs typeface="Segoe UI"/>
              </a:rPr>
              <a:t> </a:t>
            </a:r>
            <a:r>
              <a:rPr lang="fr-FR" sz="2400" dirty="0">
                <a:latin typeface="Segoe UI"/>
                <a:cs typeface="Segoe UI"/>
              </a:rPr>
              <a:t>pas</a:t>
            </a:r>
            <a:r>
              <a:rPr lang="fr-FR" sz="2400" spc="-50" dirty="0">
                <a:latin typeface="Segoe UI"/>
                <a:cs typeface="Segoe UI"/>
              </a:rPr>
              <a:t> </a:t>
            </a:r>
            <a:r>
              <a:rPr lang="fr-FR" sz="2400" dirty="0">
                <a:latin typeface="Segoe UI"/>
                <a:cs typeface="Segoe UI"/>
              </a:rPr>
              <a:t>utiliser</a:t>
            </a:r>
            <a:r>
              <a:rPr lang="fr-FR" sz="2400" spc="-25" dirty="0">
                <a:latin typeface="Segoe UI"/>
                <a:cs typeface="Segoe UI"/>
              </a:rPr>
              <a:t> </a:t>
            </a:r>
            <a:r>
              <a:rPr lang="fr-FR" sz="2400" dirty="0">
                <a:latin typeface="Segoe UI"/>
                <a:cs typeface="Segoe UI"/>
              </a:rPr>
              <a:t>le</a:t>
            </a:r>
            <a:r>
              <a:rPr lang="fr-FR" sz="2400" spc="-35" dirty="0">
                <a:latin typeface="Segoe UI"/>
                <a:cs typeface="Segoe UI"/>
              </a:rPr>
              <a:t> </a:t>
            </a:r>
            <a:r>
              <a:rPr lang="fr-FR" sz="2400" dirty="0">
                <a:latin typeface="Segoe UI"/>
                <a:cs typeface="Segoe UI"/>
              </a:rPr>
              <a:t>pattern</a:t>
            </a:r>
            <a:r>
              <a:rPr lang="fr-FR" sz="2400" spc="-60" dirty="0">
                <a:latin typeface="Segoe UI"/>
                <a:cs typeface="Segoe UI"/>
              </a:rPr>
              <a:t> </a:t>
            </a:r>
            <a:r>
              <a:rPr lang="fr-FR" sz="2400" spc="-25" dirty="0">
                <a:latin typeface="Segoe UI"/>
                <a:cs typeface="Segoe UI"/>
              </a:rPr>
              <a:t>MVC</a:t>
            </a:r>
            <a:endParaRPr lang="fr-FR" sz="2400" dirty="0">
              <a:latin typeface="Segoe UI"/>
              <a:cs typeface="Segoe UI"/>
            </a:endParaRPr>
          </a:p>
          <a:p>
            <a:pPr marL="698500" lvl="1" indent="-228600">
              <a:lnSpc>
                <a:spcPct val="100000"/>
              </a:lnSpc>
              <a:spcBef>
                <a:spcPts val="270"/>
              </a:spcBef>
              <a:buClr>
                <a:srgbClr val="391778"/>
              </a:buClr>
              <a:buFont typeface="Arial"/>
              <a:buChar char="•"/>
              <a:tabLst>
                <a:tab pos="698500" algn="l"/>
              </a:tabLst>
            </a:pPr>
            <a:r>
              <a:rPr lang="fr-FR" sz="2000" dirty="0">
                <a:latin typeface="Segoe UI"/>
                <a:cs typeface="Segoe UI"/>
              </a:rPr>
              <a:t>donc</a:t>
            </a:r>
            <a:r>
              <a:rPr lang="fr-FR" sz="2000" spc="-10" dirty="0">
                <a:latin typeface="Segoe UI"/>
                <a:cs typeface="Segoe UI"/>
              </a:rPr>
              <a:t> </a:t>
            </a:r>
            <a:r>
              <a:rPr lang="fr-FR" sz="2000" dirty="0">
                <a:latin typeface="Segoe UI"/>
                <a:cs typeface="Segoe UI"/>
              </a:rPr>
              <a:t>sans</a:t>
            </a:r>
            <a:r>
              <a:rPr lang="fr-FR" sz="2000" spc="-25" dirty="0">
                <a:latin typeface="Segoe UI"/>
                <a:cs typeface="Segoe UI"/>
              </a:rPr>
              <a:t> </a:t>
            </a:r>
            <a:r>
              <a:rPr lang="fr-FR" sz="2000" spc="-10" dirty="0">
                <a:latin typeface="Segoe UI"/>
                <a:cs typeface="Segoe UI"/>
              </a:rPr>
              <a:t>contrôleurs</a:t>
            </a:r>
            <a:endParaRPr lang="fr-FR" sz="2000" dirty="0">
              <a:latin typeface="Segoe UI"/>
              <a:cs typeface="Segoe UI"/>
            </a:endParaRPr>
          </a:p>
          <a:p>
            <a:pPr lvl="1">
              <a:lnSpc>
                <a:spcPct val="100000"/>
              </a:lnSpc>
              <a:spcBef>
                <a:spcPts val="730"/>
              </a:spcBef>
              <a:buClr>
                <a:srgbClr val="391778"/>
              </a:buClr>
              <a:buFont typeface="Arial"/>
              <a:buChar char="•"/>
            </a:pPr>
            <a:endParaRPr lang="fr-FR" sz="2000" dirty="0">
              <a:latin typeface="Segoe UI"/>
              <a:cs typeface="Segoe UI"/>
            </a:endParaRPr>
          </a:p>
          <a:p>
            <a:pPr marL="240665" indent="-227965">
              <a:lnSpc>
                <a:spcPct val="100000"/>
              </a:lnSpc>
              <a:buClr>
                <a:srgbClr val="391778"/>
              </a:buClr>
              <a:buFont typeface="Arial"/>
              <a:buChar char="•"/>
              <a:tabLst>
                <a:tab pos="240665" algn="l"/>
              </a:tabLst>
            </a:pPr>
            <a:r>
              <a:rPr lang="fr-FR" sz="2200" dirty="0">
                <a:latin typeface="Segoe UI"/>
                <a:cs typeface="Segoe UI"/>
              </a:rPr>
              <a:t>On</a:t>
            </a:r>
            <a:r>
              <a:rPr lang="fr-FR" sz="2200" spc="-50" dirty="0">
                <a:latin typeface="Segoe UI"/>
                <a:cs typeface="Segoe UI"/>
              </a:rPr>
              <a:t> </a:t>
            </a:r>
            <a:r>
              <a:rPr lang="fr-FR" sz="2200" dirty="0">
                <a:latin typeface="Segoe UI"/>
                <a:cs typeface="Segoe UI"/>
              </a:rPr>
              <a:t>peut</a:t>
            </a:r>
            <a:r>
              <a:rPr lang="fr-FR" sz="2200" spc="-65" dirty="0">
                <a:latin typeface="Segoe UI"/>
                <a:cs typeface="Segoe UI"/>
              </a:rPr>
              <a:t> </a:t>
            </a:r>
            <a:r>
              <a:rPr lang="fr-FR" sz="2200" dirty="0">
                <a:latin typeface="Segoe UI"/>
                <a:cs typeface="Segoe UI"/>
              </a:rPr>
              <a:t>alors</a:t>
            </a:r>
            <a:r>
              <a:rPr lang="fr-FR" sz="2200" spc="-40" dirty="0">
                <a:latin typeface="Segoe UI"/>
                <a:cs typeface="Segoe UI"/>
              </a:rPr>
              <a:t> </a:t>
            </a:r>
            <a:r>
              <a:rPr lang="fr-FR" sz="2200" dirty="0">
                <a:latin typeface="Segoe UI"/>
                <a:cs typeface="Segoe UI"/>
              </a:rPr>
              <a:t>définir</a:t>
            </a:r>
            <a:r>
              <a:rPr lang="fr-FR" sz="2200" spc="-40" dirty="0">
                <a:latin typeface="Segoe UI"/>
                <a:cs typeface="Segoe UI"/>
              </a:rPr>
              <a:t> </a:t>
            </a:r>
            <a:r>
              <a:rPr lang="fr-FR" sz="2200" dirty="0">
                <a:latin typeface="Segoe UI"/>
                <a:cs typeface="Segoe UI"/>
              </a:rPr>
              <a:t>directement</a:t>
            </a:r>
            <a:r>
              <a:rPr lang="fr-FR" sz="2200" spc="-60" dirty="0">
                <a:latin typeface="Segoe UI"/>
                <a:cs typeface="Segoe UI"/>
              </a:rPr>
              <a:t> </a:t>
            </a:r>
            <a:r>
              <a:rPr lang="fr-FR" sz="2200" dirty="0">
                <a:latin typeface="Segoe UI"/>
                <a:cs typeface="Segoe UI"/>
              </a:rPr>
              <a:t>les</a:t>
            </a:r>
            <a:r>
              <a:rPr lang="fr-FR" sz="2200" spc="-55" dirty="0">
                <a:latin typeface="Segoe UI"/>
                <a:cs typeface="Segoe UI"/>
              </a:rPr>
              <a:t> </a:t>
            </a:r>
            <a:r>
              <a:rPr lang="fr-FR" sz="2200" dirty="0">
                <a:latin typeface="Segoe UI"/>
                <a:cs typeface="Segoe UI"/>
              </a:rPr>
              <a:t>chemins</a:t>
            </a:r>
            <a:r>
              <a:rPr lang="fr-FR" sz="2200" spc="-45" dirty="0">
                <a:latin typeface="Segoe UI"/>
                <a:cs typeface="Segoe UI"/>
              </a:rPr>
              <a:t> </a:t>
            </a:r>
            <a:r>
              <a:rPr lang="fr-FR" sz="2200" dirty="0">
                <a:latin typeface="Segoe UI"/>
                <a:cs typeface="Segoe UI"/>
              </a:rPr>
              <a:t>(routes)</a:t>
            </a:r>
            <a:r>
              <a:rPr lang="fr-FR" sz="2200" spc="-60" dirty="0">
                <a:latin typeface="Segoe UI"/>
                <a:cs typeface="Segoe UI"/>
              </a:rPr>
              <a:t> </a:t>
            </a:r>
            <a:r>
              <a:rPr lang="fr-FR" sz="2200" dirty="0">
                <a:latin typeface="Segoe UI"/>
                <a:cs typeface="Segoe UI"/>
              </a:rPr>
              <a:t>et</a:t>
            </a:r>
            <a:r>
              <a:rPr lang="fr-FR" sz="2200" spc="-65" dirty="0">
                <a:latin typeface="Segoe UI"/>
                <a:cs typeface="Segoe UI"/>
              </a:rPr>
              <a:t> </a:t>
            </a:r>
            <a:r>
              <a:rPr lang="fr-FR" sz="2200" dirty="0">
                <a:latin typeface="Segoe UI"/>
                <a:cs typeface="Segoe UI"/>
              </a:rPr>
              <a:t>leurs</a:t>
            </a:r>
            <a:r>
              <a:rPr lang="fr-FR" sz="2200" spc="-45" dirty="0">
                <a:latin typeface="Segoe UI"/>
                <a:cs typeface="Segoe UI"/>
              </a:rPr>
              <a:t> </a:t>
            </a:r>
            <a:r>
              <a:rPr lang="fr-FR" sz="2200" dirty="0">
                <a:latin typeface="Segoe UI"/>
                <a:cs typeface="Segoe UI"/>
              </a:rPr>
              <a:t>réponses</a:t>
            </a:r>
            <a:r>
              <a:rPr lang="fr-FR" sz="2200" spc="-65" dirty="0">
                <a:latin typeface="Segoe UI"/>
                <a:cs typeface="Segoe UI"/>
              </a:rPr>
              <a:t> </a:t>
            </a:r>
            <a:r>
              <a:rPr lang="fr-FR" sz="2200" spc="-20" dirty="0">
                <a:latin typeface="Segoe UI"/>
                <a:cs typeface="Segoe UI"/>
              </a:rPr>
              <a:t>HTTP</a:t>
            </a:r>
          </a:p>
          <a:p>
            <a:pPr marL="240665" indent="-227965">
              <a:lnSpc>
                <a:spcPct val="100000"/>
              </a:lnSpc>
              <a:buClr>
                <a:srgbClr val="391778"/>
              </a:buClr>
              <a:buFont typeface="Arial"/>
              <a:buChar char="•"/>
              <a:tabLst>
                <a:tab pos="240665" algn="l"/>
              </a:tabLst>
            </a:pPr>
            <a:endParaRPr lang="fr-FR" sz="2200" spc="-20" dirty="0">
              <a:latin typeface="Segoe UI"/>
              <a:cs typeface="Segoe UI"/>
            </a:endParaRPr>
          </a:p>
          <a:p>
            <a:pPr marL="240665" indent="-227965">
              <a:buClr>
                <a:srgbClr val="391778"/>
              </a:buClr>
              <a:buFont typeface="Arial"/>
              <a:buChar char="•"/>
              <a:tabLst>
                <a:tab pos="240665" algn="l"/>
              </a:tabLst>
            </a:pPr>
            <a:r>
              <a:rPr lang="fr-FR" sz="2200" dirty="0">
                <a:latin typeface="Segoe UI"/>
                <a:cs typeface="Segoe UI"/>
              </a:rPr>
              <a:t>Ce</a:t>
            </a:r>
            <a:r>
              <a:rPr lang="fr-FR" sz="2200" spc="-45" dirty="0">
                <a:latin typeface="Segoe UI"/>
                <a:cs typeface="Segoe UI"/>
              </a:rPr>
              <a:t> </a:t>
            </a:r>
            <a:r>
              <a:rPr lang="fr-FR" sz="2200" dirty="0">
                <a:latin typeface="Segoe UI"/>
                <a:cs typeface="Segoe UI"/>
              </a:rPr>
              <a:t>sont</a:t>
            </a:r>
            <a:r>
              <a:rPr lang="fr-FR" sz="2200" spc="-30" dirty="0">
                <a:latin typeface="Segoe UI"/>
                <a:cs typeface="Segoe UI"/>
              </a:rPr>
              <a:t> </a:t>
            </a:r>
            <a:r>
              <a:rPr lang="fr-FR" sz="2200" dirty="0">
                <a:latin typeface="Segoe UI"/>
                <a:cs typeface="Segoe UI"/>
              </a:rPr>
              <a:t>les</a:t>
            </a:r>
            <a:r>
              <a:rPr lang="fr-FR" sz="2200" spc="-30" dirty="0">
                <a:latin typeface="Segoe UI"/>
                <a:cs typeface="Segoe UI"/>
              </a:rPr>
              <a:t> </a:t>
            </a:r>
            <a:r>
              <a:rPr lang="fr-FR" sz="2200" dirty="0">
                <a:latin typeface="Segoe UI"/>
                <a:cs typeface="Segoe UI"/>
              </a:rPr>
              <a:t>«</a:t>
            </a:r>
            <a:r>
              <a:rPr lang="fr-FR" sz="2200" spc="-35" dirty="0">
                <a:latin typeface="Segoe UI"/>
                <a:cs typeface="Segoe UI"/>
              </a:rPr>
              <a:t> </a:t>
            </a:r>
            <a:r>
              <a:rPr lang="fr-FR" sz="2200" dirty="0">
                <a:latin typeface="Segoe UI"/>
                <a:cs typeface="Segoe UI"/>
              </a:rPr>
              <a:t>minimal APIs</a:t>
            </a:r>
            <a:r>
              <a:rPr lang="fr-FR" sz="2200" spc="-15" dirty="0">
                <a:latin typeface="Segoe UI"/>
                <a:cs typeface="Segoe UI"/>
              </a:rPr>
              <a:t> </a:t>
            </a:r>
            <a:r>
              <a:rPr lang="fr-FR" sz="2200" dirty="0">
                <a:latin typeface="Segoe UI"/>
                <a:cs typeface="Segoe UI"/>
              </a:rPr>
              <a:t>»</a:t>
            </a:r>
            <a:r>
              <a:rPr lang="fr-FR" sz="2200" spc="-45" dirty="0">
                <a:latin typeface="Segoe UI"/>
                <a:cs typeface="Segoe UI"/>
              </a:rPr>
              <a:t> </a:t>
            </a:r>
            <a:r>
              <a:rPr lang="fr-FR" sz="2200" spc="-50" dirty="0">
                <a:latin typeface="Segoe UI"/>
                <a:cs typeface="Segoe UI"/>
              </a:rPr>
              <a:t>: </a:t>
            </a:r>
          </a:p>
          <a:p>
            <a:pPr marL="469900" lvl="1">
              <a:buClr>
                <a:srgbClr val="391778"/>
              </a:buClr>
              <a:tabLst>
                <a:tab pos="240665" algn="l"/>
              </a:tabLst>
            </a:pPr>
            <a:r>
              <a:rPr lang="fr-FR" sz="2200" dirty="0">
                <a:latin typeface="Segoe UI"/>
                <a:cs typeface="Segoe UI"/>
              </a:rPr>
              <a:t>Utilisé</a:t>
            </a:r>
            <a:r>
              <a:rPr lang="fr-FR" sz="2200" spc="-20" dirty="0">
                <a:latin typeface="Segoe UI"/>
                <a:cs typeface="Segoe UI"/>
              </a:rPr>
              <a:t> </a:t>
            </a:r>
            <a:r>
              <a:rPr lang="fr-FR" sz="2200" dirty="0">
                <a:latin typeface="Segoe UI"/>
                <a:cs typeface="Segoe UI"/>
              </a:rPr>
              <a:t>dans</a:t>
            </a:r>
            <a:r>
              <a:rPr lang="fr-FR" sz="2200" spc="-35" dirty="0">
                <a:latin typeface="Segoe UI"/>
                <a:cs typeface="Segoe UI"/>
              </a:rPr>
              <a:t> </a:t>
            </a:r>
            <a:r>
              <a:rPr lang="fr-FR" sz="2200" dirty="0">
                <a:latin typeface="Segoe UI"/>
                <a:cs typeface="Segoe UI"/>
              </a:rPr>
              <a:t>le</a:t>
            </a:r>
            <a:r>
              <a:rPr lang="fr-FR" sz="2200" spc="-25" dirty="0">
                <a:latin typeface="Segoe UI"/>
                <a:cs typeface="Segoe UI"/>
              </a:rPr>
              <a:t> </a:t>
            </a:r>
            <a:r>
              <a:rPr lang="fr-FR" sz="2200" dirty="0">
                <a:latin typeface="Segoe UI"/>
                <a:cs typeface="Segoe UI"/>
              </a:rPr>
              <a:t>cas</a:t>
            </a:r>
            <a:r>
              <a:rPr lang="fr-FR" sz="2200" spc="-25" dirty="0">
                <a:latin typeface="Segoe UI"/>
                <a:cs typeface="Segoe UI"/>
              </a:rPr>
              <a:t> </a:t>
            </a:r>
            <a:r>
              <a:rPr lang="fr-FR" sz="2200" spc="-10" dirty="0">
                <a:latin typeface="Segoe UI"/>
                <a:cs typeface="Segoe UI"/>
              </a:rPr>
              <a:t>d’une </a:t>
            </a:r>
          </a:p>
          <a:p>
            <a:pPr marL="469900" lvl="1">
              <a:buClr>
                <a:srgbClr val="391778"/>
              </a:buClr>
              <a:tabLst>
                <a:tab pos="240665" algn="l"/>
              </a:tabLst>
            </a:pPr>
            <a:r>
              <a:rPr lang="fr-FR" sz="2200" spc="-10" dirty="0">
                <a:latin typeface="Segoe UI"/>
                <a:cs typeface="Segoe UI"/>
              </a:rPr>
              <a:t>architecture</a:t>
            </a:r>
            <a:r>
              <a:rPr lang="fr-FR" sz="2200" spc="-40" dirty="0">
                <a:latin typeface="Segoe UI"/>
                <a:cs typeface="Segoe UI"/>
              </a:rPr>
              <a:t> </a:t>
            </a:r>
            <a:r>
              <a:rPr lang="fr-FR" sz="2200" spc="-10" dirty="0" err="1">
                <a:latin typeface="Segoe UI"/>
                <a:cs typeface="Segoe UI"/>
              </a:rPr>
              <a:t>microservices</a:t>
            </a:r>
            <a:endParaRPr lang="fr-FR" sz="2200" spc="-10" dirty="0">
              <a:latin typeface="Segoe UI"/>
              <a:cs typeface="Segoe UI"/>
            </a:endParaRPr>
          </a:p>
          <a:p>
            <a:pPr marL="12700">
              <a:buClr>
                <a:srgbClr val="391778"/>
              </a:buClr>
              <a:tabLst>
                <a:tab pos="240665" algn="l"/>
              </a:tabLst>
            </a:pPr>
            <a:endParaRPr lang="fr-FR" sz="2200" spc="-10" dirty="0">
              <a:latin typeface="Segoe UI"/>
              <a:cs typeface="Segoe UI"/>
            </a:endParaRPr>
          </a:p>
          <a:p>
            <a:pPr marL="12700">
              <a:buClr>
                <a:srgbClr val="391778"/>
              </a:buClr>
              <a:tabLst>
                <a:tab pos="240665" algn="l"/>
              </a:tabLst>
            </a:pPr>
            <a:endParaRPr lang="fr-FR" sz="2200" spc="-10" dirty="0">
              <a:latin typeface="Segoe UI"/>
              <a:cs typeface="Segoe UI"/>
            </a:endParaRPr>
          </a:p>
          <a:p>
            <a:pPr marL="12700">
              <a:buClr>
                <a:srgbClr val="391778"/>
              </a:buClr>
              <a:tabLst>
                <a:tab pos="240665" algn="l"/>
              </a:tabLst>
            </a:pPr>
            <a:endParaRPr lang="fr-FR" sz="2200" spc="-10" dirty="0">
              <a:latin typeface="Segoe UI"/>
              <a:cs typeface="Segoe UI"/>
            </a:endParaRPr>
          </a:p>
          <a:p>
            <a:pPr marL="12700">
              <a:buClr>
                <a:srgbClr val="391778"/>
              </a:buClr>
              <a:tabLst>
                <a:tab pos="240665" algn="l"/>
              </a:tabLst>
            </a:pPr>
            <a:r>
              <a:rPr lang="fr-FR" dirty="0">
                <a:latin typeface="Segoe UI"/>
                <a:cs typeface="Segoe UI"/>
              </a:rPr>
              <a:t>*</a:t>
            </a:r>
            <a:r>
              <a:rPr lang="fr-FR" spc="-45" dirty="0">
                <a:latin typeface="Segoe UI"/>
                <a:cs typeface="Segoe UI"/>
              </a:rPr>
              <a:t> </a:t>
            </a:r>
            <a:r>
              <a:rPr lang="fr-FR" dirty="0">
                <a:latin typeface="Segoe UI"/>
                <a:cs typeface="Segoe UI"/>
              </a:rPr>
              <a:t>Nous</a:t>
            </a:r>
            <a:r>
              <a:rPr lang="fr-FR" spc="-40" dirty="0">
                <a:latin typeface="Segoe UI"/>
                <a:cs typeface="Segoe UI"/>
              </a:rPr>
              <a:t> </a:t>
            </a:r>
            <a:r>
              <a:rPr lang="fr-FR" spc="-10" dirty="0">
                <a:latin typeface="Segoe UI"/>
                <a:cs typeface="Segoe UI"/>
              </a:rPr>
              <a:t>n’aborderons</a:t>
            </a:r>
            <a:r>
              <a:rPr lang="fr-FR" spc="-40" dirty="0">
                <a:latin typeface="Segoe UI"/>
                <a:cs typeface="Segoe UI"/>
              </a:rPr>
              <a:t> </a:t>
            </a:r>
            <a:r>
              <a:rPr lang="fr-FR" dirty="0">
                <a:latin typeface="Segoe UI"/>
                <a:cs typeface="Segoe UI"/>
              </a:rPr>
              <a:t>pas</a:t>
            </a:r>
            <a:r>
              <a:rPr lang="fr-FR" spc="-25" dirty="0">
                <a:latin typeface="Segoe UI"/>
                <a:cs typeface="Segoe UI"/>
              </a:rPr>
              <a:t> </a:t>
            </a:r>
            <a:r>
              <a:rPr lang="fr-FR" dirty="0">
                <a:latin typeface="Segoe UI"/>
                <a:cs typeface="Segoe UI"/>
              </a:rPr>
              <a:t>plus</a:t>
            </a:r>
            <a:r>
              <a:rPr lang="fr-FR" spc="-40" dirty="0">
                <a:latin typeface="Segoe UI"/>
                <a:cs typeface="Segoe UI"/>
              </a:rPr>
              <a:t> </a:t>
            </a:r>
            <a:r>
              <a:rPr lang="fr-FR" dirty="0">
                <a:latin typeface="Segoe UI"/>
                <a:cs typeface="Segoe UI"/>
              </a:rPr>
              <a:t>les</a:t>
            </a:r>
            <a:r>
              <a:rPr lang="fr-FR" spc="-25" dirty="0">
                <a:latin typeface="Segoe UI"/>
                <a:cs typeface="Segoe UI"/>
              </a:rPr>
              <a:t> </a:t>
            </a:r>
            <a:r>
              <a:rPr lang="fr-FR" dirty="0">
                <a:latin typeface="Segoe UI"/>
                <a:cs typeface="Segoe UI"/>
              </a:rPr>
              <a:t>minimal</a:t>
            </a:r>
            <a:r>
              <a:rPr lang="fr-FR" spc="-30" dirty="0">
                <a:latin typeface="Segoe UI"/>
                <a:cs typeface="Segoe UI"/>
              </a:rPr>
              <a:t> </a:t>
            </a:r>
            <a:r>
              <a:rPr lang="fr-FR" dirty="0">
                <a:latin typeface="Segoe UI"/>
                <a:cs typeface="Segoe UI"/>
              </a:rPr>
              <a:t>APIs</a:t>
            </a:r>
            <a:r>
              <a:rPr lang="fr-FR" spc="-40" dirty="0">
                <a:latin typeface="Segoe UI"/>
                <a:cs typeface="Segoe UI"/>
              </a:rPr>
              <a:t> </a:t>
            </a:r>
            <a:r>
              <a:rPr lang="fr-FR" dirty="0">
                <a:latin typeface="Segoe UI"/>
                <a:cs typeface="Segoe UI"/>
              </a:rPr>
              <a:t>et</a:t>
            </a:r>
            <a:r>
              <a:rPr lang="fr-FR" spc="-45" dirty="0">
                <a:latin typeface="Segoe UI"/>
                <a:cs typeface="Segoe UI"/>
              </a:rPr>
              <a:t> </a:t>
            </a:r>
            <a:r>
              <a:rPr lang="fr-FR" dirty="0">
                <a:latin typeface="Segoe UI"/>
                <a:cs typeface="Segoe UI"/>
              </a:rPr>
              <a:t>les</a:t>
            </a:r>
            <a:r>
              <a:rPr lang="fr-FR" spc="-30" dirty="0">
                <a:latin typeface="Segoe UI"/>
                <a:cs typeface="Segoe UI"/>
              </a:rPr>
              <a:t> </a:t>
            </a:r>
            <a:r>
              <a:rPr lang="fr-FR" dirty="0" err="1">
                <a:latin typeface="Segoe UI"/>
                <a:cs typeface="Segoe UI"/>
              </a:rPr>
              <a:t>microservices</a:t>
            </a:r>
            <a:r>
              <a:rPr lang="fr-FR" spc="-10" dirty="0">
                <a:latin typeface="Segoe UI"/>
                <a:cs typeface="Segoe UI"/>
              </a:rPr>
              <a:t> </a:t>
            </a:r>
            <a:r>
              <a:rPr lang="fr-FR" dirty="0">
                <a:latin typeface="Segoe UI"/>
                <a:cs typeface="Segoe UI"/>
              </a:rPr>
              <a:t>dans</a:t>
            </a:r>
            <a:r>
              <a:rPr lang="fr-FR" spc="-35" dirty="0">
                <a:latin typeface="Segoe UI"/>
                <a:cs typeface="Segoe UI"/>
              </a:rPr>
              <a:t> </a:t>
            </a:r>
            <a:r>
              <a:rPr lang="fr-FR" dirty="0">
                <a:latin typeface="Segoe UI"/>
                <a:cs typeface="Segoe UI"/>
              </a:rPr>
              <a:t>le</a:t>
            </a:r>
            <a:r>
              <a:rPr lang="fr-FR" spc="-45" dirty="0">
                <a:latin typeface="Segoe UI"/>
                <a:cs typeface="Segoe UI"/>
              </a:rPr>
              <a:t> </a:t>
            </a:r>
            <a:r>
              <a:rPr lang="fr-FR" spc="-10" dirty="0">
                <a:latin typeface="Segoe UI"/>
                <a:cs typeface="Segoe UI"/>
              </a:rPr>
              <a:t>cours</a:t>
            </a:r>
            <a:endParaRPr lang="fr-FR" dirty="0">
              <a:latin typeface="Segoe UI"/>
              <a:cs typeface="Segoe UI"/>
            </a:endParaRPr>
          </a:p>
          <a:p>
            <a:pPr marL="12700">
              <a:buClr>
                <a:srgbClr val="391778"/>
              </a:buClr>
              <a:tabLst>
                <a:tab pos="240665" algn="l"/>
              </a:tabLst>
            </a:pPr>
            <a:endParaRPr lang="fr-FR" sz="2200" dirty="0">
              <a:latin typeface="Segoe UI"/>
              <a:cs typeface="Segoe UI"/>
            </a:endParaRPr>
          </a:p>
          <a:p>
            <a:pPr marL="240665" indent="-227965">
              <a:lnSpc>
                <a:spcPct val="100000"/>
              </a:lnSpc>
              <a:buClr>
                <a:srgbClr val="391778"/>
              </a:buClr>
              <a:buFont typeface="Arial"/>
              <a:buChar char="•"/>
              <a:tabLst>
                <a:tab pos="240665" algn="l"/>
              </a:tabLst>
            </a:pPr>
            <a:endParaRPr lang="fr-FR" sz="2200" dirty="0">
              <a:latin typeface="Segoe UI"/>
              <a:cs typeface="Segoe UI"/>
            </a:endParaRPr>
          </a:p>
          <a:p>
            <a:pPr marL="240029" indent="-227329">
              <a:lnSpc>
                <a:spcPct val="100000"/>
              </a:lnSpc>
              <a:spcBef>
                <a:spcPts val="440"/>
              </a:spcBef>
              <a:buClr>
                <a:srgbClr val="391778"/>
              </a:buClr>
              <a:buFont typeface="Arial"/>
              <a:buChar char="•"/>
              <a:tabLst>
                <a:tab pos="240029" algn="l"/>
              </a:tabLst>
            </a:pPr>
            <a:endParaRPr lang="fr-FR" sz="2000" dirty="0">
              <a:latin typeface="Calibri"/>
              <a:cs typeface="Calibri"/>
            </a:endParaRPr>
          </a:p>
        </p:txBody>
      </p:sp>
      <p:sp>
        <p:nvSpPr>
          <p:cNvPr id="4" name="object 6">
            <a:extLst>
              <a:ext uri="{FF2B5EF4-FFF2-40B4-BE49-F238E27FC236}">
                <a16:creationId xmlns:a16="http://schemas.microsoft.com/office/drawing/2014/main" id="{E2BC448A-0662-2E91-BF42-9867E606F6AF}"/>
              </a:ext>
            </a:extLst>
          </p:cNvPr>
          <p:cNvSpPr txBox="1"/>
          <p:nvPr/>
        </p:nvSpPr>
        <p:spPr>
          <a:xfrm>
            <a:off x="6460616" y="3922217"/>
            <a:ext cx="3890645" cy="1118870"/>
          </a:xfrm>
          <a:prstGeom prst="rect">
            <a:avLst/>
          </a:prstGeom>
        </p:spPr>
        <p:txBody>
          <a:bodyPr vert="horz" wrap="square" lIns="0" tIns="12700" rIns="0" bIns="0" rtlCol="0">
            <a:spAutoFit/>
          </a:bodyPr>
          <a:lstStyle/>
          <a:p>
            <a:pPr marL="12700">
              <a:lnSpc>
                <a:spcPct val="100000"/>
              </a:lnSpc>
              <a:spcBef>
                <a:spcPts val="100"/>
              </a:spcBef>
              <a:tabLst>
                <a:tab pos="3079115" algn="l"/>
                <a:tab pos="3477895" algn="l"/>
              </a:tabLst>
            </a:pPr>
            <a:r>
              <a:rPr sz="1800" spc="125" dirty="0">
                <a:latin typeface="Trebuchet MS"/>
                <a:cs typeface="Trebuchet MS"/>
              </a:rPr>
              <a:t>app.MapGet(</a:t>
            </a:r>
            <a:r>
              <a:rPr sz="1800" spc="125" dirty="0">
                <a:solidFill>
                  <a:srgbClr val="A21515"/>
                </a:solidFill>
                <a:latin typeface="Trebuchet MS"/>
                <a:cs typeface="Trebuchet MS"/>
              </a:rPr>
              <a:t>"/myroute"</a:t>
            </a:r>
            <a:r>
              <a:rPr sz="1800" spc="125" dirty="0">
                <a:latin typeface="Trebuchet MS"/>
                <a:cs typeface="Trebuchet MS"/>
              </a:rPr>
              <a:t>,</a:t>
            </a:r>
            <a:r>
              <a:rPr sz="1800" dirty="0">
                <a:latin typeface="Trebuchet MS"/>
                <a:cs typeface="Trebuchet MS"/>
              </a:rPr>
              <a:t>	</a:t>
            </a:r>
            <a:r>
              <a:rPr sz="1800" spc="355" dirty="0">
                <a:latin typeface="Trebuchet MS"/>
                <a:cs typeface="Trebuchet MS"/>
              </a:rPr>
              <a:t>()</a:t>
            </a:r>
            <a:r>
              <a:rPr sz="1800" dirty="0">
                <a:latin typeface="Trebuchet MS"/>
                <a:cs typeface="Trebuchet MS"/>
              </a:rPr>
              <a:t>	</a:t>
            </a:r>
            <a:r>
              <a:rPr sz="1800" spc="75" dirty="0">
                <a:latin typeface="Trebuchet MS"/>
                <a:cs typeface="Trebuchet MS"/>
              </a:rPr>
              <a:t>=&gt;</a:t>
            </a:r>
            <a:endParaRPr sz="1800" dirty="0">
              <a:latin typeface="Trebuchet MS"/>
              <a:cs typeface="Trebuchet MS"/>
            </a:endParaRPr>
          </a:p>
          <a:p>
            <a:pPr marL="12700">
              <a:lnSpc>
                <a:spcPct val="100000"/>
              </a:lnSpc>
              <a:spcBef>
                <a:spcPts val="5"/>
              </a:spcBef>
            </a:pPr>
            <a:r>
              <a:rPr sz="1800" spc="340" dirty="0">
                <a:latin typeface="Trebuchet MS"/>
                <a:cs typeface="Trebuchet MS"/>
              </a:rPr>
              <a:t>{</a:t>
            </a:r>
            <a:endParaRPr sz="1800" dirty="0">
              <a:latin typeface="Trebuchet MS"/>
              <a:cs typeface="Trebuchet MS"/>
            </a:endParaRPr>
          </a:p>
          <a:p>
            <a:pPr marL="546100">
              <a:lnSpc>
                <a:spcPts val="2140"/>
              </a:lnSpc>
              <a:tabLst>
                <a:tab pos="1478280" algn="l"/>
                <a:tab pos="2812415" algn="l"/>
              </a:tabLst>
            </a:pPr>
            <a:r>
              <a:rPr sz="1800" spc="195" dirty="0">
                <a:solidFill>
                  <a:srgbClr val="0000FF"/>
                </a:solidFill>
                <a:latin typeface="Trebuchet MS"/>
                <a:cs typeface="Trebuchet MS"/>
              </a:rPr>
              <a:t>return</a:t>
            </a:r>
            <a:r>
              <a:rPr sz="1800" dirty="0">
                <a:solidFill>
                  <a:srgbClr val="0000FF"/>
                </a:solidFill>
                <a:latin typeface="Trebuchet MS"/>
                <a:cs typeface="Trebuchet MS"/>
              </a:rPr>
              <a:t>	</a:t>
            </a:r>
            <a:r>
              <a:rPr sz="1800" spc="215" dirty="0">
                <a:latin typeface="Trebuchet MS"/>
                <a:cs typeface="Trebuchet MS"/>
              </a:rPr>
              <a:t>Ok(</a:t>
            </a:r>
            <a:r>
              <a:rPr sz="1800" spc="215" dirty="0">
                <a:solidFill>
                  <a:srgbClr val="A21515"/>
                </a:solidFill>
                <a:latin typeface="Trebuchet MS"/>
                <a:cs typeface="Trebuchet MS"/>
              </a:rPr>
              <a:t>"hello</a:t>
            </a:r>
            <a:r>
              <a:rPr sz="1800" dirty="0">
                <a:solidFill>
                  <a:srgbClr val="A21515"/>
                </a:solidFill>
                <a:latin typeface="Trebuchet MS"/>
                <a:cs typeface="Trebuchet MS"/>
              </a:rPr>
              <a:t>	</a:t>
            </a:r>
            <a:r>
              <a:rPr sz="1800" spc="225" dirty="0">
                <a:solidFill>
                  <a:srgbClr val="A21515"/>
                </a:solidFill>
                <a:latin typeface="Trebuchet MS"/>
                <a:cs typeface="Trebuchet MS"/>
              </a:rPr>
              <a:t>world"</a:t>
            </a:r>
            <a:r>
              <a:rPr sz="1800" spc="225" dirty="0">
                <a:latin typeface="Trebuchet MS"/>
                <a:cs typeface="Trebuchet MS"/>
              </a:rPr>
              <a:t>);</a:t>
            </a:r>
            <a:endParaRPr sz="1800" dirty="0">
              <a:latin typeface="Trebuchet MS"/>
              <a:cs typeface="Trebuchet MS"/>
            </a:endParaRPr>
          </a:p>
          <a:p>
            <a:pPr marL="12700">
              <a:lnSpc>
                <a:spcPts val="2140"/>
              </a:lnSpc>
            </a:pPr>
            <a:r>
              <a:rPr sz="1800" spc="360" dirty="0">
                <a:latin typeface="Trebuchet MS"/>
                <a:cs typeface="Trebuchet MS"/>
              </a:rPr>
              <a:t>});</a:t>
            </a:r>
            <a:endParaRPr sz="1800" dirty="0">
              <a:latin typeface="Trebuchet MS"/>
              <a:cs typeface="Trebuchet MS"/>
            </a:endParaRPr>
          </a:p>
        </p:txBody>
      </p:sp>
    </p:spTree>
    <p:extLst>
      <p:ext uri="{BB962C8B-B14F-4D97-AF65-F5344CB8AC3E}">
        <p14:creationId xmlns:p14="http://schemas.microsoft.com/office/powerpoint/2010/main" val="6526563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Questions avec un remplissage uni">
            <a:extLst>
              <a:ext uri="{FF2B5EF4-FFF2-40B4-BE49-F238E27FC236}">
                <a16:creationId xmlns:a16="http://schemas.microsoft.com/office/drawing/2014/main" id="{117F3F9E-E45E-9844-8215-AA148A5923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6000" y="1989000"/>
            <a:ext cx="2880000" cy="2880000"/>
          </a:xfrm>
          <a:prstGeom prst="rect">
            <a:avLst/>
          </a:prstGeom>
        </p:spPr>
      </p:pic>
      <p:sp>
        <p:nvSpPr>
          <p:cNvPr id="6" name="Titre 1">
            <a:extLst>
              <a:ext uri="{FF2B5EF4-FFF2-40B4-BE49-F238E27FC236}">
                <a16:creationId xmlns:a16="http://schemas.microsoft.com/office/drawing/2014/main" id="{6784514D-DFE8-6540-A8D9-ED1329C44D36}"/>
              </a:ext>
            </a:extLst>
          </p:cNvPr>
          <p:cNvSpPr txBox="1">
            <a:spLocks/>
          </p:cNvSpPr>
          <p:nvPr/>
        </p:nvSpPr>
        <p:spPr>
          <a:xfrm>
            <a:off x="838200" y="365126"/>
            <a:ext cx="10515600" cy="57909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a:solidFill>
                  <a:schemeClr val="bg1"/>
                </a:solidFill>
              </a:rPr>
              <a:t>5. Contrôleurs</a:t>
            </a:r>
          </a:p>
        </p:txBody>
      </p:sp>
    </p:spTree>
    <p:extLst>
      <p:ext uri="{BB962C8B-B14F-4D97-AF65-F5344CB8AC3E}">
        <p14:creationId xmlns:p14="http://schemas.microsoft.com/office/powerpoint/2010/main" val="2790468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3D2683"/>
        </a:solidFill>
        <a:effectLst/>
      </p:bgPr>
    </p:bg>
    <p:spTree>
      <p:nvGrpSpPr>
        <p:cNvPr id="1" name=""/>
        <p:cNvGrpSpPr/>
        <p:nvPr/>
      </p:nvGrpSpPr>
      <p:grpSpPr>
        <a:xfrm>
          <a:off x="0" y="0"/>
          <a:ext cx="0" cy="0"/>
          <a:chOff x="0" y="0"/>
          <a:chExt cx="0" cy="0"/>
        </a:xfrm>
      </p:grpSpPr>
      <p:pic>
        <p:nvPicPr>
          <p:cNvPr id="3" name="Graphique 2" descr="Drapeau de course avec un remplissage uni">
            <a:extLst>
              <a:ext uri="{FF2B5EF4-FFF2-40B4-BE49-F238E27FC236}">
                <a16:creationId xmlns:a16="http://schemas.microsoft.com/office/drawing/2014/main" id="{31EA9D4C-4724-F749-BAC8-105B32CB08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56000" y="1989000"/>
            <a:ext cx="2880000" cy="2880000"/>
          </a:xfrm>
          <a:prstGeom prst="rect">
            <a:avLst/>
          </a:prstGeom>
        </p:spPr>
      </p:pic>
    </p:spTree>
    <p:extLst>
      <p:ext uri="{BB962C8B-B14F-4D97-AF65-F5344CB8AC3E}">
        <p14:creationId xmlns:p14="http://schemas.microsoft.com/office/powerpoint/2010/main" val="88072733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304</TotalTime>
  <Words>3693</Words>
  <Application>Microsoft Office PowerPoint</Application>
  <PresentationFormat>Grand écran</PresentationFormat>
  <Paragraphs>927</Paragraphs>
  <Slides>81</Slides>
  <Notes>47</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81</vt:i4>
      </vt:variant>
    </vt:vector>
  </HeadingPairs>
  <TitlesOfParts>
    <vt:vector size="90" baseType="lpstr">
      <vt:lpstr>Arial</vt:lpstr>
      <vt:lpstr>Calibri</vt:lpstr>
      <vt:lpstr>Calibri Light</vt:lpstr>
      <vt:lpstr>Cascadia Mono</vt:lpstr>
      <vt:lpstr>Consolas</vt:lpstr>
      <vt:lpstr>Segoe UI</vt:lpstr>
      <vt:lpstr>Trebuchet MS</vt:lpstr>
      <vt:lpstr>Wingdings</vt:lpstr>
      <vt:lpstr>Thème Office</vt:lpstr>
      <vt:lpstr>WebAPI – partie 1</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dc:title>
  <dc:creator>Laurent Godefroy</dc:creator>
  <cp:lastModifiedBy>Corentin ZIMMERMANN</cp:lastModifiedBy>
  <cp:revision>58</cp:revision>
  <dcterms:created xsi:type="dcterms:W3CDTF">2021-02-04T09:09:06Z</dcterms:created>
  <dcterms:modified xsi:type="dcterms:W3CDTF">2024-08-27T21:54:01Z</dcterms:modified>
</cp:coreProperties>
</file>