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3"/>
  </p:notesMasterIdLst>
  <p:sldIdLst>
    <p:sldId id="298" r:id="rId2"/>
    <p:sldId id="301" r:id="rId3"/>
    <p:sldId id="300" r:id="rId4"/>
    <p:sldId id="299" r:id="rId5"/>
    <p:sldId id="292" r:id="rId6"/>
    <p:sldId id="371" r:id="rId7"/>
    <p:sldId id="372" r:id="rId8"/>
    <p:sldId id="373" r:id="rId9"/>
    <p:sldId id="378" r:id="rId10"/>
    <p:sldId id="379" r:id="rId11"/>
    <p:sldId id="380" r:id="rId12"/>
    <p:sldId id="382" r:id="rId13"/>
    <p:sldId id="383" r:id="rId14"/>
    <p:sldId id="384" r:id="rId15"/>
    <p:sldId id="385" r:id="rId16"/>
    <p:sldId id="387" r:id="rId17"/>
    <p:sldId id="389" r:id="rId18"/>
    <p:sldId id="390" r:id="rId19"/>
    <p:sldId id="392" r:id="rId20"/>
    <p:sldId id="393" r:id="rId21"/>
    <p:sldId id="395" r:id="rId22"/>
    <p:sldId id="396" r:id="rId23"/>
    <p:sldId id="397" r:id="rId24"/>
    <p:sldId id="399" r:id="rId25"/>
    <p:sldId id="400" r:id="rId26"/>
    <p:sldId id="402" r:id="rId27"/>
    <p:sldId id="403" r:id="rId28"/>
    <p:sldId id="404" r:id="rId29"/>
    <p:sldId id="405" r:id="rId30"/>
    <p:sldId id="406" r:id="rId31"/>
    <p:sldId id="410" r:id="rId32"/>
    <p:sldId id="411" r:id="rId33"/>
    <p:sldId id="413" r:id="rId34"/>
    <p:sldId id="414" r:id="rId35"/>
    <p:sldId id="415" r:id="rId36"/>
    <p:sldId id="416" r:id="rId37"/>
    <p:sldId id="417" r:id="rId38"/>
    <p:sldId id="418" r:id="rId39"/>
    <p:sldId id="419" r:id="rId40"/>
    <p:sldId id="420" r:id="rId41"/>
    <p:sldId id="421" r:id="rId42"/>
    <p:sldId id="422" r:id="rId43"/>
    <p:sldId id="427" r:id="rId44"/>
    <p:sldId id="428" r:id="rId45"/>
    <p:sldId id="429" r:id="rId46"/>
    <p:sldId id="431" r:id="rId47"/>
    <p:sldId id="432" r:id="rId48"/>
    <p:sldId id="433" r:id="rId49"/>
    <p:sldId id="436" r:id="rId50"/>
    <p:sldId id="307" r:id="rId51"/>
    <p:sldId id="257" r:id="rId52"/>
  </p:sldIdLst>
  <p:sldSz cx="9144000" cy="6858000" type="screen4x3"/>
  <p:notesSz cx="6858000" cy="9144000"/>
  <p:embeddedFontLst>
    <p:embeddedFont>
      <p:font typeface="Arial Black" panose="020B0A04020102020204" pitchFamily="34" charset="0"/>
      <p:bold r:id="rId54"/>
    </p:embeddedFont>
    <p:embeddedFont>
      <p:font typeface="Consolas" panose="020B0609020204030204" pitchFamily="49" charset="0"/>
      <p:regular r:id="rId55"/>
      <p:bold r:id="rId56"/>
      <p:italic r:id="rId57"/>
      <p:bold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21" roundtripDataSignature="AMtx7mi7qOGRhQ7jVTxk/8X/klFYACa1V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30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CC3067-6C9A-5A1E-B4EE-E443859281CE}" v="119" dt="2024-02-14T10:52:12.881"/>
  </p1510:revLst>
</p1510:revInfo>
</file>

<file path=ppt/tableStyles.xml><?xml version="1.0" encoding="utf-8"?>
<a:tblStyleLst xmlns:a="http://schemas.openxmlformats.org/drawingml/2006/main" def="{58E25877-47A0-4360-8CBA-3D8528CE5B30}">
  <a:tblStyle styleId="{58E25877-47A0-4360-8CBA-3D8528CE5B30}"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CECEC"/>
          </a:solidFill>
        </a:fill>
      </a:tcStyle>
    </a:wholeTbl>
    <a:band1H>
      <a:tcTxStyle/>
      <a:tcStyle>
        <a:tcBdr/>
        <a:fill>
          <a:solidFill>
            <a:srgbClr val="D6D6D6"/>
          </a:solidFill>
        </a:fill>
      </a:tcStyle>
    </a:band1H>
    <a:band2H>
      <a:tcTxStyle/>
      <a:tcStyle>
        <a:tcBdr/>
      </a:tcStyle>
    </a:band2H>
    <a:band1V>
      <a:tcTxStyle/>
      <a:tcStyle>
        <a:tcBdr/>
        <a:fill>
          <a:solidFill>
            <a:srgbClr val="D6D6D6"/>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1954B772-C30D-4FB9-9FD4-18D78B606F16}"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2F2EE"/>
          </a:solidFill>
        </a:fill>
      </a:tcStyle>
    </a:wholeTbl>
    <a:band1H>
      <a:tcTxStyle/>
      <a:tcStyle>
        <a:tcBdr/>
        <a:fill>
          <a:solidFill>
            <a:srgbClr val="E5E4DB"/>
          </a:solidFill>
        </a:fill>
      </a:tcStyle>
    </a:band1H>
    <a:band2H>
      <a:tcTxStyle/>
      <a:tcStyle>
        <a:tcBdr/>
      </a:tcStyle>
    </a:band2H>
    <a:band1V>
      <a:tcTxStyle/>
      <a:tcStyle>
        <a:tcBdr/>
        <a:fill>
          <a:solidFill>
            <a:srgbClr val="E5E4DB"/>
          </a:solidFill>
        </a:fill>
      </a:tcStyle>
    </a:band1V>
    <a:band2V>
      <a:tcTxStyle/>
      <a:tcStyle>
        <a:tcBdr/>
      </a:tcStyle>
    </a:band2V>
    <a:lastCol>
      <a:tcTxStyle b="on" i="off">
        <a:font>
          <a:latin typeface="Arial"/>
          <a:ea typeface="Arial"/>
          <a:cs typeface="Arial"/>
        </a:font>
        <a:schemeClr val="lt1"/>
      </a:tcTxStyle>
      <a:tcStyle>
        <a:tcBdr/>
        <a:fill>
          <a:solidFill>
            <a:schemeClr val="accent6"/>
          </a:solidFill>
        </a:fill>
      </a:tcStyle>
    </a:lastCol>
    <a:firstCol>
      <a:tcTxStyle b="on" i="off">
        <a:font>
          <a:latin typeface="Arial"/>
          <a:ea typeface="Arial"/>
          <a:cs typeface="Arial"/>
        </a:font>
        <a:schemeClr val="lt1"/>
      </a:tcTxStyle>
      <a:tcStyle>
        <a:tcBdr/>
        <a:fill>
          <a:solidFill>
            <a:schemeClr val="accent6"/>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6"/>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6"/>
          </a:solidFill>
        </a:fill>
      </a:tcStyle>
    </a:firstRow>
    <a:neCell>
      <a:tcTxStyle/>
      <a:tcStyle>
        <a:tcBdr/>
      </a:tcStyle>
    </a:neCell>
    <a:nwCell>
      <a:tcTxStyle/>
      <a:tcStyle>
        <a:tcBdr/>
      </a:tcStyle>
    </a:nwCell>
  </a:tblStyle>
  <a:tblStyle styleId="{0FEBE4AD-E7AF-4CD8-A0A3-1BB1996E7022}" styleName="Table_2">
    <a:wholeTbl>
      <a:tcTxStyle b="off" i="off">
        <a:font>
          <a:latin typeface="Arial"/>
          <a:ea typeface="Arial"/>
          <a:cs typeface="Arial"/>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TxStyle/>
      <a:tcStyle>
        <a:tcBdr/>
        <a:fill>
          <a:solidFill>
            <a:schemeClr val="accent5">
              <a:alpha val="20000"/>
            </a:schemeClr>
          </a:solidFill>
        </a:fill>
      </a:tcStyle>
    </a:band1H>
    <a:band2H>
      <a:tcTxStyle/>
      <a:tcStyle>
        <a:tcBdr/>
      </a:tcStyle>
    </a:band2H>
    <a:band1V>
      <a:tcTxStyle/>
      <a:tcStyle>
        <a:tcBdr/>
        <a:fill>
          <a:solidFill>
            <a:schemeClr val="accent5">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2.fntdata"/><Relationship Id="rId7" Type="http://schemas.openxmlformats.org/officeDocument/2006/relationships/slide" Target="slides/slide6.xml"/><Relationship Id="rId226"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221" Type="http://customschemas.google.com/relationships/presentationmetadata" Target="meta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font" Target="fonts/font5.fntdata"/><Relationship Id="rId5" Type="http://schemas.openxmlformats.org/officeDocument/2006/relationships/slide" Target="slides/slide4.xml"/><Relationship Id="rId19" Type="http://schemas.openxmlformats.org/officeDocument/2006/relationships/slide" Target="slides/slide18.xml"/><Relationship Id="rId224"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227" Type="http://schemas.microsoft.com/office/2015/10/relationships/revisionInfo" Target="revisionInfo.xml"/><Relationship Id="rId3" Type="http://schemas.openxmlformats.org/officeDocument/2006/relationships/slide" Target="slides/slide2.xml"/><Relationship Id="rId222"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225" Type="http://schemas.openxmlformats.org/officeDocument/2006/relationships/tableStyles" Target="tableStyles.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ane Autreaux" userId="S::stephane.autreaux@supinfo.com::a738c3b6-005b-4b20-bc1a-c071833bb260" providerId="AD" clId="Web-{9F8FC26B-697A-6C30-CBE3-60922CDFD0B9}"/>
    <pc:docChg chg="modSld">
      <pc:chgData name="Stephane Autreaux" userId="S::stephane.autreaux@supinfo.com::a738c3b6-005b-4b20-bc1a-c071833bb260" providerId="AD" clId="Web-{9F8FC26B-697A-6C30-CBE3-60922CDFD0B9}" dt="2023-11-20T09:11:54.528" v="3" actId="20577"/>
      <pc:docMkLst>
        <pc:docMk/>
      </pc:docMkLst>
      <pc:sldChg chg="modSp">
        <pc:chgData name="Stephane Autreaux" userId="S::stephane.autreaux@supinfo.com::a738c3b6-005b-4b20-bc1a-c071833bb260" providerId="AD" clId="Web-{9F8FC26B-697A-6C30-CBE3-60922CDFD0B9}" dt="2023-11-20T09:11:54.528" v="3" actId="20577"/>
        <pc:sldMkLst>
          <pc:docMk/>
          <pc:sldMk cId="3913697785" sldId="257"/>
        </pc:sldMkLst>
        <pc:spChg chg="mod">
          <ac:chgData name="Stephane Autreaux" userId="S::stephane.autreaux@supinfo.com::a738c3b6-005b-4b20-bc1a-c071833bb260" providerId="AD" clId="Web-{9F8FC26B-697A-6C30-CBE3-60922CDFD0B9}" dt="2023-11-20T09:11:54.528" v="3" actId="20577"/>
          <ac:spMkLst>
            <pc:docMk/>
            <pc:sldMk cId="3913697785" sldId="257"/>
            <ac:spMk id="99" creationId="{00000000-0000-0000-0000-000000000000}"/>
          </ac:spMkLst>
        </pc:spChg>
      </pc:sldChg>
    </pc:docChg>
  </pc:docChgLst>
  <pc:docChgLst>
    <pc:chgData name="Stephane Autreaux" userId="S::stephane.autreaux@supinfo.com::a738c3b6-005b-4b20-bc1a-c071833bb260" providerId="AD" clId="Web-{D3F288A5-947E-BE44-120B-5B2E0A70352F}"/>
    <pc:docChg chg="modSld">
      <pc:chgData name="Stephane Autreaux" userId="S::stephane.autreaux@supinfo.com::a738c3b6-005b-4b20-bc1a-c071833bb260" providerId="AD" clId="Web-{D3F288A5-947E-BE44-120B-5B2E0A70352F}" dt="2023-12-22T15:29:55.667" v="19" actId="20577"/>
      <pc:docMkLst>
        <pc:docMk/>
      </pc:docMkLst>
      <pc:sldChg chg="modSp">
        <pc:chgData name="Stephane Autreaux" userId="S::stephane.autreaux@supinfo.com::a738c3b6-005b-4b20-bc1a-c071833bb260" providerId="AD" clId="Web-{D3F288A5-947E-BE44-120B-5B2E0A70352F}" dt="2023-12-22T15:29:55.667" v="19" actId="20577"/>
        <pc:sldMkLst>
          <pc:docMk/>
          <pc:sldMk cId="1753943669" sldId="292"/>
        </pc:sldMkLst>
        <pc:spChg chg="mod">
          <ac:chgData name="Stephane Autreaux" userId="S::stephane.autreaux@supinfo.com::a738c3b6-005b-4b20-bc1a-c071833bb260" providerId="AD" clId="Web-{D3F288A5-947E-BE44-120B-5B2E0A70352F}" dt="2023-12-22T15:29:55.667" v="19" actId="20577"/>
          <ac:spMkLst>
            <pc:docMk/>
            <pc:sldMk cId="1753943669" sldId="292"/>
            <ac:spMk id="140" creationId="{00000000-0000-0000-0000-000000000000}"/>
          </ac:spMkLst>
        </pc:spChg>
      </pc:sldChg>
    </pc:docChg>
  </pc:docChgLst>
  <pc:docChgLst>
    <pc:chgData name="Stephane Autreaux" userId="S::stephane.autreaux@supinfo.com::a738c3b6-005b-4b20-bc1a-c071833bb260" providerId="AD" clId="Web-{B9CC3067-6C9A-5A1E-B4EE-E443859281CE}"/>
    <pc:docChg chg="delSld modSld">
      <pc:chgData name="Stephane Autreaux" userId="S::stephane.autreaux@supinfo.com::a738c3b6-005b-4b20-bc1a-c071833bb260" providerId="AD" clId="Web-{B9CC3067-6C9A-5A1E-B4EE-E443859281CE}" dt="2024-02-14T10:52:12.881" v="114" actId="20577"/>
      <pc:docMkLst>
        <pc:docMk/>
      </pc:docMkLst>
      <pc:sldChg chg="modSp">
        <pc:chgData name="Stephane Autreaux" userId="S::stephane.autreaux@supinfo.com::a738c3b6-005b-4b20-bc1a-c071833bb260" providerId="AD" clId="Web-{B9CC3067-6C9A-5A1E-B4EE-E443859281CE}" dt="2024-02-14T10:52:12.881" v="114" actId="20577"/>
        <pc:sldMkLst>
          <pc:docMk/>
          <pc:sldMk cId="3396329844" sldId="299"/>
        </pc:sldMkLst>
        <pc:spChg chg="mod">
          <ac:chgData name="Stephane Autreaux" userId="S::stephane.autreaux@supinfo.com::a738c3b6-005b-4b20-bc1a-c071833bb260" providerId="AD" clId="Web-{B9CC3067-6C9A-5A1E-B4EE-E443859281CE}" dt="2024-02-14T10:52:12.881" v="114" actId="20577"/>
          <ac:spMkLst>
            <pc:docMk/>
            <pc:sldMk cId="3396329844" sldId="299"/>
            <ac:spMk id="107" creationId="{00000000-0000-0000-0000-000000000000}"/>
          </ac:spMkLst>
        </pc:spChg>
      </pc:sldChg>
      <pc:sldChg chg="del">
        <pc:chgData name="Stephane Autreaux" userId="S::stephane.autreaux@supinfo.com::a738c3b6-005b-4b20-bc1a-c071833bb260" providerId="AD" clId="Web-{B9CC3067-6C9A-5A1E-B4EE-E443859281CE}" dt="2024-02-14T10:40:52.564" v="0"/>
        <pc:sldMkLst>
          <pc:docMk/>
          <pc:sldMk cId="0" sldId="388"/>
        </pc:sldMkLst>
      </pc:sldChg>
      <pc:sldChg chg="modSp del">
        <pc:chgData name="Stephane Autreaux" userId="S::stephane.autreaux@supinfo.com::a738c3b6-005b-4b20-bc1a-c071833bb260" providerId="AD" clId="Web-{B9CC3067-6C9A-5A1E-B4EE-E443859281CE}" dt="2024-02-14T10:50:44.517" v="99"/>
        <pc:sldMkLst>
          <pc:docMk/>
          <pc:sldMk cId="0" sldId="401"/>
        </pc:sldMkLst>
        <pc:spChg chg="mod">
          <ac:chgData name="Stephane Autreaux" userId="S::stephane.autreaux@supinfo.com::a738c3b6-005b-4b20-bc1a-c071833bb260" providerId="AD" clId="Web-{B9CC3067-6C9A-5A1E-B4EE-E443859281CE}" dt="2024-02-14T10:50:22" v="98" actId="20577"/>
          <ac:spMkLst>
            <pc:docMk/>
            <pc:sldMk cId="0" sldId="401"/>
            <ac:spMk id="1075" creationId="{00000000-0000-0000-0000-000000000000}"/>
          </ac:spMkLst>
        </pc:spChg>
      </pc:sldChg>
      <pc:sldChg chg="modSp">
        <pc:chgData name="Stephane Autreaux" userId="S::stephane.autreaux@supinfo.com::a738c3b6-005b-4b20-bc1a-c071833bb260" providerId="AD" clId="Web-{B9CC3067-6C9A-5A1E-B4EE-E443859281CE}" dt="2024-02-14T10:51:14.222" v="102" actId="20577"/>
        <pc:sldMkLst>
          <pc:docMk/>
          <pc:sldMk cId="0" sldId="411"/>
        </pc:sldMkLst>
        <pc:spChg chg="mod">
          <ac:chgData name="Stephane Autreaux" userId="S::stephane.autreaux@supinfo.com::a738c3b6-005b-4b20-bc1a-c071833bb260" providerId="AD" clId="Web-{B9CC3067-6C9A-5A1E-B4EE-E443859281CE}" dt="2024-02-14T10:51:14.222" v="102" actId="20577"/>
          <ac:spMkLst>
            <pc:docMk/>
            <pc:sldMk cId="0" sldId="411"/>
            <ac:spMk id="1143" creationId="{00000000-0000-0000-0000-000000000000}"/>
          </ac:spMkLst>
        </pc:spChg>
      </pc:sldChg>
      <pc:sldChg chg="modSp">
        <pc:chgData name="Stephane Autreaux" userId="S::stephane.autreaux@supinfo.com::a738c3b6-005b-4b20-bc1a-c071833bb260" providerId="AD" clId="Web-{B9CC3067-6C9A-5A1E-B4EE-E443859281CE}" dt="2024-02-14T10:49:49.030" v="94" actId="20577"/>
        <pc:sldMkLst>
          <pc:docMk/>
          <pc:sldMk cId="0" sldId="432"/>
        </pc:sldMkLst>
        <pc:spChg chg="mod">
          <ac:chgData name="Stephane Autreaux" userId="S::stephane.autreaux@supinfo.com::a738c3b6-005b-4b20-bc1a-c071833bb260" providerId="AD" clId="Web-{B9CC3067-6C9A-5A1E-B4EE-E443859281CE}" dt="2024-02-14T10:49:49.030" v="94" actId="20577"/>
          <ac:spMkLst>
            <pc:docMk/>
            <pc:sldMk cId="0" sldId="432"/>
            <ac:spMk id="1296" creationId="{00000000-0000-0000-0000-000000000000}"/>
          </ac:spMkLst>
        </pc:spChg>
      </pc:sldChg>
      <pc:sldChg chg="modSp">
        <pc:chgData name="Stephane Autreaux" userId="S::stephane.autreaux@supinfo.com::a738c3b6-005b-4b20-bc1a-c071833bb260" providerId="AD" clId="Web-{B9CC3067-6C9A-5A1E-B4EE-E443859281CE}" dt="2024-02-14T10:49:27.638" v="88" actId="20577"/>
        <pc:sldMkLst>
          <pc:docMk/>
          <pc:sldMk cId="0" sldId="436"/>
        </pc:sldMkLst>
        <pc:spChg chg="mod">
          <ac:chgData name="Stephane Autreaux" userId="S::stephane.autreaux@supinfo.com::a738c3b6-005b-4b20-bc1a-c071833bb260" providerId="AD" clId="Web-{B9CC3067-6C9A-5A1E-B4EE-E443859281CE}" dt="2024-02-14T10:49:27.638" v="88" actId="20577"/>
          <ac:spMkLst>
            <pc:docMk/>
            <pc:sldMk cId="0" sldId="436"/>
            <ac:spMk id="1329" creationId="{00000000-0000-0000-0000-000000000000}"/>
          </ac:spMkLst>
        </pc:spChg>
      </pc:sldChg>
    </pc:docChg>
  </pc:docChgLst>
  <pc:docChgLst>
    <pc:chgData name="Stephane Autreaux" userId="S::stephane.autreaux@supinfo.com::a738c3b6-005b-4b20-bc1a-c071833bb260" providerId="AD" clId="Web-{8813CCB3-6A0D-AC70-E640-75B6D7E4F594}"/>
    <pc:docChg chg="modSld">
      <pc:chgData name="Stephane Autreaux" userId="S::stephane.autreaux@supinfo.com::a738c3b6-005b-4b20-bc1a-c071833bb260" providerId="AD" clId="Web-{8813CCB3-6A0D-AC70-E640-75B6D7E4F594}" dt="2024-01-10T13:00:13.523" v="3" actId="20577"/>
      <pc:docMkLst>
        <pc:docMk/>
      </pc:docMkLst>
      <pc:sldChg chg="modSp">
        <pc:chgData name="Stephane Autreaux" userId="S::stephane.autreaux@supinfo.com::a738c3b6-005b-4b20-bc1a-c071833bb260" providerId="AD" clId="Web-{8813CCB3-6A0D-AC70-E640-75B6D7E4F594}" dt="2024-01-10T13:00:13.523" v="3" actId="20577"/>
        <pc:sldMkLst>
          <pc:docMk/>
          <pc:sldMk cId="3286804108" sldId="300"/>
        </pc:sldMkLst>
        <pc:spChg chg="mod">
          <ac:chgData name="Stephane Autreaux" userId="S::stephane.autreaux@supinfo.com::a738c3b6-005b-4b20-bc1a-c071833bb260" providerId="AD" clId="Web-{8813CCB3-6A0D-AC70-E640-75B6D7E4F594}" dt="2024-01-10T13:00:13.523" v="3" actId="20577"/>
          <ac:spMkLst>
            <pc:docMk/>
            <pc:sldMk cId="3286804108" sldId="300"/>
            <ac:spMk id="107" creationId="{00000000-0000-0000-0000-000000000000}"/>
          </ac:spMkLst>
        </pc:spChg>
      </pc:sldChg>
    </pc:docChg>
  </pc:docChgLst>
  <pc:docChgLst>
    <pc:chgData name="Stephane Autreaux" userId="S::stephane.autreaux@supinfo.com::a738c3b6-005b-4b20-bc1a-c071833bb260" providerId="AD" clId="Web-{8AAE4D2C-7432-835F-A8F4-74EF6DC7F17B}"/>
    <pc:docChg chg="addSld delSld modSld">
      <pc:chgData name="Stephane Autreaux" userId="S::stephane.autreaux@supinfo.com::a738c3b6-005b-4b20-bc1a-c071833bb260" providerId="AD" clId="Web-{8AAE4D2C-7432-835F-A8F4-74EF6DC7F17B}" dt="2024-01-04T09:38:03.704" v="55" actId="20577"/>
      <pc:docMkLst>
        <pc:docMk/>
      </pc:docMkLst>
      <pc:sldChg chg="del">
        <pc:chgData name="Stephane Autreaux" userId="S::stephane.autreaux@supinfo.com::a738c3b6-005b-4b20-bc1a-c071833bb260" providerId="AD" clId="Web-{8AAE4D2C-7432-835F-A8F4-74EF6DC7F17B}" dt="2024-01-04T09:26:34.622" v="0"/>
        <pc:sldMkLst>
          <pc:docMk/>
          <pc:sldMk cId="2191245293" sldId="282"/>
        </pc:sldMkLst>
      </pc:sldChg>
      <pc:sldChg chg="modSp">
        <pc:chgData name="Stephane Autreaux" userId="S::stephane.autreaux@supinfo.com::a738c3b6-005b-4b20-bc1a-c071833bb260" providerId="AD" clId="Web-{8AAE4D2C-7432-835F-A8F4-74EF6DC7F17B}" dt="2024-01-04T09:38:03.704" v="55" actId="20577"/>
        <pc:sldMkLst>
          <pc:docMk/>
          <pc:sldMk cId="1753943669" sldId="292"/>
        </pc:sldMkLst>
        <pc:spChg chg="mod">
          <ac:chgData name="Stephane Autreaux" userId="S::stephane.autreaux@supinfo.com::a738c3b6-005b-4b20-bc1a-c071833bb260" providerId="AD" clId="Web-{8AAE4D2C-7432-835F-A8F4-74EF6DC7F17B}" dt="2024-01-04T09:38:03.704" v="55" actId="20577"/>
          <ac:spMkLst>
            <pc:docMk/>
            <pc:sldMk cId="1753943669" sldId="292"/>
            <ac:spMk id="140" creationId="{00000000-0000-0000-0000-000000000000}"/>
          </ac:spMkLst>
        </pc:spChg>
      </pc:sldChg>
      <pc:sldChg chg="modSp">
        <pc:chgData name="Stephane Autreaux" userId="S::stephane.autreaux@supinfo.com::a738c3b6-005b-4b20-bc1a-c071833bb260" providerId="AD" clId="Web-{8AAE4D2C-7432-835F-A8F4-74EF6DC7F17B}" dt="2024-01-04T09:28:04.703" v="5" actId="20577"/>
        <pc:sldMkLst>
          <pc:docMk/>
          <pc:sldMk cId="3396329844" sldId="299"/>
        </pc:sldMkLst>
        <pc:spChg chg="mod">
          <ac:chgData name="Stephane Autreaux" userId="S::stephane.autreaux@supinfo.com::a738c3b6-005b-4b20-bc1a-c071833bb260" providerId="AD" clId="Web-{8AAE4D2C-7432-835F-A8F4-74EF6DC7F17B}" dt="2024-01-04T09:28:04.703" v="5" actId="20577"/>
          <ac:spMkLst>
            <pc:docMk/>
            <pc:sldMk cId="3396329844" sldId="299"/>
            <ac:spMk id="107" creationId="{00000000-0000-0000-0000-000000000000}"/>
          </ac:spMkLst>
        </pc:spChg>
      </pc:sldChg>
      <pc:sldChg chg="add">
        <pc:chgData name="Stephane Autreaux" userId="S::stephane.autreaux@supinfo.com::a738c3b6-005b-4b20-bc1a-c071833bb260" providerId="AD" clId="Web-{8AAE4D2C-7432-835F-A8F4-74EF6DC7F17B}" dt="2024-01-04T09:37:13.890" v="6"/>
        <pc:sldMkLst>
          <pc:docMk/>
          <pc:sldMk cId="2888004943" sldId="307"/>
        </pc:sldMkLst>
      </pc:sldChg>
      <pc:sldChg chg="add">
        <pc:chgData name="Stephane Autreaux" userId="S::stephane.autreaux@supinfo.com::a738c3b6-005b-4b20-bc1a-c071833bb260" providerId="AD" clId="Web-{8AAE4D2C-7432-835F-A8F4-74EF6DC7F17B}" dt="2024-01-04T09:37:17.328" v="52"/>
        <pc:sldMkLst>
          <pc:docMk/>
          <pc:sldMk cId="0" sldId="371"/>
        </pc:sldMkLst>
      </pc:sldChg>
      <pc:sldChg chg="add">
        <pc:chgData name="Stephane Autreaux" userId="S::stephane.autreaux@supinfo.com::a738c3b6-005b-4b20-bc1a-c071833bb260" providerId="AD" clId="Web-{8AAE4D2C-7432-835F-A8F4-74EF6DC7F17B}" dt="2024-01-04T09:37:17.296" v="51"/>
        <pc:sldMkLst>
          <pc:docMk/>
          <pc:sldMk cId="0" sldId="372"/>
        </pc:sldMkLst>
      </pc:sldChg>
      <pc:sldChg chg="add">
        <pc:chgData name="Stephane Autreaux" userId="S::stephane.autreaux@supinfo.com::a738c3b6-005b-4b20-bc1a-c071833bb260" providerId="AD" clId="Web-{8AAE4D2C-7432-835F-A8F4-74EF6DC7F17B}" dt="2024-01-04T09:37:17.187" v="50"/>
        <pc:sldMkLst>
          <pc:docMk/>
          <pc:sldMk cId="0" sldId="373"/>
        </pc:sldMkLst>
      </pc:sldChg>
      <pc:sldChg chg="add">
        <pc:chgData name="Stephane Autreaux" userId="S::stephane.autreaux@supinfo.com::a738c3b6-005b-4b20-bc1a-c071833bb260" providerId="AD" clId="Web-{8AAE4D2C-7432-835F-A8F4-74EF6DC7F17B}" dt="2024-01-04T09:37:17.125" v="49"/>
        <pc:sldMkLst>
          <pc:docMk/>
          <pc:sldMk cId="0" sldId="378"/>
        </pc:sldMkLst>
      </pc:sldChg>
      <pc:sldChg chg="add">
        <pc:chgData name="Stephane Autreaux" userId="S::stephane.autreaux@supinfo.com::a738c3b6-005b-4b20-bc1a-c071833bb260" providerId="AD" clId="Web-{8AAE4D2C-7432-835F-A8F4-74EF6DC7F17B}" dt="2024-01-04T09:37:17.078" v="48"/>
        <pc:sldMkLst>
          <pc:docMk/>
          <pc:sldMk cId="0" sldId="379"/>
        </pc:sldMkLst>
      </pc:sldChg>
      <pc:sldChg chg="add">
        <pc:chgData name="Stephane Autreaux" userId="S::stephane.autreaux@supinfo.com::a738c3b6-005b-4b20-bc1a-c071833bb260" providerId="AD" clId="Web-{8AAE4D2C-7432-835F-A8F4-74EF6DC7F17B}" dt="2024-01-04T09:37:17.015" v="47"/>
        <pc:sldMkLst>
          <pc:docMk/>
          <pc:sldMk cId="0" sldId="380"/>
        </pc:sldMkLst>
      </pc:sldChg>
      <pc:sldChg chg="add">
        <pc:chgData name="Stephane Autreaux" userId="S::stephane.autreaux@supinfo.com::a738c3b6-005b-4b20-bc1a-c071833bb260" providerId="AD" clId="Web-{8AAE4D2C-7432-835F-A8F4-74EF6DC7F17B}" dt="2024-01-04T09:37:16.968" v="46"/>
        <pc:sldMkLst>
          <pc:docMk/>
          <pc:sldMk cId="0" sldId="382"/>
        </pc:sldMkLst>
      </pc:sldChg>
      <pc:sldChg chg="add">
        <pc:chgData name="Stephane Autreaux" userId="S::stephane.autreaux@supinfo.com::a738c3b6-005b-4b20-bc1a-c071833bb260" providerId="AD" clId="Web-{8AAE4D2C-7432-835F-A8F4-74EF6DC7F17B}" dt="2024-01-04T09:37:16.921" v="45"/>
        <pc:sldMkLst>
          <pc:docMk/>
          <pc:sldMk cId="0" sldId="383"/>
        </pc:sldMkLst>
      </pc:sldChg>
      <pc:sldChg chg="add">
        <pc:chgData name="Stephane Autreaux" userId="S::stephane.autreaux@supinfo.com::a738c3b6-005b-4b20-bc1a-c071833bb260" providerId="AD" clId="Web-{8AAE4D2C-7432-835F-A8F4-74EF6DC7F17B}" dt="2024-01-04T09:37:16.859" v="44"/>
        <pc:sldMkLst>
          <pc:docMk/>
          <pc:sldMk cId="0" sldId="384"/>
        </pc:sldMkLst>
      </pc:sldChg>
      <pc:sldChg chg="add">
        <pc:chgData name="Stephane Autreaux" userId="S::stephane.autreaux@supinfo.com::a738c3b6-005b-4b20-bc1a-c071833bb260" providerId="AD" clId="Web-{8AAE4D2C-7432-835F-A8F4-74EF6DC7F17B}" dt="2024-01-04T09:37:16.796" v="43"/>
        <pc:sldMkLst>
          <pc:docMk/>
          <pc:sldMk cId="0" sldId="385"/>
        </pc:sldMkLst>
      </pc:sldChg>
      <pc:sldChg chg="add">
        <pc:chgData name="Stephane Autreaux" userId="S::stephane.autreaux@supinfo.com::a738c3b6-005b-4b20-bc1a-c071833bb260" providerId="AD" clId="Web-{8AAE4D2C-7432-835F-A8F4-74EF6DC7F17B}" dt="2024-01-04T09:37:16.687" v="42"/>
        <pc:sldMkLst>
          <pc:docMk/>
          <pc:sldMk cId="0" sldId="387"/>
        </pc:sldMkLst>
      </pc:sldChg>
      <pc:sldChg chg="add">
        <pc:chgData name="Stephane Autreaux" userId="S::stephane.autreaux@supinfo.com::a738c3b6-005b-4b20-bc1a-c071833bb260" providerId="AD" clId="Web-{8AAE4D2C-7432-835F-A8F4-74EF6DC7F17B}" dt="2024-01-04T09:37:16.625" v="41"/>
        <pc:sldMkLst>
          <pc:docMk/>
          <pc:sldMk cId="0" sldId="388"/>
        </pc:sldMkLst>
      </pc:sldChg>
      <pc:sldChg chg="add">
        <pc:chgData name="Stephane Autreaux" userId="S::stephane.autreaux@supinfo.com::a738c3b6-005b-4b20-bc1a-c071833bb260" providerId="AD" clId="Web-{8AAE4D2C-7432-835F-A8F4-74EF6DC7F17B}" dt="2024-01-04T09:37:16.578" v="40"/>
        <pc:sldMkLst>
          <pc:docMk/>
          <pc:sldMk cId="0" sldId="389"/>
        </pc:sldMkLst>
      </pc:sldChg>
      <pc:sldChg chg="add">
        <pc:chgData name="Stephane Autreaux" userId="S::stephane.autreaux@supinfo.com::a738c3b6-005b-4b20-bc1a-c071833bb260" providerId="AD" clId="Web-{8AAE4D2C-7432-835F-A8F4-74EF6DC7F17B}" dt="2024-01-04T09:37:16.515" v="39"/>
        <pc:sldMkLst>
          <pc:docMk/>
          <pc:sldMk cId="0" sldId="390"/>
        </pc:sldMkLst>
      </pc:sldChg>
      <pc:sldChg chg="add">
        <pc:chgData name="Stephane Autreaux" userId="S::stephane.autreaux@supinfo.com::a738c3b6-005b-4b20-bc1a-c071833bb260" providerId="AD" clId="Web-{8AAE4D2C-7432-835F-A8F4-74EF6DC7F17B}" dt="2024-01-04T09:37:16.468" v="38"/>
        <pc:sldMkLst>
          <pc:docMk/>
          <pc:sldMk cId="0" sldId="392"/>
        </pc:sldMkLst>
      </pc:sldChg>
      <pc:sldChg chg="add">
        <pc:chgData name="Stephane Autreaux" userId="S::stephane.autreaux@supinfo.com::a738c3b6-005b-4b20-bc1a-c071833bb260" providerId="AD" clId="Web-{8AAE4D2C-7432-835F-A8F4-74EF6DC7F17B}" dt="2024-01-04T09:37:16.421" v="37"/>
        <pc:sldMkLst>
          <pc:docMk/>
          <pc:sldMk cId="0" sldId="393"/>
        </pc:sldMkLst>
      </pc:sldChg>
      <pc:sldChg chg="add">
        <pc:chgData name="Stephane Autreaux" userId="S::stephane.autreaux@supinfo.com::a738c3b6-005b-4b20-bc1a-c071833bb260" providerId="AD" clId="Web-{8AAE4D2C-7432-835F-A8F4-74EF6DC7F17B}" dt="2024-01-04T09:37:16.359" v="36"/>
        <pc:sldMkLst>
          <pc:docMk/>
          <pc:sldMk cId="0" sldId="395"/>
        </pc:sldMkLst>
      </pc:sldChg>
      <pc:sldChg chg="add">
        <pc:chgData name="Stephane Autreaux" userId="S::stephane.autreaux@supinfo.com::a738c3b6-005b-4b20-bc1a-c071833bb260" providerId="AD" clId="Web-{8AAE4D2C-7432-835F-A8F4-74EF6DC7F17B}" dt="2024-01-04T09:37:16.312" v="35"/>
        <pc:sldMkLst>
          <pc:docMk/>
          <pc:sldMk cId="0" sldId="396"/>
        </pc:sldMkLst>
      </pc:sldChg>
      <pc:sldChg chg="add">
        <pc:chgData name="Stephane Autreaux" userId="S::stephane.autreaux@supinfo.com::a738c3b6-005b-4b20-bc1a-c071833bb260" providerId="AD" clId="Web-{8AAE4D2C-7432-835F-A8F4-74EF6DC7F17B}" dt="2024-01-04T09:37:16.265" v="34"/>
        <pc:sldMkLst>
          <pc:docMk/>
          <pc:sldMk cId="0" sldId="397"/>
        </pc:sldMkLst>
      </pc:sldChg>
      <pc:sldChg chg="add">
        <pc:chgData name="Stephane Autreaux" userId="S::stephane.autreaux@supinfo.com::a738c3b6-005b-4b20-bc1a-c071833bb260" providerId="AD" clId="Web-{8AAE4D2C-7432-835F-A8F4-74EF6DC7F17B}" dt="2024-01-04T09:37:16.203" v="33"/>
        <pc:sldMkLst>
          <pc:docMk/>
          <pc:sldMk cId="0" sldId="399"/>
        </pc:sldMkLst>
      </pc:sldChg>
      <pc:sldChg chg="add">
        <pc:chgData name="Stephane Autreaux" userId="S::stephane.autreaux@supinfo.com::a738c3b6-005b-4b20-bc1a-c071833bb260" providerId="AD" clId="Web-{8AAE4D2C-7432-835F-A8F4-74EF6DC7F17B}" dt="2024-01-04T09:37:16.156" v="32"/>
        <pc:sldMkLst>
          <pc:docMk/>
          <pc:sldMk cId="0" sldId="400"/>
        </pc:sldMkLst>
      </pc:sldChg>
      <pc:sldChg chg="add">
        <pc:chgData name="Stephane Autreaux" userId="S::stephane.autreaux@supinfo.com::a738c3b6-005b-4b20-bc1a-c071833bb260" providerId="AD" clId="Web-{8AAE4D2C-7432-835F-A8F4-74EF6DC7F17B}" dt="2024-01-04T09:37:16.125" v="31"/>
        <pc:sldMkLst>
          <pc:docMk/>
          <pc:sldMk cId="0" sldId="401"/>
        </pc:sldMkLst>
      </pc:sldChg>
      <pc:sldChg chg="add">
        <pc:chgData name="Stephane Autreaux" userId="S::stephane.autreaux@supinfo.com::a738c3b6-005b-4b20-bc1a-c071833bb260" providerId="AD" clId="Web-{8AAE4D2C-7432-835F-A8F4-74EF6DC7F17B}" dt="2024-01-04T09:37:16.062" v="30"/>
        <pc:sldMkLst>
          <pc:docMk/>
          <pc:sldMk cId="0" sldId="402"/>
        </pc:sldMkLst>
      </pc:sldChg>
      <pc:sldChg chg="add">
        <pc:chgData name="Stephane Autreaux" userId="S::stephane.autreaux@supinfo.com::a738c3b6-005b-4b20-bc1a-c071833bb260" providerId="AD" clId="Web-{8AAE4D2C-7432-835F-A8F4-74EF6DC7F17B}" dt="2024-01-04T09:37:16" v="29"/>
        <pc:sldMkLst>
          <pc:docMk/>
          <pc:sldMk cId="0" sldId="403"/>
        </pc:sldMkLst>
      </pc:sldChg>
      <pc:sldChg chg="add">
        <pc:chgData name="Stephane Autreaux" userId="S::stephane.autreaux@supinfo.com::a738c3b6-005b-4b20-bc1a-c071833bb260" providerId="AD" clId="Web-{8AAE4D2C-7432-835F-A8F4-74EF6DC7F17B}" dt="2024-01-04T09:37:15.937" v="28"/>
        <pc:sldMkLst>
          <pc:docMk/>
          <pc:sldMk cId="0" sldId="404"/>
        </pc:sldMkLst>
      </pc:sldChg>
      <pc:sldChg chg="add">
        <pc:chgData name="Stephane Autreaux" userId="S::stephane.autreaux@supinfo.com::a738c3b6-005b-4b20-bc1a-c071833bb260" providerId="AD" clId="Web-{8AAE4D2C-7432-835F-A8F4-74EF6DC7F17B}" dt="2024-01-04T09:37:15.859" v="27"/>
        <pc:sldMkLst>
          <pc:docMk/>
          <pc:sldMk cId="0" sldId="405"/>
        </pc:sldMkLst>
      </pc:sldChg>
      <pc:sldChg chg="add">
        <pc:chgData name="Stephane Autreaux" userId="S::stephane.autreaux@supinfo.com::a738c3b6-005b-4b20-bc1a-c071833bb260" providerId="AD" clId="Web-{8AAE4D2C-7432-835F-A8F4-74EF6DC7F17B}" dt="2024-01-04T09:37:15.796" v="26"/>
        <pc:sldMkLst>
          <pc:docMk/>
          <pc:sldMk cId="0" sldId="406"/>
        </pc:sldMkLst>
      </pc:sldChg>
      <pc:sldChg chg="add">
        <pc:chgData name="Stephane Autreaux" userId="S::stephane.autreaux@supinfo.com::a738c3b6-005b-4b20-bc1a-c071833bb260" providerId="AD" clId="Web-{8AAE4D2C-7432-835F-A8F4-74EF6DC7F17B}" dt="2024-01-04T09:37:15.734" v="25"/>
        <pc:sldMkLst>
          <pc:docMk/>
          <pc:sldMk cId="0" sldId="410"/>
        </pc:sldMkLst>
      </pc:sldChg>
      <pc:sldChg chg="add">
        <pc:chgData name="Stephane Autreaux" userId="S::stephane.autreaux@supinfo.com::a738c3b6-005b-4b20-bc1a-c071833bb260" providerId="AD" clId="Web-{8AAE4D2C-7432-835F-A8F4-74EF6DC7F17B}" dt="2024-01-04T09:37:15.671" v="24"/>
        <pc:sldMkLst>
          <pc:docMk/>
          <pc:sldMk cId="0" sldId="411"/>
        </pc:sldMkLst>
      </pc:sldChg>
      <pc:sldChg chg="add">
        <pc:chgData name="Stephane Autreaux" userId="S::stephane.autreaux@supinfo.com::a738c3b6-005b-4b20-bc1a-c071833bb260" providerId="AD" clId="Web-{8AAE4D2C-7432-835F-A8F4-74EF6DC7F17B}" dt="2024-01-04T09:37:15.609" v="23"/>
        <pc:sldMkLst>
          <pc:docMk/>
          <pc:sldMk cId="0" sldId="413"/>
        </pc:sldMkLst>
      </pc:sldChg>
      <pc:sldChg chg="add">
        <pc:chgData name="Stephane Autreaux" userId="S::stephane.autreaux@supinfo.com::a738c3b6-005b-4b20-bc1a-c071833bb260" providerId="AD" clId="Web-{8AAE4D2C-7432-835F-A8F4-74EF6DC7F17B}" dt="2024-01-04T09:37:15.578" v="22"/>
        <pc:sldMkLst>
          <pc:docMk/>
          <pc:sldMk cId="0" sldId="414"/>
        </pc:sldMkLst>
      </pc:sldChg>
      <pc:sldChg chg="add">
        <pc:chgData name="Stephane Autreaux" userId="S::stephane.autreaux@supinfo.com::a738c3b6-005b-4b20-bc1a-c071833bb260" providerId="AD" clId="Web-{8AAE4D2C-7432-835F-A8F4-74EF6DC7F17B}" dt="2024-01-04T09:37:15.515" v="21"/>
        <pc:sldMkLst>
          <pc:docMk/>
          <pc:sldMk cId="0" sldId="415"/>
        </pc:sldMkLst>
      </pc:sldChg>
      <pc:sldChg chg="add">
        <pc:chgData name="Stephane Autreaux" userId="S::stephane.autreaux@supinfo.com::a738c3b6-005b-4b20-bc1a-c071833bb260" providerId="AD" clId="Web-{8AAE4D2C-7432-835F-A8F4-74EF6DC7F17B}" dt="2024-01-04T09:37:15.437" v="20"/>
        <pc:sldMkLst>
          <pc:docMk/>
          <pc:sldMk cId="0" sldId="416"/>
        </pc:sldMkLst>
      </pc:sldChg>
      <pc:sldChg chg="add">
        <pc:chgData name="Stephane Autreaux" userId="S::stephane.autreaux@supinfo.com::a738c3b6-005b-4b20-bc1a-c071833bb260" providerId="AD" clId="Web-{8AAE4D2C-7432-835F-A8F4-74EF6DC7F17B}" dt="2024-01-04T09:37:15.359" v="19"/>
        <pc:sldMkLst>
          <pc:docMk/>
          <pc:sldMk cId="0" sldId="417"/>
        </pc:sldMkLst>
      </pc:sldChg>
      <pc:sldChg chg="add">
        <pc:chgData name="Stephane Autreaux" userId="S::stephane.autreaux@supinfo.com::a738c3b6-005b-4b20-bc1a-c071833bb260" providerId="AD" clId="Web-{8AAE4D2C-7432-835F-A8F4-74EF6DC7F17B}" dt="2024-01-04T09:37:15.296" v="18"/>
        <pc:sldMkLst>
          <pc:docMk/>
          <pc:sldMk cId="0" sldId="418"/>
        </pc:sldMkLst>
      </pc:sldChg>
      <pc:sldChg chg="add">
        <pc:chgData name="Stephane Autreaux" userId="S::stephane.autreaux@supinfo.com::a738c3b6-005b-4b20-bc1a-c071833bb260" providerId="AD" clId="Web-{8AAE4D2C-7432-835F-A8F4-74EF6DC7F17B}" dt="2024-01-04T09:37:14.984" v="17"/>
        <pc:sldMkLst>
          <pc:docMk/>
          <pc:sldMk cId="0" sldId="419"/>
        </pc:sldMkLst>
      </pc:sldChg>
      <pc:sldChg chg="add">
        <pc:chgData name="Stephane Autreaux" userId="S::stephane.autreaux@supinfo.com::a738c3b6-005b-4b20-bc1a-c071833bb260" providerId="AD" clId="Web-{8AAE4D2C-7432-835F-A8F4-74EF6DC7F17B}" dt="2024-01-04T09:37:14.671" v="16"/>
        <pc:sldMkLst>
          <pc:docMk/>
          <pc:sldMk cId="0" sldId="420"/>
        </pc:sldMkLst>
      </pc:sldChg>
      <pc:sldChg chg="add">
        <pc:chgData name="Stephane Autreaux" userId="S::stephane.autreaux@supinfo.com::a738c3b6-005b-4b20-bc1a-c071833bb260" providerId="AD" clId="Web-{8AAE4D2C-7432-835F-A8F4-74EF6DC7F17B}" dt="2024-01-04T09:37:14.609" v="15"/>
        <pc:sldMkLst>
          <pc:docMk/>
          <pc:sldMk cId="0" sldId="421"/>
        </pc:sldMkLst>
      </pc:sldChg>
      <pc:sldChg chg="add">
        <pc:chgData name="Stephane Autreaux" userId="S::stephane.autreaux@supinfo.com::a738c3b6-005b-4b20-bc1a-c071833bb260" providerId="AD" clId="Web-{8AAE4D2C-7432-835F-A8F4-74EF6DC7F17B}" dt="2024-01-04T09:37:14.562" v="14"/>
        <pc:sldMkLst>
          <pc:docMk/>
          <pc:sldMk cId="0" sldId="422"/>
        </pc:sldMkLst>
      </pc:sldChg>
      <pc:sldChg chg="add">
        <pc:chgData name="Stephane Autreaux" userId="S::stephane.autreaux@supinfo.com::a738c3b6-005b-4b20-bc1a-c071833bb260" providerId="AD" clId="Web-{8AAE4D2C-7432-835F-A8F4-74EF6DC7F17B}" dt="2024-01-04T09:37:14.468" v="13"/>
        <pc:sldMkLst>
          <pc:docMk/>
          <pc:sldMk cId="0" sldId="427"/>
        </pc:sldMkLst>
      </pc:sldChg>
      <pc:sldChg chg="add">
        <pc:chgData name="Stephane Autreaux" userId="S::stephane.autreaux@supinfo.com::a738c3b6-005b-4b20-bc1a-c071833bb260" providerId="AD" clId="Web-{8AAE4D2C-7432-835F-A8F4-74EF6DC7F17B}" dt="2024-01-04T09:37:14.406" v="12"/>
        <pc:sldMkLst>
          <pc:docMk/>
          <pc:sldMk cId="0" sldId="428"/>
        </pc:sldMkLst>
      </pc:sldChg>
      <pc:sldChg chg="add">
        <pc:chgData name="Stephane Autreaux" userId="S::stephane.autreaux@supinfo.com::a738c3b6-005b-4b20-bc1a-c071833bb260" providerId="AD" clId="Web-{8AAE4D2C-7432-835F-A8F4-74EF6DC7F17B}" dt="2024-01-04T09:37:14.312" v="11"/>
        <pc:sldMkLst>
          <pc:docMk/>
          <pc:sldMk cId="0" sldId="429"/>
        </pc:sldMkLst>
      </pc:sldChg>
      <pc:sldChg chg="add">
        <pc:chgData name="Stephane Autreaux" userId="S::stephane.autreaux@supinfo.com::a738c3b6-005b-4b20-bc1a-c071833bb260" providerId="AD" clId="Web-{8AAE4D2C-7432-835F-A8F4-74EF6DC7F17B}" dt="2024-01-04T09:37:14.218" v="10"/>
        <pc:sldMkLst>
          <pc:docMk/>
          <pc:sldMk cId="0" sldId="431"/>
        </pc:sldMkLst>
      </pc:sldChg>
      <pc:sldChg chg="add">
        <pc:chgData name="Stephane Autreaux" userId="S::stephane.autreaux@supinfo.com::a738c3b6-005b-4b20-bc1a-c071833bb260" providerId="AD" clId="Web-{8AAE4D2C-7432-835F-A8F4-74EF6DC7F17B}" dt="2024-01-04T09:37:14.171" v="9"/>
        <pc:sldMkLst>
          <pc:docMk/>
          <pc:sldMk cId="0" sldId="432"/>
        </pc:sldMkLst>
      </pc:sldChg>
      <pc:sldChg chg="add">
        <pc:chgData name="Stephane Autreaux" userId="S::stephane.autreaux@supinfo.com::a738c3b6-005b-4b20-bc1a-c071833bb260" providerId="AD" clId="Web-{8AAE4D2C-7432-835F-A8F4-74EF6DC7F17B}" dt="2024-01-04T09:37:14.078" v="8"/>
        <pc:sldMkLst>
          <pc:docMk/>
          <pc:sldMk cId="0" sldId="433"/>
        </pc:sldMkLst>
      </pc:sldChg>
      <pc:sldChg chg="add">
        <pc:chgData name="Stephane Autreaux" userId="S::stephane.autreaux@supinfo.com::a738c3b6-005b-4b20-bc1a-c071833bb260" providerId="AD" clId="Web-{8AAE4D2C-7432-835F-A8F4-74EF6DC7F17B}" dt="2024-01-04T09:37:13.953" v="7"/>
        <pc:sldMkLst>
          <pc:docMk/>
          <pc:sldMk cId="0" sldId="436"/>
        </pc:sldMkLst>
      </pc:sldChg>
    </pc:docChg>
  </pc:docChgLst>
  <pc:docChgLst>
    <pc:chgData name="Stephane Autreaux" userId="S::stephane.autreaux@supinfo.com::a738c3b6-005b-4b20-bc1a-c071833bb260" providerId="AD" clId="Web-{C35B5772-39E4-0FD2-0C18-40747E41DD99}"/>
    <pc:docChg chg="modSld">
      <pc:chgData name="Stephane Autreaux" userId="S::stephane.autreaux@supinfo.com::a738c3b6-005b-4b20-bc1a-c071833bb260" providerId="AD" clId="Web-{C35B5772-39E4-0FD2-0C18-40747E41DD99}" dt="2024-01-08T09:53:47.538" v="9" actId="1076"/>
      <pc:docMkLst>
        <pc:docMk/>
      </pc:docMkLst>
      <pc:sldChg chg="modSp">
        <pc:chgData name="Stephane Autreaux" userId="S::stephane.autreaux@supinfo.com::a738c3b6-005b-4b20-bc1a-c071833bb260" providerId="AD" clId="Web-{C35B5772-39E4-0FD2-0C18-40747E41DD99}" dt="2024-01-08T09:52:55.302" v="7" actId="20577"/>
        <pc:sldMkLst>
          <pc:docMk/>
          <pc:sldMk cId="0" sldId="433"/>
        </pc:sldMkLst>
        <pc:spChg chg="mod">
          <ac:chgData name="Stephane Autreaux" userId="S::stephane.autreaux@supinfo.com::a738c3b6-005b-4b20-bc1a-c071833bb260" providerId="AD" clId="Web-{C35B5772-39E4-0FD2-0C18-40747E41DD99}" dt="2024-01-08T09:52:55.302" v="7" actId="20577"/>
          <ac:spMkLst>
            <pc:docMk/>
            <pc:sldMk cId="0" sldId="433"/>
            <ac:spMk id="1303" creationId="{00000000-0000-0000-0000-000000000000}"/>
          </ac:spMkLst>
        </pc:spChg>
      </pc:sldChg>
      <pc:sldChg chg="modSp">
        <pc:chgData name="Stephane Autreaux" userId="S::stephane.autreaux@supinfo.com::a738c3b6-005b-4b20-bc1a-c071833bb260" providerId="AD" clId="Web-{C35B5772-39E4-0FD2-0C18-40747E41DD99}" dt="2024-01-08T09:53:47.538" v="9" actId="1076"/>
        <pc:sldMkLst>
          <pc:docMk/>
          <pc:sldMk cId="0" sldId="436"/>
        </pc:sldMkLst>
        <pc:spChg chg="mod">
          <ac:chgData name="Stephane Autreaux" userId="S::stephane.autreaux@supinfo.com::a738c3b6-005b-4b20-bc1a-c071833bb260" providerId="AD" clId="Web-{C35B5772-39E4-0FD2-0C18-40747E41DD99}" dt="2024-01-08T09:53:47.538" v="9" actId="1076"/>
          <ac:spMkLst>
            <pc:docMk/>
            <pc:sldMk cId="0" sldId="436"/>
            <ac:spMk id="1329" creationId="{00000000-0000-0000-0000-000000000000}"/>
          </ac:spMkLst>
        </pc:spChg>
      </pc:sldChg>
    </pc:docChg>
  </pc:docChgLst>
  <pc:docChgLst>
    <pc:chgData name="Stephane Autreaux" userId="S::stephane.autreaux@supinfo.com::a738c3b6-005b-4b20-bc1a-c071833bb260" providerId="AD" clId="Web-{2D5F3257-6D63-FD1C-1EEC-1B54FB401E6E}"/>
    <pc:docChg chg="delSld modSld">
      <pc:chgData name="Stephane Autreaux" userId="S::stephane.autreaux@supinfo.com::a738c3b6-005b-4b20-bc1a-c071833bb260" providerId="AD" clId="Web-{2D5F3257-6D63-FD1C-1EEC-1B54FB401E6E}" dt="2023-12-05T16:33:15.014" v="93"/>
      <pc:docMkLst>
        <pc:docMk/>
      </pc:docMkLst>
      <pc:sldChg chg="del">
        <pc:chgData name="Stephane Autreaux" userId="S::stephane.autreaux@supinfo.com::a738c3b6-005b-4b20-bc1a-c071833bb260" providerId="AD" clId="Web-{2D5F3257-6D63-FD1C-1EEC-1B54FB401E6E}" dt="2023-12-05T16:33:15.014" v="93"/>
        <pc:sldMkLst>
          <pc:docMk/>
          <pc:sldMk cId="4209753812" sldId="291"/>
        </pc:sldMkLst>
      </pc:sldChg>
      <pc:sldChg chg="modSp">
        <pc:chgData name="Stephane Autreaux" userId="S::stephane.autreaux@supinfo.com::a738c3b6-005b-4b20-bc1a-c071833bb260" providerId="AD" clId="Web-{2D5F3257-6D63-FD1C-1EEC-1B54FB401E6E}" dt="2023-12-05T16:33:08.561" v="92" actId="20577"/>
        <pc:sldMkLst>
          <pc:docMk/>
          <pc:sldMk cId="1753943669" sldId="292"/>
        </pc:sldMkLst>
        <pc:spChg chg="mod">
          <ac:chgData name="Stephane Autreaux" userId="S::stephane.autreaux@supinfo.com::a738c3b6-005b-4b20-bc1a-c071833bb260" providerId="AD" clId="Web-{2D5F3257-6D63-FD1C-1EEC-1B54FB401E6E}" dt="2023-12-05T16:33:08.561" v="92" actId="20577"/>
          <ac:spMkLst>
            <pc:docMk/>
            <pc:sldMk cId="1753943669" sldId="292"/>
            <ac:spMk id="140" creationId="{00000000-0000-0000-0000-000000000000}"/>
          </ac:spMkLst>
        </pc:spChg>
      </pc:sldChg>
      <pc:sldChg chg="del">
        <pc:chgData name="Stephane Autreaux" userId="S::stephane.autreaux@supinfo.com::a738c3b6-005b-4b20-bc1a-c071833bb260" providerId="AD" clId="Web-{2D5F3257-6D63-FD1C-1EEC-1B54FB401E6E}" dt="2023-12-05T16:32:03.309" v="4"/>
        <pc:sldMkLst>
          <pc:docMk/>
          <pc:sldMk cId="2773230135" sldId="293"/>
        </pc:sldMkLst>
      </pc:sldChg>
      <pc:sldChg chg="del">
        <pc:chgData name="Stephane Autreaux" userId="S::stephane.autreaux@supinfo.com::a738c3b6-005b-4b20-bc1a-c071833bb260" providerId="AD" clId="Web-{2D5F3257-6D63-FD1C-1EEC-1B54FB401E6E}" dt="2023-12-05T16:32:01.419" v="3"/>
        <pc:sldMkLst>
          <pc:docMk/>
          <pc:sldMk cId="4101295028" sldId="294"/>
        </pc:sldMkLst>
      </pc:sldChg>
      <pc:sldChg chg="del">
        <pc:chgData name="Stephane Autreaux" userId="S::stephane.autreaux@supinfo.com::a738c3b6-005b-4b20-bc1a-c071833bb260" providerId="AD" clId="Web-{2D5F3257-6D63-FD1C-1EEC-1B54FB401E6E}" dt="2023-12-05T16:31:59.450" v="2"/>
        <pc:sldMkLst>
          <pc:docMk/>
          <pc:sldMk cId="621645294" sldId="295"/>
        </pc:sldMkLst>
      </pc:sldChg>
      <pc:sldChg chg="del">
        <pc:chgData name="Stephane Autreaux" userId="S::stephane.autreaux@supinfo.com::a738c3b6-005b-4b20-bc1a-c071833bb260" providerId="AD" clId="Web-{2D5F3257-6D63-FD1C-1EEC-1B54FB401E6E}" dt="2023-12-05T16:31:55.965" v="1"/>
        <pc:sldMkLst>
          <pc:docMk/>
          <pc:sldMk cId="4159026192" sldId="296"/>
        </pc:sldMkLst>
      </pc:sldChg>
      <pc:sldChg chg="del">
        <pc:chgData name="Stephane Autreaux" userId="S::stephane.autreaux@supinfo.com::a738c3b6-005b-4b20-bc1a-c071833bb260" providerId="AD" clId="Web-{2D5F3257-6D63-FD1C-1EEC-1B54FB401E6E}" dt="2023-12-05T16:31:54.137" v="0"/>
        <pc:sldMkLst>
          <pc:docMk/>
          <pc:sldMk cId="2208650513" sldId="297"/>
        </pc:sldMkLst>
      </pc:sldChg>
      <pc:sldChg chg="modSp">
        <pc:chgData name="Stephane Autreaux" userId="S::stephane.autreaux@supinfo.com::a738c3b6-005b-4b20-bc1a-c071833bb260" providerId="AD" clId="Web-{2D5F3257-6D63-FD1C-1EEC-1B54FB401E6E}" dt="2023-12-05T16:32:57.092" v="87" actId="20577"/>
        <pc:sldMkLst>
          <pc:docMk/>
          <pc:sldMk cId="3396329844" sldId="299"/>
        </pc:sldMkLst>
        <pc:spChg chg="mod">
          <ac:chgData name="Stephane Autreaux" userId="S::stephane.autreaux@supinfo.com::a738c3b6-005b-4b20-bc1a-c071833bb260" providerId="AD" clId="Web-{2D5F3257-6D63-FD1C-1EEC-1B54FB401E6E}" dt="2023-12-05T16:32:57.092" v="87" actId="20577"/>
          <ac:spMkLst>
            <pc:docMk/>
            <pc:sldMk cId="3396329844" sldId="299"/>
            <ac:spMk id="107" creationId="{00000000-0000-0000-0000-000000000000}"/>
          </ac:spMkLst>
        </pc:spChg>
      </pc:sldChg>
    </pc:docChg>
  </pc:docChgLst>
  <pc:docChgLst>
    <pc:chgData name="Stephane Autreaux" userId="S::stephane.autreaux@supinfo.com::a738c3b6-005b-4b20-bc1a-c071833bb260" providerId="AD" clId="Web-{6B62CF71-279D-2ECE-E252-654980144732}"/>
    <pc:docChg chg="modSld">
      <pc:chgData name="Stephane Autreaux" userId="S::stephane.autreaux@supinfo.com::a738c3b6-005b-4b20-bc1a-c071833bb260" providerId="AD" clId="Web-{6B62CF71-279D-2ECE-E252-654980144732}" dt="2024-01-10T13:40:18.224" v="3" actId="20577"/>
      <pc:docMkLst>
        <pc:docMk/>
      </pc:docMkLst>
      <pc:sldChg chg="modSp">
        <pc:chgData name="Stephane Autreaux" userId="S::stephane.autreaux@supinfo.com::a738c3b6-005b-4b20-bc1a-c071833bb260" providerId="AD" clId="Web-{6B62CF71-279D-2ECE-E252-654980144732}" dt="2024-01-10T13:40:18.224" v="3" actId="20577"/>
        <pc:sldMkLst>
          <pc:docMk/>
          <pc:sldMk cId="3286804108" sldId="300"/>
        </pc:sldMkLst>
        <pc:spChg chg="mod">
          <ac:chgData name="Stephane Autreaux" userId="S::stephane.autreaux@supinfo.com::a738c3b6-005b-4b20-bc1a-c071833bb260" providerId="AD" clId="Web-{6B62CF71-279D-2ECE-E252-654980144732}" dt="2024-01-10T13:40:18.224" v="3" actId="20577"/>
          <ac:spMkLst>
            <pc:docMk/>
            <pc:sldMk cId="3286804108" sldId="300"/>
            <ac:spMk id="107" creationId="{00000000-0000-0000-0000-000000000000}"/>
          </ac:spMkLst>
        </pc:spChg>
      </pc:sldChg>
    </pc:docChg>
  </pc:docChgLst>
  <pc:docChgLst>
    <pc:chgData name="Stephane Autreaux" userId="S::stephane.autreaux@supinfo.com::a738c3b6-005b-4b20-bc1a-c071833bb260" providerId="AD" clId="Web-{EB9762D1-B26B-EFA5-CE19-B6733AEB8F34}"/>
    <pc:docChg chg="modSld">
      <pc:chgData name="Stephane Autreaux" userId="S::stephane.autreaux@supinfo.com::a738c3b6-005b-4b20-bc1a-c071833bb260" providerId="AD" clId="Web-{EB9762D1-B26B-EFA5-CE19-B6733AEB8F34}" dt="2023-11-02T17:19:44.934" v="25" actId="20577"/>
      <pc:docMkLst>
        <pc:docMk/>
      </pc:docMkLst>
      <pc:sldChg chg="modSp">
        <pc:chgData name="Stephane Autreaux" userId="S::stephane.autreaux@supinfo.com::a738c3b6-005b-4b20-bc1a-c071833bb260" providerId="AD" clId="Web-{EB9762D1-B26B-EFA5-CE19-B6733AEB8F34}" dt="2023-11-02T17:19:44.934" v="25" actId="20577"/>
        <pc:sldMkLst>
          <pc:docMk/>
          <pc:sldMk cId="1753943669" sldId="292"/>
        </pc:sldMkLst>
        <pc:spChg chg="mod">
          <ac:chgData name="Stephane Autreaux" userId="S::stephane.autreaux@supinfo.com::a738c3b6-005b-4b20-bc1a-c071833bb260" providerId="AD" clId="Web-{EB9762D1-B26B-EFA5-CE19-B6733AEB8F34}" dt="2023-11-02T17:19:44.934" v="25" actId="20577"/>
          <ac:spMkLst>
            <pc:docMk/>
            <pc:sldMk cId="1753943669" sldId="292"/>
            <ac:spMk id="139" creationId="{00000000-0000-0000-0000-000000000000}"/>
          </ac:spMkLst>
        </pc:spChg>
        <pc:spChg chg="mod">
          <ac:chgData name="Stephane Autreaux" userId="S::stephane.autreaux@supinfo.com::a738c3b6-005b-4b20-bc1a-c071833bb260" providerId="AD" clId="Web-{EB9762D1-B26B-EFA5-CE19-B6733AEB8F34}" dt="2023-11-02T17:19:39.418" v="24" actId="20577"/>
          <ac:spMkLst>
            <pc:docMk/>
            <pc:sldMk cId="1753943669" sldId="292"/>
            <ac:spMk id="140" creationId="{00000000-0000-0000-0000-000000000000}"/>
          </ac:spMkLst>
        </pc:spChg>
      </pc:sldChg>
    </pc:docChg>
  </pc:docChgLst>
  <pc:docChgLst>
    <pc:chgData name="Stephane Autreaux" userId="S::stephane.autreaux@supinfo.com::a738c3b6-005b-4b20-bc1a-c071833bb260" providerId="AD" clId="Web-{FFE06AAC-4354-8B0A-ADBB-7B42FB3417E8}"/>
    <pc:docChg chg="modSld">
      <pc:chgData name="Stephane Autreaux" userId="S::stephane.autreaux@supinfo.com::a738c3b6-005b-4b20-bc1a-c071833bb260" providerId="AD" clId="Web-{FFE06AAC-4354-8B0A-ADBB-7B42FB3417E8}" dt="2024-01-17T12:32:46.536" v="77" actId="20577"/>
      <pc:docMkLst>
        <pc:docMk/>
      </pc:docMkLst>
      <pc:sldChg chg="modSp">
        <pc:chgData name="Stephane Autreaux" userId="S::stephane.autreaux@supinfo.com::a738c3b6-005b-4b20-bc1a-c071833bb260" providerId="AD" clId="Web-{FFE06AAC-4354-8B0A-ADBB-7B42FB3417E8}" dt="2024-01-17T09:06:58.870" v="5" actId="20577"/>
        <pc:sldMkLst>
          <pc:docMk/>
          <pc:sldMk cId="1753943669" sldId="292"/>
        </pc:sldMkLst>
        <pc:spChg chg="mod">
          <ac:chgData name="Stephane Autreaux" userId="S::stephane.autreaux@supinfo.com::a738c3b6-005b-4b20-bc1a-c071833bb260" providerId="AD" clId="Web-{FFE06AAC-4354-8B0A-ADBB-7B42FB3417E8}" dt="2024-01-17T09:06:58.870" v="5" actId="20577"/>
          <ac:spMkLst>
            <pc:docMk/>
            <pc:sldMk cId="1753943669" sldId="292"/>
            <ac:spMk id="140" creationId="{00000000-0000-0000-0000-000000000000}"/>
          </ac:spMkLst>
        </pc:spChg>
      </pc:sldChg>
      <pc:sldChg chg="modSp">
        <pc:chgData name="Stephane Autreaux" userId="S::stephane.autreaux@supinfo.com::a738c3b6-005b-4b20-bc1a-c071833bb260" providerId="AD" clId="Web-{FFE06AAC-4354-8B0A-ADBB-7B42FB3417E8}" dt="2024-01-17T09:08:17.951" v="64" actId="20577"/>
        <pc:sldMkLst>
          <pc:docMk/>
          <pc:sldMk cId="3396329844" sldId="299"/>
        </pc:sldMkLst>
        <pc:spChg chg="mod">
          <ac:chgData name="Stephane Autreaux" userId="S::stephane.autreaux@supinfo.com::a738c3b6-005b-4b20-bc1a-c071833bb260" providerId="AD" clId="Web-{FFE06AAC-4354-8B0A-ADBB-7B42FB3417E8}" dt="2024-01-17T09:08:17.951" v="64" actId="20577"/>
          <ac:spMkLst>
            <pc:docMk/>
            <pc:sldMk cId="3396329844" sldId="299"/>
            <ac:spMk id="107" creationId="{00000000-0000-0000-0000-000000000000}"/>
          </ac:spMkLst>
        </pc:spChg>
      </pc:sldChg>
      <pc:sldChg chg="modSp">
        <pc:chgData name="Stephane Autreaux" userId="S::stephane.autreaux@supinfo.com::a738c3b6-005b-4b20-bc1a-c071833bb260" providerId="AD" clId="Web-{FFE06AAC-4354-8B0A-ADBB-7B42FB3417E8}" dt="2024-01-17T09:18:54.066" v="74" actId="20577"/>
        <pc:sldMkLst>
          <pc:docMk/>
          <pc:sldMk cId="0" sldId="373"/>
        </pc:sldMkLst>
        <pc:spChg chg="mod">
          <ac:chgData name="Stephane Autreaux" userId="S::stephane.autreaux@supinfo.com::a738c3b6-005b-4b20-bc1a-c071833bb260" providerId="AD" clId="Web-{FFE06AAC-4354-8B0A-ADBB-7B42FB3417E8}" dt="2024-01-17T09:18:54.066" v="74" actId="20577"/>
          <ac:spMkLst>
            <pc:docMk/>
            <pc:sldMk cId="0" sldId="373"/>
            <ac:spMk id="893" creationId="{00000000-0000-0000-0000-000000000000}"/>
          </ac:spMkLst>
        </pc:spChg>
      </pc:sldChg>
      <pc:sldChg chg="modSp">
        <pc:chgData name="Stephane Autreaux" userId="S::stephane.autreaux@supinfo.com::a738c3b6-005b-4b20-bc1a-c071833bb260" providerId="AD" clId="Web-{FFE06AAC-4354-8B0A-ADBB-7B42FB3417E8}" dt="2024-01-17T09:09:52.454" v="67" actId="20577"/>
        <pc:sldMkLst>
          <pc:docMk/>
          <pc:sldMk cId="0" sldId="428"/>
        </pc:sldMkLst>
        <pc:spChg chg="mod">
          <ac:chgData name="Stephane Autreaux" userId="S::stephane.autreaux@supinfo.com::a738c3b6-005b-4b20-bc1a-c071833bb260" providerId="AD" clId="Web-{FFE06AAC-4354-8B0A-ADBB-7B42FB3417E8}" dt="2024-01-17T09:09:52.454" v="67" actId="20577"/>
          <ac:spMkLst>
            <pc:docMk/>
            <pc:sldMk cId="0" sldId="428"/>
            <ac:spMk id="1267" creationId="{00000000-0000-0000-0000-000000000000}"/>
          </ac:spMkLst>
        </pc:spChg>
      </pc:sldChg>
      <pc:sldChg chg="modSp">
        <pc:chgData name="Stephane Autreaux" userId="S::stephane.autreaux@supinfo.com::a738c3b6-005b-4b20-bc1a-c071833bb260" providerId="AD" clId="Web-{FFE06AAC-4354-8B0A-ADBB-7B42FB3417E8}" dt="2024-01-17T09:10:18.033" v="70" actId="20577"/>
        <pc:sldMkLst>
          <pc:docMk/>
          <pc:sldMk cId="0" sldId="432"/>
        </pc:sldMkLst>
        <pc:spChg chg="mod">
          <ac:chgData name="Stephane Autreaux" userId="S::stephane.autreaux@supinfo.com::a738c3b6-005b-4b20-bc1a-c071833bb260" providerId="AD" clId="Web-{FFE06AAC-4354-8B0A-ADBB-7B42FB3417E8}" dt="2024-01-17T09:10:18.033" v="70" actId="20577"/>
          <ac:spMkLst>
            <pc:docMk/>
            <pc:sldMk cId="0" sldId="432"/>
            <ac:spMk id="1296" creationId="{00000000-0000-0000-0000-000000000000}"/>
          </ac:spMkLst>
        </pc:spChg>
      </pc:sldChg>
      <pc:sldChg chg="modSp">
        <pc:chgData name="Stephane Autreaux" userId="S::stephane.autreaux@supinfo.com::a738c3b6-005b-4b20-bc1a-c071833bb260" providerId="AD" clId="Web-{FFE06AAC-4354-8B0A-ADBB-7B42FB3417E8}" dt="2024-01-17T12:32:46.536" v="77" actId="20577"/>
        <pc:sldMkLst>
          <pc:docMk/>
          <pc:sldMk cId="0" sldId="433"/>
        </pc:sldMkLst>
        <pc:spChg chg="mod">
          <ac:chgData name="Stephane Autreaux" userId="S::stephane.autreaux@supinfo.com::a738c3b6-005b-4b20-bc1a-c071833bb260" providerId="AD" clId="Web-{FFE06AAC-4354-8B0A-ADBB-7B42FB3417E8}" dt="2024-01-17T12:32:46.536" v="77" actId="20577"/>
          <ac:spMkLst>
            <pc:docMk/>
            <pc:sldMk cId="0" sldId="433"/>
            <ac:spMk id="130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indent="0"/>
            <a:r>
              <a:rPr lang="en-US"/>
              <a:t>Source image : https://www.pinpng.com/download/hiRwhb_people-talking-png-we-re-listening-clipart-transparent/</a:t>
            </a:r>
          </a:p>
        </p:txBody>
      </p:sp>
      <p:sp>
        <p:nvSpPr>
          <p:cNvPr id="104" name="Google Shape;104;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a:t>
            </a:fld>
            <a:endParaRPr/>
          </a:p>
        </p:txBody>
      </p:sp>
    </p:spTree>
    <p:extLst>
      <p:ext uri="{BB962C8B-B14F-4D97-AF65-F5344CB8AC3E}">
        <p14:creationId xmlns:p14="http://schemas.microsoft.com/office/powerpoint/2010/main" val="3256444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indent="0"/>
            <a:r>
              <a:rPr lang="en-US"/>
              <a:t>Source image : https://www.pngegg.com/fr/png-eigjp/</a:t>
            </a:r>
          </a:p>
        </p:txBody>
      </p:sp>
      <p:sp>
        <p:nvSpPr>
          <p:cNvPr id="104" name="Google Shape;104;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a:t>
            </a:fld>
            <a:endParaRPr/>
          </a:p>
        </p:txBody>
      </p:sp>
    </p:spTree>
    <p:extLst>
      <p:ext uri="{BB962C8B-B14F-4D97-AF65-F5344CB8AC3E}">
        <p14:creationId xmlns:p14="http://schemas.microsoft.com/office/powerpoint/2010/main" val="1714897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indent="0"/>
            <a:r>
              <a:rPr lang="en-US"/>
              <a:t>Source image : https://www.pinpng.com/download/hiRwhb_people-talking-png-we-re-listening-clipart-transparent/</a:t>
            </a:r>
          </a:p>
        </p:txBody>
      </p:sp>
      <p:sp>
        <p:nvSpPr>
          <p:cNvPr id="104" name="Google Shape;104;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a:t>
            </a:fld>
            <a:endParaRPr/>
          </a:p>
        </p:txBody>
      </p:sp>
    </p:spTree>
    <p:extLst>
      <p:ext uri="{BB962C8B-B14F-4D97-AF65-F5344CB8AC3E}">
        <p14:creationId xmlns:p14="http://schemas.microsoft.com/office/powerpoint/2010/main" val="1602961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p1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6" name="Google Shape;876;p1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p1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2" name="Google Shape;882;p1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p1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9" name="Google Shape;889;p1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0" name="Google Shape;890;p1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p1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4" name="Google Shape;924;p1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p1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0" name="Google Shape;930;p1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p1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6" name="Google Shape;936;p1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7" name="Google Shape;937;p1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p1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0" name="Google Shape;950;p1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p1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6" name="Google Shape;956;p1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p1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2" name="Google Shape;962;p1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p1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8" name="Google Shape;968;p1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9" name="Google Shape;969;p1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p1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2" name="Google Shape;982;p1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p1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4" name="Google Shape;994;p1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p1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p1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11</a:t>
            </a:r>
            <a:endParaRPr/>
          </a:p>
        </p:txBody>
      </p:sp>
      <p:sp>
        <p:nvSpPr>
          <p:cNvPr id="1001" name="Google Shape;1001;p13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p1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4" name="Google Shape;1014;p1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p1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0" name="Google Shape;1020;p1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11</a:t>
            </a:r>
            <a:endParaRPr/>
          </a:p>
        </p:txBody>
      </p:sp>
      <p:sp>
        <p:nvSpPr>
          <p:cNvPr id="1021" name="Google Shape;1021;p1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p1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4" name="Google Shape;1034;p1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p1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0" name="Google Shape;1040;p1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p1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6" name="Google Shape;1046;p1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11</a:t>
            </a:r>
            <a:endParaRPr/>
          </a:p>
        </p:txBody>
      </p:sp>
      <p:sp>
        <p:nvSpPr>
          <p:cNvPr id="1047" name="Google Shape;1047;p1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24</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p:cNvGrpSpPr/>
        <p:nvPr/>
      </p:nvGrpSpPr>
      <p:grpSpPr>
        <a:xfrm>
          <a:off x="0" y="0"/>
          <a:ext cx="0" cy="0"/>
          <a:chOff x="0" y="0"/>
          <a:chExt cx="0" cy="0"/>
        </a:xfrm>
      </p:grpSpPr>
      <p:sp>
        <p:nvSpPr>
          <p:cNvPr id="1059" name="Google Shape;1059;p1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0" name="Google Shape;1060;p1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p1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6" name="Google Shape;1066;p1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p1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8" name="Google Shape;1078;p1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p1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4" name="Google Shape;1084;p1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p1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0" name="Google Shape;1090;p1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https://docs.mongodb.com/manual/tutorial/enable-authentication/</a:t>
            </a:r>
            <a:endParaRPr/>
          </a:p>
        </p:txBody>
      </p:sp>
      <p:sp>
        <p:nvSpPr>
          <p:cNvPr id="1091" name="Google Shape;1091;p14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30</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p1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9" name="Google Shape;1099;p1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p1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5" name="Google Shape;1105;p1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11</a:t>
            </a:r>
            <a:endParaRPr/>
          </a:p>
        </p:txBody>
      </p:sp>
      <p:sp>
        <p:nvSpPr>
          <p:cNvPr id="1106" name="Google Shape;1106;p15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31</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1"/>
        <p:cNvGrpSpPr/>
        <p:nvPr/>
      </p:nvGrpSpPr>
      <p:grpSpPr>
        <a:xfrm>
          <a:off x="0" y="0"/>
          <a:ext cx="0" cy="0"/>
          <a:chOff x="0" y="0"/>
          <a:chExt cx="0" cy="0"/>
        </a:xfrm>
      </p:grpSpPr>
      <p:sp>
        <p:nvSpPr>
          <p:cNvPr id="1132" name="Google Shape;1132;p1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3" name="Google Shape;1133;p1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p1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9" name="Google Shape;1139;p1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0" name="Google Shape;1140;p1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33</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1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3" name="Google Shape;1153;p1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7"/>
        <p:cNvGrpSpPr/>
        <p:nvPr/>
      </p:nvGrpSpPr>
      <p:grpSpPr>
        <a:xfrm>
          <a:off x="0" y="0"/>
          <a:ext cx="0" cy="0"/>
          <a:chOff x="0" y="0"/>
          <a:chExt cx="0" cy="0"/>
        </a:xfrm>
      </p:grpSpPr>
      <p:sp>
        <p:nvSpPr>
          <p:cNvPr id="1158" name="Google Shape;1158;p1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9" name="Google Shape;1159;p1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p1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5" name="Google Shape;1165;p1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9"/>
        <p:cNvGrpSpPr/>
        <p:nvPr/>
      </p:nvGrpSpPr>
      <p:grpSpPr>
        <a:xfrm>
          <a:off x="0" y="0"/>
          <a:ext cx="0" cy="0"/>
          <a:chOff x="0" y="0"/>
          <a:chExt cx="0" cy="0"/>
        </a:xfrm>
      </p:grpSpPr>
      <p:sp>
        <p:nvSpPr>
          <p:cNvPr id="1170" name="Google Shape;1170;p1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1" name="Google Shape;1171;p1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fr-FR" dirty="0"/>
          </a:p>
        </p:txBody>
      </p:sp>
      <p:sp>
        <p:nvSpPr>
          <p:cNvPr id="1172" name="Google Shape;1172;p16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37</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6"/>
        <p:cNvGrpSpPr/>
        <p:nvPr/>
      </p:nvGrpSpPr>
      <p:grpSpPr>
        <a:xfrm>
          <a:off x="0" y="0"/>
          <a:ext cx="0" cy="0"/>
          <a:chOff x="0" y="0"/>
          <a:chExt cx="0" cy="0"/>
        </a:xfrm>
      </p:grpSpPr>
      <p:sp>
        <p:nvSpPr>
          <p:cNvPr id="1177" name="Google Shape;1177;p1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8" name="Google Shape;1178;p1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fr-FR" dirty="0"/>
          </a:p>
        </p:txBody>
      </p:sp>
      <p:sp>
        <p:nvSpPr>
          <p:cNvPr id="1179" name="Google Shape;1179;p16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38</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3"/>
        <p:cNvGrpSpPr/>
        <p:nvPr/>
      </p:nvGrpSpPr>
      <p:grpSpPr>
        <a:xfrm>
          <a:off x="0" y="0"/>
          <a:ext cx="0" cy="0"/>
          <a:chOff x="0" y="0"/>
          <a:chExt cx="0" cy="0"/>
        </a:xfrm>
      </p:grpSpPr>
      <p:sp>
        <p:nvSpPr>
          <p:cNvPr id="1184" name="Google Shape;1184;p1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5" name="Google Shape;1185;p1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indent="0"/>
            <a:r>
              <a:rPr lang="fr-FR" dirty="0"/>
              <a:t>Source image: mongodb.com</a:t>
            </a:r>
          </a:p>
        </p:txBody>
      </p:sp>
      <p:sp>
        <p:nvSpPr>
          <p:cNvPr id="1186" name="Google Shape;1186;p16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39</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1"/>
        <p:cNvGrpSpPr/>
        <p:nvPr/>
      </p:nvGrpSpPr>
      <p:grpSpPr>
        <a:xfrm>
          <a:off x="0" y="0"/>
          <a:ext cx="0" cy="0"/>
          <a:chOff x="0" y="0"/>
          <a:chExt cx="0" cy="0"/>
        </a:xfrm>
      </p:grpSpPr>
      <p:sp>
        <p:nvSpPr>
          <p:cNvPr id="1192" name="Google Shape;1192;p1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3" name="Google Shape;1193;p1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indent="0"/>
            <a:r>
              <a:rPr lang="fr-FR" dirty="0"/>
              <a:t>Source image :mongodb.com</a:t>
            </a:r>
          </a:p>
        </p:txBody>
      </p:sp>
      <p:sp>
        <p:nvSpPr>
          <p:cNvPr id="1194" name="Google Shape;1194;p16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40</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9"/>
        <p:cNvGrpSpPr/>
        <p:nvPr/>
      </p:nvGrpSpPr>
      <p:grpSpPr>
        <a:xfrm>
          <a:off x="0" y="0"/>
          <a:ext cx="0" cy="0"/>
          <a:chOff x="0" y="0"/>
          <a:chExt cx="0" cy="0"/>
        </a:xfrm>
      </p:grpSpPr>
      <p:sp>
        <p:nvSpPr>
          <p:cNvPr id="1200" name="Google Shape;1200;p1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1" name="Google Shape;1201;p1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5"/>
        <p:cNvGrpSpPr/>
        <p:nvPr/>
      </p:nvGrpSpPr>
      <p:grpSpPr>
        <a:xfrm>
          <a:off x="0" y="0"/>
          <a:ext cx="0" cy="0"/>
          <a:chOff x="0" y="0"/>
          <a:chExt cx="0" cy="0"/>
        </a:xfrm>
      </p:grpSpPr>
      <p:sp>
        <p:nvSpPr>
          <p:cNvPr id="1206" name="Google Shape;1206;p1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7" name="Google Shape;1207;p1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1"/>
        <p:cNvGrpSpPr/>
        <p:nvPr/>
      </p:nvGrpSpPr>
      <p:grpSpPr>
        <a:xfrm>
          <a:off x="0" y="0"/>
          <a:ext cx="0" cy="0"/>
          <a:chOff x="0" y="0"/>
          <a:chExt cx="0" cy="0"/>
        </a:xfrm>
      </p:grpSpPr>
      <p:sp>
        <p:nvSpPr>
          <p:cNvPr id="1212" name="Google Shape;1212;p1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3" name="Google Shape;1213;p1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4" name="Google Shape;1214;p16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43</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6"/>
        <p:cNvGrpSpPr/>
        <p:nvPr/>
      </p:nvGrpSpPr>
      <p:grpSpPr>
        <a:xfrm>
          <a:off x="0" y="0"/>
          <a:ext cx="0" cy="0"/>
          <a:chOff x="0" y="0"/>
          <a:chExt cx="0" cy="0"/>
        </a:xfrm>
      </p:grpSpPr>
      <p:sp>
        <p:nvSpPr>
          <p:cNvPr id="1257" name="Google Shape;1257;p1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8" name="Google Shape;1258;p1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3"/>
        <p:cNvGrpSpPr/>
        <p:nvPr/>
      </p:nvGrpSpPr>
      <p:grpSpPr>
        <a:xfrm>
          <a:off x="0" y="0"/>
          <a:ext cx="0" cy="0"/>
          <a:chOff x="0" y="0"/>
          <a:chExt cx="0" cy="0"/>
        </a:xfrm>
      </p:grpSpPr>
      <p:sp>
        <p:nvSpPr>
          <p:cNvPr id="1264" name="Google Shape;1264;p1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5" name="Google Shape;1265;p1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0"/>
        <p:cNvGrpSpPr/>
        <p:nvPr/>
      </p:nvGrpSpPr>
      <p:grpSpPr>
        <a:xfrm>
          <a:off x="0" y="0"/>
          <a:ext cx="0" cy="0"/>
          <a:chOff x="0" y="0"/>
          <a:chExt cx="0" cy="0"/>
        </a:xfrm>
      </p:grpSpPr>
      <p:sp>
        <p:nvSpPr>
          <p:cNvPr id="1271" name="Google Shape;1271;p1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indent="0"/>
            <a:r>
              <a:rPr lang="fr-FR" dirty="0"/>
              <a:t>Source de l'image :</a:t>
            </a:r>
          </a:p>
        </p:txBody>
      </p:sp>
      <p:sp>
        <p:nvSpPr>
          <p:cNvPr id="1272" name="Google Shape;1272;p1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4"/>
        <p:cNvGrpSpPr/>
        <p:nvPr/>
      </p:nvGrpSpPr>
      <p:grpSpPr>
        <a:xfrm>
          <a:off x="0" y="0"/>
          <a:ext cx="0" cy="0"/>
          <a:chOff x="0" y="0"/>
          <a:chExt cx="0" cy="0"/>
        </a:xfrm>
      </p:grpSpPr>
      <p:sp>
        <p:nvSpPr>
          <p:cNvPr id="1285" name="Google Shape;1285;p1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6" name="Google Shape;1286;p1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0"/>
        <p:cNvGrpSpPr/>
        <p:nvPr/>
      </p:nvGrpSpPr>
      <p:grpSpPr>
        <a:xfrm>
          <a:off x="0" y="0"/>
          <a:ext cx="0" cy="0"/>
          <a:chOff x="0" y="0"/>
          <a:chExt cx="0" cy="0"/>
        </a:xfrm>
      </p:grpSpPr>
      <p:sp>
        <p:nvSpPr>
          <p:cNvPr id="1291" name="Google Shape;1291;p1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2" name="Google Shape;1292;p17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3" name="Google Shape;1293;p17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48</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7"/>
        <p:cNvGrpSpPr/>
        <p:nvPr/>
      </p:nvGrpSpPr>
      <p:grpSpPr>
        <a:xfrm>
          <a:off x="0" y="0"/>
          <a:ext cx="0" cy="0"/>
          <a:chOff x="0" y="0"/>
          <a:chExt cx="0" cy="0"/>
        </a:xfrm>
      </p:grpSpPr>
      <p:sp>
        <p:nvSpPr>
          <p:cNvPr id="1298" name="Google Shape;1298;p1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9" name="Google Shape;1299;p17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fr-FR"/>
              <a:t>https://www.w3resource.com/mongodb/mongodb-python-driver.php</a:t>
            </a:r>
            <a:endParaRPr/>
          </a:p>
          <a:p>
            <a:pPr marL="0" lvl="0" indent="0" algn="l" rtl="0">
              <a:spcBef>
                <a:spcPts val="0"/>
              </a:spcBef>
              <a:spcAft>
                <a:spcPts val="0"/>
              </a:spcAft>
              <a:buNone/>
            </a:pPr>
            <a:endParaRPr/>
          </a:p>
        </p:txBody>
      </p:sp>
      <p:sp>
        <p:nvSpPr>
          <p:cNvPr id="1300" name="Google Shape;1300;p17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49</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3"/>
        <p:cNvGrpSpPr/>
        <p:nvPr/>
      </p:nvGrpSpPr>
      <p:grpSpPr>
        <a:xfrm>
          <a:off x="0" y="0"/>
          <a:ext cx="0" cy="0"/>
          <a:chOff x="0" y="0"/>
          <a:chExt cx="0" cy="0"/>
        </a:xfrm>
      </p:grpSpPr>
      <p:sp>
        <p:nvSpPr>
          <p:cNvPr id="1324" name="Google Shape;1324;p1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5" name="Google Shape;1325;p1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p>
          <a:p>
            <a:pPr marL="0" lvl="0" indent="0" algn="l" rtl="0">
              <a:spcBef>
                <a:spcPts val="0"/>
              </a:spcBef>
              <a:spcAft>
                <a:spcPts val="0"/>
              </a:spcAft>
              <a:buNone/>
            </a:pPr>
            <a:endParaRPr/>
          </a:p>
        </p:txBody>
      </p:sp>
      <p:sp>
        <p:nvSpPr>
          <p:cNvPr id="1326" name="Google Shape;1326;p18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50</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1592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3558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Diapositive de titre" type="title">
  <p:cSld name="TITLE">
    <p:spTree>
      <p:nvGrpSpPr>
        <p:cNvPr id="1" name="Shape 17"/>
        <p:cNvGrpSpPr/>
        <p:nvPr/>
      </p:nvGrpSpPr>
      <p:grpSpPr>
        <a:xfrm>
          <a:off x="0" y="0"/>
          <a:ext cx="0" cy="0"/>
          <a:chOff x="0" y="0"/>
          <a:chExt cx="0" cy="0"/>
        </a:xfrm>
      </p:grpSpPr>
      <p:sp>
        <p:nvSpPr>
          <p:cNvPr id="18" name="Google Shape;18;p197"/>
          <p:cNvSpPr txBox="1">
            <a:spLocks noGrp="1"/>
          </p:cNvSpPr>
          <p:nvPr>
            <p:ph type="ctrTitle"/>
          </p:nvPr>
        </p:nvSpPr>
        <p:spPr>
          <a:xfrm>
            <a:off x="457200" y="228600"/>
            <a:ext cx="7772400" cy="457199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8800"/>
              <a:buFont typeface="Arial Black"/>
              <a:buNone/>
              <a:defRPr sz="8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97"/>
          <p:cNvSpPr txBox="1">
            <a:spLocks noGrp="1"/>
          </p:cNvSpPr>
          <p:nvPr>
            <p:ph type="subTitle" idx="1"/>
          </p:nvPr>
        </p:nvSpPr>
        <p:spPr>
          <a:xfrm>
            <a:off x="457200" y="4800600"/>
            <a:ext cx="6858000" cy="9144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chemeClr val="dk2"/>
              </a:buClr>
              <a:buSzPts val="2000"/>
              <a:buNone/>
              <a:defRPr b="0" cap="none">
                <a:solidFill>
                  <a:schemeClr val="dk2"/>
                </a:solidFill>
                <a:latin typeface="Arial Black"/>
                <a:ea typeface="Arial Black"/>
                <a:cs typeface="Arial Black"/>
                <a:sym typeface="Arial Black"/>
              </a:defRPr>
            </a:lvl1pPr>
            <a:lvl2pPr lvl="1" algn="ctr">
              <a:spcBef>
                <a:spcPts val="600"/>
              </a:spcBef>
              <a:spcAft>
                <a:spcPts val="0"/>
              </a:spcAft>
              <a:buSzPts val="2000"/>
              <a:buNone/>
              <a:defRPr>
                <a:solidFill>
                  <a:srgbClr val="888888"/>
                </a:solidFill>
              </a:defRPr>
            </a:lvl2pPr>
            <a:lvl3pPr lvl="2" algn="ctr">
              <a:spcBef>
                <a:spcPts val="360"/>
              </a:spcBef>
              <a:spcAft>
                <a:spcPts val="0"/>
              </a:spcAft>
              <a:buSzPts val="18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60"/>
              </a:spcBef>
              <a:spcAft>
                <a:spcPts val="0"/>
              </a:spcAft>
              <a:buSzPts val="1800"/>
              <a:buNone/>
              <a:defRPr>
                <a:solidFill>
                  <a:srgbClr val="888888"/>
                </a:solidFill>
              </a:defRPr>
            </a:lvl5pPr>
            <a:lvl6pPr lvl="5" algn="ctr">
              <a:spcBef>
                <a:spcPts val="320"/>
              </a:spcBef>
              <a:spcAft>
                <a:spcPts val="0"/>
              </a:spcAft>
              <a:buSzPts val="1600"/>
              <a:buNone/>
              <a:defRPr>
                <a:solidFill>
                  <a:srgbClr val="888888"/>
                </a:solidFill>
              </a:defRPr>
            </a:lvl6pPr>
            <a:lvl7pPr lvl="6" algn="ctr">
              <a:spcBef>
                <a:spcPts val="320"/>
              </a:spcBef>
              <a:spcAft>
                <a:spcPts val="0"/>
              </a:spcAft>
              <a:buSzPts val="1600"/>
              <a:buNone/>
              <a:defRPr>
                <a:solidFill>
                  <a:srgbClr val="888888"/>
                </a:solidFill>
              </a:defRPr>
            </a:lvl7pPr>
            <a:lvl8pPr lvl="7" algn="ctr">
              <a:spcBef>
                <a:spcPts val="320"/>
              </a:spcBef>
              <a:spcAft>
                <a:spcPts val="0"/>
              </a:spcAft>
              <a:buSzPts val="1600"/>
              <a:buNone/>
              <a:defRPr>
                <a:solidFill>
                  <a:srgbClr val="888888"/>
                </a:solidFill>
              </a:defRPr>
            </a:lvl8pPr>
            <a:lvl9pPr lvl="8" algn="ctr">
              <a:spcBef>
                <a:spcPts val="320"/>
              </a:spcBef>
              <a:spcAft>
                <a:spcPts val="0"/>
              </a:spcAft>
              <a:buSzPts val="1600"/>
              <a:buNone/>
              <a:defRPr>
                <a:solidFill>
                  <a:srgbClr val="888888"/>
                </a:solidFill>
              </a:defRPr>
            </a:lvl9pPr>
          </a:lstStyle>
          <a:p>
            <a:endParaRPr/>
          </a:p>
        </p:txBody>
      </p:sp>
      <p:sp>
        <p:nvSpPr>
          <p:cNvPr id="20" name="Google Shape;20;p197"/>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97"/>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97"/>
          <p:cNvSpPr/>
          <p:nvPr/>
        </p:nvSpPr>
        <p:spPr>
          <a:xfrm>
            <a:off x="9001124" y="4846320"/>
            <a:ext cx="142876" cy="201168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3" name="Google Shape;23;p197"/>
          <p:cNvSpPr/>
          <p:nvPr/>
        </p:nvSpPr>
        <p:spPr>
          <a:xfrm>
            <a:off x="9001124" y="0"/>
            <a:ext cx="142876" cy="484632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 name="Google Shape;24;p197"/>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2400" b="1" i="0" u="none" strike="noStrike" cap="none">
                <a:solidFill>
                  <a:schemeClr val="dk1"/>
                </a:solidFill>
                <a:latin typeface="Arial"/>
                <a:ea typeface="Arial"/>
                <a:cs typeface="Arial"/>
                <a:sym typeface="Arial"/>
              </a:defRPr>
            </a:lvl1pPr>
            <a:lvl2pPr marL="0" lvl="1" indent="0" algn="l">
              <a:spcBef>
                <a:spcPts val="0"/>
              </a:spcBef>
              <a:buNone/>
              <a:defRPr sz="2400" b="1" i="0" u="none" strike="noStrike" cap="none">
                <a:solidFill>
                  <a:schemeClr val="dk1"/>
                </a:solidFill>
                <a:latin typeface="Arial"/>
                <a:ea typeface="Arial"/>
                <a:cs typeface="Arial"/>
                <a:sym typeface="Arial"/>
              </a:defRPr>
            </a:lvl2pPr>
            <a:lvl3pPr marL="0" lvl="2" indent="0" algn="l">
              <a:spcBef>
                <a:spcPts val="0"/>
              </a:spcBef>
              <a:buNone/>
              <a:defRPr sz="2400" b="1" i="0" u="none" strike="noStrike" cap="none">
                <a:solidFill>
                  <a:schemeClr val="dk1"/>
                </a:solidFill>
                <a:latin typeface="Arial"/>
                <a:ea typeface="Arial"/>
                <a:cs typeface="Arial"/>
                <a:sym typeface="Arial"/>
              </a:defRPr>
            </a:lvl3pPr>
            <a:lvl4pPr marL="0" lvl="3" indent="0" algn="l">
              <a:spcBef>
                <a:spcPts val="0"/>
              </a:spcBef>
              <a:buNone/>
              <a:defRPr sz="2400" b="1" i="0" u="none" strike="noStrike" cap="none">
                <a:solidFill>
                  <a:schemeClr val="dk1"/>
                </a:solidFill>
                <a:latin typeface="Arial"/>
                <a:ea typeface="Arial"/>
                <a:cs typeface="Arial"/>
                <a:sym typeface="Arial"/>
              </a:defRPr>
            </a:lvl4pPr>
            <a:lvl5pPr marL="0" lvl="4" indent="0" algn="l">
              <a:spcBef>
                <a:spcPts val="0"/>
              </a:spcBef>
              <a:buNone/>
              <a:defRPr sz="2400" b="1" i="0" u="none" strike="noStrike" cap="none">
                <a:solidFill>
                  <a:schemeClr val="dk1"/>
                </a:solidFill>
                <a:latin typeface="Arial"/>
                <a:ea typeface="Arial"/>
                <a:cs typeface="Arial"/>
                <a:sym typeface="Arial"/>
              </a:defRPr>
            </a:lvl5pPr>
            <a:lvl6pPr marL="0" lvl="5" indent="0" algn="l">
              <a:spcBef>
                <a:spcPts val="0"/>
              </a:spcBef>
              <a:buNone/>
              <a:defRPr sz="2400" b="1" i="0" u="none" strike="noStrike" cap="none">
                <a:solidFill>
                  <a:schemeClr val="dk1"/>
                </a:solidFill>
                <a:latin typeface="Arial"/>
                <a:ea typeface="Arial"/>
                <a:cs typeface="Arial"/>
                <a:sym typeface="Arial"/>
              </a:defRPr>
            </a:lvl6pPr>
            <a:lvl7pPr marL="0" lvl="6" indent="0" algn="l">
              <a:spcBef>
                <a:spcPts val="0"/>
              </a:spcBef>
              <a:buNone/>
              <a:defRPr sz="2400" b="1" i="0" u="none" strike="noStrike" cap="none">
                <a:solidFill>
                  <a:schemeClr val="dk1"/>
                </a:solidFill>
                <a:latin typeface="Arial"/>
                <a:ea typeface="Arial"/>
                <a:cs typeface="Arial"/>
                <a:sym typeface="Arial"/>
              </a:defRPr>
            </a:lvl7pPr>
            <a:lvl8pPr marL="0" lvl="7" indent="0" algn="l">
              <a:spcBef>
                <a:spcPts val="0"/>
              </a:spcBef>
              <a:buNone/>
              <a:defRPr sz="2400" b="1" i="0" u="none" strike="noStrike" cap="none">
                <a:solidFill>
                  <a:schemeClr val="dk1"/>
                </a:solidFill>
                <a:latin typeface="Arial"/>
                <a:ea typeface="Arial"/>
                <a:cs typeface="Arial"/>
                <a:sym typeface="Arial"/>
              </a:defRPr>
            </a:lvl8pPr>
            <a:lvl9pPr marL="0" lvl="8" indent="0" algn="l">
              <a:spcBef>
                <a:spcPts val="0"/>
              </a:spcBef>
              <a:buNone/>
              <a:defRPr sz="24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25"/>
        <p:cNvGrpSpPr/>
        <p:nvPr/>
      </p:nvGrpSpPr>
      <p:grpSpPr>
        <a:xfrm>
          <a:off x="0" y="0"/>
          <a:ext cx="0" cy="0"/>
          <a:chOff x="0" y="0"/>
          <a:chExt cx="0" cy="0"/>
        </a:xfrm>
      </p:grpSpPr>
      <p:sp>
        <p:nvSpPr>
          <p:cNvPr id="26" name="Google Shape;26;p198"/>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98"/>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Clr>
                <a:schemeClr val="dk1"/>
              </a:buClr>
              <a:buSzPts val="1800"/>
              <a:buNone/>
              <a:defRPr/>
            </a:lvl1pPr>
            <a:lvl2pPr marL="914400" lvl="1" indent="-342900" algn="l">
              <a:spcBef>
                <a:spcPts val="60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28" name="Google Shape;28;p198"/>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98"/>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98"/>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C_Titre seul bleu foncé">
  <p:cSld name="1C_Titre seul bleu foncé">
    <p:spTree>
      <p:nvGrpSpPr>
        <p:cNvPr id="1" name="Shape 31"/>
        <p:cNvGrpSpPr/>
        <p:nvPr/>
      </p:nvGrpSpPr>
      <p:grpSpPr>
        <a:xfrm>
          <a:off x="0" y="0"/>
          <a:ext cx="0" cy="0"/>
          <a:chOff x="0" y="0"/>
          <a:chExt cx="0" cy="0"/>
        </a:xfrm>
      </p:grpSpPr>
      <p:sp>
        <p:nvSpPr>
          <p:cNvPr id="32" name="Google Shape;32;p199"/>
          <p:cNvSpPr txBox="1">
            <a:spLocks noGrp="1"/>
          </p:cNvSpPr>
          <p:nvPr>
            <p:ph type="title"/>
          </p:nvPr>
        </p:nvSpPr>
        <p:spPr>
          <a:xfrm>
            <a:off x="816868" y="274641"/>
            <a:ext cx="7869933" cy="826029"/>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2600"/>
              <a:buFont typeface="Arial Black"/>
              <a:buNone/>
              <a:defRPr sz="2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99"/>
          <p:cNvSpPr txBox="1">
            <a:spLocks noGrp="1"/>
          </p:cNvSpPr>
          <p:nvPr>
            <p:ph type="dt" idx="10"/>
          </p:nvPr>
        </p:nvSpPr>
        <p:spPr>
          <a:xfrm>
            <a:off x="457200" y="6172201"/>
            <a:ext cx="3429000" cy="304800"/>
          </a:xfrm>
          <a:prstGeom prst="rect">
            <a:avLst/>
          </a:prstGeom>
          <a:noFill/>
          <a:ln>
            <a:noFill/>
          </a:ln>
        </p:spPr>
        <p:txBody>
          <a:bodyPr spcFirstLastPara="1" wrap="square" lIns="171775" tIns="45700" rIns="91425" bIns="0" anchor="b" anchorCtr="0">
            <a:noAutofit/>
          </a:bodyPr>
          <a:lstStyle>
            <a:lvl1pPr lvl="0" algn="l">
              <a:spcBef>
                <a:spcPts val="0"/>
              </a:spcBef>
              <a:spcAft>
                <a:spcPts val="0"/>
              </a:spcAft>
              <a:buSzPts val="1400"/>
              <a:buNone/>
              <a:defRPr sz="1000">
                <a:solidFill>
                  <a:srgbClr val="50515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99"/>
          <p:cNvSpPr txBox="1">
            <a:spLocks noGrp="1"/>
          </p:cNvSpPr>
          <p:nvPr>
            <p:ph type="ftr" idx="11"/>
          </p:nvPr>
        </p:nvSpPr>
        <p:spPr>
          <a:xfrm>
            <a:off x="457200" y="6492875"/>
            <a:ext cx="3429000" cy="283845"/>
          </a:xfrm>
          <a:prstGeom prst="rect">
            <a:avLst/>
          </a:prstGeom>
          <a:noFill/>
          <a:ln>
            <a:noFill/>
          </a:ln>
        </p:spPr>
        <p:txBody>
          <a:bodyPr spcFirstLastPara="1" wrap="square" lIns="87250" tIns="43625" rIns="87250" bIns="43625" anchor="t" anchorCtr="0">
            <a:noAutofit/>
          </a:bodyPr>
          <a:lstStyle>
            <a:lvl1pPr lvl="0" algn="l">
              <a:spcBef>
                <a:spcPts val="0"/>
              </a:spcBef>
              <a:spcAft>
                <a:spcPts val="0"/>
              </a:spcAft>
              <a:buSzPts val="1400"/>
              <a:buNone/>
              <a:defRPr>
                <a:solidFill>
                  <a:srgbClr val="50515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99"/>
          <p:cNvSpPr txBox="1">
            <a:spLocks noGrp="1"/>
          </p:cNvSpPr>
          <p:nvPr>
            <p:ph type="sldNum" idx="12"/>
          </p:nvPr>
        </p:nvSpPr>
        <p:spPr>
          <a:xfrm rot="-5400000">
            <a:off x="8227377" y="5885497"/>
            <a:ext cx="1315721" cy="365125"/>
          </a:xfrm>
          <a:prstGeom prst="rect">
            <a:avLst/>
          </a:prstGeom>
          <a:noFill/>
          <a:ln>
            <a:noFill/>
          </a:ln>
        </p:spPr>
        <p:txBody>
          <a:bodyPr spcFirstLastPara="1" wrap="square" lIns="87250" tIns="43625" rIns="87250" bIns="43625" anchor="ctr" anchorCtr="0">
            <a:noAutofit/>
          </a:bodyPr>
          <a:lstStyle>
            <a:lvl1pPr marL="0" marR="0" lvl="0" indent="0" algn="l">
              <a:spcBef>
                <a:spcPts val="0"/>
              </a:spcBef>
              <a:buNone/>
              <a:defRPr sz="2400" b="1">
                <a:solidFill>
                  <a:srgbClr val="505150"/>
                </a:solidFill>
                <a:latin typeface="Arial"/>
                <a:ea typeface="Arial"/>
                <a:cs typeface="Arial"/>
                <a:sym typeface="Arial"/>
              </a:defRPr>
            </a:lvl1pPr>
            <a:lvl2pPr marL="0" marR="0" lvl="1" indent="0" algn="l">
              <a:spcBef>
                <a:spcPts val="0"/>
              </a:spcBef>
              <a:buNone/>
              <a:defRPr sz="2400" b="1">
                <a:solidFill>
                  <a:srgbClr val="505150"/>
                </a:solidFill>
                <a:latin typeface="Arial"/>
                <a:ea typeface="Arial"/>
                <a:cs typeface="Arial"/>
                <a:sym typeface="Arial"/>
              </a:defRPr>
            </a:lvl2pPr>
            <a:lvl3pPr marL="0" marR="0" lvl="2" indent="0" algn="l">
              <a:spcBef>
                <a:spcPts val="0"/>
              </a:spcBef>
              <a:buNone/>
              <a:defRPr sz="2400" b="1">
                <a:solidFill>
                  <a:srgbClr val="505150"/>
                </a:solidFill>
                <a:latin typeface="Arial"/>
                <a:ea typeface="Arial"/>
                <a:cs typeface="Arial"/>
                <a:sym typeface="Arial"/>
              </a:defRPr>
            </a:lvl3pPr>
            <a:lvl4pPr marL="0" marR="0" lvl="3" indent="0" algn="l">
              <a:spcBef>
                <a:spcPts val="0"/>
              </a:spcBef>
              <a:buNone/>
              <a:defRPr sz="2400" b="1">
                <a:solidFill>
                  <a:srgbClr val="505150"/>
                </a:solidFill>
                <a:latin typeface="Arial"/>
                <a:ea typeface="Arial"/>
                <a:cs typeface="Arial"/>
                <a:sym typeface="Arial"/>
              </a:defRPr>
            </a:lvl4pPr>
            <a:lvl5pPr marL="0" marR="0" lvl="4" indent="0" algn="l">
              <a:spcBef>
                <a:spcPts val="0"/>
              </a:spcBef>
              <a:buNone/>
              <a:defRPr sz="2400" b="1">
                <a:solidFill>
                  <a:srgbClr val="505150"/>
                </a:solidFill>
                <a:latin typeface="Arial"/>
                <a:ea typeface="Arial"/>
                <a:cs typeface="Arial"/>
                <a:sym typeface="Arial"/>
              </a:defRPr>
            </a:lvl5pPr>
            <a:lvl6pPr marL="0" marR="0" lvl="5" indent="0" algn="l">
              <a:spcBef>
                <a:spcPts val="0"/>
              </a:spcBef>
              <a:buNone/>
              <a:defRPr sz="2400" b="1">
                <a:solidFill>
                  <a:srgbClr val="505150"/>
                </a:solidFill>
                <a:latin typeface="Arial"/>
                <a:ea typeface="Arial"/>
                <a:cs typeface="Arial"/>
                <a:sym typeface="Arial"/>
              </a:defRPr>
            </a:lvl6pPr>
            <a:lvl7pPr marL="0" marR="0" lvl="6" indent="0" algn="l">
              <a:spcBef>
                <a:spcPts val="0"/>
              </a:spcBef>
              <a:buNone/>
              <a:defRPr sz="2400" b="1">
                <a:solidFill>
                  <a:srgbClr val="505150"/>
                </a:solidFill>
                <a:latin typeface="Arial"/>
                <a:ea typeface="Arial"/>
                <a:cs typeface="Arial"/>
                <a:sym typeface="Arial"/>
              </a:defRPr>
            </a:lvl7pPr>
            <a:lvl8pPr marL="0" marR="0" lvl="7" indent="0" algn="l">
              <a:spcBef>
                <a:spcPts val="0"/>
              </a:spcBef>
              <a:buNone/>
              <a:defRPr sz="2400" b="1">
                <a:solidFill>
                  <a:srgbClr val="505150"/>
                </a:solidFill>
                <a:latin typeface="Arial"/>
                <a:ea typeface="Arial"/>
                <a:cs typeface="Arial"/>
                <a:sym typeface="Arial"/>
              </a:defRPr>
            </a:lvl8pPr>
            <a:lvl9pPr marL="0" marR="0" lvl="8" indent="0" algn="l">
              <a:spcBef>
                <a:spcPts val="0"/>
              </a:spcBef>
              <a:buNone/>
              <a:defRPr sz="2400" b="1">
                <a:solidFill>
                  <a:srgbClr val="50515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36"/>
        <p:cNvGrpSpPr/>
        <p:nvPr/>
      </p:nvGrpSpPr>
      <p:grpSpPr>
        <a:xfrm>
          <a:off x="0" y="0"/>
          <a:ext cx="0" cy="0"/>
          <a:chOff x="0" y="0"/>
          <a:chExt cx="0" cy="0"/>
        </a:xfrm>
      </p:grpSpPr>
      <p:sp>
        <p:nvSpPr>
          <p:cNvPr id="37" name="Google Shape;37;p200"/>
          <p:cNvSpPr txBox="1">
            <a:spLocks noGrp="1"/>
          </p:cNvSpPr>
          <p:nvPr>
            <p:ph type="title"/>
          </p:nvPr>
        </p:nvSpPr>
        <p:spPr>
          <a:xfrm>
            <a:off x="457200" y="1447800"/>
            <a:ext cx="7772400" cy="43211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8800"/>
              <a:buFont typeface="Arial Black"/>
              <a:buNone/>
              <a:defRPr sz="8800" b="0" cap="none">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00"/>
          <p:cNvSpPr txBox="1">
            <a:spLocks noGrp="1"/>
          </p:cNvSpPr>
          <p:nvPr>
            <p:ph type="body" idx="1"/>
          </p:nvPr>
        </p:nvSpPr>
        <p:spPr>
          <a:xfrm>
            <a:off x="457200" y="228601"/>
            <a:ext cx="7772400" cy="10668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chemeClr val="dk2"/>
              </a:buClr>
              <a:buSzPts val="2000"/>
              <a:buNone/>
              <a:defRPr sz="2000" b="0" cap="none">
                <a:solidFill>
                  <a:schemeClr val="dk2"/>
                </a:solidFill>
                <a:latin typeface="Arial Black"/>
                <a:ea typeface="Arial Black"/>
                <a:cs typeface="Arial Black"/>
                <a:sym typeface="Arial Black"/>
              </a:defRPr>
            </a:lvl1pPr>
            <a:lvl2pPr marL="914400" lvl="1" indent="-228600" algn="l">
              <a:spcBef>
                <a:spcPts val="600"/>
              </a:spcBef>
              <a:spcAft>
                <a:spcPts val="0"/>
              </a:spcAft>
              <a:buSzPts val="1800"/>
              <a:buNone/>
              <a:defRPr sz="1800">
                <a:solidFill>
                  <a:srgbClr val="888888"/>
                </a:solidFill>
              </a:defRPr>
            </a:lvl2pPr>
            <a:lvl3pPr marL="1371600" lvl="2" indent="-228600" algn="l">
              <a:spcBef>
                <a:spcPts val="320"/>
              </a:spcBef>
              <a:spcAft>
                <a:spcPts val="0"/>
              </a:spcAft>
              <a:buSzPts val="1600"/>
              <a:buNone/>
              <a:defRPr sz="1600">
                <a:solidFill>
                  <a:srgbClr val="888888"/>
                </a:solidFill>
              </a:defRPr>
            </a:lvl3pPr>
            <a:lvl4pPr marL="1828800" lvl="3" indent="-228600" algn="l">
              <a:spcBef>
                <a:spcPts val="280"/>
              </a:spcBef>
              <a:spcAft>
                <a:spcPts val="0"/>
              </a:spcAft>
              <a:buSzPts val="1400"/>
              <a:buNone/>
              <a:defRPr sz="1400">
                <a:solidFill>
                  <a:srgbClr val="888888"/>
                </a:solidFill>
              </a:defRPr>
            </a:lvl4pPr>
            <a:lvl5pPr marL="2286000" lvl="4" indent="-228600" algn="l">
              <a:spcBef>
                <a:spcPts val="280"/>
              </a:spcBef>
              <a:spcAft>
                <a:spcPts val="0"/>
              </a:spcAft>
              <a:buSzPts val="1400"/>
              <a:buNone/>
              <a:defRPr sz="1400">
                <a:solidFill>
                  <a:srgbClr val="888888"/>
                </a:solidFill>
              </a:defRPr>
            </a:lvl5pPr>
            <a:lvl6pPr marL="2743200" lvl="5" indent="-228600" algn="l">
              <a:spcBef>
                <a:spcPts val="280"/>
              </a:spcBef>
              <a:spcAft>
                <a:spcPts val="0"/>
              </a:spcAft>
              <a:buSzPts val="1400"/>
              <a:buNone/>
              <a:defRPr sz="1400">
                <a:solidFill>
                  <a:srgbClr val="888888"/>
                </a:solidFill>
              </a:defRPr>
            </a:lvl6pPr>
            <a:lvl7pPr marL="3200400" lvl="6" indent="-228600" algn="l">
              <a:spcBef>
                <a:spcPts val="280"/>
              </a:spcBef>
              <a:spcAft>
                <a:spcPts val="0"/>
              </a:spcAft>
              <a:buSzPts val="1400"/>
              <a:buNone/>
              <a:defRPr sz="1400">
                <a:solidFill>
                  <a:srgbClr val="888888"/>
                </a:solidFill>
              </a:defRPr>
            </a:lvl7pPr>
            <a:lvl8pPr marL="3657600" lvl="7" indent="-228600" algn="l">
              <a:spcBef>
                <a:spcPts val="280"/>
              </a:spcBef>
              <a:spcAft>
                <a:spcPts val="0"/>
              </a:spcAft>
              <a:buSzPts val="1400"/>
              <a:buNone/>
              <a:defRPr sz="1400">
                <a:solidFill>
                  <a:srgbClr val="888888"/>
                </a:solidFill>
              </a:defRPr>
            </a:lvl8pPr>
            <a:lvl9pPr marL="4114800" lvl="8" indent="-228600" algn="l">
              <a:spcBef>
                <a:spcPts val="280"/>
              </a:spcBef>
              <a:spcAft>
                <a:spcPts val="0"/>
              </a:spcAft>
              <a:buSzPts val="1400"/>
              <a:buNone/>
              <a:defRPr sz="1400">
                <a:solidFill>
                  <a:srgbClr val="888888"/>
                </a:solidFill>
              </a:defRPr>
            </a:lvl9pPr>
          </a:lstStyle>
          <a:p>
            <a:endParaRPr/>
          </a:p>
        </p:txBody>
      </p:sp>
      <p:sp>
        <p:nvSpPr>
          <p:cNvPr id="39" name="Google Shape;39;p200"/>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00"/>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
        <p:nvSpPr>
          <p:cNvPr id="41" name="Google Shape;41;p200"/>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42"/>
        <p:cNvGrpSpPr/>
        <p:nvPr/>
      </p:nvGrpSpPr>
      <p:grpSpPr>
        <a:xfrm>
          <a:off x="0" y="0"/>
          <a:ext cx="0" cy="0"/>
          <a:chOff x="0" y="0"/>
          <a:chExt cx="0" cy="0"/>
        </a:xfrm>
      </p:grpSpPr>
      <p:sp>
        <p:nvSpPr>
          <p:cNvPr id="43" name="Google Shape;43;p201"/>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201"/>
          <p:cNvSpPr txBox="1">
            <a:spLocks noGrp="1"/>
          </p:cNvSpPr>
          <p:nvPr>
            <p:ph type="body" idx="1"/>
          </p:nvPr>
        </p:nvSpPr>
        <p:spPr>
          <a:xfrm>
            <a:off x="1630680" y="1574800"/>
            <a:ext cx="3291840" cy="4525963"/>
          </a:xfrm>
          <a:prstGeom prst="rect">
            <a:avLst/>
          </a:prstGeom>
          <a:noFill/>
          <a:ln>
            <a:noFill/>
          </a:ln>
        </p:spPr>
        <p:txBody>
          <a:bodyPr spcFirstLastPara="1" wrap="square" lIns="91425" tIns="45700" rIns="91425" bIns="45700" anchor="t" anchorCtr="0">
            <a:normAutofit/>
          </a:bodyPr>
          <a:lstStyle>
            <a:lvl1pPr marL="457200" lvl="0" indent="-228600" algn="l">
              <a:spcBef>
                <a:spcPts val="560"/>
              </a:spcBef>
              <a:spcAft>
                <a:spcPts val="0"/>
              </a:spcAft>
              <a:buClr>
                <a:schemeClr val="dk1"/>
              </a:buClr>
              <a:buSzPts val="2800"/>
              <a:buNone/>
              <a:defRPr sz="2800"/>
            </a:lvl1pPr>
            <a:lvl2pPr marL="914400" lvl="1" indent="-381000" algn="l">
              <a:spcBef>
                <a:spcPts val="600"/>
              </a:spcBef>
              <a:spcAft>
                <a:spcPts val="0"/>
              </a:spcAft>
              <a:buSzPts val="240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Char char="•"/>
              <a:defRPr sz="1800"/>
            </a:lvl5pPr>
            <a:lvl6pPr marL="2743200" lvl="5" indent="-342900" algn="l">
              <a:spcBef>
                <a:spcPts val="360"/>
              </a:spcBef>
              <a:spcAft>
                <a:spcPts val="0"/>
              </a:spcAft>
              <a:buSzPts val="1800"/>
              <a:buChar char="•"/>
              <a:defRPr sz="1800"/>
            </a:lvl6pPr>
            <a:lvl7pPr marL="3200400" lvl="6" indent="-342900" algn="l">
              <a:spcBef>
                <a:spcPts val="360"/>
              </a:spcBef>
              <a:spcAft>
                <a:spcPts val="0"/>
              </a:spcAft>
              <a:buSzPts val="1800"/>
              <a:buChar char="•"/>
              <a:defRPr sz="1800"/>
            </a:lvl7pPr>
            <a:lvl8pPr marL="3657600" lvl="7" indent="-342900" algn="l">
              <a:spcBef>
                <a:spcPts val="360"/>
              </a:spcBef>
              <a:spcAft>
                <a:spcPts val="0"/>
              </a:spcAft>
              <a:buSzPts val="1800"/>
              <a:buChar char="•"/>
              <a:defRPr sz="1800"/>
            </a:lvl8pPr>
            <a:lvl9pPr marL="4114800" lvl="8" indent="-342900" algn="l">
              <a:spcBef>
                <a:spcPts val="360"/>
              </a:spcBef>
              <a:spcAft>
                <a:spcPts val="0"/>
              </a:spcAft>
              <a:buSzPts val="1800"/>
              <a:buChar char="•"/>
              <a:defRPr sz="1800"/>
            </a:lvl9pPr>
          </a:lstStyle>
          <a:p>
            <a:endParaRPr/>
          </a:p>
        </p:txBody>
      </p:sp>
      <p:sp>
        <p:nvSpPr>
          <p:cNvPr id="45" name="Google Shape;45;p201"/>
          <p:cNvSpPr txBox="1">
            <a:spLocks noGrp="1"/>
          </p:cNvSpPr>
          <p:nvPr>
            <p:ph type="body" idx="2"/>
          </p:nvPr>
        </p:nvSpPr>
        <p:spPr>
          <a:xfrm>
            <a:off x="5090160" y="1574800"/>
            <a:ext cx="3291840" cy="4525963"/>
          </a:xfrm>
          <a:prstGeom prst="rect">
            <a:avLst/>
          </a:prstGeom>
          <a:noFill/>
          <a:ln>
            <a:noFill/>
          </a:ln>
        </p:spPr>
        <p:txBody>
          <a:bodyPr spcFirstLastPara="1" wrap="square" lIns="91425" tIns="45700" rIns="91425" bIns="45700" anchor="t" anchorCtr="0">
            <a:normAutofit/>
          </a:bodyPr>
          <a:lstStyle>
            <a:lvl1pPr marL="457200" lvl="0" indent="-228600" algn="l">
              <a:spcBef>
                <a:spcPts val="560"/>
              </a:spcBef>
              <a:spcAft>
                <a:spcPts val="0"/>
              </a:spcAft>
              <a:buClr>
                <a:schemeClr val="dk1"/>
              </a:buClr>
              <a:buSzPts val="2800"/>
              <a:buNone/>
              <a:defRPr sz="2800"/>
            </a:lvl1pPr>
            <a:lvl2pPr marL="914400" lvl="1" indent="-381000" algn="l">
              <a:spcBef>
                <a:spcPts val="600"/>
              </a:spcBef>
              <a:spcAft>
                <a:spcPts val="0"/>
              </a:spcAft>
              <a:buSzPts val="240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Char char="•"/>
              <a:defRPr sz="1800"/>
            </a:lvl5pPr>
            <a:lvl6pPr marL="2743200" lvl="5" indent="-342900" algn="l">
              <a:spcBef>
                <a:spcPts val="360"/>
              </a:spcBef>
              <a:spcAft>
                <a:spcPts val="0"/>
              </a:spcAft>
              <a:buSzPts val="1800"/>
              <a:buChar char="•"/>
              <a:defRPr sz="1800"/>
            </a:lvl6pPr>
            <a:lvl7pPr marL="3200400" lvl="6" indent="-342900" algn="l">
              <a:spcBef>
                <a:spcPts val="360"/>
              </a:spcBef>
              <a:spcAft>
                <a:spcPts val="0"/>
              </a:spcAft>
              <a:buSzPts val="1800"/>
              <a:buChar char="•"/>
              <a:defRPr sz="1800"/>
            </a:lvl7pPr>
            <a:lvl8pPr marL="3657600" lvl="7" indent="-342900" algn="l">
              <a:spcBef>
                <a:spcPts val="360"/>
              </a:spcBef>
              <a:spcAft>
                <a:spcPts val="0"/>
              </a:spcAft>
              <a:buSzPts val="1800"/>
              <a:buChar char="•"/>
              <a:defRPr sz="1800"/>
            </a:lvl8pPr>
            <a:lvl9pPr marL="4114800" lvl="8" indent="-342900" algn="l">
              <a:spcBef>
                <a:spcPts val="360"/>
              </a:spcBef>
              <a:spcAft>
                <a:spcPts val="0"/>
              </a:spcAft>
              <a:buSzPts val="1800"/>
              <a:buChar char="•"/>
              <a:defRPr sz="1800"/>
            </a:lvl9pPr>
          </a:lstStyle>
          <a:p>
            <a:endParaRPr/>
          </a:p>
        </p:txBody>
      </p:sp>
      <p:sp>
        <p:nvSpPr>
          <p:cNvPr id="46" name="Google Shape;46;p201"/>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01"/>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01"/>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49"/>
        <p:cNvGrpSpPr/>
        <p:nvPr/>
      </p:nvGrpSpPr>
      <p:grpSpPr>
        <a:xfrm>
          <a:off x="0" y="0"/>
          <a:ext cx="0" cy="0"/>
          <a:chOff x="0" y="0"/>
          <a:chExt cx="0" cy="0"/>
        </a:xfrm>
      </p:grpSpPr>
      <p:sp>
        <p:nvSpPr>
          <p:cNvPr id="50" name="Google Shape;50;p202"/>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3600"/>
              <a:buFont typeface="Arial Blac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02"/>
          <p:cNvSpPr txBox="1">
            <a:spLocks noGrp="1"/>
          </p:cNvSpPr>
          <p:nvPr>
            <p:ph type="body" idx="1"/>
          </p:nvPr>
        </p:nvSpPr>
        <p:spPr>
          <a:xfrm>
            <a:off x="1627632" y="1572768"/>
            <a:ext cx="3291840" cy="639762"/>
          </a:xfrm>
          <a:prstGeom prst="rect">
            <a:avLst/>
          </a:prstGeom>
          <a:noFill/>
          <a:ln>
            <a:noFill/>
          </a:ln>
        </p:spPr>
        <p:txBody>
          <a:bodyPr spcFirstLastPara="1" wrap="square" lIns="91425" tIns="45700" rIns="91425" bIns="45700" anchor="b" anchorCtr="0">
            <a:noAutofit/>
          </a:bodyPr>
          <a:lstStyle>
            <a:lvl1pPr marL="457200" lvl="0" indent="-228600" algn="l">
              <a:spcBef>
                <a:spcPts val="360"/>
              </a:spcBef>
              <a:spcAft>
                <a:spcPts val="0"/>
              </a:spcAft>
              <a:buClr>
                <a:schemeClr val="dk1"/>
              </a:buClr>
              <a:buSzPts val="1800"/>
              <a:buNone/>
              <a:defRPr sz="1800" b="0" cap="none">
                <a:solidFill>
                  <a:schemeClr val="dk1"/>
                </a:solidFill>
                <a:latin typeface="Arial Black"/>
                <a:ea typeface="Arial Black"/>
                <a:cs typeface="Arial Black"/>
                <a:sym typeface="Arial Black"/>
              </a:defRPr>
            </a:lvl1pPr>
            <a:lvl2pPr marL="914400" lvl="1" indent="-228600" algn="l">
              <a:spcBef>
                <a:spcPts val="6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600"/>
              <a:buNone/>
              <a:defRPr sz="1600" b="1"/>
            </a:lvl5pPr>
            <a:lvl6pPr marL="2743200" lvl="5" indent="-228600" algn="l">
              <a:spcBef>
                <a:spcPts val="320"/>
              </a:spcBef>
              <a:spcAft>
                <a:spcPts val="0"/>
              </a:spcAft>
              <a:buSzPts val="1600"/>
              <a:buNone/>
              <a:defRPr sz="1600" b="1"/>
            </a:lvl6pPr>
            <a:lvl7pPr marL="3200400" lvl="6" indent="-228600" algn="l">
              <a:spcBef>
                <a:spcPts val="320"/>
              </a:spcBef>
              <a:spcAft>
                <a:spcPts val="0"/>
              </a:spcAft>
              <a:buSzPts val="1600"/>
              <a:buNone/>
              <a:defRPr sz="1600" b="1"/>
            </a:lvl7pPr>
            <a:lvl8pPr marL="3657600" lvl="7" indent="-228600" algn="l">
              <a:spcBef>
                <a:spcPts val="320"/>
              </a:spcBef>
              <a:spcAft>
                <a:spcPts val="0"/>
              </a:spcAft>
              <a:buSzPts val="1600"/>
              <a:buNone/>
              <a:defRPr sz="1600" b="1"/>
            </a:lvl8pPr>
            <a:lvl9pPr marL="4114800" lvl="8" indent="-228600" algn="l">
              <a:spcBef>
                <a:spcPts val="320"/>
              </a:spcBef>
              <a:spcAft>
                <a:spcPts val="0"/>
              </a:spcAft>
              <a:buSzPts val="1600"/>
              <a:buNone/>
              <a:defRPr sz="1600" b="1"/>
            </a:lvl9pPr>
          </a:lstStyle>
          <a:p>
            <a:endParaRPr/>
          </a:p>
        </p:txBody>
      </p:sp>
      <p:sp>
        <p:nvSpPr>
          <p:cNvPr id="52" name="Google Shape;52;p202"/>
          <p:cNvSpPr txBox="1">
            <a:spLocks noGrp="1"/>
          </p:cNvSpPr>
          <p:nvPr>
            <p:ph type="body" idx="2"/>
          </p:nvPr>
        </p:nvSpPr>
        <p:spPr>
          <a:xfrm>
            <a:off x="1627632" y="2259366"/>
            <a:ext cx="3291840" cy="384048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Clr>
                <a:schemeClr val="dk1"/>
              </a:buClr>
              <a:buSzPts val="2400"/>
              <a:buNone/>
              <a:defRPr sz="2400"/>
            </a:lvl1pPr>
            <a:lvl2pPr marL="914400" lvl="1" indent="-355600" algn="l">
              <a:spcBef>
                <a:spcPts val="600"/>
              </a:spcBef>
              <a:spcAft>
                <a:spcPts val="0"/>
              </a:spcAft>
              <a:buSzPts val="20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SzPts val="1600"/>
              <a:buChar char="•"/>
              <a:defRPr sz="1600"/>
            </a:lvl5pPr>
            <a:lvl6pPr marL="2743200" lvl="5" indent="-330200" algn="l">
              <a:spcBef>
                <a:spcPts val="320"/>
              </a:spcBef>
              <a:spcAft>
                <a:spcPts val="0"/>
              </a:spcAft>
              <a:buSzPts val="1600"/>
              <a:buChar char="•"/>
              <a:defRPr sz="1600"/>
            </a:lvl6pPr>
            <a:lvl7pPr marL="3200400" lvl="6" indent="-330200" algn="l">
              <a:spcBef>
                <a:spcPts val="320"/>
              </a:spcBef>
              <a:spcAft>
                <a:spcPts val="0"/>
              </a:spcAft>
              <a:buSzPts val="1600"/>
              <a:buChar char="•"/>
              <a:defRPr sz="1600"/>
            </a:lvl7pPr>
            <a:lvl8pPr marL="3657600" lvl="7" indent="-330200" algn="l">
              <a:spcBef>
                <a:spcPts val="320"/>
              </a:spcBef>
              <a:spcAft>
                <a:spcPts val="0"/>
              </a:spcAft>
              <a:buSzPts val="1600"/>
              <a:buChar char="•"/>
              <a:defRPr sz="1600"/>
            </a:lvl8pPr>
            <a:lvl9pPr marL="4114800" lvl="8" indent="-330200" algn="l">
              <a:spcBef>
                <a:spcPts val="320"/>
              </a:spcBef>
              <a:spcAft>
                <a:spcPts val="0"/>
              </a:spcAft>
              <a:buSzPts val="1600"/>
              <a:buChar char="•"/>
              <a:defRPr sz="1600"/>
            </a:lvl9pPr>
          </a:lstStyle>
          <a:p>
            <a:endParaRPr/>
          </a:p>
        </p:txBody>
      </p:sp>
      <p:sp>
        <p:nvSpPr>
          <p:cNvPr id="53" name="Google Shape;53;p202"/>
          <p:cNvSpPr txBox="1">
            <a:spLocks noGrp="1"/>
          </p:cNvSpPr>
          <p:nvPr>
            <p:ph type="body" idx="3"/>
          </p:nvPr>
        </p:nvSpPr>
        <p:spPr>
          <a:xfrm>
            <a:off x="5093208" y="1572768"/>
            <a:ext cx="3291840" cy="639762"/>
          </a:xfrm>
          <a:prstGeom prst="rect">
            <a:avLst/>
          </a:prstGeom>
          <a:noFill/>
          <a:ln>
            <a:noFill/>
          </a:ln>
        </p:spPr>
        <p:txBody>
          <a:bodyPr spcFirstLastPara="1" wrap="square" lIns="91425" tIns="45700" rIns="91425" bIns="45700" anchor="b" anchorCtr="0">
            <a:noAutofit/>
          </a:bodyPr>
          <a:lstStyle>
            <a:lvl1pPr marL="457200" lvl="0" indent="-228600" algn="l">
              <a:spcBef>
                <a:spcPts val="360"/>
              </a:spcBef>
              <a:spcAft>
                <a:spcPts val="0"/>
              </a:spcAft>
              <a:buClr>
                <a:schemeClr val="dk1"/>
              </a:buClr>
              <a:buSzPts val="1800"/>
              <a:buNone/>
              <a:defRPr sz="1800" b="0" cap="none">
                <a:solidFill>
                  <a:schemeClr val="dk1"/>
                </a:solidFill>
                <a:latin typeface="Arial Black"/>
                <a:ea typeface="Arial Black"/>
                <a:cs typeface="Arial Black"/>
                <a:sym typeface="Arial Black"/>
              </a:defRPr>
            </a:lvl1pPr>
            <a:lvl2pPr marL="914400" lvl="1" indent="-228600" algn="l">
              <a:spcBef>
                <a:spcPts val="6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600"/>
              <a:buNone/>
              <a:defRPr sz="1600" b="1"/>
            </a:lvl5pPr>
            <a:lvl6pPr marL="2743200" lvl="5" indent="-228600" algn="l">
              <a:spcBef>
                <a:spcPts val="320"/>
              </a:spcBef>
              <a:spcAft>
                <a:spcPts val="0"/>
              </a:spcAft>
              <a:buSzPts val="1600"/>
              <a:buNone/>
              <a:defRPr sz="1600" b="1"/>
            </a:lvl6pPr>
            <a:lvl7pPr marL="3200400" lvl="6" indent="-228600" algn="l">
              <a:spcBef>
                <a:spcPts val="320"/>
              </a:spcBef>
              <a:spcAft>
                <a:spcPts val="0"/>
              </a:spcAft>
              <a:buSzPts val="1600"/>
              <a:buNone/>
              <a:defRPr sz="1600" b="1"/>
            </a:lvl7pPr>
            <a:lvl8pPr marL="3657600" lvl="7" indent="-228600" algn="l">
              <a:spcBef>
                <a:spcPts val="320"/>
              </a:spcBef>
              <a:spcAft>
                <a:spcPts val="0"/>
              </a:spcAft>
              <a:buSzPts val="1600"/>
              <a:buNone/>
              <a:defRPr sz="1600" b="1"/>
            </a:lvl8pPr>
            <a:lvl9pPr marL="4114800" lvl="8" indent="-228600" algn="l">
              <a:spcBef>
                <a:spcPts val="320"/>
              </a:spcBef>
              <a:spcAft>
                <a:spcPts val="0"/>
              </a:spcAft>
              <a:buSzPts val="1600"/>
              <a:buNone/>
              <a:defRPr sz="1600" b="1"/>
            </a:lvl9pPr>
          </a:lstStyle>
          <a:p>
            <a:endParaRPr/>
          </a:p>
        </p:txBody>
      </p:sp>
      <p:sp>
        <p:nvSpPr>
          <p:cNvPr id="54" name="Google Shape;54;p202"/>
          <p:cNvSpPr txBox="1">
            <a:spLocks noGrp="1"/>
          </p:cNvSpPr>
          <p:nvPr>
            <p:ph type="body" idx="4"/>
          </p:nvPr>
        </p:nvSpPr>
        <p:spPr>
          <a:xfrm>
            <a:off x="5093208" y="2259366"/>
            <a:ext cx="3291840" cy="384048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Clr>
                <a:schemeClr val="dk1"/>
              </a:buClr>
              <a:buSzPts val="2400"/>
              <a:buNone/>
              <a:defRPr sz="2400"/>
            </a:lvl1pPr>
            <a:lvl2pPr marL="914400" lvl="1" indent="-355600" algn="l">
              <a:spcBef>
                <a:spcPts val="600"/>
              </a:spcBef>
              <a:spcAft>
                <a:spcPts val="0"/>
              </a:spcAft>
              <a:buSzPts val="20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SzPts val="1600"/>
              <a:buChar char="•"/>
              <a:defRPr sz="1600"/>
            </a:lvl5pPr>
            <a:lvl6pPr marL="2743200" lvl="5" indent="-330200" algn="l">
              <a:spcBef>
                <a:spcPts val="320"/>
              </a:spcBef>
              <a:spcAft>
                <a:spcPts val="0"/>
              </a:spcAft>
              <a:buSzPts val="1600"/>
              <a:buChar char="•"/>
              <a:defRPr sz="1600"/>
            </a:lvl6pPr>
            <a:lvl7pPr marL="3200400" lvl="6" indent="-330200" algn="l">
              <a:spcBef>
                <a:spcPts val="320"/>
              </a:spcBef>
              <a:spcAft>
                <a:spcPts val="0"/>
              </a:spcAft>
              <a:buSzPts val="1600"/>
              <a:buChar char="•"/>
              <a:defRPr sz="1600"/>
            </a:lvl7pPr>
            <a:lvl8pPr marL="3657600" lvl="7" indent="-330200" algn="l">
              <a:spcBef>
                <a:spcPts val="320"/>
              </a:spcBef>
              <a:spcAft>
                <a:spcPts val="0"/>
              </a:spcAft>
              <a:buSzPts val="1600"/>
              <a:buChar char="•"/>
              <a:defRPr sz="1600"/>
            </a:lvl8pPr>
            <a:lvl9pPr marL="4114800" lvl="8" indent="-330200" algn="l">
              <a:spcBef>
                <a:spcPts val="320"/>
              </a:spcBef>
              <a:spcAft>
                <a:spcPts val="0"/>
              </a:spcAft>
              <a:buSzPts val="1600"/>
              <a:buChar char="•"/>
              <a:defRPr sz="1600"/>
            </a:lvl9pPr>
          </a:lstStyle>
          <a:p>
            <a:endParaRPr/>
          </a:p>
        </p:txBody>
      </p:sp>
      <p:sp>
        <p:nvSpPr>
          <p:cNvPr id="55" name="Google Shape;55;p202"/>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02"/>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02"/>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58"/>
        <p:cNvGrpSpPr/>
        <p:nvPr/>
      </p:nvGrpSpPr>
      <p:grpSpPr>
        <a:xfrm>
          <a:off x="0" y="0"/>
          <a:ext cx="0" cy="0"/>
          <a:chOff x="0" y="0"/>
          <a:chExt cx="0" cy="0"/>
        </a:xfrm>
      </p:grpSpPr>
      <p:sp>
        <p:nvSpPr>
          <p:cNvPr id="59" name="Google Shape;59;p203"/>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03"/>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03"/>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203"/>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63"/>
        <p:cNvGrpSpPr/>
        <p:nvPr/>
      </p:nvGrpSpPr>
      <p:grpSpPr>
        <a:xfrm>
          <a:off x="0" y="0"/>
          <a:ext cx="0" cy="0"/>
          <a:chOff x="0" y="0"/>
          <a:chExt cx="0" cy="0"/>
        </a:xfrm>
      </p:grpSpPr>
      <p:sp>
        <p:nvSpPr>
          <p:cNvPr id="64" name="Google Shape;64;p204"/>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04"/>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04"/>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67"/>
        <p:cNvGrpSpPr/>
        <p:nvPr/>
      </p:nvGrpSpPr>
      <p:grpSpPr>
        <a:xfrm>
          <a:off x="0" y="0"/>
          <a:ext cx="0" cy="0"/>
          <a:chOff x="0" y="0"/>
          <a:chExt cx="0" cy="0"/>
        </a:xfrm>
      </p:grpSpPr>
      <p:sp>
        <p:nvSpPr>
          <p:cNvPr id="68" name="Google Shape;68;p205"/>
          <p:cNvSpPr txBox="1">
            <a:spLocks noGrp="1"/>
          </p:cNvSpPr>
          <p:nvPr>
            <p:ph type="body" idx="1"/>
          </p:nvPr>
        </p:nvSpPr>
        <p:spPr>
          <a:xfrm>
            <a:off x="3575050" y="1600200"/>
            <a:ext cx="5111750" cy="4480560"/>
          </a:xfrm>
          <a:prstGeom prst="rect">
            <a:avLst/>
          </a:prstGeom>
          <a:noFill/>
          <a:ln>
            <a:noFill/>
          </a:ln>
        </p:spPr>
        <p:txBody>
          <a:bodyPr spcFirstLastPara="1" wrap="square" lIns="91425" tIns="45700" rIns="91425" bIns="45700" anchor="t" anchorCtr="0">
            <a:normAutofit/>
          </a:bodyPr>
          <a:lstStyle>
            <a:lvl1pPr marL="457200" lvl="0" indent="-228600" algn="l">
              <a:spcBef>
                <a:spcPts val="640"/>
              </a:spcBef>
              <a:spcAft>
                <a:spcPts val="0"/>
              </a:spcAft>
              <a:buClr>
                <a:schemeClr val="dk1"/>
              </a:buClr>
              <a:buSzPts val="3200"/>
              <a:buNone/>
              <a:defRPr sz="3200"/>
            </a:lvl1pPr>
            <a:lvl2pPr marL="914400" lvl="1" indent="-406400" algn="l">
              <a:spcBef>
                <a:spcPts val="600"/>
              </a:spcBef>
              <a:spcAft>
                <a:spcPts val="0"/>
              </a:spcAft>
              <a:buSzPts val="2800"/>
              <a:buChar char="•"/>
              <a:defRPr sz="2800"/>
            </a:lvl2pPr>
            <a:lvl3pPr marL="1371600" lvl="2" indent="-381000" algn="l">
              <a:spcBef>
                <a:spcPts val="480"/>
              </a:spcBef>
              <a:spcAft>
                <a:spcPts val="0"/>
              </a:spcAft>
              <a:buSzPts val="2400"/>
              <a:buChar char="•"/>
              <a:defRPr sz="2400"/>
            </a:lvl3pPr>
            <a:lvl4pPr marL="1828800" lvl="3" indent="-355600" algn="l">
              <a:spcBef>
                <a:spcPts val="400"/>
              </a:spcBef>
              <a:spcAft>
                <a:spcPts val="0"/>
              </a:spcAft>
              <a:buSzPts val="2000"/>
              <a:buChar char="•"/>
              <a:defRPr sz="2000"/>
            </a:lvl4pPr>
            <a:lvl5pPr marL="2286000" lvl="4" indent="-355600" algn="l">
              <a:spcBef>
                <a:spcPts val="400"/>
              </a:spcBef>
              <a:spcAft>
                <a:spcPts val="0"/>
              </a:spcAft>
              <a:buSzPts val="2000"/>
              <a:buChar char="•"/>
              <a:defRPr sz="2000"/>
            </a:lvl5pPr>
            <a:lvl6pPr marL="2743200" lvl="5" indent="-355600" algn="l">
              <a:spcBef>
                <a:spcPts val="400"/>
              </a:spcBef>
              <a:spcAft>
                <a:spcPts val="0"/>
              </a:spcAft>
              <a:buSzPts val="2000"/>
              <a:buChar char="•"/>
              <a:defRPr sz="2000"/>
            </a:lvl6pPr>
            <a:lvl7pPr marL="3200400" lvl="6" indent="-355600" algn="l">
              <a:spcBef>
                <a:spcPts val="400"/>
              </a:spcBef>
              <a:spcAft>
                <a:spcPts val="0"/>
              </a:spcAft>
              <a:buSzPts val="2000"/>
              <a:buChar char="•"/>
              <a:defRPr sz="2000"/>
            </a:lvl7pPr>
            <a:lvl8pPr marL="3657600" lvl="7" indent="-355600" algn="l">
              <a:spcBef>
                <a:spcPts val="400"/>
              </a:spcBef>
              <a:spcAft>
                <a:spcPts val="0"/>
              </a:spcAft>
              <a:buSzPts val="2000"/>
              <a:buChar char="•"/>
              <a:defRPr sz="2000"/>
            </a:lvl8pPr>
            <a:lvl9pPr marL="4114800" lvl="8" indent="-355600" algn="l">
              <a:spcBef>
                <a:spcPts val="400"/>
              </a:spcBef>
              <a:spcAft>
                <a:spcPts val="0"/>
              </a:spcAft>
              <a:buSzPts val="2000"/>
              <a:buChar char="•"/>
              <a:defRPr sz="2000"/>
            </a:lvl9pPr>
          </a:lstStyle>
          <a:p>
            <a:endParaRPr/>
          </a:p>
        </p:txBody>
      </p:sp>
      <p:sp>
        <p:nvSpPr>
          <p:cNvPr id="69" name="Google Shape;69;p205"/>
          <p:cNvSpPr txBox="1">
            <a:spLocks noGrp="1"/>
          </p:cNvSpPr>
          <p:nvPr>
            <p:ph type="body" idx="2"/>
          </p:nvPr>
        </p:nvSpPr>
        <p:spPr>
          <a:xfrm>
            <a:off x="457200" y="1600200"/>
            <a:ext cx="3008313" cy="4480560"/>
          </a:xfrm>
          <a:prstGeom prst="rect">
            <a:avLst/>
          </a:prstGeom>
          <a:noFill/>
          <a:ln>
            <a:noFill/>
          </a:ln>
        </p:spPr>
        <p:txBody>
          <a:bodyPr spcFirstLastPara="1" wrap="square" lIns="91425" tIns="45700" rIns="91425" bIns="45700" anchor="t" anchorCtr="0">
            <a:normAutofit/>
          </a:bodyPr>
          <a:lstStyle>
            <a:lvl1pPr marL="457200" lvl="0" indent="-228600" algn="l">
              <a:spcBef>
                <a:spcPts val="320"/>
              </a:spcBef>
              <a:spcAft>
                <a:spcPts val="0"/>
              </a:spcAft>
              <a:buClr>
                <a:schemeClr val="dk1"/>
              </a:buClr>
              <a:buSzPts val="1600"/>
              <a:buNone/>
              <a:defRPr sz="1600"/>
            </a:lvl1pPr>
            <a:lvl2pPr marL="914400" lvl="1" indent="-228600" algn="l">
              <a:spcBef>
                <a:spcPts val="600"/>
              </a:spcBef>
              <a:spcAft>
                <a:spcPts val="0"/>
              </a:spcAft>
              <a:buSzPts val="120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None/>
              <a:defRPr sz="900"/>
            </a:lvl5pPr>
            <a:lvl6pPr marL="2743200" lvl="5" indent="-228600" algn="l">
              <a:spcBef>
                <a:spcPts val="180"/>
              </a:spcBef>
              <a:spcAft>
                <a:spcPts val="0"/>
              </a:spcAft>
              <a:buSzPts val="900"/>
              <a:buNone/>
              <a:defRPr sz="900"/>
            </a:lvl6pPr>
            <a:lvl7pPr marL="3200400" lvl="6" indent="-228600" algn="l">
              <a:spcBef>
                <a:spcPts val="180"/>
              </a:spcBef>
              <a:spcAft>
                <a:spcPts val="0"/>
              </a:spcAft>
              <a:buSzPts val="900"/>
              <a:buNone/>
              <a:defRPr sz="900"/>
            </a:lvl7pPr>
            <a:lvl8pPr marL="3657600" lvl="7" indent="-228600" algn="l">
              <a:spcBef>
                <a:spcPts val="180"/>
              </a:spcBef>
              <a:spcAft>
                <a:spcPts val="0"/>
              </a:spcAft>
              <a:buSzPts val="900"/>
              <a:buNone/>
              <a:defRPr sz="900"/>
            </a:lvl8pPr>
            <a:lvl9pPr marL="4114800" lvl="8" indent="-228600" algn="l">
              <a:spcBef>
                <a:spcPts val="180"/>
              </a:spcBef>
              <a:spcAft>
                <a:spcPts val="0"/>
              </a:spcAft>
              <a:buSzPts val="900"/>
              <a:buNone/>
              <a:defRPr sz="900"/>
            </a:lvl9pPr>
          </a:lstStyle>
          <a:p>
            <a:endParaRPr/>
          </a:p>
        </p:txBody>
      </p:sp>
      <p:sp>
        <p:nvSpPr>
          <p:cNvPr id="70" name="Google Shape;70;p205"/>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05"/>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05"/>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
        <p:nvSpPr>
          <p:cNvPr id="73" name="Google Shape;73;p205"/>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Image avec légende" type="picTx">
  <p:cSld name="PICTURE_WITH_CAPTION_TEXT">
    <p:spTree>
      <p:nvGrpSpPr>
        <p:cNvPr id="1" name="Shape 74"/>
        <p:cNvGrpSpPr/>
        <p:nvPr/>
      </p:nvGrpSpPr>
      <p:grpSpPr>
        <a:xfrm>
          <a:off x="0" y="0"/>
          <a:ext cx="0" cy="0"/>
          <a:chOff x="0" y="0"/>
          <a:chExt cx="0" cy="0"/>
        </a:xfrm>
      </p:grpSpPr>
      <p:sp>
        <p:nvSpPr>
          <p:cNvPr id="75" name="Google Shape;75;p206"/>
          <p:cNvSpPr/>
          <p:nvPr/>
        </p:nvSpPr>
        <p:spPr>
          <a:xfrm>
            <a:off x="9001124" y="4846320"/>
            <a:ext cx="142876" cy="201168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6" name="Google Shape;76;p206"/>
          <p:cNvSpPr>
            <a:spLocks noGrp="1"/>
          </p:cNvSpPr>
          <p:nvPr>
            <p:ph type="pic" idx="2"/>
          </p:nvPr>
        </p:nvSpPr>
        <p:spPr>
          <a:xfrm>
            <a:off x="-1" y="0"/>
            <a:ext cx="9000877" cy="4846320"/>
          </a:xfrm>
          <a:prstGeom prst="rect">
            <a:avLst/>
          </a:prstGeom>
          <a:solidFill>
            <a:srgbClr val="BFBFBF"/>
          </a:solidFill>
          <a:ln>
            <a:noFill/>
          </a:ln>
        </p:spPr>
      </p:sp>
      <p:sp>
        <p:nvSpPr>
          <p:cNvPr id="77" name="Google Shape;77;p206"/>
          <p:cNvSpPr txBox="1">
            <a:spLocks noGrp="1"/>
          </p:cNvSpPr>
          <p:nvPr>
            <p:ph type="body" idx="1"/>
          </p:nvPr>
        </p:nvSpPr>
        <p:spPr>
          <a:xfrm>
            <a:off x="457200" y="5715000"/>
            <a:ext cx="8153400" cy="457200"/>
          </a:xfrm>
          <a:prstGeom prst="rect">
            <a:avLst/>
          </a:prstGeom>
          <a:noFill/>
          <a:ln>
            <a:noFill/>
          </a:ln>
        </p:spPr>
        <p:txBody>
          <a:bodyPr spcFirstLastPara="1" wrap="square" lIns="91425" tIns="45700" rIns="91425" bIns="45700" anchor="t" anchorCtr="0">
            <a:normAutofit/>
          </a:bodyPr>
          <a:lstStyle>
            <a:lvl1pPr marL="457200" lvl="0" indent="-228600" algn="l">
              <a:spcBef>
                <a:spcPts val="320"/>
              </a:spcBef>
              <a:spcAft>
                <a:spcPts val="0"/>
              </a:spcAft>
              <a:buClr>
                <a:schemeClr val="dk1"/>
              </a:buClr>
              <a:buSzPts val="1600"/>
              <a:buNone/>
              <a:defRPr sz="1600"/>
            </a:lvl1pPr>
            <a:lvl2pPr marL="914400" lvl="1" indent="-228600" algn="l">
              <a:spcBef>
                <a:spcPts val="600"/>
              </a:spcBef>
              <a:spcAft>
                <a:spcPts val="0"/>
              </a:spcAft>
              <a:buSzPts val="120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None/>
              <a:defRPr sz="900"/>
            </a:lvl5pPr>
            <a:lvl6pPr marL="2743200" lvl="5" indent="-228600" algn="l">
              <a:spcBef>
                <a:spcPts val="180"/>
              </a:spcBef>
              <a:spcAft>
                <a:spcPts val="0"/>
              </a:spcAft>
              <a:buSzPts val="900"/>
              <a:buNone/>
              <a:defRPr sz="900"/>
            </a:lvl6pPr>
            <a:lvl7pPr marL="3200400" lvl="6" indent="-228600" algn="l">
              <a:spcBef>
                <a:spcPts val="180"/>
              </a:spcBef>
              <a:spcAft>
                <a:spcPts val="0"/>
              </a:spcAft>
              <a:buSzPts val="900"/>
              <a:buNone/>
              <a:defRPr sz="900"/>
            </a:lvl7pPr>
            <a:lvl8pPr marL="3657600" lvl="7" indent="-228600" algn="l">
              <a:spcBef>
                <a:spcPts val="180"/>
              </a:spcBef>
              <a:spcAft>
                <a:spcPts val="0"/>
              </a:spcAft>
              <a:buSzPts val="900"/>
              <a:buNone/>
              <a:defRPr sz="900"/>
            </a:lvl8pPr>
            <a:lvl9pPr marL="4114800" lvl="8" indent="-228600" algn="l">
              <a:spcBef>
                <a:spcPts val="180"/>
              </a:spcBef>
              <a:spcAft>
                <a:spcPts val="0"/>
              </a:spcAft>
              <a:buSzPts val="900"/>
              <a:buNone/>
              <a:defRPr sz="900"/>
            </a:lvl9pPr>
          </a:lstStyle>
          <a:p>
            <a:endParaRPr/>
          </a:p>
        </p:txBody>
      </p:sp>
      <p:sp>
        <p:nvSpPr>
          <p:cNvPr id="78" name="Google Shape;78;p206"/>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06"/>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06"/>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2400" b="1">
                <a:solidFill>
                  <a:schemeClr val="dk1"/>
                </a:solidFill>
                <a:latin typeface="Arial"/>
                <a:ea typeface="Arial"/>
                <a:cs typeface="Arial"/>
                <a:sym typeface="Arial"/>
              </a:defRPr>
            </a:lvl1pPr>
            <a:lvl2pPr marL="0" lvl="1" indent="0" algn="l">
              <a:spcBef>
                <a:spcPts val="0"/>
              </a:spcBef>
              <a:buNone/>
              <a:defRPr sz="2400" b="1">
                <a:solidFill>
                  <a:schemeClr val="dk1"/>
                </a:solidFill>
                <a:latin typeface="Arial"/>
                <a:ea typeface="Arial"/>
                <a:cs typeface="Arial"/>
                <a:sym typeface="Arial"/>
              </a:defRPr>
            </a:lvl2pPr>
            <a:lvl3pPr marL="0" lvl="2" indent="0" algn="l">
              <a:spcBef>
                <a:spcPts val="0"/>
              </a:spcBef>
              <a:buNone/>
              <a:defRPr sz="2400" b="1">
                <a:solidFill>
                  <a:schemeClr val="dk1"/>
                </a:solidFill>
                <a:latin typeface="Arial"/>
                <a:ea typeface="Arial"/>
                <a:cs typeface="Arial"/>
                <a:sym typeface="Arial"/>
              </a:defRPr>
            </a:lvl3pPr>
            <a:lvl4pPr marL="0" lvl="3" indent="0" algn="l">
              <a:spcBef>
                <a:spcPts val="0"/>
              </a:spcBef>
              <a:buNone/>
              <a:defRPr sz="2400" b="1">
                <a:solidFill>
                  <a:schemeClr val="dk1"/>
                </a:solidFill>
                <a:latin typeface="Arial"/>
                <a:ea typeface="Arial"/>
                <a:cs typeface="Arial"/>
                <a:sym typeface="Arial"/>
              </a:defRPr>
            </a:lvl4pPr>
            <a:lvl5pPr marL="0" lvl="4" indent="0" algn="l">
              <a:spcBef>
                <a:spcPts val="0"/>
              </a:spcBef>
              <a:buNone/>
              <a:defRPr sz="2400" b="1">
                <a:solidFill>
                  <a:schemeClr val="dk1"/>
                </a:solidFill>
                <a:latin typeface="Arial"/>
                <a:ea typeface="Arial"/>
                <a:cs typeface="Arial"/>
                <a:sym typeface="Arial"/>
              </a:defRPr>
            </a:lvl5pPr>
            <a:lvl6pPr marL="0" lvl="5" indent="0" algn="l">
              <a:spcBef>
                <a:spcPts val="0"/>
              </a:spcBef>
              <a:buNone/>
              <a:defRPr sz="2400" b="1">
                <a:solidFill>
                  <a:schemeClr val="dk1"/>
                </a:solidFill>
                <a:latin typeface="Arial"/>
                <a:ea typeface="Arial"/>
                <a:cs typeface="Arial"/>
                <a:sym typeface="Arial"/>
              </a:defRPr>
            </a:lvl6pPr>
            <a:lvl7pPr marL="0" lvl="6" indent="0" algn="l">
              <a:spcBef>
                <a:spcPts val="0"/>
              </a:spcBef>
              <a:buNone/>
              <a:defRPr sz="2400" b="1">
                <a:solidFill>
                  <a:schemeClr val="dk1"/>
                </a:solidFill>
                <a:latin typeface="Arial"/>
                <a:ea typeface="Arial"/>
                <a:cs typeface="Arial"/>
                <a:sym typeface="Arial"/>
              </a:defRPr>
            </a:lvl7pPr>
            <a:lvl8pPr marL="0" lvl="7" indent="0" algn="l">
              <a:spcBef>
                <a:spcPts val="0"/>
              </a:spcBef>
              <a:buNone/>
              <a:defRPr sz="2400" b="1">
                <a:solidFill>
                  <a:schemeClr val="dk1"/>
                </a:solidFill>
                <a:latin typeface="Arial"/>
                <a:ea typeface="Arial"/>
                <a:cs typeface="Arial"/>
                <a:sym typeface="Arial"/>
              </a:defRPr>
            </a:lvl8pPr>
            <a:lvl9pPr marL="0" lvl="8" indent="0" algn="l">
              <a:spcBef>
                <a:spcPts val="0"/>
              </a:spcBef>
              <a:buNone/>
              <a:defRPr sz="2400" b="1">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fr-FR"/>
              <a:t>‹N°›</a:t>
            </a:fld>
            <a:endParaRPr/>
          </a:p>
        </p:txBody>
      </p:sp>
      <p:sp>
        <p:nvSpPr>
          <p:cNvPr id="81" name="Google Shape;81;p206"/>
          <p:cNvSpPr txBox="1">
            <a:spLocks noGrp="1"/>
          </p:cNvSpPr>
          <p:nvPr>
            <p:ph type="title"/>
          </p:nvPr>
        </p:nvSpPr>
        <p:spPr>
          <a:xfrm>
            <a:off x="457200" y="4953000"/>
            <a:ext cx="8153400" cy="7620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2"/>
              </a:buClr>
              <a:buSzPts val="3200"/>
              <a:buFont typeface="Arial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206"/>
          <p:cNvSpPr/>
          <p:nvPr/>
        </p:nvSpPr>
        <p:spPr>
          <a:xfrm>
            <a:off x="9001124" y="0"/>
            <a:ext cx="142876" cy="484632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83"/>
        <p:cNvGrpSpPr/>
        <p:nvPr/>
      </p:nvGrpSpPr>
      <p:grpSpPr>
        <a:xfrm>
          <a:off x="0" y="0"/>
          <a:ext cx="0" cy="0"/>
          <a:chOff x="0" y="0"/>
          <a:chExt cx="0" cy="0"/>
        </a:xfrm>
      </p:grpSpPr>
      <p:sp>
        <p:nvSpPr>
          <p:cNvPr id="84" name="Google Shape;84;p207"/>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207"/>
          <p:cNvSpPr txBox="1">
            <a:spLocks noGrp="1"/>
          </p:cNvSpPr>
          <p:nvPr>
            <p:ph type="body" idx="1"/>
          </p:nvPr>
        </p:nvSpPr>
        <p:spPr>
          <a:xfrm rot="5400000">
            <a:off x="2080419" y="129382"/>
            <a:ext cx="4373563" cy="76200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Clr>
                <a:schemeClr val="dk1"/>
              </a:buClr>
              <a:buSzPts val="1800"/>
              <a:buNone/>
              <a:defRPr/>
            </a:lvl1pPr>
            <a:lvl2pPr marL="914400" lvl="1" indent="-342900" algn="l">
              <a:spcBef>
                <a:spcPts val="60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6" name="Google Shape;86;p207"/>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07"/>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07"/>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89"/>
        <p:cNvGrpSpPr/>
        <p:nvPr/>
      </p:nvGrpSpPr>
      <p:grpSpPr>
        <a:xfrm>
          <a:off x="0" y="0"/>
          <a:ext cx="0" cy="0"/>
          <a:chOff x="0" y="0"/>
          <a:chExt cx="0" cy="0"/>
        </a:xfrm>
      </p:grpSpPr>
      <p:sp>
        <p:nvSpPr>
          <p:cNvPr id="90" name="Google Shape;90;p20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20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Clr>
                <a:schemeClr val="dk1"/>
              </a:buClr>
              <a:buSzPts val="1800"/>
              <a:buNone/>
              <a:defRPr/>
            </a:lvl1pPr>
            <a:lvl2pPr marL="914400" lvl="1" indent="-342900" algn="l">
              <a:spcBef>
                <a:spcPts val="60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92" name="Google Shape;92;p208"/>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208"/>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08"/>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96"/>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chemeClr val="dk2"/>
              </a:buClr>
              <a:buSzPts val="3600"/>
              <a:buFont typeface="Arial Black"/>
              <a:buNone/>
              <a:defRPr sz="3600" b="0" i="0" u="none" strike="noStrike" cap="none">
                <a:solidFill>
                  <a:schemeClr val="dk2"/>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96"/>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55600" algn="l" rtl="0">
              <a:spcBef>
                <a:spcPts val="600"/>
              </a:spcBef>
              <a:spcAft>
                <a:spcPts val="0"/>
              </a:spcAft>
              <a:buClr>
                <a:schemeClr val="dk2"/>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30200"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 name="Google Shape;12;p196"/>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marR="0" lvl="0" algn="l" rtl="0">
              <a:spcBef>
                <a:spcPts val="0"/>
              </a:spcBef>
              <a:spcAft>
                <a:spcPts val="0"/>
              </a:spcAft>
              <a:buSzPts val="1400"/>
              <a:buNone/>
              <a:defRPr sz="10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96"/>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96"/>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2400" b="1" i="0" u="none" strike="noStrike" cap="none">
                <a:solidFill>
                  <a:schemeClr val="dk2"/>
                </a:solidFill>
                <a:latin typeface="Arial"/>
                <a:ea typeface="Arial"/>
                <a:cs typeface="Arial"/>
                <a:sym typeface="Arial"/>
              </a:defRPr>
            </a:lvl1pPr>
            <a:lvl2pPr marL="0" marR="0" lvl="1" indent="0" algn="l" rtl="0">
              <a:spcBef>
                <a:spcPts val="0"/>
              </a:spcBef>
              <a:buNone/>
              <a:defRPr sz="2400" b="1" i="0" u="none" strike="noStrike" cap="none">
                <a:solidFill>
                  <a:schemeClr val="dk2"/>
                </a:solidFill>
                <a:latin typeface="Arial"/>
                <a:ea typeface="Arial"/>
                <a:cs typeface="Arial"/>
                <a:sym typeface="Arial"/>
              </a:defRPr>
            </a:lvl2pPr>
            <a:lvl3pPr marL="0" marR="0" lvl="2" indent="0" algn="l" rtl="0">
              <a:spcBef>
                <a:spcPts val="0"/>
              </a:spcBef>
              <a:buNone/>
              <a:defRPr sz="2400" b="1" i="0" u="none" strike="noStrike" cap="none">
                <a:solidFill>
                  <a:schemeClr val="dk2"/>
                </a:solidFill>
                <a:latin typeface="Arial"/>
                <a:ea typeface="Arial"/>
                <a:cs typeface="Arial"/>
                <a:sym typeface="Arial"/>
              </a:defRPr>
            </a:lvl3pPr>
            <a:lvl4pPr marL="0" marR="0" lvl="3" indent="0" algn="l" rtl="0">
              <a:spcBef>
                <a:spcPts val="0"/>
              </a:spcBef>
              <a:buNone/>
              <a:defRPr sz="2400" b="1" i="0" u="none" strike="noStrike" cap="none">
                <a:solidFill>
                  <a:schemeClr val="dk2"/>
                </a:solidFill>
                <a:latin typeface="Arial"/>
                <a:ea typeface="Arial"/>
                <a:cs typeface="Arial"/>
                <a:sym typeface="Arial"/>
              </a:defRPr>
            </a:lvl4pPr>
            <a:lvl5pPr marL="0" marR="0" lvl="4" indent="0" algn="l" rtl="0">
              <a:spcBef>
                <a:spcPts val="0"/>
              </a:spcBef>
              <a:buNone/>
              <a:defRPr sz="2400" b="1" i="0" u="none" strike="noStrike" cap="none">
                <a:solidFill>
                  <a:schemeClr val="dk2"/>
                </a:solidFill>
                <a:latin typeface="Arial"/>
                <a:ea typeface="Arial"/>
                <a:cs typeface="Arial"/>
                <a:sym typeface="Arial"/>
              </a:defRPr>
            </a:lvl5pPr>
            <a:lvl6pPr marL="0" marR="0" lvl="5" indent="0" algn="l" rtl="0">
              <a:spcBef>
                <a:spcPts val="0"/>
              </a:spcBef>
              <a:buNone/>
              <a:defRPr sz="2400" b="1" i="0" u="none" strike="noStrike" cap="none">
                <a:solidFill>
                  <a:schemeClr val="dk2"/>
                </a:solidFill>
                <a:latin typeface="Arial"/>
                <a:ea typeface="Arial"/>
                <a:cs typeface="Arial"/>
                <a:sym typeface="Arial"/>
              </a:defRPr>
            </a:lvl6pPr>
            <a:lvl7pPr marL="0" marR="0" lvl="6" indent="0" algn="l" rtl="0">
              <a:spcBef>
                <a:spcPts val="0"/>
              </a:spcBef>
              <a:buNone/>
              <a:defRPr sz="2400" b="1" i="0" u="none" strike="noStrike" cap="none">
                <a:solidFill>
                  <a:schemeClr val="dk2"/>
                </a:solidFill>
                <a:latin typeface="Arial"/>
                <a:ea typeface="Arial"/>
                <a:cs typeface="Arial"/>
                <a:sym typeface="Arial"/>
              </a:defRPr>
            </a:lvl7pPr>
            <a:lvl8pPr marL="0" marR="0" lvl="7" indent="0" algn="l" rtl="0">
              <a:spcBef>
                <a:spcPts val="0"/>
              </a:spcBef>
              <a:buNone/>
              <a:defRPr sz="2400" b="1" i="0" u="none" strike="noStrike" cap="none">
                <a:solidFill>
                  <a:schemeClr val="dk2"/>
                </a:solidFill>
                <a:latin typeface="Arial"/>
                <a:ea typeface="Arial"/>
                <a:cs typeface="Arial"/>
                <a:sym typeface="Arial"/>
              </a:defRPr>
            </a:lvl8pPr>
            <a:lvl9pPr marL="0" marR="0" lvl="8" indent="0" algn="l" rtl="0">
              <a:spcBef>
                <a:spcPts val="0"/>
              </a:spcBef>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fr-FR"/>
              <a:t>‹N°›</a:t>
            </a:fld>
            <a:endParaRPr/>
          </a:p>
        </p:txBody>
      </p:sp>
      <p:sp>
        <p:nvSpPr>
          <p:cNvPr id="15" name="Google Shape;15;p196"/>
          <p:cNvSpPr/>
          <p:nvPr/>
        </p:nvSpPr>
        <p:spPr>
          <a:xfrm>
            <a:off x="9001124" y="0"/>
            <a:ext cx="142876" cy="13716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 name="Google Shape;16;p196"/>
          <p:cNvSpPr/>
          <p:nvPr/>
        </p:nvSpPr>
        <p:spPr>
          <a:xfrm>
            <a:off x="9001124" y="1371600"/>
            <a:ext cx="142876" cy="54864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8"/>
        <p:cNvGrpSpPr/>
        <p:nvPr/>
      </p:nvGrpSpPr>
      <p:grpSpPr>
        <a:xfrm>
          <a:off x="0" y="0"/>
          <a:ext cx="0" cy="0"/>
          <a:chOff x="0" y="0"/>
          <a:chExt cx="0" cy="0"/>
        </a:xfrm>
      </p:grpSpPr>
      <p:sp>
        <p:nvSpPr>
          <p:cNvPr id="99" name="Google Shape;99;p1"/>
          <p:cNvSpPr txBox="1">
            <a:spLocks noGrp="1"/>
          </p:cNvSpPr>
          <p:nvPr>
            <p:ph type="ctrTitle"/>
          </p:nvPr>
        </p:nvSpPr>
        <p:spPr>
          <a:xfrm>
            <a:off x="-1301" y="228600"/>
            <a:ext cx="9030365" cy="4571999"/>
          </a:xfrm>
          <a:prstGeom prst="rect">
            <a:avLst/>
          </a:prstGeom>
          <a:noFill/>
          <a:ln>
            <a:noFill/>
          </a:ln>
        </p:spPr>
        <p:txBody>
          <a:bodyPr spcFirstLastPara="1" wrap="square" lIns="91425" tIns="45700" rIns="91425" bIns="45700" anchor="ctr" anchorCtr="0">
            <a:noAutofit/>
          </a:bodyPr>
          <a:lstStyle/>
          <a:p>
            <a:pPr algn="ctr"/>
            <a:r>
              <a:rPr lang="fr-FR" sz="6600" dirty="0"/>
              <a:t>MODULE 3NSQL</a:t>
            </a:r>
            <a:endParaRPr lang="en-US" dirty="0"/>
          </a:p>
        </p:txBody>
      </p:sp>
      <p:sp>
        <p:nvSpPr>
          <p:cNvPr id="100" name="Google Shape;100;p1"/>
          <p:cNvSpPr txBox="1">
            <a:spLocks noGrp="1"/>
          </p:cNvSpPr>
          <p:nvPr>
            <p:ph type="subTitle" idx="1"/>
          </p:nvPr>
        </p:nvSpPr>
        <p:spPr>
          <a:xfrm>
            <a:off x="-2000" y="3198967"/>
            <a:ext cx="9147690" cy="914400"/>
          </a:xfrm>
          <a:prstGeom prst="rect">
            <a:avLst/>
          </a:prstGeom>
          <a:noFill/>
          <a:ln>
            <a:noFill/>
          </a:ln>
        </p:spPr>
        <p:txBody>
          <a:bodyPr spcFirstLastPara="1" wrap="square" lIns="91425" tIns="45700" rIns="91425" bIns="45700" anchor="t" anchorCtr="0">
            <a:noAutofit/>
          </a:bodyPr>
          <a:lstStyle/>
          <a:p>
            <a:pPr marL="0" indent="0" algn="ctr">
              <a:spcBef>
                <a:spcPts val="0"/>
              </a:spcBef>
            </a:pPr>
            <a:r>
              <a:rPr lang="fr-FR" sz="2400" dirty="0">
                <a:solidFill>
                  <a:srgbClr val="7030A0"/>
                </a:solidFill>
              </a:rPr>
              <a:t>BASES DE DONNÉES NOSQL : FONDAMENTAUX</a:t>
            </a:r>
            <a:endParaRPr lang="en-US" dirty="0"/>
          </a:p>
        </p:txBody>
      </p:sp>
    </p:spTree>
    <p:extLst>
      <p:ext uri="{BB962C8B-B14F-4D97-AF65-F5344CB8AC3E}">
        <p14:creationId xmlns:p14="http://schemas.microsoft.com/office/powerpoint/2010/main" val="2575931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
          <p:cNvSpPr txBox="1">
            <a:spLocks noGrp="1"/>
          </p:cNvSpPr>
          <p:nvPr>
            <p:ph type="title"/>
          </p:nvPr>
        </p:nvSpPr>
        <p:spPr>
          <a:xfrm>
            <a:off x="457200" y="152718"/>
            <a:ext cx="8507288" cy="1371600"/>
          </a:xfrm>
          <a:prstGeom prst="rect">
            <a:avLst/>
          </a:prstGeom>
          <a:noFill/>
          <a:ln>
            <a:noFill/>
          </a:ln>
        </p:spPr>
        <p:txBody>
          <a:bodyPr spcFirstLastPara="1" wrap="square" lIns="91425" tIns="45700" rIns="91425" bIns="45700" anchor="b" anchorCtr="0">
            <a:normAutofit/>
          </a:bodyPr>
          <a:lstStyle/>
          <a:p>
            <a:r>
              <a:rPr lang="fr-FR">
                <a:solidFill>
                  <a:srgbClr val="7030A0"/>
                </a:solidFill>
              </a:rPr>
              <a:t>QUELQUES RÉVISIONS POUR BIEN DÉMARRER LA JOURNÉE</a:t>
            </a:r>
          </a:p>
        </p:txBody>
      </p:sp>
      <p:sp>
        <p:nvSpPr>
          <p:cNvPr id="107" name="Google Shape;107;p2"/>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rmAutofit/>
          </a:bodyPr>
          <a:lstStyle/>
          <a:p>
            <a:pPr marL="342900" lvl="0" indent="-215900" algn="just" rtl="0">
              <a:spcBef>
                <a:spcPts val="0"/>
              </a:spcBef>
              <a:spcAft>
                <a:spcPts val="0"/>
              </a:spcAft>
              <a:buClr>
                <a:schemeClr val="dk1"/>
              </a:buClr>
              <a:buSzPts val="2000"/>
              <a:buFont typeface="Arial"/>
              <a:buNone/>
            </a:pPr>
            <a:endParaRPr b="0"/>
          </a:p>
          <a:p>
            <a:pPr marL="342900" indent="-342900" algn="just">
              <a:spcBef>
                <a:spcPts val="1000"/>
              </a:spcBef>
              <a:buSzPts val="2000"/>
              <a:buFont typeface="Arial"/>
              <a:buChar char="•"/>
            </a:pPr>
            <a:r>
              <a:rPr lang="fr-FR" b="0"/>
              <a:t>Qu'avez-vous retenu de la journée précédente ?</a:t>
            </a:r>
            <a:endParaRPr/>
          </a:p>
          <a:p>
            <a:pPr marL="342900" lvl="0" indent="-342900" algn="just">
              <a:spcBef>
                <a:spcPts val="1000"/>
              </a:spcBef>
              <a:spcAft>
                <a:spcPts val="0"/>
              </a:spcAft>
              <a:buClr>
                <a:schemeClr val="dk1"/>
              </a:buClr>
              <a:buSzPts val="2000"/>
              <a:buChar char="•"/>
            </a:pPr>
            <a:endParaRPr lang="fr-FR" b="0"/>
          </a:p>
          <a:p>
            <a:pPr marL="342900" indent="-342900" algn="just">
              <a:spcBef>
                <a:spcPts val="1000"/>
              </a:spcBef>
              <a:buSzPts val="2000"/>
              <a:buChar char="•"/>
            </a:pPr>
            <a:r>
              <a:rPr lang="fr-FR" b="0"/>
              <a:t>Avez-vous des remarques ou des questions ?</a:t>
            </a:r>
          </a:p>
          <a:p>
            <a:pPr marL="342900" indent="-342900" algn="just">
              <a:spcBef>
                <a:spcPts val="1000"/>
              </a:spcBef>
              <a:buSzPts val="2000"/>
              <a:buChar char="•"/>
            </a:pPr>
            <a:endParaRPr lang="fr-FR" b="0"/>
          </a:p>
          <a:p>
            <a:pPr marL="342900" indent="-342900" algn="just">
              <a:spcBef>
                <a:spcPts val="1000"/>
              </a:spcBef>
              <a:buSzPts val="2000"/>
              <a:buChar char="•"/>
            </a:pPr>
            <a:r>
              <a:rPr lang="fr-FR" b="0"/>
              <a:t>Révisons rapidement les notions abordées... </a:t>
            </a:r>
          </a:p>
          <a:p>
            <a:pPr marL="0" indent="0" algn="just">
              <a:spcBef>
                <a:spcPts val="1000"/>
              </a:spcBef>
              <a:buSzPts val="2000"/>
            </a:pPr>
            <a:endParaRPr lang="en-US"/>
          </a:p>
        </p:txBody>
      </p:sp>
      <p:pic>
        <p:nvPicPr>
          <p:cNvPr id="108" name="Google Shape;108;p2"/>
          <p:cNvPicPr preferRelativeResize="0"/>
          <p:nvPr/>
        </p:nvPicPr>
        <p:blipFill>
          <a:blip r:embed="rId3">
            <a:alphaModFix/>
          </a:blip>
          <a:stretch>
            <a:fillRect/>
          </a:stretch>
        </p:blipFill>
        <p:spPr>
          <a:xfrm>
            <a:off x="4971700" y="4287164"/>
            <a:ext cx="3992800" cy="2517061"/>
          </a:xfrm>
          <a:prstGeom prst="rect">
            <a:avLst/>
          </a:prstGeom>
          <a:noFill/>
          <a:ln>
            <a:noFill/>
          </a:ln>
        </p:spPr>
      </p:pic>
    </p:spTree>
    <p:extLst>
      <p:ext uri="{BB962C8B-B14F-4D97-AF65-F5344CB8AC3E}">
        <p14:creationId xmlns:p14="http://schemas.microsoft.com/office/powerpoint/2010/main" val="1632397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
          <p:cNvSpPr txBox="1">
            <a:spLocks noGrp="1"/>
          </p:cNvSpPr>
          <p:nvPr>
            <p:ph type="title"/>
          </p:nvPr>
        </p:nvSpPr>
        <p:spPr>
          <a:xfrm>
            <a:off x="457200" y="152718"/>
            <a:ext cx="8507288" cy="1371600"/>
          </a:xfrm>
          <a:prstGeom prst="rect">
            <a:avLst/>
          </a:prstGeom>
          <a:noFill/>
          <a:ln>
            <a:noFill/>
          </a:ln>
        </p:spPr>
        <p:txBody>
          <a:bodyPr spcFirstLastPara="1" wrap="square" lIns="91425" tIns="45700" rIns="91425" bIns="45700" anchor="b" anchorCtr="0">
            <a:normAutofit/>
          </a:bodyPr>
          <a:lstStyle/>
          <a:p>
            <a:r>
              <a:rPr lang="fr-FR">
                <a:solidFill>
                  <a:srgbClr val="7030A0"/>
                </a:solidFill>
              </a:rPr>
              <a:t>QUIZ </a:t>
            </a:r>
            <a:r>
              <a:rPr lang="fr-FR" err="1">
                <a:solidFill>
                  <a:srgbClr val="7030A0"/>
                </a:solidFill>
              </a:rPr>
              <a:t>NOTÉ</a:t>
            </a:r>
            <a:endParaRPr lang="en-US"/>
          </a:p>
        </p:txBody>
      </p:sp>
      <p:sp>
        <p:nvSpPr>
          <p:cNvPr id="107" name="Google Shape;107;p2"/>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rmAutofit/>
          </a:bodyPr>
          <a:lstStyle/>
          <a:p>
            <a:pPr marL="342900" lvl="0" indent="-215900" algn="just" rtl="0">
              <a:spcBef>
                <a:spcPts val="0"/>
              </a:spcBef>
              <a:spcAft>
                <a:spcPts val="0"/>
              </a:spcAft>
              <a:buClr>
                <a:schemeClr val="dk1"/>
              </a:buClr>
              <a:buSzPts val="2000"/>
              <a:buFont typeface="Arial"/>
              <a:buNone/>
            </a:pPr>
            <a:endParaRPr b="0"/>
          </a:p>
          <a:p>
            <a:pPr marL="342900" indent="-342900" algn="just">
              <a:spcBef>
                <a:spcPts val="1000"/>
              </a:spcBef>
              <a:buSzPts val="2000"/>
              <a:buFont typeface="Arial"/>
              <a:buChar char="•"/>
            </a:pPr>
            <a:r>
              <a:rPr lang="fr-FR" b="0" dirty="0"/>
              <a:t>Rendez-vous sur Moodle pour répondre aux questions notées.</a:t>
            </a:r>
            <a:endParaRPr lang="fr-FR" dirty="0"/>
          </a:p>
          <a:p>
            <a:pPr marL="342900" indent="-342900" algn="just">
              <a:spcBef>
                <a:spcPts val="1000"/>
              </a:spcBef>
              <a:buSzPts val="2000"/>
              <a:buChar char="•"/>
            </a:pPr>
            <a:r>
              <a:rPr lang="fr-FR" b="0" dirty="0"/>
              <a:t>Vous avez 15 minutes.</a:t>
            </a:r>
          </a:p>
          <a:p>
            <a:pPr marL="342900" indent="-342900" algn="just">
              <a:spcBef>
                <a:spcPts val="1000"/>
              </a:spcBef>
              <a:buSzPts val="2000"/>
              <a:buChar char="•"/>
            </a:pPr>
            <a:r>
              <a:rPr lang="fr-FR" b="0" dirty="0"/>
              <a:t>Puis votre formateur fera une correction pour chaque question.</a:t>
            </a:r>
          </a:p>
          <a:p>
            <a:pPr marL="342900" indent="-342900" algn="just">
              <a:spcBef>
                <a:spcPts val="1000"/>
              </a:spcBef>
              <a:buSzPts val="2000"/>
              <a:buChar char="•"/>
            </a:pPr>
            <a:endParaRPr lang="fr-FR"/>
          </a:p>
          <a:p>
            <a:pPr marL="342900" indent="-342900" algn="just">
              <a:spcBef>
                <a:spcPts val="1000"/>
              </a:spcBef>
              <a:buSzPts val="2000"/>
              <a:buChar char="•"/>
            </a:pPr>
            <a:r>
              <a:rPr lang="fr-FR" dirty="0"/>
              <a:t>Attention : après avoir validé une question, vous ne pouvez pas revenir en arrière.</a:t>
            </a:r>
          </a:p>
          <a:p>
            <a:pPr marL="0" indent="0" algn="just">
              <a:spcBef>
                <a:spcPts val="1000"/>
              </a:spcBef>
              <a:buSzPts val="2000"/>
            </a:pPr>
            <a:endParaRPr lang="en-US"/>
          </a:p>
        </p:txBody>
      </p:sp>
      <p:pic>
        <p:nvPicPr>
          <p:cNvPr id="3" name="Picture 3">
            <a:extLst>
              <a:ext uri="{FF2B5EF4-FFF2-40B4-BE49-F238E27FC236}">
                <a16:creationId xmlns:a16="http://schemas.microsoft.com/office/drawing/2014/main" id="{A6A1708E-1727-7484-F108-60697C6C55CC}"/>
              </a:ext>
            </a:extLst>
          </p:cNvPr>
          <p:cNvPicPr>
            <a:picLocks noChangeAspect="1"/>
          </p:cNvPicPr>
          <p:nvPr/>
        </p:nvPicPr>
        <p:blipFill>
          <a:blip r:embed="rId3"/>
          <a:stretch>
            <a:fillRect/>
          </a:stretch>
        </p:blipFill>
        <p:spPr>
          <a:xfrm>
            <a:off x="5224463" y="4493963"/>
            <a:ext cx="3636169" cy="2453980"/>
          </a:xfrm>
          <a:prstGeom prst="rect">
            <a:avLst/>
          </a:prstGeom>
        </p:spPr>
      </p:pic>
    </p:spTree>
    <p:extLst>
      <p:ext uri="{BB962C8B-B14F-4D97-AF65-F5344CB8AC3E}">
        <p14:creationId xmlns:p14="http://schemas.microsoft.com/office/powerpoint/2010/main" val="3286804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
          <p:cNvSpPr txBox="1">
            <a:spLocks noGrp="1"/>
          </p:cNvSpPr>
          <p:nvPr>
            <p:ph type="title"/>
          </p:nvPr>
        </p:nvSpPr>
        <p:spPr>
          <a:xfrm>
            <a:off x="219075" y="81281"/>
            <a:ext cx="8507288" cy="919163"/>
          </a:xfrm>
          <a:prstGeom prst="rect">
            <a:avLst/>
          </a:prstGeom>
          <a:noFill/>
          <a:ln>
            <a:noFill/>
          </a:ln>
        </p:spPr>
        <p:txBody>
          <a:bodyPr spcFirstLastPara="1" wrap="square" lIns="91425" tIns="45700" rIns="91425" bIns="45700" anchor="b" anchorCtr="0">
            <a:normAutofit/>
          </a:bodyPr>
          <a:lstStyle/>
          <a:p>
            <a:r>
              <a:rPr lang="fr-FR">
                <a:solidFill>
                  <a:srgbClr val="7030A0"/>
                </a:solidFill>
              </a:rPr>
              <a:t>PROGRAMME DE LA </a:t>
            </a:r>
            <a:r>
              <a:rPr lang="fr-FR" err="1">
                <a:solidFill>
                  <a:srgbClr val="7030A0"/>
                </a:solidFill>
              </a:rPr>
              <a:t>JOURNÉE</a:t>
            </a:r>
            <a:endParaRPr lang="fr-FR">
              <a:solidFill>
                <a:srgbClr val="7030A0"/>
              </a:solidFill>
            </a:endParaRPr>
          </a:p>
        </p:txBody>
      </p:sp>
      <p:sp>
        <p:nvSpPr>
          <p:cNvPr id="107" name="Google Shape;107;p2"/>
          <p:cNvSpPr txBox="1">
            <a:spLocks noGrp="1"/>
          </p:cNvSpPr>
          <p:nvPr>
            <p:ph type="body" idx="1"/>
          </p:nvPr>
        </p:nvSpPr>
        <p:spPr>
          <a:xfrm>
            <a:off x="290513" y="1169194"/>
            <a:ext cx="7346156" cy="5516562"/>
          </a:xfrm>
          <a:prstGeom prst="rect">
            <a:avLst/>
          </a:prstGeom>
          <a:noFill/>
          <a:ln>
            <a:noFill/>
          </a:ln>
        </p:spPr>
        <p:txBody>
          <a:bodyPr spcFirstLastPara="1" wrap="square" lIns="91425" tIns="45700" rIns="91425" bIns="45700" anchor="t" anchorCtr="0">
            <a:normAutofit/>
          </a:bodyPr>
          <a:lstStyle/>
          <a:p>
            <a:pPr marL="342900" lvl="0" indent="-215900" algn="just" rtl="0">
              <a:spcBef>
                <a:spcPts val="0"/>
              </a:spcBef>
              <a:spcAft>
                <a:spcPts val="0"/>
              </a:spcAft>
              <a:buClr>
                <a:schemeClr val="dk1"/>
              </a:buClr>
              <a:buSzPts val="2000"/>
              <a:buFont typeface="Arial"/>
              <a:buNone/>
            </a:pPr>
            <a:endParaRPr b="0"/>
          </a:p>
          <a:p>
            <a:pPr marL="342900" indent="-342900" algn="just">
              <a:spcBef>
                <a:spcPts val="1000"/>
              </a:spcBef>
              <a:buSzPts val="2000"/>
              <a:buFont typeface="Arial,Sans-Serif"/>
              <a:buChar char="•"/>
            </a:pPr>
            <a:r>
              <a:rPr lang="fr-FR" b="0" dirty="0"/>
              <a:t>Vous n'avez pas terminé les exercices de la journée précédente ? Finalisez-les avant de poursuivre.</a:t>
            </a:r>
            <a:endParaRPr lang="en-US" b="0"/>
          </a:p>
          <a:p>
            <a:pPr marL="342900" indent="-342900" algn="just">
              <a:spcBef>
                <a:spcPts val="1000"/>
              </a:spcBef>
              <a:buSzPts val="2000"/>
              <a:buFont typeface="Arial"/>
              <a:buChar char="•"/>
            </a:pPr>
            <a:endParaRPr lang="fr-FR" b="0" dirty="0"/>
          </a:p>
          <a:p>
            <a:pPr marL="342900" indent="-342900" algn="just">
              <a:spcBef>
                <a:spcPts val="1000"/>
              </a:spcBef>
              <a:buSzPts val="2000"/>
              <a:buFont typeface="Arial"/>
              <a:buChar char="•"/>
            </a:pPr>
            <a:r>
              <a:rPr lang="fr-FR" b="0" dirty="0"/>
              <a:t>Poursuivre l'utilisation de MongoDB : les agrégations, les utilisateurs et rôles, les GUI, </a:t>
            </a:r>
            <a:r>
              <a:rPr lang="fr-FR" b="0" dirty="0" err="1"/>
              <a:t>sharding</a:t>
            </a:r>
            <a:r>
              <a:rPr lang="fr-FR" b="0" dirty="0"/>
              <a:t> et réplication</a:t>
            </a:r>
            <a:endParaRPr lang="fr-FR" dirty="0"/>
          </a:p>
          <a:p>
            <a:pPr marL="342900" indent="-342900" algn="just">
              <a:spcBef>
                <a:spcPts val="1000"/>
              </a:spcBef>
              <a:buSzPts val="2000"/>
              <a:buChar char="•"/>
            </a:pPr>
            <a:endParaRPr lang="fr-FR" b="0" dirty="0"/>
          </a:p>
          <a:p>
            <a:pPr marL="0" indent="0" algn="just">
              <a:spcBef>
                <a:spcPts val="1000"/>
              </a:spcBef>
              <a:buSzPts val="2000"/>
            </a:pPr>
            <a:endParaRPr lang="fr-FR" b="0" dirty="0"/>
          </a:p>
          <a:p>
            <a:pPr marL="342900" indent="-342900" algn="just">
              <a:spcBef>
                <a:spcPts val="1000"/>
              </a:spcBef>
              <a:buSzPts val="2000"/>
              <a:buChar char="•"/>
            </a:pPr>
            <a:endParaRPr lang="fr-FR" b="0" dirty="0"/>
          </a:p>
          <a:p>
            <a:pPr marL="0" indent="0" algn="just">
              <a:spcBef>
                <a:spcPts val="1000"/>
              </a:spcBef>
              <a:buSzPts val="2000"/>
            </a:pPr>
            <a:endParaRPr lang="en-US"/>
          </a:p>
        </p:txBody>
      </p:sp>
      <p:pic>
        <p:nvPicPr>
          <p:cNvPr id="2" name="Picture 2">
            <a:extLst>
              <a:ext uri="{FF2B5EF4-FFF2-40B4-BE49-F238E27FC236}">
                <a16:creationId xmlns:a16="http://schemas.microsoft.com/office/drawing/2014/main" id="{EB14F722-1DFB-776F-2850-2BC69A38FD94}"/>
              </a:ext>
            </a:extLst>
          </p:cNvPr>
          <p:cNvPicPr>
            <a:picLocks noChangeAspect="1"/>
          </p:cNvPicPr>
          <p:nvPr/>
        </p:nvPicPr>
        <p:blipFill>
          <a:blip r:embed="rId3"/>
          <a:stretch>
            <a:fillRect/>
          </a:stretch>
        </p:blipFill>
        <p:spPr>
          <a:xfrm>
            <a:off x="7503318" y="5026817"/>
            <a:ext cx="1745458" cy="1745458"/>
          </a:xfrm>
          <a:prstGeom prst="rect">
            <a:avLst/>
          </a:prstGeom>
        </p:spPr>
      </p:pic>
    </p:spTree>
    <p:extLst>
      <p:ext uri="{BB962C8B-B14F-4D97-AF65-F5344CB8AC3E}">
        <p14:creationId xmlns:p14="http://schemas.microsoft.com/office/powerpoint/2010/main" val="3396329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7"/>
          <p:cNvSpPr txBox="1">
            <a:spLocks noGrp="1"/>
          </p:cNvSpPr>
          <p:nvPr>
            <p:ph type="ctrTitle"/>
          </p:nvPr>
        </p:nvSpPr>
        <p:spPr>
          <a:xfrm>
            <a:off x="457200" y="228600"/>
            <a:ext cx="7772400" cy="4571999"/>
          </a:xfrm>
          <a:prstGeom prst="rect">
            <a:avLst/>
          </a:prstGeom>
          <a:noFill/>
          <a:ln>
            <a:noFill/>
          </a:ln>
        </p:spPr>
        <p:txBody>
          <a:bodyPr spcFirstLastPara="1" wrap="square" lIns="91425" tIns="45700" rIns="91425" bIns="45700" anchor="ctr" anchorCtr="0">
            <a:noAutofit/>
          </a:bodyPr>
          <a:lstStyle/>
          <a:p>
            <a:r>
              <a:rPr lang="fr-FR" sz="7200" dirty="0">
                <a:solidFill>
                  <a:srgbClr val="7030A0"/>
                </a:solidFill>
              </a:rPr>
              <a:t>JOUR 3</a:t>
            </a:r>
            <a:endParaRPr lang="en-US" dirty="0">
              <a:solidFill>
                <a:srgbClr val="7030A0"/>
              </a:solidFill>
            </a:endParaRPr>
          </a:p>
        </p:txBody>
      </p:sp>
      <p:sp>
        <p:nvSpPr>
          <p:cNvPr id="140" name="Google Shape;140;p7"/>
          <p:cNvSpPr txBox="1">
            <a:spLocks noGrp="1"/>
          </p:cNvSpPr>
          <p:nvPr>
            <p:ph type="subTitle" idx="1"/>
          </p:nvPr>
        </p:nvSpPr>
        <p:spPr>
          <a:xfrm>
            <a:off x="521240" y="2959640"/>
            <a:ext cx="6858000" cy="914400"/>
          </a:xfrm>
          <a:prstGeom prst="rect">
            <a:avLst/>
          </a:prstGeom>
          <a:noFill/>
          <a:ln>
            <a:noFill/>
          </a:ln>
        </p:spPr>
        <p:txBody>
          <a:bodyPr spcFirstLastPara="1" wrap="square" lIns="91425" tIns="45700" rIns="91425" bIns="45700" anchor="t" anchorCtr="0">
            <a:normAutofit lnSpcReduction="10000"/>
          </a:bodyPr>
          <a:lstStyle/>
          <a:p>
            <a:pPr marL="0" indent="0">
              <a:spcBef>
                <a:spcPts val="0"/>
              </a:spcBef>
            </a:pPr>
            <a:r>
              <a:rPr lang="fr-FR" sz="2800" dirty="0">
                <a:solidFill>
                  <a:srgbClr val="002060"/>
                </a:solidFill>
              </a:rPr>
              <a:t>NOSQL – ORIENTÉ DOCUMENT</a:t>
            </a:r>
          </a:p>
          <a:p>
            <a:pPr marL="0" indent="0">
              <a:spcBef>
                <a:spcPts val="0"/>
              </a:spcBef>
            </a:pPr>
            <a:r>
              <a:rPr lang="fr-FR" sz="2800" dirty="0">
                <a:solidFill>
                  <a:srgbClr val="002060"/>
                </a:solidFill>
              </a:rPr>
              <a:t>MONGODB</a:t>
            </a:r>
          </a:p>
          <a:p>
            <a:pPr marL="0" indent="0">
              <a:spcBef>
                <a:spcPts val="0"/>
              </a:spcBef>
            </a:pPr>
            <a:endParaRPr lang="fr-FR" sz="2800" dirty="0">
              <a:solidFill>
                <a:srgbClr val="002060"/>
              </a:solidFill>
            </a:endParaRPr>
          </a:p>
        </p:txBody>
      </p:sp>
    </p:spTree>
    <p:extLst>
      <p:ext uri="{BB962C8B-B14F-4D97-AF65-F5344CB8AC3E}">
        <p14:creationId xmlns:p14="http://schemas.microsoft.com/office/powerpoint/2010/main" val="1753943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16"/>
          <p:cNvSpPr txBox="1">
            <a:spLocks noGrp="1"/>
          </p:cNvSpPr>
          <p:nvPr>
            <p:ph type="ctrTitle"/>
          </p:nvPr>
        </p:nvSpPr>
        <p:spPr>
          <a:xfrm>
            <a:off x="457200" y="228600"/>
            <a:ext cx="7772400" cy="457199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7200"/>
              <a:buFont typeface="Arial Black"/>
              <a:buNone/>
            </a:pPr>
            <a:r>
              <a:rPr lang="fr-FR" sz="7200"/>
              <a:t>MONGO DB</a:t>
            </a:r>
            <a:endParaRPr sz="7200"/>
          </a:p>
        </p:txBody>
      </p:sp>
      <p:sp>
        <p:nvSpPr>
          <p:cNvPr id="879" name="Google Shape;879;p116"/>
          <p:cNvSpPr txBox="1">
            <a:spLocks noGrp="1"/>
          </p:cNvSpPr>
          <p:nvPr>
            <p:ph type="subTitle" idx="1"/>
          </p:nvPr>
        </p:nvSpPr>
        <p:spPr>
          <a:xfrm>
            <a:off x="588695" y="2939432"/>
            <a:ext cx="6858000" cy="91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2"/>
              </a:buClr>
              <a:buSzPts val="2800"/>
              <a:buNone/>
            </a:pPr>
            <a:r>
              <a:rPr lang="fr-FR" sz="2800" dirty="0">
                <a:solidFill>
                  <a:srgbClr val="7030A0"/>
                </a:solidFill>
              </a:rPr>
              <a:t>LES AGRÉGATIONS</a:t>
            </a:r>
            <a:endParaRPr lang="fr-FR" dirty="0">
              <a:solidFill>
                <a:srgbClr val="7030A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p117"/>
          <p:cNvSpPr txBox="1">
            <a:spLocks noGrp="1"/>
          </p:cNvSpPr>
          <p:nvPr>
            <p:ph type="body" idx="1"/>
          </p:nvPr>
        </p:nvSpPr>
        <p:spPr>
          <a:xfrm>
            <a:off x="395536" y="1519237"/>
            <a:ext cx="8003232" cy="4988768"/>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2"/>
              </a:buClr>
              <a:buSzPct val="100000"/>
              <a:buFont typeface="Arial"/>
              <a:buChar char="•"/>
            </a:pPr>
            <a:r>
              <a:rPr lang="fr-FR" sz="2400" b="0" err="1">
                <a:solidFill>
                  <a:srgbClr val="7030A0"/>
                </a:solidFill>
                <a:latin typeface="Consolas"/>
                <a:ea typeface="Consolas"/>
                <a:cs typeface="Consolas"/>
                <a:sym typeface="Consolas"/>
              </a:rPr>
              <a:t>db.collectionName.aggregate</a:t>
            </a:r>
            <a:r>
              <a:rPr lang="fr-FR" sz="2400" b="0" dirty="0">
                <a:solidFill>
                  <a:srgbClr val="7030A0"/>
                </a:solidFill>
                <a:latin typeface="Consolas"/>
                <a:ea typeface="Consolas"/>
                <a:cs typeface="Consolas"/>
                <a:sym typeface="Consolas"/>
              </a:rPr>
              <a:t>(pipeline, options):</a:t>
            </a:r>
            <a:r>
              <a:rPr lang="fr-FR" sz="2400" b="0" dirty="0">
                <a:solidFill>
                  <a:schemeClr val="dk2"/>
                </a:solidFill>
                <a:latin typeface="Consolas"/>
                <a:ea typeface="Consolas"/>
                <a:cs typeface="Consolas"/>
                <a:sym typeface="Consolas"/>
              </a:rPr>
              <a:t> </a:t>
            </a:r>
            <a:r>
              <a:rPr lang="fr-FR" sz="2400" b="0" dirty="0"/>
              <a:t>syntaxe de base pour faire des agrégations de données.</a:t>
            </a:r>
            <a:br>
              <a:rPr lang="fr-FR" sz="2400" b="0" dirty="0"/>
            </a:br>
            <a:endParaRPr sz="2400" b="0"/>
          </a:p>
          <a:p>
            <a:pPr marL="342900" lvl="0" indent="-201930" algn="l" rtl="0">
              <a:spcBef>
                <a:spcPts val="1044"/>
              </a:spcBef>
              <a:spcAft>
                <a:spcPts val="0"/>
              </a:spcAft>
              <a:buClr>
                <a:schemeClr val="dk1"/>
              </a:buClr>
              <a:buSzPct val="100000"/>
              <a:buFont typeface="Arial"/>
              <a:buNone/>
            </a:pPr>
            <a:endParaRPr sz="2400" b="0"/>
          </a:p>
          <a:p>
            <a:pPr marL="342900" lvl="0" indent="-201930" algn="l" rtl="0">
              <a:spcBef>
                <a:spcPts val="1044"/>
              </a:spcBef>
              <a:spcAft>
                <a:spcPts val="0"/>
              </a:spcAft>
              <a:buClr>
                <a:schemeClr val="dk1"/>
              </a:buClr>
              <a:buSzPct val="100000"/>
              <a:buFont typeface="Arial"/>
              <a:buNone/>
            </a:pPr>
            <a:endParaRPr sz="2400" b="0"/>
          </a:p>
          <a:p>
            <a:pPr marL="342900" lvl="0" indent="-225425" algn="l" rtl="0">
              <a:spcBef>
                <a:spcPts val="970"/>
              </a:spcBef>
              <a:spcAft>
                <a:spcPts val="0"/>
              </a:spcAft>
              <a:buClr>
                <a:schemeClr val="dk1"/>
              </a:buClr>
              <a:buSzPct val="100000"/>
              <a:buFont typeface="Arial"/>
              <a:buNone/>
            </a:pPr>
            <a:endParaRPr b="0"/>
          </a:p>
          <a:p>
            <a:pPr marL="342900" lvl="0" indent="-225425" algn="l" rtl="0">
              <a:spcBef>
                <a:spcPts val="970"/>
              </a:spcBef>
              <a:spcAft>
                <a:spcPts val="0"/>
              </a:spcAft>
              <a:buClr>
                <a:schemeClr val="dk1"/>
              </a:buClr>
              <a:buSzPct val="100000"/>
              <a:buFont typeface="Arial"/>
              <a:buNone/>
            </a:pPr>
            <a:endParaRPr b="0"/>
          </a:p>
          <a:p>
            <a:pPr marL="342900" lvl="0" indent="-342900" algn="l" rtl="0">
              <a:spcBef>
                <a:spcPts val="970"/>
              </a:spcBef>
              <a:spcAft>
                <a:spcPts val="0"/>
              </a:spcAft>
              <a:buClr>
                <a:schemeClr val="dk1"/>
              </a:buClr>
              <a:buSzPct val="100000"/>
              <a:buFont typeface="Arial"/>
              <a:buChar char="•"/>
            </a:pPr>
            <a:r>
              <a:rPr lang="fr-FR" dirty="0"/>
              <a:t>$match : </a:t>
            </a:r>
            <a:r>
              <a:rPr lang="fr-FR" b="0" dirty="0"/>
              <a:t>filtrer les documents (selon la condition souhaitée)</a:t>
            </a:r>
            <a:endParaRPr dirty="0"/>
          </a:p>
          <a:p>
            <a:pPr marL="342900" lvl="0" indent="-342900" algn="l" rtl="0">
              <a:spcBef>
                <a:spcPts val="970"/>
              </a:spcBef>
              <a:spcAft>
                <a:spcPts val="0"/>
              </a:spcAft>
              <a:buClr>
                <a:schemeClr val="dk1"/>
              </a:buClr>
              <a:buSzPct val="100000"/>
              <a:buFont typeface="Arial"/>
              <a:buChar char="•"/>
            </a:pPr>
            <a:r>
              <a:rPr lang="fr-FR" dirty="0"/>
              <a:t>$group : </a:t>
            </a:r>
            <a:r>
              <a:rPr lang="fr-FR" b="0" dirty="0"/>
              <a:t>appliquer les opérations d'agrégations (transformations successives sur les données))</a:t>
            </a:r>
            <a:endParaRPr dirty="0"/>
          </a:p>
          <a:p>
            <a:pPr marL="342900" lvl="0" indent="-342900" algn="l" rtl="0">
              <a:spcBef>
                <a:spcPts val="970"/>
              </a:spcBef>
              <a:spcAft>
                <a:spcPts val="0"/>
              </a:spcAft>
              <a:buClr>
                <a:schemeClr val="dk1"/>
              </a:buClr>
              <a:buSzPct val="100000"/>
              <a:buFont typeface="Arial"/>
              <a:buChar char="•"/>
            </a:pPr>
            <a:r>
              <a:rPr lang="fr-FR" dirty="0"/>
              <a:t>$sort: </a:t>
            </a:r>
            <a:r>
              <a:rPr lang="fr-FR" b="0" dirty="0"/>
              <a:t>trier le résultat en sortie</a:t>
            </a:r>
            <a:endParaRPr dirty="0"/>
          </a:p>
          <a:p>
            <a:pPr marL="342900" lvl="0" indent="-342900" algn="l" rtl="0">
              <a:spcBef>
                <a:spcPts val="970"/>
              </a:spcBef>
              <a:spcAft>
                <a:spcPts val="0"/>
              </a:spcAft>
              <a:buClr>
                <a:schemeClr val="dk1"/>
              </a:buClr>
              <a:buSzPct val="100000"/>
              <a:buFont typeface="Arial"/>
              <a:buChar char="•"/>
            </a:pPr>
            <a:r>
              <a:rPr lang="fr-FR" b="0" dirty="0"/>
              <a:t>{ </a:t>
            </a:r>
            <a:r>
              <a:rPr lang="fr-FR" dirty="0" err="1"/>
              <a:t>allowDiskUse</a:t>
            </a:r>
            <a:r>
              <a:rPr lang="fr-FR" dirty="0"/>
              <a:t> : </a:t>
            </a:r>
            <a:r>
              <a:rPr lang="fr-FR" dirty="0" err="1"/>
              <a:t>true</a:t>
            </a:r>
            <a:r>
              <a:rPr lang="fr-FR" dirty="0"/>
              <a:t> </a:t>
            </a:r>
            <a:r>
              <a:rPr lang="fr-FR" b="0" dirty="0"/>
              <a:t>} : permet l'écriture sur disque quand la mémoire vive n'est plus suffisante pour traiter le pipeline</a:t>
            </a:r>
            <a:endParaRPr dirty="0"/>
          </a:p>
        </p:txBody>
      </p:sp>
      <p:pic>
        <p:nvPicPr>
          <p:cNvPr id="885" name="Google Shape;885;p117"/>
          <p:cNvPicPr preferRelativeResize="0"/>
          <p:nvPr/>
        </p:nvPicPr>
        <p:blipFill rotWithShape="1">
          <a:blip r:embed="rId3">
            <a:alphaModFix/>
          </a:blip>
          <a:srcRect/>
          <a:stretch/>
        </p:blipFill>
        <p:spPr>
          <a:xfrm>
            <a:off x="1098376" y="2276872"/>
            <a:ext cx="5993904" cy="1873095"/>
          </a:xfrm>
          <a:prstGeom prst="rect">
            <a:avLst/>
          </a:prstGeom>
          <a:noFill/>
          <a:ln>
            <a:noFill/>
          </a:ln>
        </p:spPr>
      </p:pic>
      <p:sp>
        <p:nvSpPr>
          <p:cNvPr id="886" name="Google Shape;886;p117"/>
          <p:cNvSpPr txBox="1">
            <a:spLocks noGrp="1"/>
          </p:cNvSpPr>
          <p:nvPr>
            <p:ph type="title"/>
          </p:nvPr>
        </p:nvSpPr>
        <p:spPr>
          <a:xfrm>
            <a:off x="173979" y="132487"/>
            <a:ext cx="8435280" cy="744468"/>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2800"/>
              <a:buFont typeface="Arial Black"/>
              <a:buNone/>
            </a:pPr>
            <a:r>
              <a:rPr lang="fr-FR" sz="2800" dirty="0">
                <a:solidFill>
                  <a:srgbClr val="7030A0"/>
                </a:solidFill>
              </a:rPr>
              <a:t>MONGODB: </a:t>
            </a:r>
            <a:r>
              <a:rPr lang="fr-FR" sz="2800" dirty="0">
                <a:solidFill>
                  <a:schemeClr val="dk1"/>
                </a:solidFill>
              </a:rPr>
              <a:t>LES AGRÉGATIONS</a:t>
            </a:r>
            <a:endParaRPr dirty="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p118"/>
          <p:cNvSpPr txBox="1">
            <a:spLocks noGrp="1"/>
          </p:cNvSpPr>
          <p:nvPr>
            <p:ph type="title"/>
          </p:nvPr>
        </p:nvSpPr>
        <p:spPr>
          <a:xfrm>
            <a:off x="457200" y="365130"/>
            <a:ext cx="7450067" cy="635828"/>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accent5"/>
              </a:buClr>
              <a:buSzPct val="100000"/>
              <a:buFont typeface="Arial Black"/>
              <a:buNone/>
            </a:pPr>
            <a:r>
              <a:rPr lang="fr-FR" dirty="0">
                <a:solidFill>
                  <a:srgbClr val="7030A0"/>
                </a:solidFill>
              </a:rPr>
              <a:t>EXERCICE - AGRÉGATIONS</a:t>
            </a:r>
            <a:endParaRPr dirty="0">
              <a:solidFill>
                <a:srgbClr val="7030A0"/>
              </a:solidFill>
            </a:endParaRPr>
          </a:p>
        </p:txBody>
      </p:sp>
      <p:sp>
        <p:nvSpPr>
          <p:cNvPr id="893" name="Google Shape;893;p118"/>
          <p:cNvSpPr txBox="1">
            <a:spLocks noGrp="1"/>
          </p:cNvSpPr>
          <p:nvPr>
            <p:ph type="body" idx="1"/>
          </p:nvPr>
        </p:nvSpPr>
        <p:spPr>
          <a:xfrm>
            <a:off x="457200" y="999653"/>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None/>
            </a:pPr>
            <a:r>
              <a:rPr lang="fr-FR" sz="1200" dirty="0"/>
              <a:t>Durée : 1H.</a:t>
            </a:r>
            <a:endParaRPr dirty="0"/>
          </a:p>
          <a:p>
            <a:pPr marL="342900" lvl="0" indent="-342900" algn="l" rtl="0">
              <a:spcBef>
                <a:spcPts val="900"/>
              </a:spcBef>
              <a:spcAft>
                <a:spcPts val="0"/>
              </a:spcAft>
              <a:buClr>
                <a:schemeClr val="dk1"/>
              </a:buClr>
              <a:buSzPts val="1500"/>
              <a:buFont typeface="Arial"/>
              <a:buChar char="•"/>
            </a:pPr>
            <a:r>
              <a:rPr lang="fr-FR" sz="1500" b="0" dirty="0"/>
              <a:t>Affichez la liste dédoublonnée des OS disponibles (collection computers)</a:t>
            </a:r>
            <a:endParaRPr dirty="0"/>
          </a:p>
          <a:p>
            <a:pPr marL="342900" indent="-342900">
              <a:spcBef>
                <a:spcPts val="900"/>
              </a:spcBef>
              <a:buSzPts val="1500"/>
              <a:buFont typeface="Arial"/>
              <a:buChar char="•"/>
            </a:pPr>
            <a:r>
              <a:rPr lang="fr-FR" sz="1500" b="0" dirty="0"/>
              <a:t>Déterminer le nombre d'ordinateurs regroupés par catégorie (usage)</a:t>
            </a:r>
            <a:endParaRPr sz="1500" b="0" i="1" dirty="0"/>
          </a:p>
          <a:p>
            <a:pPr marL="342900" indent="-342900">
              <a:spcBef>
                <a:spcPts val="900"/>
              </a:spcBef>
              <a:buSzPts val="1500"/>
              <a:buFont typeface="Arial"/>
              <a:buChar char="•"/>
            </a:pPr>
            <a:r>
              <a:rPr lang="fr-FR" sz="1500" b="0" dirty="0"/>
              <a:t>Déterminer le prix moyen de chaque catégorie. </a:t>
            </a:r>
            <a:endParaRPr lang="fr-FR"/>
          </a:p>
          <a:p>
            <a:pPr marL="342900" lvl="0" indent="-342900" algn="l" rtl="0">
              <a:spcBef>
                <a:spcPts val="900"/>
              </a:spcBef>
              <a:spcAft>
                <a:spcPts val="0"/>
              </a:spcAft>
              <a:buClr>
                <a:schemeClr val="dk1"/>
              </a:buClr>
              <a:buSzPts val="1500"/>
              <a:buFont typeface="Arial"/>
              <a:buChar char="•"/>
            </a:pPr>
            <a:r>
              <a:rPr lang="fr-FR" sz="1500" b="0" dirty="0"/>
              <a:t>Modifier votre requête pour que le prix soit sans décimal.</a:t>
            </a:r>
            <a:endParaRPr dirty="0"/>
          </a:p>
          <a:p>
            <a:pPr marL="342900" lvl="0" indent="-342900" algn="l" rtl="0">
              <a:spcBef>
                <a:spcPts val="900"/>
              </a:spcBef>
              <a:spcAft>
                <a:spcPts val="0"/>
              </a:spcAft>
              <a:buClr>
                <a:schemeClr val="dk1"/>
              </a:buClr>
              <a:buSzPts val="1500"/>
              <a:buFont typeface="Arial"/>
              <a:buChar char="•"/>
            </a:pPr>
            <a:r>
              <a:rPr lang="fr-FR" sz="1500" b="0" dirty="0"/>
              <a:t>Stocker ce résultat dans une nouvelle collection "</a:t>
            </a:r>
            <a:r>
              <a:rPr lang="fr-FR" sz="1500" b="0" dirty="0" err="1"/>
              <a:t>prixMoyenPC</a:t>
            </a:r>
            <a:r>
              <a:rPr lang="fr-FR" sz="1500" b="0" dirty="0"/>
              <a:t>"</a:t>
            </a:r>
            <a:endParaRPr dirty="0"/>
          </a:p>
          <a:p>
            <a:pPr marL="342900" lvl="0" indent="-342900" algn="l" rtl="0">
              <a:spcBef>
                <a:spcPts val="900"/>
              </a:spcBef>
              <a:spcAft>
                <a:spcPts val="0"/>
              </a:spcAft>
              <a:buClr>
                <a:schemeClr val="dk1"/>
              </a:buClr>
              <a:buSzPts val="1500"/>
              <a:buFont typeface="Arial"/>
              <a:buChar char="•"/>
            </a:pPr>
            <a:r>
              <a:rPr lang="fr-FR" sz="1500" b="0" dirty="0"/>
              <a:t>Combien de temps </a:t>
            </a:r>
            <a:r>
              <a:rPr lang="fr-FR" sz="1500" dirty="0"/>
              <a:t>au total </a:t>
            </a:r>
            <a:r>
              <a:rPr lang="fr-FR" sz="1500" b="0" dirty="0"/>
              <a:t>faut-il pour préparer tous les desserts ? (collection </a:t>
            </a:r>
            <a:r>
              <a:rPr lang="fr-FR" sz="1500" b="0" dirty="0" err="1"/>
              <a:t>recipe</a:t>
            </a:r>
            <a:r>
              <a:rPr lang="fr-FR" sz="1500" b="0" dirty="0"/>
              <a:t>)</a:t>
            </a:r>
            <a:endParaRPr dirty="0"/>
          </a:p>
          <a:p>
            <a:pPr marL="342900" lvl="0" indent="-342900" algn="l" rtl="0">
              <a:spcBef>
                <a:spcPts val="900"/>
              </a:spcBef>
              <a:spcAft>
                <a:spcPts val="0"/>
              </a:spcAft>
              <a:buClr>
                <a:schemeClr val="dk1"/>
              </a:buClr>
              <a:buSzPts val="1500"/>
              <a:buFont typeface="Arial"/>
              <a:buChar char="•"/>
            </a:pPr>
            <a:r>
              <a:rPr lang="fr-FR" sz="1500" b="0" dirty="0"/>
              <a:t>Collection </a:t>
            </a:r>
            <a:r>
              <a:rPr lang="fr-FR" sz="1500" b="0" dirty="0" err="1"/>
              <a:t>etudiant</a:t>
            </a:r>
            <a:r>
              <a:rPr lang="fr-FR" sz="1500" b="0" dirty="0"/>
              <a:t>, à l'aide d'une agrégation affichez dans un nouveau champ "</a:t>
            </a:r>
            <a:r>
              <a:rPr lang="fr-FR" sz="1500" b="0" dirty="0" err="1"/>
              <a:t>NomPrenom</a:t>
            </a:r>
            <a:r>
              <a:rPr lang="fr-FR" sz="1500" b="0" dirty="0"/>
              <a:t>" l'addition de vos champs "nom" et "prénom" séparés par un espace. Une fois l'affichage validé, vous pouvez mettre à jour votre collection pour ajouter ce champ</a:t>
            </a:r>
            <a:endParaRPr dirty="0"/>
          </a:p>
          <a:p>
            <a:pPr marL="342900" indent="-342900">
              <a:spcBef>
                <a:spcPts val="900"/>
              </a:spcBef>
              <a:buSzPts val="1500"/>
              <a:buFont typeface="Arial"/>
              <a:buChar char="•"/>
            </a:pPr>
            <a:r>
              <a:rPr lang="fr-FR" sz="1500" b="0" dirty="0"/>
              <a:t>(Collection techno) Faites en sorte que chaque ingénieur ait son propre document mongo dans une nouvelle collection "Team". Celle collection contiendra les mêmes champs que la collection "Techno" sauf le champ "team" qui ne contiendra que la valeur d'un ingénieur. </a:t>
            </a:r>
            <a:endParaRPr dirty="0"/>
          </a:p>
          <a:p>
            <a:pPr marL="342900" lvl="0" indent="-342900" algn="l" rtl="0">
              <a:spcBef>
                <a:spcPts val="900"/>
              </a:spcBef>
              <a:spcAft>
                <a:spcPts val="0"/>
              </a:spcAft>
              <a:buClr>
                <a:schemeClr val="dk1"/>
              </a:buClr>
              <a:buSzPts val="1500"/>
              <a:buFont typeface="Arial"/>
              <a:buChar char="•"/>
            </a:pPr>
            <a:r>
              <a:rPr lang="fr-FR" sz="1500" b="0" dirty="0"/>
              <a:t>Combien me coûterait l'achat de tous les PC de jeu qui ont un processeur (CPU) Intel?</a:t>
            </a:r>
            <a:endParaRPr dirty="0"/>
          </a:p>
          <a:p>
            <a:pPr marL="342900" lvl="0" indent="-342900" algn="l" rtl="0">
              <a:spcBef>
                <a:spcPts val="900"/>
              </a:spcBef>
              <a:spcAft>
                <a:spcPts val="0"/>
              </a:spcAft>
              <a:buClr>
                <a:schemeClr val="dk1"/>
              </a:buClr>
              <a:buSzPts val="1500"/>
              <a:buFont typeface="Arial"/>
              <a:buChar char="•"/>
            </a:pPr>
            <a:r>
              <a:rPr lang="fr-FR" sz="1500" b="0" dirty="0"/>
              <a:t>En utilisant une agrégation, affichez les deux desserts (nom et temps de préparation) les plus rapides à préparer.</a:t>
            </a:r>
            <a:endParaRPr dirty="0"/>
          </a:p>
          <a:p>
            <a:pPr marL="342900" lvl="0" indent="-342900" algn="l" rtl="0">
              <a:spcBef>
                <a:spcPts val="900"/>
              </a:spcBef>
              <a:spcAft>
                <a:spcPts val="0"/>
              </a:spcAft>
              <a:buClr>
                <a:schemeClr val="dk1"/>
              </a:buClr>
              <a:buSzPts val="1500"/>
              <a:buFont typeface="Arial"/>
              <a:buChar char="•"/>
            </a:pPr>
            <a:r>
              <a:rPr lang="fr-FR" sz="1500" b="0" dirty="0"/>
              <a:t>En une seule requête affichez la valeur du PC le plus cher et le PC le moins cher. Même question mais en déclinant par catégorie. </a:t>
            </a:r>
            <a:endParaRPr dirty="0"/>
          </a:p>
          <a:p>
            <a:pPr marL="342900" lvl="0" indent="-254000" algn="l" rtl="0">
              <a:spcBef>
                <a:spcPts val="880"/>
              </a:spcBef>
              <a:spcAft>
                <a:spcPts val="0"/>
              </a:spcAft>
              <a:buClr>
                <a:schemeClr val="dk1"/>
              </a:buClr>
              <a:buSzPts val="1400"/>
              <a:buFont typeface="Arial"/>
              <a:buNone/>
            </a:pPr>
            <a:endParaRPr sz="1400" b="0"/>
          </a:p>
          <a:p>
            <a:pPr marL="0" lvl="0" indent="0" algn="l" rtl="0">
              <a:spcBef>
                <a:spcPts val="840"/>
              </a:spcBef>
              <a:spcAft>
                <a:spcPts val="0"/>
              </a:spcAft>
              <a:buClr>
                <a:schemeClr val="dk1"/>
              </a:buClr>
              <a:buSzPts val="1200"/>
              <a:buNone/>
            </a:pPr>
            <a:endParaRPr sz="1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p123"/>
          <p:cNvSpPr txBox="1">
            <a:spLocks noGrp="1"/>
          </p:cNvSpPr>
          <p:nvPr>
            <p:ph type="ctrTitle"/>
          </p:nvPr>
        </p:nvSpPr>
        <p:spPr>
          <a:xfrm>
            <a:off x="457200" y="228600"/>
            <a:ext cx="7772400" cy="457199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7200"/>
              <a:buFont typeface="Arial Black"/>
              <a:buNone/>
            </a:pPr>
            <a:r>
              <a:rPr lang="fr-FR" sz="7200"/>
              <a:t>MONGO DB</a:t>
            </a:r>
            <a:endParaRPr sz="7200"/>
          </a:p>
        </p:txBody>
      </p:sp>
      <p:sp>
        <p:nvSpPr>
          <p:cNvPr id="927" name="Google Shape;927;p123"/>
          <p:cNvSpPr txBox="1">
            <a:spLocks noGrp="1"/>
          </p:cNvSpPr>
          <p:nvPr>
            <p:ph type="subTitle" idx="1"/>
          </p:nvPr>
        </p:nvSpPr>
        <p:spPr>
          <a:xfrm>
            <a:off x="558350" y="3070927"/>
            <a:ext cx="6858000" cy="91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2"/>
              </a:buClr>
              <a:buSzPts val="2800"/>
              <a:buNone/>
            </a:pPr>
            <a:r>
              <a:rPr lang="fr-FR" sz="2800" dirty="0">
                <a:solidFill>
                  <a:srgbClr val="7030A0"/>
                </a:solidFill>
              </a:rPr>
              <a:t>LES JOINTURES</a:t>
            </a:r>
            <a:endParaRPr lang="fr-FR">
              <a:solidFill>
                <a:srgbClr val="7030A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p124"/>
          <p:cNvSpPr txBox="1">
            <a:spLocks noGrp="1"/>
          </p:cNvSpPr>
          <p:nvPr>
            <p:ph type="title"/>
          </p:nvPr>
        </p:nvSpPr>
        <p:spPr>
          <a:xfrm>
            <a:off x="22253" y="992"/>
            <a:ext cx="8435280" cy="1371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2800"/>
              <a:buFont typeface="Arial Black"/>
              <a:buNone/>
            </a:pPr>
            <a:r>
              <a:rPr lang="fr-FR" sz="2800" dirty="0">
                <a:solidFill>
                  <a:srgbClr val="7030A0"/>
                </a:solidFill>
              </a:rPr>
              <a:t>MONGODB : </a:t>
            </a:r>
            <a:r>
              <a:rPr lang="fr-FR" sz="2800" dirty="0">
                <a:solidFill>
                  <a:schemeClr val="dk1"/>
                </a:solidFill>
              </a:rPr>
              <a:t>LES JOINTURES</a:t>
            </a:r>
            <a:endParaRPr dirty="0">
              <a:solidFill>
                <a:schemeClr val="dk1"/>
              </a:solidFill>
            </a:endParaRPr>
          </a:p>
        </p:txBody>
      </p:sp>
      <p:sp>
        <p:nvSpPr>
          <p:cNvPr id="933" name="Google Shape;933;p124"/>
          <p:cNvSpPr txBox="1">
            <a:spLocks noGrp="1"/>
          </p:cNvSpPr>
          <p:nvPr>
            <p:ph type="body" idx="1"/>
          </p:nvPr>
        </p:nvSpPr>
        <p:spPr>
          <a:xfrm>
            <a:off x="457200" y="1608584"/>
            <a:ext cx="8003232" cy="4988768"/>
          </a:xfrm>
          <a:prstGeom prst="rect">
            <a:avLst/>
          </a:prstGeom>
          <a:noFill/>
          <a:ln>
            <a:noFill/>
          </a:ln>
        </p:spPr>
        <p:txBody>
          <a:bodyPr spcFirstLastPara="1" wrap="square" lIns="91425" tIns="45700" rIns="91425" bIns="45700" anchor="t" anchorCtr="0">
            <a:normAutofit lnSpcReduction="10000"/>
          </a:bodyPr>
          <a:lstStyle/>
          <a:p>
            <a:pPr marL="457200" lvl="1" indent="-182880" algn="l" rtl="0">
              <a:spcBef>
                <a:spcPts val="0"/>
              </a:spcBef>
              <a:spcAft>
                <a:spcPts val="0"/>
              </a:spcAft>
              <a:buSzPts val="2000"/>
              <a:buFont typeface="Arial"/>
              <a:buChar char="-"/>
            </a:pPr>
            <a:r>
              <a:rPr lang="fr-FR" dirty="0"/>
              <a:t>Par définition MongoDB n'est pas approprié pour réaliser des jointures.</a:t>
            </a:r>
            <a:endParaRPr dirty="0"/>
          </a:p>
          <a:p>
            <a:pPr marL="457200" lvl="1" indent="-55245" algn="l" rtl="0">
              <a:spcBef>
                <a:spcPts val="400"/>
              </a:spcBef>
              <a:spcAft>
                <a:spcPts val="0"/>
              </a:spcAft>
              <a:buSzPts val="2000"/>
              <a:buFont typeface="Arial"/>
              <a:buNone/>
            </a:pPr>
            <a:endParaRPr/>
          </a:p>
          <a:p>
            <a:pPr marL="457200" lvl="1" indent="-182880">
              <a:spcBef>
                <a:spcPts val="400"/>
              </a:spcBef>
              <a:buSzPts val="2000"/>
              <a:buFont typeface="Arial"/>
              <a:buChar char="-"/>
            </a:pPr>
            <a:r>
              <a:rPr lang="fr-FR" dirty="0"/>
              <a:t>Le modèle Document permet d'éviter au maximum l'utilisation  des jointures. </a:t>
            </a:r>
          </a:p>
          <a:p>
            <a:pPr marL="457200" lvl="1" indent="-182880">
              <a:spcBef>
                <a:spcPts val="400"/>
              </a:spcBef>
              <a:buSzPts val="2000"/>
              <a:buFont typeface="Arial"/>
              <a:buChar char="-"/>
            </a:pPr>
            <a:endParaRPr lang="fr-FR" dirty="0"/>
          </a:p>
          <a:p>
            <a:pPr marL="457200" lvl="1" indent="-182880">
              <a:spcBef>
                <a:spcPts val="400"/>
              </a:spcBef>
              <a:buSzPts val="2000"/>
              <a:buFont typeface="Arial"/>
              <a:buChar char="-"/>
            </a:pPr>
            <a:r>
              <a:rPr lang="fr-FR" dirty="0"/>
              <a:t>Chaque document a son propre cycle de vie et dispose de tous les éléments dont il a besoin pour être exploité.</a:t>
            </a:r>
            <a:endParaRPr/>
          </a:p>
          <a:p>
            <a:pPr marL="457200" lvl="1" indent="-182880">
              <a:spcBef>
                <a:spcPts val="400"/>
              </a:spcBef>
              <a:buSzPts val="2000"/>
              <a:buFont typeface="Arial"/>
              <a:buChar char="-"/>
            </a:pPr>
            <a:endParaRPr lang="fr-FR" dirty="0"/>
          </a:p>
          <a:p>
            <a:pPr marL="457200" lvl="1" indent="-182880" algn="l">
              <a:spcBef>
                <a:spcPts val="400"/>
              </a:spcBef>
              <a:spcAft>
                <a:spcPts val="0"/>
              </a:spcAft>
              <a:buSzPts val="2000"/>
              <a:buFont typeface="Arial"/>
              <a:buChar char="-"/>
            </a:pPr>
            <a:r>
              <a:rPr lang="fr-FR" dirty="0"/>
              <a:t>Dans certains cas, il peut arriver que la réalisation de jointures entre collections soit nécessaire.</a:t>
            </a:r>
            <a:endParaRPr dirty="0"/>
          </a:p>
          <a:p>
            <a:pPr marL="457200" lvl="1" indent="-55245" algn="l" rtl="0">
              <a:spcBef>
                <a:spcPts val="400"/>
              </a:spcBef>
              <a:spcAft>
                <a:spcPts val="0"/>
              </a:spcAft>
              <a:buSzPts val="2000"/>
              <a:buFont typeface="Arial"/>
              <a:buNone/>
            </a:pPr>
            <a:endParaRPr/>
          </a:p>
          <a:p>
            <a:pPr marL="457200" lvl="1" indent="-182880">
              <a:spcBef>
                <a:spcPts val="400"/>
              </a:spcBef>
              <a:buSzPts val="2000"/>
              <a:buFont typeface="Arial"/>
              <a:buChar char="-"/>
            </a:pPr>
            <a:r>
              <a:rPr lang="fr-FR" dirty="0"/>
              <a:t>On peut faire des jointures au sein d'une même base de données mais aussi des jointures "distantes" c’est-à-dire à travers le réseau; d'une base de données à une autre par exemple. </a:t>
            </a:r>
            <a:endParaRPr/>
          </a:p>
          <a:p>
            <a:pPr marL="457200" lvl="1" indent="-55245" algn="l" rtl="0">
              <a:spcBef>
                <a:spcPts val="400"/>
              </a:spcBef>
              <a:spcAft>
                <a:spcPts val="0"/>
              </a:spcAft>
              <a:buSzPts val="2000"/>
              <a:buNone/>
            </a:pPr>
            <a:endParaRPr/>
          </a:p>
          <a:p>
            <a:pPr marL="342900" lvl="0" indent="-215900" algn="l" rtl="0">
              <a:spcBef>
                <a:spcPts val="400"/>
              </a:spcBef>
              <a:spcAft>
                <a:spcPts val="0"/>
              </a:spcAft>
              <a:buClr>
                <a:schemeClr val="dk1"/>
              </a:buClr>
              <a:buSzPts val="2000"/>
              <a:buFont typeface="Arial"/>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125"/>
          <p:cNvSpPr txBox="1">
            <a:spLocks noGrp="1"/>
          </p:cNvSpPr>
          <p:nvPr>
            <p:ph type="title"/>
          </p:nvPr>
        </p:nvSpPr>
        <p:spPr>
          <a:xfrm>
            <a:off x="457200" y="365130"/>
            <a:ext cx="5791200" cy="615598"/>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accent5"/>
              </a:buClr>
              <a:buSzPct val="100000"/>
              <a:buFont typeface="Arial Black"/>
              <a:buNone/>
            </a:pPr>
            <a:r>
              <a:rPr lang="fr-FR" dirty="0">
                <a:solidFill>
                  <a:srgbClr val="7030A0"/>
                </a:solidFill>
              </a:rPr>
              <a:t>EXERCICE - JOINTURES</a:t>
            </a:r>
          </a:p>
        </p:txBody>
      </p:sp>
      <p:sp>
        <p:nvSpPr>
          <p:cNvPr id="940" name="Google Shape;940;p125"/>
          <p:cNvSpPr txBox="1">
            <a:spLocks noGrp="1"/>
          </p:cNvSpPr>
          <p:nvPr>
            <p:ph type="body" idx="1"/>
          </p:nvPr>
        </p:nvSpPr>
        <p:spPr>
          <a:xfrm>
            <a:off x="457200" y="999653"/>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None/>
            </a:pPr>
            <a:r>
              <a:rPr lang="fr-FR"/>
              <a:t>Durée : 15min.</a:t>
            </a:r>
            <a:endParaRPr/>
          </a:p>
          <a:p>
            <a:pPr marL="342900" lvl="0" indent="-215900" algn="l" rtl="0">
              <a:spcBef>
                <a:spcPts val="1000"/>
              </a:spcBef>
              <a:spcAft>
                <a:spcPts val="0"/>
              </a:spcAft>
              <a:buClr>
                <a:schemeClr val="dk1"/>
              </a:buClr>
              <a:buSzPts val="2000"/>
              <a:buFont typeface="Arial"/>
              <a:buNone/>
            </a:pPr>
            <a:endParaRPr b="0"/>
          </a:p>
          <a:p>
            <a:pPr marL="342900" lvl="0" indent="-342900" algn="l" rtl="0">
              <a:spcBef>
                <a:spcPts val="1000"/>
              </a:spcBef>
              <a:spcAft>
                <a:spcPts val="0"/>
              </a:spcAft>
              <a:buClr>
                <a:schemeClr val="dk1"/>
              </a:buClr>
              <a:buSzPts val="2000"/>
              <a:buFont typeface="Arial"/>
              <a:buChar char="•"/>
            </a:pPr>
            <a:r>
              <a:rPr lang="fr-FR" b="0"/>
              <a:t>Tentez de faire une jointure entre votre collection "movies" et la collection "terminator". Le champ "imdbid" est la clé à utiliser.</a:t>
            </a:r>
            <a:endParaRPr/>
          </a:p>
          <a:p>
            <a:pPr marL="342900" lvl="0" indent="-215900" algn="l" rtl="0">
              <a:spcBef>
                <a:spcPts val="1000"/>
              </a:spcBef>
              <a:spcAft>
                <a:spcPts val="0"/>
              </a:spcAft>
              <a:buClr>
                <a:schemeClr val="dk1"/>
              </a:buClr>
              <a:buSzPts val="2000"/>
              <a:buFont typeface="Arial"/>
              <a:buNone/>
            </a:pPr>
            <a:endParaRPr b="0"/>
          </a:p>
          <a:p>
            <a:pPr marL="342900" lvl="0" indent="-342900" algn="l" rtl="0">
              <a:spcBef>
                <a:spcPts val="1000"/>
              </a:spcBef>
              <a:spcAft>
                <a:spcPts val="0"/>
              </a:spcAft>
              <a:buClr>
                <a:schemeClr val="dk1"/>
              </a:buClr>
              <a:buSzPts val="2000"/>
              <a:buFont typeface="Arial"/>
              <a:buChar char="•"/>
            </a:pPr>
            <a:r>
              <a:rPr lang="fr-FR" b="0"/>
              <a:t>Du  fait des résultats, concluez sur le type de jointure réalisée ?</a:t>
            </a:r>
            <a:endParaRPr/>
          </a:p>
          <a:p>
            <a:pPr marL="342900" lvl="0" indent="-215900" algn="l" rtl="0">
              <a:spcBef>
                <a:spcPts val="1000"/>
              </a:spcBef>
              <a:spcAft>
                <a:spcPts val="0"/>
              </a:spcAft>
              <a:buClr>
                <a:schemeClr val="dk1"/>
              </a:buClr>
              <a:buSzPts val="2000"/>
              <a:buFont typeface="Arial"/>
              <a:buNone/>
            </a:pPr>
            <a:endParaRPr b="0"/>
          </a:p>
          <a:p>
            <a:pPr marL="342900" lvl="0" indent="-342900" algn="l" rtl="0">
              <a:spcBef>
                <a:spcPts val="1000"/>
              </a:spcBef>
              <a:spcAft>
                <a:spcPts val="0"/>
              </a:spcAft>
              <a:buClr>
                <a:schemeClr val="dk1"/>
              </a:buClr>
              <a:buSzPts val="2000"/>
              <a:buFont typeface="Arial"/>
              <a:buChar char="•"/>
            </a:pPr>
            <a:r>
              <a:rPr lang="fr-FR" b="0"/>
              <a:t>Faites en sorte de changer cette jointure pour récupérer les films Terminator uniquement.</a:t>
            </a:r>
            <a:endParaRPr/>
          </a:p>
          <a:p>
            <a:pPr marL="0" lvl="0" indent="0" algn="l" rtl="0">
              <a:spcBef>
                <a:spcPts val="1000"/>
              </a:spcBef>
              <a:spcAft>
                <a:spcPts val="0"/>
              </a:spcAft>
              <a:buClr>
                <a:schemeClr val="dk1"/>
              </a:buClr>
              <a:buSzPts val="20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p127"/>
          <p:cNvSpPr txBox="1">
            <a:spLocks noGrp="1"/>
          </p:cNvSpPr>
          <p:nvPr>
            <p:ph type="ctrTitle"/>
          </p:nvPr>
        </p:nvSpPr>
        <p:spPr>
          <a:xfrm>
            <a:off x="457200" y="228600"/>
            <a:ext cx="7772400" cy="457199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7200"/>
              <a:buFont typeface="Arial Black"/>
              <a:buNone/>
            </a:pPr>
            <a:r>
              <a:rPr lang="fr-FR" sz="7200"/>
              <a:t>MONGO DB</a:t>
            </a:r>
            <a:endParaRPr sz="7200"/>
          </a:p>
        </p:txBody>
      </p:sp>
      <p:sp>
        <p:nvSpPr>
          <p:cNvPr id="953" name="Google Shape;953;p127"/>
          <p:cNvSpPr txBox="1">
            <a:spLocks noGrp="1"/>
          </p:cNvSpPr>
          <p:nvPr>
            <p:ph type="subTitle" idx="1"/>
          </p:nvPr>
        </p:nvSpPr>
        <p:spPr>
          <a:xfrm>
            <a:off x="619041" y="3101273"/>
            <a:ext cx="6858000" cy="91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2"/>
              </a:buClr>
              <a:buSzPts val="2800"/>
              <a:buNone/>
            </a:pPr>
            <a:r>
              <a:rPr lang="fr-FR" sz="2800" dirty="0">
                <a:solidFill>
                  <a:srgbClr val="7030A0"/>
                </a:solidFill>
              </a:rPr>
              <a:t>MONGODB VIA UNE IHM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p128"/>
          <p:cNvSpPr txBox="1">
            <a:spLocks noGrp="1"/>
          </p:cNvSpPr>
          <p:nvPr>
            <p:ph type="title"/>
          </p:nvPr>
        </p:nvSpPr>
        <p:spPr>
          <a:xfrm>
            <a:off x="133519" y="102143"/>
            <a:ext cx="8435280" cy="683777"/>
          </a:xfrm>
          <a:prstGeom prst="rect">
            <a:avLst/>
          </a:prstGeom>
          <a:noFill/>
          <a:ln>
            <a:noFill/>
          </a:ln>
        </p:spPr>
        <p:txBody>
          <a:bodyPr spcFirstLastPara="1" wrap="square" lIns="91425" tIns="45700" rIns="91425" bIns="45700" anchor="b" anchorCtr="0">
            <a:normAutofit/>
          </a:bodyPr>
          <a:lstStyle/>
          <a:p>
            <a:pPr>
              <a:buSzPts val="2800"/>
            </a:pPr>
            <a:r>
              <a:rPr lang="fr-FR" sz="2800" dirty="0">
                <a:solidFill>
                  <a:srgbClr val="7030A0"/>
                </a:solidFill>
              </a:rPr>
              <a:t>MONGODB:</a:t>
            </a:r>
            <a:r>
              <a:rPr lang="fr-FR" sz="2800" dirty="0"/>
              <a:t> </a:t>
            </a:r>
            <a:r>
              <a:rPr lang="fr-FR" sz="2800" dirty="0">
                <a:solidFill>
                  <a:schemeClr val="dk1"/>
                </a:solidFill>
              </a:rPr>
              <a:t>UTILISATION D’IHM </a:t>
            </a:r>
            <a:endParaRPr>
              <a:solidFill>
                <a:schemeClr val="dk1"/>
              </a:solidFill>
            </a:endParaRPr>
          </a:p>
        </p:txBody>
      </p:sp>
      <p:sp>
        <p:nvSpPr>
          <p:cNvPr id="959" name="Google Shape;959;p128"/>
          <p:cNvSpPr txBox="1">
            <a:spLocks noGrp="1"/>
          </p:cNvSpPr>
          <p:nvPr>
            <p:ph type="body" idx="1"/>
          </p:nvPr>
        </p:nvSpPr>
        <p:spPr>
          <a:xfrm>
            <a:off x="386395" y="1203982"/>
            <a:ext cx="8003232" cy="498876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400"/>
              <a:buNone/>
            </a:pPr>
            <a:r>
              <a:rPr lang="fr-FR" sz="2400" b="0" dirty="0"/>
              <a:t>Plusieurs outils disponibles sur le marché:</a:t>
            </a:r>
            <a:endParaRPr dirty="0"/>
          </a:p>
          <a:p>
            <a:pPr marL="0" lvl="0" indent="0" algn="l" rtl="0">
              <a:spcBef>
                <a:spcPts val="1080"/>
              </a:spcBef>
              <a:spcAft>
                <a:spcPts val="0"/>
              </a:spcAft>
              <a:buClr>
                <a:schemeClr val="dk1"/>
              </a:buClr>
              <a:buSzPts val="2400"/>
              <a:buNone/>
            </a:pPr>
            <a:endParaRPr sz="2400" b="0"/>
          </a:p>
          <a:p>
            <a:pPr marL="274320" lvl="0" indent="-274320" algn="l" rtl="0">
              <a:spcBef>
                <a:spcPts val="1080"/>
              </a:spcBef>
              <a:spcAft>
                <a:spcPts val="0"/>
              </a:spcAft>
              <a:buClr>
                <a:schemeClr val="dk1"/>
              </a:buClr>
              <a:buSzPts val="2400"/>
              <a:buFont typeface="Arial"/>
              <a:buChar char="•"/>
            </a:pPr>
            <a:r>
              <a:rPr lang="fr-FR" sz="2400" b="0" dirty="0"/>
              <a:t>DBEAVER</a:t>
            </a:r>
            <a:endParaRPr dirty="0"/>
          </a:p>
          <a:p>
            <a:pPr marL="274320" lvl="0" indent="-274320" algn="l" rtl="0">
              <a:spcBef>
                <a:spcPts val="1080"/>
              </a:spcBef>
              <a:spcAft>
                <a:spcPts val="0"/>
              </a:spcAft>
              <a:buClr>
                <a:schemeClr val="dk1"/>
              </a:buClr>
              <a:buSzPts val="2400"/>
              <a:buFont typeface="Arial"/>
              <a:buChar char="•"/>
            </a:pPr>
            <a:r>
              <a:rPr lang="fr-FR" sz="2400" b="0" dirty="0"/>
              <a:t>COMPASS</a:t>
            </a:r>
            <a:endParaRPr dirty="0"/>
          </a:p>
          <a:p>
            <a:pPr marL="274320" lvl="0" indent="-274320" algn="l" rtl="0">
              <a:spcBef>
                <a:spcPts val="1080"/>
              </a:spcBef>
              <a:spcAft>
                <a:spcPts val="0"/>
              </a:spcAft>
              <a:buClr>
                <a:schemeClr val="dk1"/>
              </a:buClr>
              <a:buSzPts val="2400"/>
              <a:buFont typeface="Arial"/>
              <a:buChar char="•"/>
            </a:pPr>
            <a:r>
              <a:rPr lang="fr-FR" sz="2400" b="0" dirty="0"/>
              <a:t>ROBOT 3T</a:t>
            </a:r>
            <a:endParaRPr dirty="0"/>
          </a:p>
          <a:p>
            <a:pPr marL="274320" indent="-274320">
              <a:spcBef>
                <a:spcPts val="1080"/>
              </a:spcBef>
              <a:buSzPts val="2400"/>
              <a:buFont typeface="Arial"/>
              <a:buChar char="•"/>
            </a:pPr>
            <a:r>
              <a:rPr lang="fr-FR" sz="2400" b="0" dirty="0"/>
              <a:t>ROBOMONGO</a:t>
            </a:r>
            <a:endParaRPr lang="fr-FR" dirty="0"/>
          </a:p>
          <a:p>
            <a:pPr marL="274320" indent="-274320">
              <a:spcBef>
                <a:spcPts val="1080"/>
              </a:spcBef>
              <a:buSzPts val="2400"/>
              <a:buFont typeface="Arial"/>
              <a:buChar char="•"/>
            </a:pPr>
            <a:endParaRPr lang="fr-FR" sz="2400" b="0" dirty="0"/>
          </a:p>
          <a:p>
            <a:pPr marL="274320" lvl="0" indent="-274320" algn="l">
              <a:spcBef>
                <a:spcPts val="1080"/>
              </a:spcBef>
              <a:spcAft>
                <a:spcPts val="0"/>
              </a:spcAft>
              <a:buClr>
                <a:schemeClr val="dk1"/>
              </a:buClr>
              <a:buSzPts val="2400"/>
              <a:buFont typeface="Arial"/>
              <a:buChar char="•"/>
            </a:pPr>
            <a:r>
              <a:rPr lang="fr-FR" sz="2400" b="0" dirty="0"/>
              <a:t>AUTRES… </a:t>
            </a:r>
            <a:endParaRPr dirty="0"/>
          </a:p>
          <a:p>
            <a:pPr marL="457200" lvl="1" indent="-30480" algn="l" rtl="0">
              <a:spcBef>
                <a:spcPts val="1080"/>
              </a:spcBef>
              <a:spcAft>
                <a:spcPts val="0"/>
              </a:spcAft>
              <a:buSzPts val="2400"/>
              <a:buNone/>
            </a:pPr>
            <a:endParaRPr sz="2400"/>
          </a:p>
          <a:p>
            <a:pPr marL="457200" lvl="1" indent="-30480" algn="l" rtl="0">
              <a:spcBef>
                <a:spcPts val="480"/>
              </a:spcBef>
              <a:spcAft>
                <a:spcPts val="0"/>
              </a:spcAft>
              <a:buSzPts val="2400"/>
              <a:buNone/>
            </a:pPr>
            <a:endParaRPr sz="2400"/>
          </a:p>
          <a:p>
            <a:pPr marL="342900" lvl="0" indent="-190500" algn="l" rtl="0">
              <a:spcBef>
                <a:spcPts val="480"/>
              </a:spcBef>
              <a:spcAft>
                <a:spcPts val="0"/>
              </a:spcAft>
              <a:buClr>
                <a:schemeClr val="dk1"/>
              </a:buClr>
              <a:buSzPts val="2400"/>
              <a:buFont typeface="Arial"/>
              <a:buNone/>
            </a:pP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5" name="Google Shape;965;p129"/>
          <p:cNvSpPr txBox="1">
            <a:spLocks noGrp="1"/>
          </p:cNvSpPr>
          <p:nvPr>
            <p:ph type="body" idx="1"/>
          </p:nvPr>
        </p:nvSpPr>
        <p:spPr>
          <a:xfrm>
            <a:off x="457200" y="1608584"/>
            <a:ext cx="8003232" cy="498876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400"/>
              <a:buNone/>
            </a:pPr>
            <a:r>
              <a:rPr lang="fr-FR" sz="2400"/>
              <a:t>Mongo Compass</a:t>
            </a:r>
            <a:endParaRPr sz="2400"/>
          </a:p>
          <a:p>
            <a:pPr marL="342900" lvl="0" indent="-215900" algn="l" rtl="0">
              <a:spcBef>
                <a:spcPts val="1000"/>
              </a:spcBef>
              <a:spcAft>
                <a:spcPts val="0"/>
              </a:spcAft>
              <a:buClr>
                <a:schemeClr val="dk1"/>
              </a:buClr>
              <a:buSzPts val="2000"/>
              <a:buFont typeface="Arial"/>
              <a:buNone/>
            </a:pPr>
            <a:endParaRPr b="0"/>
          </a:p>
          <a:p>
            <a:pPr marL="342900" lvl="0" indent="-342900" algn="l" rtl="0">
              <a:spcBef>
                <a:spcPts val="1000"/>
              </a:spcBef>
              <a:spcAft>
                <a:spcPts val="0"/>
              </a:spcAft>
              <a:buClr>
                <a:schemeClr val="dk1"/>
              </a:buClr>
              <a:buSzPts val="2000"/>
              <a:buFont typeface="Arial"/>
              <a:buChar char="•"/>
            </a:pPr>
            <a:r>
              <a:rPr lang="fr-FR" b="0"/>
              <a:t>Outil édité par MongoDB Inc.</a:t>
            </a:r>
            <a:endParaRPr/>
          </a:p>
          <a:p>
            <a:pPr marL="342900" lvl="0" indent="-342900" algn="l" rtl="0">
              <a:spcBef>
                <a:spcPts val="1000"/>
              </a:spcBef>
              <a:spcAft>
                <a:spcPts val="0"/>
              </a:spcAft>
              <a:buClr>
                <a:schemeClr val="dk1"/>
              </a:buClr>
              <a:buSzPts val="2000"/>
              <a:buFont typeface="Arial"/>
              <a:buChar char="•"/>
            </a:pPr>
            <a:r>
              <a:rPr lang="fr-FR" b="0"/>
              <a:t>Disponible sur Linux, Mac ou Windows</a:t>
            </a:r>
            <a:endParaRPr/>
          </a:p>
          <a:p>
            <a:pPr marL="342900" lvl="0" indent="-342900" algn="l" rtl="0">
              <a:spcBef>
                <a:spcPts val="1000"/>
              </a:spcBef>
              <a:spcAft>
                <a:spcPts val="0"/>
              </a:spcAft>
              <a:buClr>
                <a:schemeClr val="dk1"/>
              </a:buClr>
              <a:buSzPts val="2000"/>
              <a:buFont typeface="Arial"/>
              <a:buChar char="•"/>
            </a:pPr>
            <a:r>
              <a:rPr lang="fr-FR" b="0"/>
              <a:t>Exploration visuelle des données. </a:t>
            </a:r>
            <a:endParaRPr/>
          </a:p>
          <a:p>
            <a:pPr marL="342900" lvl="0" indent="-342900" algn="l" rtl="0">
              <a:spcBef>
                <a:spcPts val="1000"/>
              </a:spcBef>
              <a:spcAft>
                <a:spcPts val="0"/>
              </a:spcAft>
              <a:buClr>
                <a:schemeClr val="dk1"/>
              </a:buClr>
              <a:buSzPts val="2000"/>
              <a:buFont typeface="Arial"/>
              <a:buChar char="•"/>
            </a:pPr>
            <a:r>
              <a:rPr lang="fr-FR" b="0"/>
              <a:t>Exécution de requêtes ad hoc et CRUD</a:t>
            </a:r>
            <a:endParaRPr/>
          </a:p>
          <a:p>
            <a:pPr marL="342900" lvl="0" indent="-342900" algn="l" rtl="0">
              <a:spcBef>
                <a:spcPts val="1000"/>
              </a:spcBef>
              <a:spcAft>
                <a:spcPts val="0"/>
              </a:spcAft>
              <a:buClr>
                <a:schemeClr val="dk1"/>
              </a:buClr>
              <a:buSzPts val="2000"/>
              <a:buFont typeface="Arial"/>
              <a:buChar char="•"/>
            </a:pPr>
            <a:r>
              <a:rPr lang="fr-FR" b="0"/>
              <a:t>Visualisation et optimisation des performances des requêtes.</a:t>
            </a:r>
            <a:endParaRPr/>
          </a:p>
          <a:p>
            <a:pPr marL="342900" lvl="0" indent="-190500" algn="l" rtl="0">
              <a:spcBef>
                <a:spcPts val="1080"/>
              </a:spcBef>
              <a:spcAft>
                <a:spcPts val="0"/>
              </a:spcAft>
              <a:buClr>
                <a:schemeClr val="dk1"/>
              </a:buClr>
              <a:buSzPts val="2400"/>
              <a:buFont typeface="Arial"/>
              <a:buNone/>
            </a:pPr>
            <a:endParaRPr sz="2400"/>
          </a:p>
          <a:p>
            <a:pPr marL="342900" lvl="0" indent="-342900" algn="l" rtl="0">
              <a:spcBef>
                <a:spcPts val="1000"/>
              </a:spcBef>
              <a:spcAft>
                <a:spcPts val="0"/>
              </a:spcAft>
              <a:buClr>
                <a:schemeClr val="dk1"/>
              </a:buClr>
              <a:buSzPts val="2000"/>
              <a:buFont typeface="Arial"/>
              <a:buChar char="•"/>
            </a:pPr>
            <a:r>
              <a:rPr lang="fr-FR" b="0"/>
              <a:t>A l’instar de ce qui existe pour les SGBRD, outil qui permet de faciliter les interactions quotidiennes avec la BDD (lorsque cela est possible, cf. contraintes sécurité par exemple)</a:t>
            </a:r>
            <a:endParaRPr/>
          </a:p>
          <a:p>
            <a:pPr marL="457200" lvl="1" indent="-30480" algn="l" rtl="0">
              <a:spcBef>
                <a:spcPts val="1080"/>
              </a:spcBef>
              <a:spcAft>
                <a:spcPts val="0"/>
              </a:spcAft>
              <a:buSzPts val="2400"/>
              <a:buNone/>
            </a:pPr>
            <a:endParaRPr sz="2400"/>
          </a:p>
          <a:p>
            <a:pPr marL="342900" lvl="0" indent="-190500" algn="l" rtl="0">
              <a:spcBef>
                <a:spcPts val="480"/>
              </a:spcBef>
              <a:spcAft>
                <a:spcPts val="0"/>
              </a:spcAft>
              <a:buClr>
                <a:schemeClr val="dk1"/>
              </a:buClr>
              <a:buSzPts val="2400"/>
              <a:buFont typeface="Arial"/>
              <a:buNone/>
            </a:pPr>
            <a:endParaRPr sz="2400"/>
          </a:p>
        </p:txBody>
      </p:sp>
      <p:sp>
        <p:nvSpPr>
          <p:cNvPr id="5" name="Google Shape;958;p128">
            <a:extLst>
              <a:ext uri="{FF2B5EF4-FFF2-40B4-BE49-F238E27FC236}">
                <a16:creationId xmlns:a16="http://schemas.microsoft.com/office/drawing/2014/main" id="{17E74CB6-0CEE-E489-B60C-BF81716E1AD5}"/>
              </a:ext>
            </a:extLst>
          </p:cNvPr>
          <p:cNvSpPr txBox="1">
            <a:spLocks/>
          </p:cNvSpPr>
          <p:nvPr/>
        </p:nvSpPr>
        <p:spPr>
          <a:xfrm>
            <a:off x="133519" y="102143"/>
            <a:ext cx="8435280" cy="683777"/>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1800"/>
              <a:buFont typeface="Arial Black"/>
              <a:buNone/>
              <a:defRPr sz="3600" b="0" i="0" u="none" strike="noStrike" cap="none">
                <a:solidFill>
                  <a:schemeClr val="dk2"/>
                </a:solidFill>
                <a:latin typeface="Arial Black"/>
                <a:ea typeface="Arial Black"/>
                <a:cs typeface="Arial Black"/>
                <a:sym typeface="Arial Black"/>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2800"/>
            </a:pPr>
            <a:r>
              <a:rPr lang="fr-FR" sz="2800" dirty="0">
                <a:solidFill>
                  <a:srgbClr val="7030A0"/>
                </a:solidFill>
              </a:rPr>
              <a:t>MONGODB:</a:t>
            </a:r>
            <a:r>
              <a:rPr lang="fr-FR" sz="2800" dirty="0"/>
              <a:t> </a:t>
            </a:r>
            <a:r>
              <a:rPr lang="fr-FR" sz="2800" dirty="0">
                <a:solidFill>
                  <a:schemeClr val="dk1"/>
                </a:solidFill>
              </a:rPr>
              <a:t>UTILISATION D’IHM </a:t>
            </a:r>
            <a:endParaRPr lang="fr-F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p130"/>
          <p:cNvSpPr txBox="1">
            <a:spLocks noGrp="1"/>
          </p:cNvSpPr>
          <p:nvPr>
            <p:ph type="title"/>
          </p:nvPr>
        </p:nvSpPr>
        <p:spPr>
          <a:xfrm>
            <a:off x="457200" y="5090"/>
            <a:ext cx="5791200" cy="615598"/>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accent5"/>
              </a:buClr>
              <a:buSzPct val="100000"/>
              <a:buFont typeface="Arial Black"/>
              <a:buNone/>
            </a:pPr>
            <a:r>
              <a:rPr lang="fr-FR" dirty="0">
                <a:solidFill>
                  <a:srgbClr val="7030A0"/>
                </a:solidFill>
              </a:rPr>
              <a:t>EXERCICE</a:t>
            </a:r>
            <a:endParaRPr dirty="0">
              <a:solidFill>
                <a:srgbClr val="7030A0"/>
              </a:solidFill>
            </a:endParaRPr>
          </a:p>
        </p:txBody>
      </p:sp>
      <p:sp>
        <p:nvSpPr>
          <p:cNvPr id="972" name="Google Shape;972;p130"/>
          <p:cNvSpPr txBox="1">
            <a:spLocks noGrp="1"/>
          </p:cNvSpPr>
          <p:nvPr>
            <p:ph type="body" idx="1"/>
          </p:nvPr>
        </p:nvSpPr>
        <p:spPr>
          <a:xfrm>
            <a:off x="457200" y="711621"/>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600"/>
              <a:buNone/>
            </a:pPr>
            <a:r>
              <a:rPr lang="fr-FR" sz="1600"/>
              <a:t>Durée : 20min</a:t>
            </a:r>
            <a:endParaRPr/>
          </a:p>
          <a:p>
            <a:pPr marL="0" lvl="0" indent="0" algn="l" rtl="0">
              <a:spcBef>
                <a:spcPts val="920"/>
              </a:spcBef>
              <a:spcAft>
                <a:spcPts val="0"/>
              </a:spcAft>
              <a:buClr>
                <a:schemeClr val="dk1"/>
              </a:buClr>
              <a:buSzPts val="1600"/>
              <a:buNone/>
            </a:pPr>
            <a:endParaRPr sz="1600"/>
          </a:p>
          <a:p>
            <a:pPr marL="342900" lvl="0" indent="-342900" algn="l" rtl="0">
              <a:spcBef>
                <a:spcPts val="920"/>
              </a:spcBef>
              <a:spcAft>
                <a:spcPts val="0"/>
              </a:spcAft>
              <a:buClr>
                <a:schemeClr val="dk1"/>
              </a:buClr>
              <a:buSzPts val="1600"/>
              <a:buFont typeface="Arial"/>
              <a:buChar char="•"/>
            </a:pPr>
            <a:r>
              <a:rPr lang="fr-FR" sz="1600" b="0" i="1"/>
              <a:t>Installer Mongo Compass</a:t>
            </a:r>
            <a:endParaRPr sz="1600" b="0" i="1"/>
          </a:p>
          <a:p>
            <a:pPr marL="342900" lvl="0" indent="-342900" algn="l" rtl="0">
              <a:spcBef>
                <a:spcPts val="920"/>
              </a:spcBef>
              <a:spcAft>
                <a:spcPts val="0"/>
              </a:spcAft>
              <a:buClr>
                <a:schemeClr val="dk1"/>
              </a:buClr>
              <a:buSzPts val="1600"/>
              <a:buFont typeface="Arial"/>
              <a:buChar char="•"/>
            </a:pPr>
            <a:r>
              <a:rPr lang="fr-FR" sz="1600" b="0" i="1"/>
              <a:t>Connectez-vous à votre base de données Mongo locale.</a:t>
            </a:r>
            <a:endParaRPr/>
          </a:p>
          <a:p>
            <a:pPr marL="342900" lvl="0" indent="-342900" algn="l" rtl="0">
              <a:spcBef>
                <a:spcPts val="920"/>
              </a:spcBef>
              <a:spcAft>
                <a:spcPts val="0"/>
              </a:spcAft>
              <a:buClr>
                <a:schemeClr val="dk1"/>
              </a:buClr>
              <a:buSzPts val="1600"/>
              <a:buFont typeface="Arial"/>
              <a:buChar char="•"/>
            </a:pPr>
            <a:r>
              <a:rPr lang="fr-FR" sz="1600" b="0" i="1"/>
              <a:t>Parcourez l’interface</a:t>
            </a:r>
            <a:endParaRPr/>
          </a:p>
          <a:p>
            <a:pPr marL="342900" lvl="0" indent="-241300" algn="l" rtl="0">
              <a:spcBef>
                <a:spcPts val="920"/>
              </a:spcBef>
              <a:spcAft>
                <a:spcPts val="0"/>
              </a:spcAft>
              <a:buClr>
                <a:schemeClr val="dk1"/>
              </a:buClr>
              <a:buSzPts val="1600"/>
              <a:buFont typeface="Arial"/>
              <a:buNone/>
            </a:pPr>
            <a:endParaRPr sz="1600" b="0" i="1"/>
          </a:p>
          <a:p>
            <a:pPr marL="342900" lvl="0" indent="-342900" algn="l" rtl="0">
              <a:spcBef>
                <a:spcPts val="920"/>
              </a:spcBef>
              <a:spcAft>
                <a:spcPts val="0"/>
              </a:spcAft>
              <a:buClr>
                <a:schemeClr val="dk1"/>
              </a:buClr>
              <a:buSzPts val="1600"/>
              <a:buFont typeface="Arial"/>
              <a:buChar char="•"/>
            </a:pPr>
            <a:r>
              <a:rPr lang="fr-FR" sz="1600" b="0" i="1"/>
              <a:t>Tentez d’interroger (requête) votre base de données locale avec MongoCompass</a:t>
            </a:r>
            <a:endParaRPr sz="1600" b="0" i="1"/>
          </a:p>
          <a:p>
            <a:pPr marL="457200" lvl="1" indent="-182880" algn="l" rtl="0">
              <a:spcBef>
                <a:spcPts val="920"/>
              </a:spcBef>
              <a:spcAft>
                <a:spcPts val="0"/>
              </a:spcAft>
              <a:buSzPts val="1600"/>
              <a:buChar char="•"/>
            </a:pPr>
            <a:r>
              <a:rPr lang="fr-FR" sz="1600" i="1"/>
              <a:t>Connectez-vous à votre instance par défaut (27017)</a:t>
            </a:r>
            <a:endParaRPr/>
          </a:p>
          <a:p>
            <a:pPr marL="457200" lvl="1" indent="-182880" algn="l" rtl="0">
              <a:spcBef>
                <a:spcPts val="320"/>
              </a:spcBef>
              <a:spcAft>
                <a:spcPts val="0"/>
              </a:spcAft>
              <a:buSzPts val="1600"/>
              <a:buChar char="•"/>
            </a:pPr>
            <a:r>
              <a:rPr lang="fr-FR" sz="1600" i="1"/>
              <a:t>Faire une recherche simple : </a:t>
            </a:r>
            <a:r>
              <a:rPr lang="fr-FR" sz="1600" b="1" i="1"/>
              <a:t>affichez tous les ordinateurs qui ont 8 Go de RAM</a:t>
            </a:r>
            <a:endParaRPr/>
          </a:p>
          <a:p>
            <a:pPr marL="457200" lvl="1" indent="-182880" algn="l" rtl="0">
              <a:spcBef>
                <a:spcPts val="320"/>
              </a:spcBef>
              <a:spcAft>
                <a:spcPts val="0"/>
              </a:spcAft>
              <a:buSzPts val="1600"/>
              <a:buChar char="•"/>
            </a:pPr>
            <a:r>
              <a:rPr lang="fr-FR" sz="1600" i="1"/>
              <a:t>Faire une recherche de type agrégation : </a:t>
            </a:r>
            <a:r>
              <a:rPr lang="fr-FR" sz="1600" b="1" i="1"/>
              <a:t>Faites une moyenne du prix des ordinateurs.</a:t>
            </a:r>
            <a:endParaRPr/>
          </a:p>
          <a:p>
            <a:pPr marL="457200" lvl="1" indent="-182880" algn="l" rtl="0">
              <a:spcBef>
                <a:spcPts val="320"/>
              </a:spcBef>
              <a:spcAft>
                <a:spcPts val="0"/>
              </a:spcAft>
              <a:buSzPts val="1600"/>
              <a:buChar char="•"/>
            </a:pPr>
            <a:r>
              <a:rPr lang="fr-FR" sz="1600" i="1"/>
              <a:t>Lancer un plan d’exécution sur la requête : </a:t>
            </a:r>
            <a:r>
              <a:rPr lang="fr-FR" sz="1600" b="1" i="1"/>
              <a:t>affichez le film « Terminator 2 »</a:t>
            </a:r>
            <a:endParaRPr/>
          </a:p>
          <a:p>
            <a:pPr marL="457200" lvl="1" indent="-182880" algn="l" rtl="0">
              <a:spcBef>
                <a:spcPts val="320"/>
              </a:spcBef>
              <a:spcAft>
                <a:spcPts val="0"/>
              </a:spcAft>
              <a:buSzPts val="1600"/>
              <a:buChar char="•"/>
            </a:pPr>
            <a:r>
              <a:rPr lang="fr-FR" sz="1600" i="1"/>
              <a:t>Tentez de vous connecter aux autres instances créées en début de cours (27018 et 19)</a:t>
            </a:r>
            <a:endParaRPr/>
          </a:p>
          <a:p>
            <a:pPr marL="0" lvl="0" indent="0" algn="l" rtl="0">
              <a:spcBef>
                <a:spcPts val="320"/>
              </a:spcBef>
              <a:spcAft>
                <a:spcPts val="0"/>
              </a:spcAft>
              <a:buClr>
                <a:schemeClr val="dk1"/>
              </a:buClr>
              <a:buSzPts val="1600"/>
              <a:buNone/>
            </a:pPr>
            <a:endParaRPr sz="1600" i="1"/>
          </a:p>
          <a:p>
            <a:pPr marL="0" lvl="0" indent="0" algn="l" rtl="0">
              <a:spcBef>
                <a:spcPts val="920"/>
              </a:spcBef>
              <a:spcAft>
                <a:spcPts val="0"/>
              </a:spcAft>
              <a:buClr>
                <a:schemeClr val="dk1"/>
              </a:buClr>
              <a:buSzPts val="1600"/>
              <a:buNone/>
            </a:pP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p132"/>
          <p:cNvSpPr txBox="1">
            <a:spLocks noGrp="1"/>
          </p:cNvSpPr>
          <p:nvPr>
            <p:ph type="ctrTitle"/>
          </p:nvPr>
        </p:nvSpPr>
        <p:spPr>
          <a:xfrm>
            <a:off x="457200" y="228600"/>
            <a:ext cx="7772400" cy="4571999"/>
          </a:xfrm>
          <a:prstGeom prst="rect">
            <a:avLst/>
          </a:prstGeom>
          <a:noFill/>
          <a:ln>
            <a:noFill/>
          </a:ln>
        </p:spPr>
        <p:txBody>
          <a:bodyPr spcFirstLastPara="1" wrap="square" lIns="91425" tIns="45700" rIns="91425" bIns="45700" anchor="ctr" anchorCtr="0">
            <a:noAutofit/>
          </a:bodyPr>
          <a:lstStyle/>
          <a:p>
            <a:pPr>
              <a:buSzPts val="7200"/>
            </a:pPr>
            <a:r>
              <a:rPr lang="fr-FR" sz="7200" dirty="0"/>
              <a:t>MONGO DB</a:t>
            </a:r>
            <a:endParaRPr sz="7200" dirty="0"/>
          </a:p>
        </p:txBody>
      </p:sp>
      <p:sp>
        <p:nvSpPr>
          <p:cNvPr id="985" name="Google Shape;985;p132"/>
          <p:cNvSpPr txBox="1">
            <a:spLocks noGrp="1"/>
          </p:cNvSpPr>
          <p:nvPr>
            <p:ph type="subTitle" idx="1"/>
          </p:nvPr>
        </p:nvSpPr>
        <p:spPr>
          <a:xfrm>
            <a:off x="538120" y="3091158"/>
            <a:ext cx="6858000" cy="91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2"/>
              </a:buClr>
              <a:buSzPts val="2800"/>
              <a:buNone/>
            </a:pPr>
            <a:r>
              <a:rPr lang="fr-FR" sz="2800" dirty="0">
                <a:solidFill>
                  <a:srgbClr val="7030A0"/>
                </a:solidFill>
              </a:rPr>
              <a:t>SAUVEGARDE ET RESTAURATION</a:t>
            </a:r>
            <a:endParaRPr lang="fr-FR" dirty="0">
              <a:solidFill>
                <a:srgbClr val="7030A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95"/>
        <p:cNvGrpSpPr/>
        <p:nvPr/>
      </p:nvGrpSpPr>
      <p:grpSpPr>
        <a:xfrm>
          <a:off x="0" y="0"/>
          <a:ext cx="0" cy="0"/>
          <a:chOff x="0" y="0"/>
          <a:chExt cx="0" cy="0"/>
        </a:xfrm>
      </p:grpSpPr>
      <p:sp>
        <p:nvSpPr>
          <p:cNvPr id="996" name="Google Shape;996;p134"/>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2800"/>
              <a:buFont typeface="Arial Black"/>
              <a:buNone/>
            </a:pPr>
            <a:r>
              <a:rPr lang="fr-FR" sz="2800" dirty="0">
                <a:solidFill>
                  <a:srgbClr val="7030A0"/>
                </a:solidFill>
              </a:rPr>
              <a:t>SAUVEGARDE VIA UN DUMP</a:t>
            </a:r>
            <a:endParaRPr lang="fr-FR" dirty="0">
              <a:solidFill>
                <a:srgbClr val="7030A0"/>
              </a:solidFill>
            </a:endParaRPr>
          </a:p>
        </p:txBody>
      </p:sp>
      <p:sp>
        <p:nvSpPr>
          <p:cNvPr id="997" name="Google Shape;997;p134"/>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None/>
            </a:pPr>
            <a:endParaRPr b="0"/>
          </a:p>
          <a:p>
            <a:pPr marL="342900" lvl="0" indent="-342900" algn="l" rtl="0">
              <a:spcBef>
                <a:spcPts val="1000"/>
              </a:spcBef>
              <a:spcAft>
                <a:spcPts val="0"/>
              </a:spcAft>
              <a:buClr>
                <a:schemeClr val="dk1"/>
              </a:buClr>
              <a:buSzPts val="2000"/>
              <a:buFont typeface="Arial"/>
              <a:buChar char="•"/>
            </a:pPr>
            <a:r>
              <a:rPr lang="fr-FR" b="0" dirty="0"/>
              <a:t>Commande spécifique </a:t>
            </a:r>
            <a:r>
              <a:rPr lang="fr-FR" b="0" dirty="0">
                <a:solidFill>
                  <a:srgbClr val="7030A0"/>
                </a:solidFill>
              </a:rPr>
              <a:t>« </a:t>
            </a:r>
            <a:r>
              <a:rPr lang="fr-FR" b="0" err="1">
                <a:solidFill>
                  <a:srgbClr val="7030A0"/>
                </a:solidFill>
              </a:rPr>
              <a:t>mongodump</a:t>
            </a:r>
            <a:r>
              <a:rPr lang="fr-FR" b="0" dirty="0">
                <a:solidFill>
                  <a:srgbClr val="7030A0"/>
                </a:solidFill>
              </a:rPr>
              <a:t> ».</a:t>
            </a:r>
            <a:endParaRPr>
              <a:solidFill>
                <a:srgbClr val="7030A0"/>
              </a:solidFill>
            </a:endParaRPr>
          </a:p>
          <a:p>
            <a:pPr marL="342900" lvl="0" indent="-215900" algn="l" rtl="0">
              <a:spcBef>
                <a:spcPts val="1000"/>
              </a:spcBef>
              <a:spcAft>
                <a:spcPts val="0"/>
              </a:spcAft>
              <a:buClr>
                <a:schemeClr val="dk1"/>
              </a:buClr>
              <a:buSzPts val="2000"/>
              <a:buFont typeface="Arial"/>
              <a:buNone/>
            </a:pPr>
            <a:endParaRPr b="0">
              <a:solidFill>
                <a:schemeClr val="dk2"/>
              </a:solidFill>
            </a:endParaRPr>
          </a:p>
          <a:p>
            <a:pPr marL="342900" lvl="0" indent="-342900" algn="l" rtl="0">
              <a:spcBef>
                <a:spcPts val="1000"/>
              </a:spcBef>
              <a:spcAft>
                <a:spcPts val="0"/>
              </a:spcAft>
              <a:buClr>
                <a:schemeClr val="dk1"/>
              </a:buClr>
              <a:buSzPts val="2000"/>
              <a:buFont typeface="Arial"/>
              <a:buChar char="•"/>
            </a:pPr>
            <a:r>
              <a:rPr lang="fr-FR" b="0" dirty="0"/>
              <a:t>Vous pouvez exporter une base complète, une collection ou une instance.</a:t>
            </a:r>
            <a:endParaRPr/>
          </a:p>
          <a:p>
            <a:pPr marL="342900" lvl="0" indent="-215900" algn="l" rtl="0">
              <a:spcBef>
                <a:spcPts val="1000"/>
              </a:spcBef>
              <a:spcAft>
                <a:spcPts val="0"/>
              </a:spcAft>
              <a:buClr>
                <a:schemeClr val="dk1"/>
              </a:buClr>
              <a:buSzPts val="2000"/>
              <a:buFont typeface="Arial"/>
              <a:buNone/>
            </a:pPr>
            <a:endParaRPr b="0"/>
          </a:p>
          <a:p>
            <a:pPr marL="342900" lvl="0" indent="-342900" algn="l" rtl="0">
              <a:spcBef>
                <a:spcPts val="1000"/>
              </a:spcBef>
              <a:spcAft>
                <a:spcPts val="0"/>
              </a:spcAft>
              <a:buClr>
                <a:schemeClr val="dk1"/>
              </a:buClr>
              <a:buSzPts val="2000"/>
              <a:buFont typeface="Arial"/>
              <a:buChar char="•"/>
            </a:pPr>
            <a:r>
              <a:rPr lang="fr-FR" b="0" dirty="0"/>
              <a:t>L’export va produire des répertoires (un par base).</a:t>
            </a:r>
            <a:endParaRPr/>
          </a:p>
          <a:p>
            <a:pPr marL="342900" lvl="0" indent="-215900" algn="l" rtl="0">
              <a:spcBef>
                <a:spcPts val="1000"/>
              </a:spcBef>
              <a:spcAft>
                <a:spcPts val="0"/>
              </a:spcAft>
              <a:buClr>
                <a:schemeClr val="dk1"/>
              </a:buClr>
              <a:buSzPts val="2000"/>
              <a:buFont typeface="Arial"/>
              <a:buNone/>
            </a:pPr>
            <a:endParaRPr b="0"/>
          </a:p>
          <a:p>
            <a:pPr marL="342900" lvl="0" indent="-342900" algn="l" rtl="0">
              <a:spcBef>
                <a:spcPts val="1000"/>
              </a:spcBef>
              <a:spcAft>
                <a:spcPts val="0"/>
              </a:spcAft>
              <a:buClr>
                <a:schemeClr val="dk1"/>
              </a:buClr>
              <a:buSzPts val="2000"/>
              <a:buFont typeface="Arial"/>
              <a:buChar char="•"/>
            </a:pPr>
            <a:r>
              <a:rPr lang="fr-FR" b="0" dirty="0"/>
              <a:t>Chacun de ces répertoires, contiendra des fichiers JSON binaires (BSON) correspondant aux collections et un BSON pour stocker les index exportés.</a:t>
            </a:r>
            <a:endParaRPr/>
          </a:p>
          <a:p>
            <a:pPr marL="342900" lvl="0" indent="-215900" algn="l" rtl="0">
              <a:spcBef>
                <a:spcPts val="1000"/>
              </a:spcBef>
              <a:spcAft>
                <a:spcPts val="0"/>
              </a:spcAft>
              <a:buClr>
                <a:schemeClr val="dk1"/>
              </a:buClr>
              <a:buSzPts val="2000"/>
              <a:buFont typeface="Arial"/>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p135"/>
          <p:cNvSpPr txBox="1">
            <a:spLocks noGrp="1"/>
          </p:cNvSpPr>
          <p:nvPr>
            <p:ph type="title"/>
          </p:nvPr>
        </p:nvSpPr>
        <p:spPr>
          <a:xfrm>
            <a:off x="457200" y="5090"/>
            <a:ext cx="5791200" cy="615598"/>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accent5"/>
              </a:buClr>
              <a:buSzPct val="100000"/>
              <a:buFont typeface="Arial Black"/>
              <a:buNone/>
            </a:pPr>
            <a:r>
              <a:rPr lang="fr-FR" dirty="0">
                <a:solidFill>
                  <a:srgbClr val="7030A0"/>
                </a:solidFill>
              </a:rPr>
              <a:t>EXERCICE</a:t>
            </a:r>
            <a:endParaRPr dirty="0">
              <a:solidFill>
                <a:srgbClr val="7030A0"/>
              </a:solidFill>
            </a:endParaRPr>
          </a:p>
        </p:txBody>
      </p:sp>
      <p:sp>
        <p:nvSpPr>
          <p:cNvPr id="1004" name="Google Shape;1004;p135"/>
          <p:cNvSpPr txBox="1">
            <a:spLocks noGrp="1"/>
          </p:cNvSpPr>
          <p:nvPr>
            <p:ph type="body" idx="1"/>
          </p:nvPr>
        </p:nvSpPr>
        <p:spPr>
          <a:xfrm>
            <a:off x="457200" y="711621"/>
            <a:ext cx="7931224" cy="278938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None/>
            </a:pPr>
            <a:r>
              <a:rPr lang="fr-FR"/>
              <a:t>Durée : 10min.</a:t>
            </a:r>
            <a:endParaRPr/>
          </a:p>
          <a:p>
            <a:pPr marL="0" lvl="0" indent="0" algn="l" rtl="0">
              <a:spcBef>
                <a:spcPts val="1000"/>
              </a:spcBef>
              <a:spcAft>
                <a:spcPts val="0"/>
              </a:spcAft>
              <a:buClr>
                <a:schemeClr val="dk1"/>
              </a:buClr>
              <a:buSzPts val="2000"/>
              <a:buNone/>
            </a:pPr>
            <a:endParaRPr b="0"/>
          </a:p>
          <a:p>
            <a:pPr marL="0" lvl="0" indent="0" algn="l" rtl="0">
              <a:spcBef>
                <a:spcPts val="1000"/>
              </a:spcBef>
              <a:spcAft>
                <a:spcPts val="0"/>
              </a:spcAft>
              <a:buClr>
                <a:schemeClr val="dk1"/>
              </a:buClr>
              <a:buSzPts val="2000"/>
              <a:buNone/>
            </a:pPr>
            <a:r>
              <a:rPr lang="fr-FR" b="0"/>
              <a:t>Manipulez mongodump pour tenter de faire un export de votre base de données.</a:t>
            </a:r>
            <a:endParaRPr/>
          </a:p>
          <a:p>
            <a:pPr marL="0" lvl="0" indent="0" algn="l" rtl="0">
              <a:spcBef>
                <a:spcPts val="1000"/>
              </a:spcBef>
              <a:spcAft>
                <a:spcPts val="0"/>
              </a:spcAft>
              <a:buClr>
                <a:schemeClr val="dk1"/>
              </a:buClr>
              <a:buSzPts val="2000"/>
              <a:buNone/>
            </a:pPr>
            <a:r>
              <a:rPr lang="fr-FR" b="0"/>
              <a:t>Exportez ensuite la collection « movies » uniquement</a:t>
            </a:r>
            <a:endParaRPr/>
          </a:p>
          <a:p>
            <a:pPr marL="0" lvl="0" indent="0" algn="l" rtl="0">
              <a:spcBef>
                <a:spcPts val="1000"/>
              </a:spcBef>
              <a:spcAft>
                <a:spcPts val="0"/>
              </a:spcAft>
              <a:buClr>
                <a:schemeClr val="dk1"/>
              </a:buClr>
              <a:buSzPts val="2000"/>
              <a:buNone/>
            </a:pPr>
            <a:endParaRPr b="0"/>
          </a:p>
          <a:p>
            <a:pPr marL="0" lvl="0" indent="0" algn="l" rtl="0">
              <a:spcBef>
                <a:spcPts val="1000"/>
              </a:spcBef>
              <a:spcAft>
                <a:spcPts val="0"/>
              </a:spcAft>
              <a:buClr>
                <a:schemeClr val="dk1"/>
              </a:buClr>
              <a:buSzPts val="2000"/>
              <a:buNone/>
            </a:pPr>
            <a:endParaRPr i="1"/>
          </a:p>
          <a:p>
            <a:pPr marL="0" lvl="0" indent="0" algn="l" rtl="0">
              <a:spcBef>
                <a:spcPts val="1000"/>
              </a:spcBef>
              <a:spcAft>
                <a:spcPts val="0"/>
              </a:spcAft>
              <a:buClr>
                <a:schemeClr val="dk1"/>
              </a:buClr>
              <a:buSzPts val="2000"/>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p137"/>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1"/>
              </a:buClr>
              <a:buSzPts val="2800"/>
              <a:buFont typeface="Arial Black"/>
              <a:buNone/>
            </a:pPr>
            <a:r>
              <a:rPr lang="fr-FR" sz="2800" dirty="0">
                <a:solidFill>
                  <a:srgbClr val="7030A0"/>
                </a:solidFill>
              </a:rPr>
              <a:t>SAUVEGARDE VIA UN EXPORT</a:t>
            </a:r>
            <a:endParaRPr lang="fr-FR" dirty="0">
              <a:solidFill>
                <a:srgbClr val="7030A0"/>
              </a:solidFill>
            </a:endParaRPr>
          </a:p>
        </p:txBody>
      </p:sp>
      <p:sp>
        <p:nvSpPr>
          <p:cNvPr id="1017" name="Google Shape;1017;p137"/>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None/>
            </a:pPr>
            <a:endParaRPr b="0"/>
          </a:p>
          <a:p>
            <a:pPr marL="342900" lvl="0" indent="-342900" algn="l" rtl="0">
              <a:spcBef>
                <a:spcPts val="1000"/>
              </a:spcBef>
              <a:spcAft>
                <a:spcPts val="0"/>
              </a:spcAft>
              <a:buClr>
                <a:schemeClr val="dk1"/>
              </a:buClr>
              <a:buSzPts val="2000"/>
              <a:buFont typeface="Arial"/>
              <a:buChar char="•"/>
            </a:pPr>
            <a:r>
              <a:rPr lang="fr-FR" b="0" dirty="0"/>
              <a:t>Commande spécifique </a:t>
            </a:r>
            <a:r>
              <a:rPr lang="fr-FR" b="0" dirty="0">
                <a:solidFill>
                  <a:srgbClr val="7030A0"/>
                </a:solidFill>
              </a:rPr>
              <a:t>« </a:t>
            </a:r>
            <a:r>
              <a:rPr lang="fr-FR" b="0" err="1">
                <a:solidFill>
                  <a:srgbClr val="7030A0"/>
                </a:solidFill>
              </a:rPr>
              <a:t>mongoexport</a:t>
            </a:r>
            <a:r>
              <a:rPr lang="fr-FR" b="0" dirty="0">
                <a:solidFill>
                  <a:srgbClr val="7030A0"/>
                </a:solidFill>
              </a:rPr>
              <a:t> ».</a:t>
            </a:r>
            <a:endParaRPr dirty="0">
              <a:solidFill>
                <a:srgbClr val="7030A0"/>
              </a:solidFill>
            </a:endParaRPr>
          </a:p>
          <a:p>
            <a:pPr marL="342900" lvl="0" indent="-215900" algn="l" rtl="0">
              <a:spcBef>
                <a:spcPts val="1000"/>
              </a:spcBef>
              <a:spcAft>
                <a:spcPts val="0"/>
              </a:spcAft>
              <a:buClr>
                <a:schemeClr val="dk1"/>
              </a:buClr>
              <a:buSzPts val="2000"/>
              <a:buFont typeface="Arial"/>
              <a:buNone/>
            </a:pPr>
            <a:endParaRPr b="0">
              <a:solidFill>
                <a:schemeClr val="dk2"/>
              </a:solidFill>
            </a:endParaRPr>
          </a:p>
          <a:p>
            <a:pPr marL="342900" lvl="0" indent="-342900" algn="l" rtl="0">
              <a:spcBef>
                <a:spcPts val="1000"/>
              </a:spcBef>
              <a:spcAft>
                <a:spcPts val="0"/>
              </a:spcAft>
              <a:buClr>
                <a:schemeClr val="dk1"/>
              </a:buClr>
              <a:buSzPts val="2000"/>
              <a:buFont typeface="Arial"/>
              <a:buChar char="•"/>
            </a:pPr>
            <a:r>
              <a:rPr lang="fr-FR" b="0" dirty="0"/>
              <a:t>Vous pouvez exporter une base complète, une collection ou des champs.</a:t>
            </a:r>
            <a:endParaRPr dirty="0"/>
          </a:p>
          <a:p>
            <a:pPr marL="342900" lvl="0" indent="-215900" algn="l" rtl="0">
              <a:spcBef>
                <a:spcPts val="1000"/>
              </a:spcBef>
              <a:spcAft>
                <a:spcPts val="0"/>
              </a:spcAft>
              <a:buClr>
                <a:schemeClr val="dk1"/>
              </a:buClr>
              <a:buSzPts val="2000"/>
              <a:buFont typeface="Arial"/>
              <a:buNone/>
            </a:pPr>
            <a:endParaRPr b="0"/>
          </a:p>
          <a:p>
            <a:pPr marL="342900" indent="-342900">
              <a:spcBef>
                <a:spcPts val="1000"/>
              </a:spcBef>
              <a:buSzPts val="2000"/>
              <a:buFont typeface="Arial"/>
              <a:buChar char="•"/>
            </a:pPr>
            <a:r>
              <a:rPr lang="fr-FR" b="0" dirty="0"/>
              <a:t>Deux formats d’export possibles : </a:t>
            </a:r>
            <a:endParaRPr/>
          </a:p>
          <a:p>
            <a:pPr marL="800100" lvl="1" indent="-342900" algn="l" rtl="0">
              <a:spcBef>
                <a:spcPts val="1000"/>
              </a:spcBef>
              <a:spcAft>
                <a:spcPts val="0"/>
              </a:spcAft>
              <a:buSzPts val="2000"/>
              <a:buChar char="•"/>
            </a:pPr>
            <a:r>
              <a:rPr lang="fr-FR" b="0" dirty="0"/>
              <a:t>JSON</a:t>
            </a:r>
            <a:endParaRPr dirty="0"/>
          </a:p>
          <a:p>
            <a:pPr marL="800100" lvl="1" indent="-342900" algn="l" rtl="0">
              <a:spcBef>
                <a:spcPts val="400"/>
              </a:spcBef>
              <a:spcAft>
                <a:spcPts val="0"/>
              </a:spcAft>
              <a:buSzPts val="2000"/>
              <a:buChar char="•"/>
            </a:pPr>
            <a:r>
              <a:rPr lang="fr-FR" dirty="0"/>
              <a:t>CSV</a:t>
            </a:r>
            <a:endParaRPr b="0" dirty="0"/>
          </a:p>
          <a:p>
            <a:pPr marL="342900" lvl="0" indent="-215900" algn="l" rtl="0">
              <a:spcBef>
                <a:spcPts val="400"/>
              </a:spcBef>
              <a:spcAft>
                <a:spcPts val="0"/>
              </a:spcAft>
              <a:buClr>
                <a:schemeClr val="dk1"/>
              </a:buClr>
              <a:buSzPts val="2000"/>
              <a:buFont typeface="Arial"/>
              <a:buNone/>
            </a:pPr>
            <a:endParaRPr b="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p138"/>
          <p:cNvSpPr txBox="1">
            <a:spLocks noGrp="1"/>
          </p:cNvSpPr>
          <p:nvPr>
            <p:ph type="title"/>
          </p:nvPr>
        </p:nvSpPr>
        <p:spPr>
          <a:xfrm>
            <a:off x="457200" y="5090"/>
            <a:ext cx="7643192" cy="615598"/>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accent5"/>
              </a:buClr>
              <a:buSzPct val="100000"/>
              <a:buFont typeface="Arial Black"/>
              <a:buNone/>
            </a:pPr>
            <a:r>
              <a:rPr lang="fr-FR" dirty="0">
                <a:solidFill>
                  <a:srgbClr val="7030A0"/>
                </a:solidFill>
              </a:rPr>
              <a:t>EXERCICE : </a:t>
            </a:r>
            <a:r>
              <a:rPr lang="fr-FR" dirty="0">
                <a:solidFill>
                  <a:schemeClr val="dk1"/>
                </a:solidFill>
              </a:rPr>
              <a:t>MONGOEXPORT</a:t>
            </a:r>
            <a:endParaRPr dirty="0">
              <a:solidFill>
                <a:schemeClr val="dk1"/>
              </a:solidFill>
            </a:endParaRPr>
          </a:p>
        </p:txBody>
      </p:sp>
      <p:sp>
        <p:nvSpPr>
          <p:cNvPr id="1024" name="Google Shape;1024;p138"/>
          <p:cNvSpPr txBox="1">
            <a:spLocks noGrp="1"/>
          </p:cNvSpPr>
          <p:nvPr>
            <p:ph type="body" idx="1"/>
          </p:nvPr>
        </p:nvSpPr>
        <p:spPr>
          <a:xfrm>
            <a:off x="457200" y="711621"/>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None/>
            </a:pPr>
            <a:r>
              <a:rPr lang="fr-FR"/>
              <a:t>Durée : 10min.</a:t>
            </a:r>
            <a:endParaRPr/>
          </a:p>
          <a:p>
            <a:pPr marL="0" lvl="0" indent="0" algn="l" rtl="0">
              <a:spcBef>
                <a:spcPts val="1000"/>
              </a:spcBef>
              <a:spcAft>
                <a:spcPts val="0"/>
              </a:spcAft>
              <a:buClr>
                <a:schemeClr val="dk1"/>
              </a:buClr>
              <a:buSzPts val="2000"/>
              <a:buNone/>
            </a:pPr>
            <a:endParaRPr b="0"/>
          </a:p>
          <a:p>
            <a:pPr marL="342900" lvl="0" indent="-342900" algn="l" rtl="0">
              <a:spcBef>
                <a:spcPts val="1000"/>
              </a:spcBef>
              <a:spcAft>
                <a:spcPts val="0"/>
              </a:spcAft>
              <a:buClr>
                <a:schemeClr val="dk1"/>
              </a:buClr>
              <a:buSzPts val="2000"/>
              <a:buFont typeface="Arial"/>
              <a:buChar char="•"/>
            </a:pPr>
            <a:r>
              <a:rPr lang="fr-FR" b="0"/>
              <a:t>Tentez de faire un export au format CSV d’une des collections disponibles dans votre base de données « cinema ».</a:t>
            </a:r>
            <a:endParaRPr/>
          </a:p>
          <a:p>
            <a:pPr marL="342900" lvl="0" indent="-215900" algn="l" rtl="0">
              <a:spcBef>
                <a:spcPts val="1000"/>
              </a:spcBef>
              <a:spcAft>
                <a:spcPts val="0"/>
              </a:spcAft>
              <a:buClr>
                <a:schemeClr val="dk1"/>
              </a:buClr>
              <a:buSzPts val="2000"/>
              <a:buFont typeface="Arial"/>
              <a:buNone/>
            </a:pPr>
            <a:endParaRPr b="0"/>
          </a:p>
          <a:p>
            <a:pPr marL="342900" lvl="0" indent="-342900" algn="l" rtl="0">
              <a:spcBef>
                <a:spcPts val="1000"/>
              </a:spcBef>
              <a:spcAft>
                <a:spcPts val="0"/>
              </a:spcAft>
              <a:buClr>
                <a:schemeClr val="dk1"/>
              </a:buClr>
              <a:buSzPts val="2000"/>
              <a:buFont typeface="Arial"/>
              <a:buChar char="•"/>
            </a:pPr>
            <a:r>
              <a:rPr lang="fr-FR" b="0"/>
              <a:t>Tentez d’exporter certains champs de votre collection « movies ».</a:t>
            </a:r>
            <a:endParaRPr/>
          </a:p>
          <a:p>
            <a:pPr marL="0" lvl="0" indent="0" algn="l" rtl="0">
              <a:spcBef>
                <a:spcPts val="1000"/>
              </a:spcBef>
              <a:spcAft>
                <a:spcPts val="0"/>
              </a:spcAft>
              <a:buClr>
                <a:schemeClr val="dk1"/>
              </a:buClr>
              <a:buSzPts val="2000"/>
              <a:buNone/>
            </a:pPr>
            <a:endParaRPr b="0"/>
          </a:p>
          <a:p>
            <a:pPr marL="0" lvl="0" indent="0" algn="l" rtl="0">
              <a:spcBef>
                <a:spcPts val="1000"/>
              </a:spcBef>
              <a:spcAft>
                <a:spcPts val="0"/>
              </a:spcAft>
              <a:buClr>
                <a:schemeClr val="dk1"/>
              </a:buClr>
              <a:buSzPts val="2000"/>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p140"/>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1"/>
              </a:buClr>
              <a:buSzPts val="2800"/>
              <a:buFont typeface="Arial Black"/>
              <a:buNone/>
            </a:pPr>
            <a:r>
              <a:rPr lang="fr-FR" sz="2800" dirty="0">
                <a:solidFill>
                  <a:srgbClr val="7030A0"/>
                </a:solidFill>
              </a:rPr>
              <a:t>RESTAURATION VIA UN EXPORT</a:t>
            </a:r>
            <a:endParaRPr lang="fr-FR" dirty="0">
              <a:solidFill>
                <a:srgbClr val="7030A0"/>
              </a:solidFill>
            </a:endParaRPr>
          </a:p>
        </p:txBody>
      </p:sp>
      <p:sp>
        <p:nvSpPr>
          <p:cNvPr id="1037" name="Google Shape;1037;p140"/>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None/>
            </a:pPr>
            <a:endParaRPr b="0"/>
          </a:p>
          <a:p>
            <a:pPr marL="342900" lvl="0" indent="-342900" algn="l" rtl="0">
              <a:spcBef>
                <a:spcPts val="1000"/>
              </a:spcBef>
              <a:spcAft>
                <a:spcPts val="0"/>
              </a:spcAft>
              <a:buClr>
                <a:schemeClr val="dk1"/>
              </a:buClr>
              <a:buSzPts val="2000"/>
              <a:buFont typeface="Arial"/>
              <a:buChar char="•"/>
            </a:pPr>
            <a:r>
              <a:rPr lang="fr-FR" b="0"/>
              <a:t>Dans les exercices précédents nous avons appris à sauvegarder nos données.</a:t>
            </a:r>
            <a:endParaRPr/>
          </a:p>
          <a:p>
            <a:pPr marL="0" lvl="0" indent="0" algn="l" rtl="0">
              <a:spcBef>
                <a:spcPts val="1000"/>
              </a:spcBef>
              <a:spcAft>
                <a:spcPts val="0"/>
              </a:spcAft>
              <a:buClr>
                <a:schemeClr val="dk1"/>
              </a:buClr>
              <a:buSzPts val="2000"/>
              <a:buNone/>
            </a:pPr>
            <a:endParaRPr b="0"/>
          </a:p>
          <a:p>
            <a:pPr marL="342900" lvl="0" indent="-342900" algn="l" rtl="0">
              <a:spcBef>
                <a:spcPts val="1000"/>
              </a:spcBef>
              <a:spcAft>
                <a:spcPts val="0"/>
              </a:spcAft>
              <a:buClr>
                <a:schemeClr val="dk1"/>
              </a:buClr>
              <a:buSzPts val="2000"/>
              <a:buFont typeface="Arial"/>
              <a:buChar char="•"/>
            </a:pPr>
            <a:r>
              <a:rPr lang="fr-FR" b="0"/>
              <a:t>Apprenons désormais à importer ce qui a été préalablement sauvegardé.</a:t>
            </a:r>
            <a:endParaRPr/>
          </a:p>
          <a:p>
            <a:pPr marL="342900" lvl="0" indent="-215900" algn="l" rtl="0">
              <a:spcBef>
                <a:spcPts val="1000"/>
              </a:spcBef>
              <a:spcAft>
                <a:spcPts val="0"/>
              </a:spcAft>
              <a:buClr>
                <a:schemeClr val="dk1"/>
              </a:buClr>
              <a:buSzPts val="2000"/>
              <a:buFont typeface="Arial"/>
              <a:buNone/>
            </a:pPr>
            <a:endParaRPr b="0"/>
          </a:p>
          <a:p>
            <a:pPr marL="342900" lvl="0" indent="-342900" algn="l" rtl="0">
              <a:spcBef>
                <a:spcPts val="1000"/>
              </a:spcBef>
              <a:spcAft>
                <a:spcPts val="0"/>
              </a:spcAft>
              <a:buClr>
                <a:schemeClr val="dk1"/>
              </a:buClr>
              <a:buSzPts val="2000"/>
              <a:buFont typeface="Arial"/>
              <a:buChar char="•"/>
            </a:pPr>
            <a:r>
              <a:rPr lang="fr-FR" b="0"/>
              <a:t>Cette opération peut également être utile lorsqu’on souhaite charger en masse de données dans notre base.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p141"/>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1"/>
              </a:buClr>
              <a:buSzPts val="2800"/>
              <a:buFont typeface="Arial Black"/>
              <a:buNone/>
            </a:pPr>
            <a:r>
              <a:rPr lang="fr-FR" sz="2800" dirty="0">
                <a:solidFill>
                  <a:srgbClr val="7030A0"/>
                </a:solidFill>
              </a:rPr>
              <a:t>RESTAURATION VIA UN EXPORT</a:t>
            </a:r>
            <a:endParaRPr lang="fr-FR" dirty="0">
              <a:solidFill>
                <a:srgbClr val="7030A0"/>
              </a:solidFill>
            </a:endParaRPr>
          </a:p>
        </p:txBody>
      </p:sp>
      <p:sp>
        <p:nvSpPr>
          <p:cNvPr id="1043" name="Google Shape;1043;p141"/>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None/>
            </a:pPr>
            <a:endParaRPr b="0"/>
          </a:p>
          <a:p>
            <a:pPr marL="342900" lvl="0" indent="-342900" algn="l" rtl="0">
              <a:spcBef>
                <a:spcPts val="1000"/>
              </a:spcBef>
              <a:spcAft>
                <a:spcPts val="0"/>
              </a:spcAft>
              <a:buClr>
                <a:schemeClr val="dk1"/>
              </a:buClr>
              <a:buSzPts val="2000"/>
              <a:buFont typeface="Arial"/>
              <a:buChar char="•"/>
            </a:pPr>
            <a:r>
              <a:rPr lang="fr-FR" b="0" dirty="0"/>
              <a:t>Utilisation d’une commande spécifique </a:t>
            </a:r>
            <a:r>
              <a:rPr lang="fr-FR" b="0" dirty="0">
                <a:solidFill>
                  <a:srgbClr val="7030A0"/>
                </a:solidFill>
              </a:rPr>
              <a:t>« </a:t>
            </a:r>
            <a:r>
              <a:rPr lang="fr-FR" b="0" err="1">
                <a:solidFill>
                  <a:srgbClr val="7030A0"/>
                </a:solidFill>
              </a:rPr>
              <a:t>mongoimport</a:t>
            </a:r>
            <a:r>
              <a:rPr lang="fr-FR" b="0" dirty="0">
                <a:solidFill>
                  <a:srgbClr val="7030A0"/>
                </a:solidFill>
              </a:rPr>
              <a:t> »</a:t>
            </a:r>
            <a:endParaRPr dirty="0">
              <a:solidFill>
                <a:srgbClr val="7030A0"/>
              </a:solidFill>
            </a:endParaRPr>
          </a:p>
          <a:p>
            <a:pPr marL="342900" lvl="0" indent="-215900" algn="l" rtl="0">
              <a:spcBef>
                <a:spcPts val="1000"/>
              </a:spcBef>
              <a:spcAft>
                <a:spcPts val="0"/>
              </a:spcAft>
              <a:buClr>
                <a:schemeClr val="dk1"/>
              </a:buClr>
              <a:buSzPts val="2000"/>
              <a:buFont typeface="Arial"/>
              <a:buNone/>
            </a:pPr>
            <a:endParaRPr b="0">
              <a:solidFill>
                <a:schemeClr val="dk2"/>
              </a:solidFill>
            </a:endParaRPr>
          </a:p>
          <a:p>
            <a:pPr marL="342900" lvl="0" indent="-342900" algn="l" rtl="0">
              <a:spcBef>
                <a:spcPts val="1000"/>
              </a:spcBef>
              <a:spcAft>
                <a:spcPts val="0"/>
              </a:spcAft>
              <a:buClr>
                <a:schemeClr val="dk1"/>
              </a:buClr>
              <a:buSzPts val="2000"/>
              <a:buFont typeface="Arial"/>
              <a:buChar char="•"/>
            </a:pPr>
            <a:r>
              <a:rPr lang="fr-FR" b="0" dirty="0"/>
              <a:t>Vous pouvez importer une base complète, une collection ou des champs.</a:t>
            </a:r>
            <a:endParaRPr dirty="0"/>
          </a:p>
          <a:p>
            <a:pPr marL="342900" lvl="0" indent="-215900" algn="l" rtl="0">
              <a:spcBef>
                <a:spcPts val="1000"/>
              </a:spcBef>
              <a:spcAft>
                <a:spcPts val="0"/>
              </a:spcAft>
              <a:buClr>
                <a:schemeClr val="dk1"/>
              </a:buClr>
              <a:buSzPts val="2000"/>
              <a:buFont typeface="Arial"/>
              <a:buNone/>
            </a:pPr>
            <a:endParaRPr b="0"/>
          </a:p>
          <a:p>
            <a:pPr marL="342900" indent="-342900">
              <a:spcBef>
                <a:spcPts val="1000"/>
              </a:spcBef>
              <a:buSzPts val="2000"/>
              <a:buFont typeface="Arial"/>
              <a:buChar char="•"/>
            </a:pPr>
            <a:r>
              <a:rPr lang="fr-FR" b="0" dirty="0"/>
              <a:t>Deux formats d’imports possibles : </a:t>
            </a:r>
            <a:endParaRPr/>
          </a:p>
          <a:p>
            <a:pPr marL="800100" lvl="1" indent="-342900" algn="l" rtl="0">
              <a:spcBef>
                <a:spcPts val="1000"/>
              </a:spcBef>
              <a:spcAft>
                <a:spcPts val="0"/>
              </a:spcAft>
              <a:buSzPts val="2000"/>
              <a:buChar char="•"/>
            </a:pPr>
            <a:r>
              <a:rPr lang="fr-FR" dirty="0"/>
              <a:t>JSON</a:t>
            </a:r>
            <a:endParaRPr dirty="0"/>
          </a:p>
          <a:p>
            <a:pPr marL="800100" lvl="1" indent="-342900" algn="l" rtl="0">
              <a:spcBef>
                <a:spcPts val="400"/>
              </a:spcBef>
              <a:spcAft>
                <a:spcPts val="0"/>
              </a:spcAft>
              <a:buSzPts val="2000"/>
              <a:buChar char="•"/>
            </a:pPr>
            <a:r>
              <a:rPr lang="fr-FR" dirty="0"/>
              <a:t>CSV</a:t>
            </a:r>
            <a:endParaRPr dirty="0"/>
          </a:p>
          <a:p>
            <a:pPr marL="342900" lvl="0" indent="-215900" algn="l" rtl="0">
              <a:spcBef>
                <a:spcPts val="400"/>
              </a:spcBef>
              <a:spcAft>
                <a:spcPts val="0"/>
              </a:spcAft>
              <a:buClr>
                <a:schemeClr val="dk1"/>
              </a:buClr>
              <a:buSzPts val="2000"/>
              <a:buFont typeface="Arial"/>
              <a:buNone/>
            </a:pPr>
            <a:endParaRPr b="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p142"/>
          <p:cNvSpPr txBox="1">
            <a:spLocks noGrp="1"/>
          </p:cNvSpPr>
          <p:nvPr>
            <p:ph type="title"/>
          </p:nvPr>
        </p:nvSpPr>
        <p:spPr>
          <a:xfrm>
            <a:off x="457200" y="5090"/>
            <a:ext cx="7643192" cy="615598"/>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accent5"/>
              </a:buClr>
              <a:buSzPct val="100000"/>
              <a:buFont typeface="Arial Black"/>
              <a:buNone/>
            </a:pPr>
            <a:r>
              <a:rPr lang="fr-FR" dirty="0">
                <a:solidFill>
                  <a:srgbClr val="7030A0"/>
                </a:solidFill>
              </a:rPr>
              <a:t>EXERCICE : </a:t>
            </a:r>
            <a:r>
              <a:rPr lang="fr-FR" dirty="0">
                <a:solidFill>
                  <a:schemeClr val="dk1"/>
                </a:solidFill>
              </a:rPr>
              <a:t>MONGOIMPORT</a:t>
            </a:r>
            <a:endParaRPr dirty="0">
              <a:solidFill>
                <a:schemeClr val="dk1"/>
              </a:solidFill>
            </a:endParaRPr>
          </a:p>
        </p:txBody>
      </p:sp>
      <p:sp>
        <p:nvSpPr>
          <p:cNvPr id="1050" name="Google Shape;1050;p142"/>
          <p:cNvSpPr txBox="1">
            <a:spLocks noGrp="1"/>
          </p:cNvSpPr>
          <p:nvPr>
            <p:ph type="body" idx="1"/>
          </p:nvPr>
        </p:nvSpPr>
        <p:spPr>
          <a:xfrm>
            <a:off x="457200" y="711621"/>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None/>
            </a:pPr>
            <a:r>
              <a:rPr lang="fr-FR"/>
              <a:t>Durée : 10min.</a:t>
            </a:r>
            <a:endParaRPr/>
          </a:p>
          <a:p>
            <a:pPr marL="0" lvl="0" indent="0" algn="l" rtl="0">
              <a:spcBef>
                <a:spcPts val="1000"/>
              </a:spcBef>
              <a:spcAft>
                <a:spcPts val="0"/>
              </a:spcAft>
              <a:buClr>
                <a:schemeClr val="dk1"/>
              </a:buClr>
              <a:buSzPts val="2000"/>
              <a:buNone/>
            </a:pPr>
            <a:endParaRPr b="0"/>
          </a:p>
          <a:p>
            <a:pPr marL="342900" lvl="0" indent="-342900" algn="l" rtl="0">
              <a:spcBef>
                <a:spcPts val="1000"/>
              </a:spcBef>
              <a:spcAft>
                <a:spcPts val="0"/>
              </a:spcAft>
              <a:buClr>
                <a:schemeClr val="dk1"/>
              </a:buClr>
              <a:buSzPts val="2000"/>
              <a:buFont typeface="Arial"/>
              <a:buChar char="•"/>
            </a:pPr>
            <a:r>
              <a:rPr lang="fr-FR" b="0"/>
              <a:t>Après avoir sauvegardé votre collection « movies », supprimez là.</a:t>
            </a:r>
            <a:endParaRPr/>
          </a:p>
          <a:p>
            <a:pPr marL="342900" lvl="0" indent="-215900" algn="l" rtl="0">
              <a:spcBef>
                <a:spcPts val="1000"/>
              </a:spcBef>
              <a:spcAft>
                <a:spcPts val="0"/>
              </a:spcAft>
              <a:buClr>
                <a:schemeClr val="dk1"/>
              </a:buClr>
              <a:buSzPts val="2000"/>
              <a:buFont typeface="Arial"/>
              <a:buNone/>
            </a:pPr>
            <a:endParaRPr b="0"/>
          </a:p>
          <a:p>
            <a:pPr marL="342900" lvl="0" indent="-342900" algn="l" rtl="0">
              <a:spcBef>
                <a:spcPts val="1000"/>
              </a:spcBef>
              <a:spcAft>
                <a:spcPts val="0"/>
              </a:spcAft>
              <a:buClr>
                <a:schemeClr val="dk1"/>
              </a:buClr>
              <a:buSzPts val="2000"/>
              <a:buFont typeface="Arial"/>
              <a:buChar char="•"/>
            </a:pPr>
            <a:r>
              <a:rPr lang="fr-FR" b="0"/>
              <a:t>Puis à partir de la sauvegarde réinjecter-là dans votre base de données « cinema ».</a:t>
            </a:r>
            <a:endParaRPr/>
          </a:p>
          <a:p>
            <a:pPr marL="342900" lvl="0" indent="-215900" algn="l" rtl="0">
              <a:spcBef>
                <a:spcPts val="1000"/>
              </a:spcBef>
              <a:spcAft>
                <a:spcPts val="0"/>
              </a:spcAft>
              <a:buClr>
                <a:schemeClr val="dk1"/>
              </a:buClr>
              <a:buSzPts val="2000"/>
              <a:buFont typeface="Arial"/>
              <a:buNone/>
            </a:pPr>
            <a:endParaRPr b="0"/>
          </a:p>
          <a:p>
            <a:pPr marL="0" lvl="0" indent="0" algn="l" rtl="0">
              <a:spcBef>
                <a:spcPts val="1000"/>
              </a:spcBef>
              <a:spcAft>
                <a:spcPts val="0"/>
              </a:spcAft>
              <a:buClr>
                <a:schemeClr val="dk1"/>
              </a:buClr>
              <a:buSzPts val="2000"/>
              <a:buNone/>
            </a:pPr>
            <a:endParaRPr b="0"/>
          </a:p>
          <a:p>
            <a:pPr marL="0" lvl="0" indent="0" algn="l" rtl="0">
              <a:spcBef>
                <a:spcPts val="1000"/>
              </a:spcBef>
              <a:spcAft>
                <a:spcPts val="0"/>
              </a:spcAft>
              <a:buClr>
                <a:schemeClr val="dk1"/>
              </a:buClr>
              <a:buSzPts val="2000"/>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p144"/>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1"/>
              </a:buClr>
              <a:buSzPts val="2800"/>
              <a:buFont typeface="Arial Black"/>
              <a:buNone/>
            </a:pPr>
            <a:r>
              <a:rPr lang="fr-FR" sz="2800" dirty="0">
                <a:solidFill>
                  <a:srgbClr val="7030A0"/>
                </a:solidFill>
              </a:rPr>
              <a:t>RESTAURATION VIA UN RESTORE</a:t>
            </a:r>
            <a:endParaRPr lang="fr-FR" dirty="0">
              <a:solidFill>
                <a:srgbClr val="7030A0"/>
              </a:solidFill>
            </a:endParaRPr>
          </a:p>
        </p:txBody>
      </p:sp>
      <p:sp>
        <p:nvSpPr>
          <p:cNvPr id="1063" name="Google Shape;1063;p144"/>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None/>
            </a:pPr>
            <a:endParaRPr b="0"/>
          </a:p>
          <a:p>
            <a:pPr marL="342900" lvl="0" indent="-342900" algn="l" rtl="0">
              <a:spcBef>
                <a:spcPts val="1000"/>
              </a:spcBef>
              <a:spcAft>
                <a:spcPts val="0"/>
              </a:spcAft>
              <a:buClr>
                <a:schemeClr val="dk1"/>
              </a:buClr>
              <a:buSzPts val="2000"/>
              <a:buFont typeface="Arial"/>
              <a:buChar char="•"/>
            </a:pPr>
            <a:r>
              <a:rPr lang="fr-FR" b="0" dirty="0"/>
              <a:t>Utilisation d’une commande spécifique </a:t>
            </a:r>
            <a:r>
              <a:rPr lang="fr-FR" b="0" dirty="0">
                <a:solidFill>
                  <a:srgbClr val="7030A0"/>
                </a:solidFill>
              </a:rPr>
              <a:t>« </a:t>
            </a:r>
            <a:r>
              <a:rPr lang="fr-FR" b="0" err="1">
                <a:solidFill>
                  <a:srgbClr val="7030A0"/>
                </a:solidFill>
              </a:rPr>
              <a:t>mongorestore</a:t>
            </a:r>
            <a:r>
              <a:rPr lang="fr-FR" b="0" dirty="0">
                <a:solidFill>
                  <a:srgbClr val="7030A0"/>
                </a:solidFill>
              </a:rPr>
              <a:t> »</a:t>
            </a:r>
            <a:endParaRPr dirty="0">
              <a:solidFill>
                <a:srgbClr val="7030A0"/>
              </a:solidFill>
            </a:endParaRPr>
          </a:p>
          <a:p>
            <a:pPr marL="342900" lvl="0" indent="-215900" algn="l" rtl="0">
              <a:spcBef>
                <a:spcPts val="1000"/>
              </a:spcBef>
              <a:spcAft>
                <a:spcPts val="0"/>
              </a:spcAft>
              <a:buClr>
                <a:schemeClr val="dk1"/>
              </a:buClr>
              <a:buSzPts val="2000"/>
              <a:buFont typeface="Arial"/>
              <a:buNone/>
            </a:pPr>
            <a:endParaRPr b="0">
              <a:solidFill>
                <a:schemeClr val="dk2"/>
              </a:solidFill>
            </a:endParaRPr>
          </a:p>
          <a:p>
            <a:pPr marL="342900" lvl="0" indent="-342900" algn="l" rtl="0">
              <a:spcBef>
                <a:spcPts val="1000"/>
              </a:spcBef>
              <a:spcAft>
                <a:spcPts val="0"/>
              </a:spcAft>
              <a:buClr>
                <a:schemeClr val="dk1"/>
              </a:buClr>
              <a:buSzPts val="2000"/>
              <a:buFont typeface="Arial"/>
              <a:buChar char="•"/>
            </a:pPr>
            <a:r>
              <a:rPr lang="fr-FR" b="0" dirty="0"/>
              <a:t>Permet de restaurer une base de données complète. Il faut au préalable faire un drop sur la base de données cible.</a:t>
            </a:r>
            <a:endParaRPr dirty="0"/>
          </a:p>
          <a:p>
            <a:pPr marL="342900" lvl="0" indent="-215900" algn="l" rtl="0">
              <a:spcBef>
                <a:spcPts val="1000"/>
              </a:spcBef>
              <a:spcAft>
                <a:spcPts val="0"/>
              </a:spcAft>
              <a:buClr>
                <a:schemeClr val="dk1"/>
              </a:buClr>
              <a:buSzPts val="2000"/>
              <a:buFont typeface="Arial"/>
              <a:buNone/>
            </a:pPr>
            <a:endParaRPr b="0"/>
          </a:p>
          <a:p>
            <a:pPr marL="342900" indent="-342900">
              <a:spcBef>
                <a:spcPts val="1000"/>
              </a:spcBef>
              <a:buSzPts val="2000"/>
              <a:buFont typeface="Arial"/>
              <a:buChar char="•"/>
            </a:pPr>
            <a:r>
              <a:rPr lang="fr-FR" b="0" dirty="0"/>
              <a:t>Deux formats d’imports possibles : </a:t>
            </a:r>
            <a:endParaRPr/>
          </a:p>
          <a:p>
            <a:pPr marL="800100" lvl="1" indent="-342900" algn="l" rtl="0">
              <a:spcBef>
                <a:spcPts val="1000"/>
              </a:spcBef>
              <a:spcAft>
                <a:spcPts val="0"/>
              </a:spcAft>
              <a:buSzPts val="2000"/>
              <a:buChar char="•"/>
            </a:pPr>
            <a:r>
              <a:rPr lang="fr-FR" dirty="0"/>
              <a:t>JSON</a:t>
            </a:r>
            <a:endParaRPr dirty="0"/>
          </a:p>
          <a:p>
            <a:pPr marL="800100" lvl="1" indent="-342900" algn="l" rtl="0">
              <a:spcBef>
                <a:spcPts val="400"/>
              </a:spcBef>
              <a:spcAft>
                <a:spcPts val="0"/>
              </a:spcAft>
              <a:buSzPts val="2000"/>
              <a:buChar char="•"/>
            </a:pPr>
            <a:r>
              <a:rPr lang="fr-FR" dirty="0"/>
              <a:t>CSV</a:t>
            </a:r>
            <a:endParaRPr dirty="0"/>
          </a:p>
          <a:p>
            <a:pPr marL="342900" lvl="0" indent="-215900" algn="l" rtl="0">
              <a:spcBef>
                <a:spcPts val="400"/>
              </a:spcBef>
              <a:spcAft>
                <a:spcPts val="0"/>
              </a:spcAft>
              <a:buClr>
                <a:schemeClr val="dk1"/>
              </a:buClr>
              <a:buSzPts val="2000"/>
              <a:buFont typeface="Arial"/>
              <a:buNone/>
            </a:pPr>
            <a:endParaRPr b="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p145"/>
          <p:cNvSpPr txBox="1">
            <a:spLocks noGrp="1"/>
          </p:cNvSpPr>
          <p:nvPr>
            <p:ph type="ctrTitle"/>
          </p:nvPr>
        </p:nvSpPr>
        <p:spPr>
          <a:xfrm>
            <a:off x="457200" y="228600"/>
            <a:ext cx="7772400" cy="457199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7200"/>
              <a:buFont typeface="Arial Black"/>
              <a:buNone/>
            </a:pPr>
            <a:r>
              <a:rPr lang="fr-FR" sz="7200"/>
              <a:t>MONGO DB</a:t>
            </a:r>
            <a:endParaRPr sz="7200"/>
          </a:p>
        </p:txBody>
      </p:sp>
      <p:sp>
        <p:nvSpPr>
          <p:cNvPr id="1069" name="Google Shape;1069;p145"/>
          <p:cNvSpPr txBox="1">
            <a:spLocks noGrp="1"/>
          </p:cNvSpPr>
          <p:nvPr>
            <p:ph type="subTitle" idx="1"/>
          </p:nvPr>
        </p:nvSpPr>
        <p:spPr>
          <a:xfrm>
            <a:off x="608926" y="3081042"/>
            <a:ext cx="6858000" cy="91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2"/>
              </a:buClr>
              <a:buSzPts val="2800"/>
              <a:buNone/>
            </a:pPr>
            <a:r>
              <a:rPr lang="fr-FR" sz="2800" dirty="0">
                <a:solidFill>
                  <a:srgbClr val="7030A0"/>
                </a:solidFill>
              </a:rPr>
              <a:t>LA SÉCURITÉ</a:t>
            </a:r>
            <a:endParaRPr lang="fr-FR" dirty="0">
              <a:solidFill>
                <a:srgbClr val="7030A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79"/>
        <p:cNvGrpSpPr/>
        <p:nvPr/>
      </p:nvGrpSpPr>
      <p:grpSpPr>
        <a:xfrm>
          <a:off x="0" y="0"/>
          <a:ext cx="0" cy="0"/>
          <a:chOff x="0" y="0"/>
          <a:chExt cx="0" cy="0"/>
        </a:xfrm>
      </p:grpSpPr>
      <p:sp>
        <p:nvSpPr>
          <p:cNvPr id="1080" name="Google Shape;1080;p147"/>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2800"/>
              <a:buFont typeface="Arial Black"/>
              <a:buNone/>
            </a:pPr>
            <a:r>
              <a:rPr lang="fr-FR" sz="2800" dirty="0">
                <a:solidFill>
                  <a:srgbClr val="7030A0"/>
                </a:solidFill>
              </a:rPr>
              <a:t>SÉCURITÉ </a:t>
            </a:r>
            <a:r>
              <a:rPr lang="fr-FR" sz="2800" dirty="0">
                <a:solidFill>
                  <a:schemeClr val="dk1"/>
                </a:solidFill>
              </a:rPr>
              <a:t>SOUS MONGODB</a:t>
            </a:r>
            <a:endParaRPr sz="2800" dirty="0">
              <a:solidFill>
                <a:schemeClr val="dk1"/>
              </a:solidFill>
            </a:endParaRPr>
          </a:p>
        </p:txBody>
      </p:sp>
      <p:sp>
        <p:nvSpPr>
          <p:cNvPr id="1081" name="Google Shape;1081;p147"/>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spcBef>
                <a:spcPts val="0"/>
              </a:spcBef>
              <a:spcAft>
                <a:spcPts val="0"/>
              </a:spcAft>
              <a:buClr>
                <a:schemeClr val="dk1"/>
              </a:buClr>
              <a:buSzPct val="100000"/>
              <a:buNone/>
            </a:pPr>
            <a:endParaRPr b="0"/>
          </a:p>
          <a:p>
            <a:pPr marL="0" lvl="0" indent="0" algn="l" rtl="0">
              <a:spcBef>
                <a:spcPts val="970"/>
              </a:spcBef>
              <a:spcAft>
                <a:spcPts val="0"/>
              </a:spcAft>
              <a:buClr>
                <a:schemeClr val="dk1"/>
              </a:buClr>
              <a:buSzPct val="100000"/>
              <a:buNone/>
            </a:pPr>
            <a:r>
              <a:rPr lang="fr-FR" b="0"/>
              <a:t>Sur mongoDB il est possible de faire les mêmes opérations que celles que l’on retrouve communément sur les SGBRD</a:t>
            </a:r>
            <a:endParaRPr/>
          </a:p>
          <a:p>
            <a:pPr marL="0" lvl="0" indent="0" algn="l" rtl="0">
              <a:spcBef>
                <a:spcPts val="970"/>
              </a:spcBef>
              <a:spcAft>
                <a:spcPts val="0"/>
              </a:spcAft>
              <a:buClr>
                <a:schemeClr val="dk1"/>
              </a:buClr>
              <a:buSzPct val="100000"/>
              <a:buNone/>
            </a:pPr>
            <a:endParaRPr b="0"/>
          </a:p>
          <a:p>
            <a:pPr marL="342900" lvl="0" indent="-342900" algn="l" rtl="0">
              <a:spcBef>
                <a:spcPts val="970"/>
              </a:spcBef>
              <a:spcAft>
                <a:spcPts val="0"/>
              </a:spcAft>
              <a:buClr>
                <a:schemeClr val="dk1"/>
              </a:buClr>
              <a:buSzPct val="100000"/>
              <a:buFont typeface="Arial"/>
              <a:buChar char="•"/>
            </a:pPr>
            <a:r>
              <a:rPr lang="fr-FR" b="0"/>
              <a:t>Créer des utilisateurs</a:t>
            </a:r>
            <a:endParaRPr/>
          </a:p>
          <a:p>
            <a:pPr marL="800100" lvl="1" indent="-342900" algn="l" rtl="0">
              <a:spcBef>
                <a:spcPts val="970"/>
              </a:spcBef>
              <a:spcAft>
                <a:spcPts val="0"/>
              </a:spcAft>
              <a:buSzPct val="100000"/>
              <a:buChar char="•"/>
            </a:pPr>
            <a:r>
              <a:rPr lang="fr-FR"/>
              <a:t>Il y a des utilisateurs « standard »</a:t>
            </a:r>
            <a:endParaRPr/>
          </a:p>
          <a:p>
            <a:pPr marL="800100" lvl="1" indent="-342900" algn="l" rtl="0">
              <a:spcBef>
                <a:spcPts val="370"/>
              </a:spcBef>
              <a:spcAft>
                <a:spcPts val="0"/>
              </a:spcAft>
              <a:buSzPct val="100000"/>
              <a:buChar char="•"/>
            </a:pPr>
            <a:r>
              <a:rPr lang="fr-FR" b="0"/>
              <a:t>Et des utilisateurs « admin ».</a:t>
            </a:r>
            <a:endParaRPr/>
          </a:p>
          <a:p>
            <a:pPr marL="457200" lvl="1" indent="0" algn="l" rtl="0">
              <a:spcBef>
                <a:spcPts val="370"/>
              </a:spcBef>
              <a:spcAft>
                <a:spcPts val="0"/>
              </a:spcAft>
              <a:buSzPct val="100000"/>
              <a:buNone/>
            </a:pPr>
            <a:endParaRPr b="0"/>
          </a:p>
          <a:p>
            <a:pPr marL="342900" lvl="0" indent="-342900" algn="l" rtl="0">
              <a:spcBef>
                <a:spcPts val="370"/>
              </a:spcBef>
              <a:spcAft>
                <a:spcPts val="0"/>
              </a:spcAft>
              <a:buClr>
                <a:schemeClr val="dk1"/>
              </a:buClr>
              <a:buSzPct val="100000"/>
              <a:buFont typeface="Arial"/>
              <a:buChar char="•"/>
            </a:pPr>
            <a:r>
              <a:rPr lang="fr-FR" b="0"/>
              <a:t> Assigner des rôles</a:t>
            </a:r>
            <a:endParaRPr/>
          </a:p>
          <a:p>
            <a:pPr marL="800100" lvl="1" indent="-342900" algn="l" rtl="0">
              <a:spcBef>
                <a:spcPts val="970"/>
              </a:spcBef>
              <a:spcAft>
                <a:spcPts val="0"/>
              </a:spcAft>
              <a:buSzPct val="100000"/>
              <a:buChar char="•"/>
            </a:pPr>
            <a:r>
              <a:rPr lang="fr-FR"/>
              <a:t>Il existe de très nombreux rôles disponibles et il est également possible de créer ses propres rôles.</a:t>
            </a:r>
            <a:endParaRPr/>
          </a:p>
          <a:p>
            <a:pPr marL="800100" lvl="1" indent="-342900" algn="l" rtl="0">
              <a:spcBef>
                <a:spcPts val="370"/>
              </a:spcBef>
              <a:spcAft>
                <a:spcPts val="0"/>
              </a:spcAft>
              <a:buSzPct val="100000"/>
              <a:buChar char="•"/>
            </a:pPr>
            <a:r>
              <a:rPr lang="fr-FR" b="0"/>
              <a:t>Chaque rôle est composé d’un ou plusieurs privilèges.</a:t>
            </a:r>
            <a:endParaRPr/>
          </a:p>
          <a:p>
            <a:pPr marL="342900" lvl="0" indent="-225425" algn="l" rtl="0">
              <a:spcBef>
                <a:spcPts val="370"/>
              </a:spcBef>
              <a:spcAft>
                <a:spcPts val="0"/>
              </a:spcAft>
              <a:buClr>
                <a:schemeClr val="dk1"/>
              </a:buClr>
              <a:buSzPct val="100000"/>
              <a:buFont typeface="Arial"/>
              <a:buNone/>
            </a:pPr>
            <a:endParaRPr b="0"/>
          </a:p>
          <a:p>
            <a:pPr marL="342900" lvl="0" indent="-342900" algn="l" rtl="0">
              <a:spcBef>
                <a:spcPts val="970"/>
              </a:spcBef>
              <a:spcAft>
                <a:spcPts val="0"/>
              </a:spcAft>
              <a:buClr>
                <a:schemeClr val="dk1"/>
              </a:buClr>
              <a:buSzPct val="100000"/>
              <a:buFont typeface="Arial"/>
              <a:buChar char="•"/>
            </a:pPr>
            <a:r>
              <a:rPr lang="fr-FR" b="0"/>
              <a:t>Les utilisateurs peuvent être internes à la base de données mais aussi externes (KERBEROS par exemple).</a:t>
            </a:r>
            <a:endParaRPr/>
          </a:p>
          <a:p>
            <a:pPr marL="0" lvl="0" indent="0" algn="l" rtl="0">
              <a:spcBef>
                <a:spcPts val="970"/>
              </a:spcBef>
              <a:spcAft>
                <a:spcPts val="0"/>
              </a:spcAft>
              <a:buClr>
                <a:schemeClr val="dk1"/>
              </a:buClr>
              <a:buSzPct val="100000"/>
              <a:buNone/>
            </a:pPr>
            <a:endParaRPr b="0"/>
          </a:p>
          <a:p>
            <a:pPr marL="342900" lvl="0" indent="-225425" algn="l" rtl="0">
              <a:spcBef>
                <a:spcPts val="970"/>
              </a:spcBef>
              <a:spcAft>
                <a:spcPts val="0"/>
              </a:spcAft>
              <a:buClr>
                <a:schemeClr val="dk1"/>
              </a:buClr>
              <a:buSzPct val="100000"/>
              <a:buFont typeface="Arial"/>
              <a:buNone/>
            </a:pPr>
            <a:endParaRPr b="0"/>
          </a:p>
          <a:p>
            <a:pPr marL="342900" lvl="0" indent="-225425" algn="l" rtl="0">
              <a:spcBef>
                <a:spcPts val="970"/>
              </a:spcBef>
              <a:spcAft>
                <a:spcPts val="0"/>
              </a:spcAft>
              <a:buClr>
                <a:schemeClr val="dk1"/>
              </a:buClr>
              <a:buSzPct val="100000"/>
              <a:buFont typeface="Arial"/>
              <a:buNone/>
            </a:pPr>
            <a:endParaRPr b="0"/>
          </a:p>
          <a:p>
            <a:pPr marL="342900" lvl="0" indent="-225425" algn="l" rtl="0">
              <a:spcBef>
                <a:spcPts val="970"/>
              </a:spcBef>
              <a:spcAft>
                <a:spcPts val="0"/>
              </a:spcAft>
              <a:buClr>
                <a:schemeClr val="dk1"/>
              </a:buClr>
              <a:buSzPct val="100000"/>
              <a:buFont typeface="Arial"/>
              <a:buNone/>
            </a:pPr>
            <a:endParaRPr b="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sp>
        <p:nvSpPr>
          <p:cNvPr id="1086" name="Google Shape;1086;p148"/>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2800"/>
              <a:buFont typeface="Arial Black"/>
              <a:buNone/>
            </a:pPr>
            <a:r>
              <a:rPr lang="fr-FR" sz="2800" dirty="0">
                <a:solidFill>
                  <a:srgbClr val="7030A0"/>
                </a:solidFill>
              </a:rPr>
              <a:t>SÉCURITÉ </a:t>
            </a:r>
            <a:r>
              <a:rPr lang="fr-FR" sz="2800" dirty="0">
                <a:solidFill>
                  <a:schemeClr val="dk1"/>
                </a:solidFill>
              </a:rPr>
              <a:t>SOUS MONGODB</a:t>
            </a:r>
            <a:endParaRPr sz="2800" dirty="0">
              <a:solidFill>
                <a:schemeClr val="dk1"/>
              </a:solidFill>
            </a:endParaRPr>
          </a:p>
        </p:txBody>
      </p:sp>
      <p:sp>
        <p:nvSpPr>
          <p:cNvPr id="1087" name="Google Shape;1087;p148"/>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None/>
            </a:pPr>
            <a:endParaRPr b="0"/>
          </a:p>
          <a:p>
            <a:pPr marL="342900" lvl="0" indent="-342900" algn="l" rtl="0">
              <a:spcBef>
                <a:spcPts val="1000"/>
              </a:spcBef>
              <a:spcAft>
                <a:spcPts val="0"/>
              </a:spcAft>
              <a:buClr>
                <a:schemeClr val="dk1"/>
              </a:buClr>
              <a:buSzPts val="2000"/>
              <a:buFont typeface="Arial"/>
              <a:buChar char="•"/>
            </a:pPr>
            <a:r>
              <a:rPr lang="fr-FR" b="0"/>
              <a:t>Pour renforcer la sécurité, il faut activer le contrôle d’accès. Ainsi, il faudra disposer de login/mdp pour manipuler la base de données.</a:t>
            </a:r>
            <a:endParaRPr/>
          </a:p>
          <a:p>
            <a:pPr marL="0" lvl="0" indent="0" algn="l" rtl="0">
              <a:spcBef>
                <a:spcPts val="1000"/>
              </a:spcBef>
              <a:spcAft>
                <a:spcPts val="0"/>
              </a:spcAft>
              <a:buClr>
                <a:schemeClr val="dk1"/>
              </a:buClr>
              <a:buSzPts val="2000"/>
              <a:buNone/>
            </a:pPr>
            <a:endParaRPr b="0"/>
          </a:p>
          <a:p>
            <a:pPr marL="342900" lvl="0" indent="-342900" algn="l" rtl="0">
              <a:spcBef>
                <a:spcPts val="1000"/>
              </a:spcBef>
              <a:spcAft>
                <a:spcPts val="0"/>
              </a:spcAft>
              <a:buClr>
                <a:schemeClr val="dk1"/>
              </a:buClr>
              <a:buSzPts val="2000"/>
              <a:buFont typeface="Arial"/>
              <a:buChar char="•"/>
            </a:pPr>
            <a:r>
              <a:rPr lang="fr-FR" b="0"/>
              <a:t>Il est possible d’activer le contrôle d’accès directement au démarrage de l’instance mongo (via un paramètre)</a:t>
            </a:r>
            <a:endParaRPr/>
          </a:p>
          <a:p>
            <a:pPr marL="342900" lvl="0" indent="-215900" algn="l" rtl="0">
              <a:spcBef>
                <a:spcPts val="1000"/>
              </a:spcBef>
              <a:spcAft>
                <a:spcPts val="0"/>
              </a:spcAft>
              <a:buClr>
                <a:schemeClr val="dk1"/>
              </a:buClr>
              <a:buSzPts val="2000"/>
              <a:buFont typeface="Arial"/>
              <a:buNone/>
            </a:pPr>
            <a:endParaRPr b="0"/>
          </a:p>
          <a:p>
            <a:pPr marL="342900" lvl="0" indent="-342900" algn="l" rtl="0">
              <a:spcBef>
                <a:spcPts val="1000"/>
              </a:spcBef>
              <a:spcAft>
                <a:spcPts val="0"/>
              </a:spcAft>
              <a:buClr>
                <a:schemeClr val="dk1"/>
              </a:buClr>
              <a:buSzPts val="2000"/>
              <a:buFont typeface="Arial"/>
              <a:buChar char="•"/>
            </a:pPr>
            <a:r>
              <a:rPr lang="fr-FR" b="0"/>
              <a:t>OU de l’activer de façon pérenne à travers un fichier de configuration.</a:t>
            </a:r>
            <a:endParaRPr/>
          </a:p>
          <a:p>
            <a:pPr marL="0" lvl="0" indent="0" algn="l" rtl="0">
              <a:spcBef>
                <a:spcPts val="1000"/>
              </a:spcBef>
              <a:spcAft>
                <a:spcPts val="0"/>
              </a:spcAft>
              <a:buClr>
                <a:schemeClr val="dk1"/>
              </a:buClr>
              <a:buSzPts val="2000"/>
              <a:buNone/>
            </a:pPr>
            <a:endParaRPr b="0"/>
          </a:p>
          <a:p>
            <a:pPr marL="0" lvl="0" indent="0" algn="l" rtl="0">
              <a:spcBef>
                <a:spcPts val="1000"/>
              </a:spcBef>
              <a:spcAft>
                <a:spcPts val="0"/>
              </a:spcAft>
              <a:buClr>
                <a:schemeClr val="dk1"/>
              </a:buClr>
              <a:buSzPts val="2000"/>
              <a:buNone/>
            </a:pPr>
            <a:endParaRPr b="0"/>
          </a:p>
          <a:p>
            <a:pPr marL="342900" lvl="0" indent="-215900" algn="l" rtl="0">
              <a:spcBef>
                <a:spcPts val="1000"/>
              </a:spcBef>
              <a:spcAft>
                <a:spcPts val="0"/>
              </a:spcAft>
              <a:buClr>
                <a:schemeClr val="dk1"/>
              </a:buClr>
              <a:buSzPts val="2000"/>
              <a:buFont typeface="Arial"/>
              <a:buNone/>
            </a:pPr>
            <a:endParaRPr b="0"/>
          </a:p>
          <a:p>
            <a:pPr marL="342900" lvl="0" indent="-215900" algn="l" rtl="0">
              <a:spcBef>
                <a:spcPts val="1000"/>
              </a:spcBef>
              <a:spcAft>
                <a:spcPts val="0"/>
              </a:spcAft>
              <a:buClr>
                <a:schemeClr val="dk1"/>
              </a:buClr>
              <a:buSzPts val="2000"/>
              <a:buFont typeface="Arial"/>
              <a:buNone/>
            </a:pPr>
            <a:endParaRPr b="0"/>
          </a:p>
          <a:p>
            <a:pPr marL="342900" lvl="0" indent="-215900" algn="l" rtl="0">
              <a:spcBef>
                <a:spcPts val="1000"/>
              </a:spcBef>
              <a:spcAft>
                <a:spcPts val="0"/>
              </a:spcAft>
              <a:buClr>
                <a:schemeClr val="dk1"/>
              </a:buClr>
              <a:buSzPts val="2000"/>
              <a:buFont typeface="Arial"/>
              <a:buNone/>
            </a:pPr>
            <a:endParaRPr b="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p149"/>
          <p:cNvSpPr txBox="1">
            <a:spLocks noGrp="1"/>
          </p:cNvSpPr>
          <p:nvPr>
            <p:ph type="body" idx="1"/>
          </p:nvPr>
        </p:nvSpPr>
        <p:spPr>
          <a:xfrm>
            <a:off x="457200" y="888504"/>
            <a:ext cx="8245993" cy="5868776"/>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spcBef>
                <a:spcPts val="0"/>
              </a:spcBef>
              <a:spcAft>
                <a:spcPts val="0"/>
              </a:spcAft>
              <a:buClr>
                <a:schemeClr val="dk1"/>
              </a:buClr>
              <a:buSzPct val="100000"/>
              <a:buNone/>
            </a:pPr>
            <a:endParaRPr/>
          </a:p>
          <a:p>
            <a:pPr marL="342900" lvl="0" indent="-342900" algn="l" rtl="0">
              <a:spcBef>
                <a:spcPts val="850"/>
              </a:spcBef>
              <a:spcAft>
                <a:spcPts val="0"/>
              </a:spcAft>
              <a:buClr>
                <a:schemeClr val="dk1"/>
              </a:buClr>
              <a:buSzPct val="100000"/>
              <a:buFont typeface="Arial"/>
              <a:buChar char="•"/>
            </a:pPr>
            <a:r>
              <a:rPr lang="fr-FR" b="0" dirty="0"/>
              <a:t>Configuration du contrôle d’accès depuis le fichier de configuration:</a:t>
            </a:r>
            <a:endParaRPr dirty="0"/>
          </a:p>
          <a:p>
            <a:pPr marL="457200" lvl="1" indent="0" algn="l" rtl="0">
              <a:spcBef>
                <a:spcPts val="850"/>
              </a:spcBef>
              <a:spcAft>
                <a:spcPts val="0"/>
              </a:spcAft>
              <a:buSzPct val="100000"/>
              <a:buNone/>
            </a:pPr>
            <a:endParaRPr/>
          </a:p>
          <a:p>
            <a:pPr marL="457200" lvl="1" indent="0" algn="l" rtl="0">
              <a:spcBef>
                <a:spcPts val="250"/>
              </a:spcBef>
              <a:spcAft>
                <a:spcPts val="0"/>
              </a:spcAft>
              <a:buSzPct val="100000"/>
              <a:buNone/>
            </a:pPr>
            <a:endParaRPr/>
          </a:p>
          <a:p>
            <a:pPr marL="0" lvl="0" indent="0" algn="l" rtl="0">
              <a:spcBef>
                <a:spcPts val="250"/>
              </a:spcBef>
              <a:spcAft>
                <a:spcPts val="0"/>
              </a:spcAft>
              <a:buClr>
                <a:schemeClr val="dk1"/>
              </a:buClr>
              <a:buSzPct val="100000"/>
              <a:buNone/>
            </a:pPr>
            <a:endParaRPr b="0">
              <a:solidFill>
                <a:schemeClr val="dk2"/>
              </a:solidFill>
            </a:endParaRPr>
          </a:p>
          <a:p>
            <a:pPr marL="0" lvl="0" indent="0" algn="l" rtl="0">
              <a:spcBef>
                <a:spcPts val="850"/>
              </a:spcBef>
              <a:spcAft>
                <a:spcPts val="0"/>
              </a:spcAft>
              <a:buClr>
                <a:schemeClr val="dk1"/>
              </a:buClr>
              <a:buSzPct val="100000"/>
              <a:buNone/>
            </a:pPr>
            <a:endParaRPr b="0">
              <a:solidFill>
                <a:schemeClr val="dk2"/>
              </a:solidFill>
            </a:endParaRPr>
          </a:p>
          <a:p>
            <a:pPr marL="0" lvl="0" indent="0" algn="l" rtl="0">
              <a:spcBef>
                <a:spcPts val="850"/>
              </a:spcBef>
              <a:spcAft>
                <a:spcPts val="0"/>
              </a:spcAft>
              <a:buClr>
                <a:schemeClr val="dk1"/>
              </a:buClr>
              <a:buSzPct val="100000"/>
              <a:buNone/>
            </a:pPr>
            <a:endParaRPr b="0">
              <a:solidFill>
                <a:schemeClr val="dk2"/>
              </a:solidFill>
            </a:endParaRPr>
          </a:p>
          <a:p>
            <a:pPr marL="0" lvl="0" indent="0" algn="l" rtl="0">
              <a:spcBef>
                <a:spcPts val="850"/>
              </a:spcBef>
              <a:spcAft>
                <a:spcPts val="0"/>
              </a:spcAft>
              <a:buClr>
                <a:schemeClr val="dk1"/>
              </a:buClr>
              <a:buSzPct val="100000"/>
              <a:buNone/>
            </a:pPr>
            <a:endParaRPr b="0">
              <a:solidFill>
                <a:schemeClr val="dk2"/>
              </a:solidFill>
            </a:endParaRPr>
          </a:p>
          <a:p>
            <a:pPr marL="0" lvl="0" indent="0" algn="l" rtl="0">
              <a:spcBef>
                <a:spcPts val="850"/>
              </a:spcBef>
              <a:spcAft>
                <a:spcPts val="0"/>
              </a:spcAft>
              <a:buClr>
                <a:schemeClr val="dk1"/>
              </a:buClr>
              <a:buSzPct val="100000"/>
              <a:buNone/>
            </a:pPr>
            <a:endParaRPr b="0">
              <a:solidFill>
                <a:schemeClr val="dk2"/>
              </a:solidFill>
            </a:endParaRPr>
          </a:p>
          <a:p>
            <a:pPr marL="0" lvl="0" indent="0" algn="l" rtl="0">
              <a:spcBef>
                <a:spcPts val="850"/>
              </a:spcBef>
              <a:spcAft>
                <a:spcPts val="0"/>
              </a:spcAft>
              <a:buClr>
                <a:schemeClr val="dk1"/>
              </a:buClr>
              <a:buSzPct val="100000"/>
              <a:buNone/>
            </a:pPr>
            <a:endParaRPr b="0">
              <a:solidFill>
                <a:schemeClr val="dk2"/>
              </a:solidFill>
            </a:endParaRPr>
          </a:p>
          <a:p>
            <a:pPr marL="0" lvl="0" indent="0" algn="l" rtl="0">
              <a:spcBef>
                <a:spcPts val="850"/>
              </a:spcBef>
              <a:spcAft>
                <a:spcPts val="0"/>
              </a:spcAft>
              <a:buClr>
                <a:schemeClr val="dk1"/>
              </a:buClr>
              <a:buSzPct val="100000"/>
              <a:buNone/>
            </a:pPr>
            <a:endParaRPr b="0"/>
          </a:p>
          <a:p>
            <a:pPr marL="0" lvl="0" indent="0" algn="l" rtl="0">
              <a:spcBef>
                <a:spcPts val="850"/>
              </a:spcBef>
              <a:spcAft>
                <a:spcPts val="0"/>
              </a:spcAft>
              <a:buClr>
                <a:schemeClr val="dk1"/>
              </a:buClr>
              <a:buSzPct val="100000"/>
              <a:buNone/>
            </a:pPr>
            <a:endParaRPr b="0"/>
          </a:p>
          <a:p>
            <a:pPr marL="0" lvl="0" indent="0" algn="l" rtl="0">
              <a:spcBef>
                <a:spcPts val="850"/>
              </a:spcBef>
              <a:spcAft>
                <a:spcPts val="0"/>
              </a:spcAft>
              <a:buClr>
                <a:schemeClr val="dk2"/>
              </a:buClr>
              <a:buSzPct val="100000"/>
              <a:buNone/>
            </a:pPr>
            <a:endParaRPr b="0">
              <a:solidFill>
                <a:schemeClr val="dk2"/>
              </a:solidFill>
              <a:latin typeface="Consolas"/>
              <a:ea typeface="Consolas"/>
              <a:cs typeface="Consolas"/>
              <a:sym typeface="Consolas"/>
            </a:endParaRPr>
          </a:p>
          <a:p>
            <a:pPr marL="0" lvl="0" indent="0" algn="l" rtl="0">
              <a:spcBef>
                <a:spcPts val="850"/>
              </a:spcBef>
              <a:spcAft>
                <a:spcPts val="0"/>
              </a:spcAft>
              <a:buClr>
                <a:schemeClr val="dk2"/>
              </a:buClr>
              <a:buSzPct val="100000"/>
              <a:buNone/>
            </a:pPr>
            <a:r>
              <a:rPr lang="fr-FR" b="0" err="1">
                <a:solidFill>
                  <a:srgbClr val="7030A0"/>
                </a:solidFill>
                <a:latin typeface="Consolas"/>
                <a:ea typeface="Consolas"/>
                <a:cs typeface="Consolas"/>
                <a:sym typeface="Consolas"/>
              </a:rPr>
              <a:t>security</a:t>
            </a:r>
            <a:r>
              <a:rPr lang="fr-FR" b="0" dirty="0">
                <a:solidFill>
                  <a:srgbClr val="7030A0"/>
                </a:solidFill>
                <a:latin typeface="Consolas"/>
                <a:ea typeface="Consolas"/>
                <a:cs typeface="Consolas"/>
                <a:sym typeface="Consolas"/>
              </a:rPr>
              <a:t>:</a:t>
            </a:r>
            <a:endParaRPr dirty="0">
              <a:solidFill>
                <a:srgbClr val="7030A0"/>
              </a:solidFill>
            </a:endParaRPr>
          </a:p>
          <a:p>
            <a:pPr marL="0" indent="0">
              <a:spcBef>
                <a:spcPts val="850"/>
              </a:spcBef>
              <a:buClr>
                <a:schemeClr val="dk2"/>
              </a:buClr>
              <a:buSzPct val="100000"/>
            </a:pPr>
            <a:r>
              <a:rPr lang="fr-FR" b="0" dirty="0">
                <a:solidFill>
                  <a:srgbClr val="7030A0"/>
                </a:solidFill>
                <a:latin typeface="Consolas"/>
                <a:ea typeface="Consolas"/>
                <a:cs typeface="Consolas"/>
                <a:sym typeface="Consolas"/>
              </a:rPr>
              <a:t>    </a:t>
            </a:r>
            <a:r>
              <a:rPr lang="fr-FR" b="0" err="1">
                <a:solidFill>
                  <a:srgbClr val="7030A0"/>
                </a:solidFill>
                <a:latin typeface="Consolas"/>
                <a:ea typeface="Consolas"/>
                <a:cs typeface="Consolas"/>
                <a:sym typeface="Consolas"/>
              </a:rPr>
              <a:t>authorization</a:t>
            </a:r>
            <a:r>
              <a:rPr lang="fr-FR" b="0" dirty="0">
                <a:solidFill>
                  <a:srgbClr val="7030A0"/>
                </a:solidFill>
                <a:latin typeface="Consolas"/>
                <a:ea typeface="Consolas"/>
                <a:cs typeface="Consolas"/>
                <a:sym typeface="Consolas"/>
              </a:rPr>
              <a:t>: </a:t>
            </a:r>
            <a:r>
              <a:rPr lang="fr-FR" sz="2000" b="0" dirty="0">
                <a:solidFill>
                  <a:srgbClr val="7030A0"/>
                </a:solidFill>
                <a:latin typeface="Consolas"/>
                <a:ea typeface="Consolas"/>
                <a:cs typeface="Consolas"/>
                <a:sym typeface="Consolas"/>
              </a:rPr>
              <a:t>"</a:t>
            </a:r>
            <a:r>
              <a:rPr lang="fr-FR" b="0" err="1">
                <a:solidFill>
                  <a:srgbClr val="7030A0"/>
                </a:solidFill>
                <a:latin typeface="Consolas"/>
                <a:ea typeface="Consolas"/>
                <a:cs typeface="Consolas"/>
                <a:sym typeface="Consolas"/>
              </a:rPr>
              <a:t>enabled</a:t>
            </a:r>
            <a:r>
              <a:rPr lang="fr-FR" sz="2000" b="0" dirty="0">
                <a:solidFill>
                  <a:srgbClr val="7030A0"/>
                </a:solidFill>
                <a:latin typeface="Consolas"/>
                <a:ea typeface="Consolas"/>
                <a:cs typeface="Consolas"/>
                <a:sym typeface="Consolas"/>
              </a:rPr>
              <a:t>"</a:t>
            </a:r>
            <a:endParaRPr b="0" dirty="0">
              <a:solidFill>
                <a:srgbClr val="7030A0"/>
              </a:solidFill>
              <a:latin typeface="Consolas"/>
              <a:ea typeface="Consolas"/>
              <a:cs typeface="Consolas"/>
              <a:sym typeface="Consolas"/>
            </a:endParaRPr>
          </a:p>
          <a:p>
            <a:pPr marL="0" lvl="0" indent="0" algn="l" rtl="0">
              <a:spcBef>
                <a:spcPts val="850"/>
              </a:spcBef>
              <a:spcAft>
                <a:spcPts val="0"/>
              </a:spcAft>
              <a:buClr>
                <a:schemeClr val="dk1"/>
              </a:buClr>
              <a:buSzPct val="100000"/>
              <a:buNone/>
            </a:pPr>
            <a:endParaRPr b="0"/>
          </a:p>
          <a:p>
            <a:pPr marL="342900" lvl="0" indent="-342900" algn="l" rtl="0">
              <a:spcBef>
                <a:spcPts val="850"/>
              </a:spcBef>
              <a:spcAft>
                <a:spcPts val="0"/>
              </a:spcAft>
              <a:buClr>
                <a:schemeClr val="dk1"/>
              </a:buClr>
              <a:buSzPct val="100000"/>
              <a:buChar char="•"/>
            </a:pPr>
            <a:r>
              <a:rPr lang="fr-FR" b="0" dirty="0"/>
              <a:t>puis restart de mongo</a:t>
            </a:r>
            <a:endParaRPr dirty="0"/>
          </a:p>
          <a:p>
            <a:pPr marL="0" lvl="0" indent="0" algn="l" rtl="0">
              <a:spcBef>
                <a:spcPts val="850"/>
              </a:spcBef>
              <a:spcAft>
                <a:spcPts val="0"/>
              </a:spcAft>
              <a:buClr>
                <a:schemeClr val="dk1"/>
              </a:buClr>
              <a:buSzPct val="100000"/>
              <a:buNone/>
            </a:pPr>
            <a:endParaRPr b="0"/>
          </a:p>
          <a:p>
            <a:pPr marL="342900" lvl="0" indent="-342900" algn="l" rtl="0">
              <a:spcBef>
                <a:spcPts val="850"/>
              </a:spcBef>
              <a:spcAft>
                <a:spcPts val="0"/>
              </a:spcAft>
              <a:buClr>
                <a:schemeClr val="dk1"/>
              </a:buClr>
              <a:buSzPct val="100000"/>
              <a:buFont typeface="Arial"/>
              <a:buChar char="•"/>
            </a:pPr>
            <a:r>
              <a:rPr lang="fr-FR" b="0" dirty="0"/>
              <a:t>Configuration du contrôle d’accès depuis un paramètre au démarrage de l’instance (--</a:t>
            </a:r>
            <a:r>
              <a:rPr lang="fr-FR" b="0" dirty="0" err="1"/>
              <a:t>auth</a:t>
            </a:r>
            <a:r>
              <a:rPr lang="fr-FR" b="0" dirty="0"/>
              <a:t>)</a:t>
            </a:r>
            <a:endParaRPr dirty="0"/>
          </a:p>
        </p:txBody>
      </p:sp>
      <p:pic>
        <p:nvPicPr>
          <p:cNvPr id="1094" name="Google Shape;1094;p149"/>
          <p:cNvPicPr preferRelativeResize="0"/>
          <p:nvPr/>
        </p:nvPicPr>
        <p:blipFill rotWithShape="1">
          <a:blip r:embed="rId3">
            <a:alphaModFix/>
          </a:blip>
          <a:srcRect/>
          <a:stretch/>
        </p:blipFill>
        <p:spPr>
          <a:xfrm>
            <a:off x="1259632" y="1556792"/>
            <a:ext cx="5184576" cy="2292751"/>
          </a:xfrm>
          <a:prstGeom prst="rect">
            <a:avLst/>
          </a:prstGeom>
          <a:noFill/>
          <a:ln>
            <a:noFill/>
          </a:ln>
        </p:spPr>
      </p:pic>
      <p:sp>
        <p:nvSpPr>
          <p:cNvPr id="1095" name="Google Shape;1095;p149"/>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2"/>
              </a:buClr>
              <a:buSzPct val="100000"/>
              <a:buFont typeface="Arial Black"/>
              <a:buNone/>
            </a:pPr>
            <a:r>
              <a:rPr lang="fr-FR" sz="2800" dirty="0">
                <a:solidFill>
                  <a:srgbClr val="7030A0"/>
                </a:solidFill>
              </a:rPr>
              <a:t>SÉCURITÉ </a:t>
            </a:r>
            <a:r>
              <a:rPr lang="fr-FR" sz="2800" dirty="0">
                <a:solidFill>
                  <a:schemeClr val="dk1"/>
                </a:solidFill>
              </a:rPr>
              <a:t>SOUS MONGODB : AVEC AUTHENT</a:t>
            </a:r>
            <a:endParaRPr lang="fr-FR" sz="2800">
              <a:solidFill>
                <a:schemeClr val="dk1"/>
              </a:solidFill>
            </a:endParaRPr>
          </a:p>
        </p:txBody>
      </p:sp>
      <p:sp>
        <p:nvSpPr>
          <p:cNvPr id="1096" name="Google Shape;1096;p149"/>
          <p:cNvSpPr/>
          <p:nvPr/>
        </p:nvSpPr>
        <p:spPr>
          <a:xfrm>
            <a:off x="960495" y="3429000"/>
            <a:ext cx="6749033" cy="576064"/>
          </a:xfrm>
          <a:prstGeom prst="rect">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p150"/>
          <p:cNvSpPr txBox="1">
            <a:spLocks noGrp="1"/>
          </p:cNvSpPr>
          <p:nvPr>
            <p:ph type="title"/>
          </p:nvPr>
        </p:nvSpPr>
        <p:spPr>
          <a:xfrm>
            <a:off x="72829" y="274099"/>
            <a:ext cx="8910686" cy="864862"/>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2800"/>
              <a:buFont typeface="Arial Black"/>
              <a:buNone/>
            </a:pPr>
            <a:r>
              <a:rPr lang="fr-FR" sz="2800" dirty="0">
                <a:solidFill>
                  <a:srgbClr val="7030A0"/>
                </a:solidFill>
              </a:rPr>
              <a:t>SÉCURITÉ </a:t>
            </a:r>
            <a:r>
              <a:rPr lang="fr-FR" sz="2800" dirty="0">
                <a:solidFill>
                  <a:schemeClr val="dk1"/>
                </a:solidFill>
              </a:rPr>
              <a:t>SOUS MONGODB : UTILISATEUR</a:t>
            </a:r>
            <a:endParaRPr dirty="0">
              <a:solidFill>
                <a:schemeClr val="dk1"/>
              </a:solidFill>
            </a:endParaRPr>
          </a:p>
        </p:txBody>
      </p:sp>
      <p:sp>
        <p:nvSpPr>
          <p:cNvPr id="1102" name="Google Shape;1102;p150"/>
          <p:cNvSpPr txBox="1">
            <a:spLocks noGrp="1"/>
          </p:cNvSpPr>
          <p:nvPr>
            <p:ph type="body" idx="1"/>
          </p:nvPr>
        </p:nvSpPr>
        <p:spPr>
          <a:xfrm>
            <a:off x="457200" y="1191955"/>
            <a:ext cx="8003232" cy="4988768"/>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Clr>
                <a:schemeClr val="dk1"/>
              </a:buClr>
              <a:buSzPts val="2000"/>
              <a:buNone/>
            </a:pPr>
            <a:endParaRPr b="0"/>
          </a:p>
          <a:p>
            <a:pPr marL="342900" lvl="0" indent="-342900" algn="l" rtl="0">
              <a:spcBef>
                <a:spcPts val="1000"/>
              </a:spcBef>
              <a:spcAft>
                <a:spcPts val="0"/>
              </a:spcAft>
              <a:buClr>
                <a:schemeClr val="dk1"/>
              </a:buClr>
              <a:buSzPts val="2000"/>
              <a:buFont typeface="Arial"/>
              <a:buChar char="•"/>
            </a:pPr>
            <a:r>
              <a:rPr lang="fr-FR" b="0" dirty="0"/>
              <a:t>Une fois le contrôle d’accès actif, nous pouvons créer des utilisateurs (admin ou non).</a:t>
            </a:r>
            <a:endParaRPr dirty="0"/>
          </a:p>
          <a:p>
            <a:pPr marL="342900" lvl="0" indent="-215900" algn="l" rtl="0">
              <a:spcBef>
                <a:spcPts val="1000"/>
              </a:spcBef>
              <a:spcAft>
                <a:spcPts val="0"/>
              </a:spcAft>
              <a:buClr>
                <a:schemeClr val="dk1"/>
              </a:buClr>
              <a:buSzPts val="2000"/>
              <a:buFont typeface="Arial"/>
              <a:buNone/>
            </a:pPr>
            <a:endParaRPr b="0"/>
          </a:p>
          <a:p>
            <a:pPr marL="342900" lvl="0" indent="-342900" algn="l" rtl="0">
              <a:spcBef>
                <a:spcPts val="1000"/>
              </a:spcBef>
              <a:spcAft>
                <a:spcPts val="0"/>
              </a:spcAft>
              <a:buClr>
                <a:schemeClr val="dk1"/>
              </a:buClr>
              <a:buSzPts val="2000"/>
              <a:buFont typeface="Arial"/>
              <a:buChar char="•"/>
            </a:pPr>
            <a:r>
              <a:rPr lang="fr-FR" b="0" dirty="0"/>
              <a:t>La création d’un utilisateur passe par l’affectation d’un login, d’un mot de passe et d’un ou plusieurs rôles.</a:t>
            </a:r>
            <a:endParaRPr dirty="0"/>
          </a:p>
          <a:p>
            <a:pPr marL="342900" lvl="0" indent="-215900" algn="l" rtl="0">
              <a:spcBef>
                <a:spcPts val="1000"/>
              </a:spcBef>
              <a:spcAft>
                <a:spcPts val="0"/>
              </a:spcAft>
              <a:buClr>
                <a:schemeClr val="dk1"/>
              </a:buClr>
              <a:buSzPts val="2000"/>
              <a:buFont typeface="Arial"/>
              <a:buNone/>
            </a:pPr>
            <a:endParaRPr b="0"/>
          </a:p>
          <a:p>
            <a:pPr marL="342900" indent="-342900">
              <a:spcBef>
                <a:spcPts val="1000"/>
              </a:spcBef>
              <a:buSzPts val="2000"/>
              <a:buFont typeface="Arial"/>
              <a:buChar char="•"/>
            </a:pPr>
            <a:r>
              <a:rPr lang="fr-FR" b="0" dirty="0"/>
              <a:t>La base de données dans laquelle vous créez l'utilisateur est la base de données d'authentification de l'utilisateur. </a:t>
            </a:r>
            <a:endParaRPr lang="fr-FR" dirty="0"/>
          </a:p>
          <a:p>
            <a:pPr marL="342900" indent="-342900">
              <a:spcBef>
                <a:spcPts val="1000"/>
              </a:spcBef>
              <a:buSzPts val="2000"/>
              <a:buFont typeface="Arial"/>
              <a:buChar char="•"/>
            </a:pPr>
            <a:endParaRPr lang="fr-FR" b="0" dirty="0"/>
          </a:p>
          <a:p>
            <a:pPr marL="342900" lvl="0" indent="-342900" algn="l">
              <a:spcBef>
                <a:spcPts val="1000"/>
              </a:spcBef>
              <a:spcAft>
                <a:spcPts val="0"/>
              </a:spcAft>
              <a:buClr>
                <a:schemeClr val="dk1"/>
              </a:buClr>
              <a:buSzPts val="2000"/>
              <a:buFont typeface="Arial"/>
              <a:buChar char="•"/>
            </a:pPr>
            <a:r>
              <a:rPr lang="fr-FR" b="0" dirty="0"/>
              <a:t>Bien que l'utilisateur s'authentifie auprès de cette base de données, l'utilisateur peut avoir des rôles dans d'autres bases de données ; c'est-à-dire que la base de données d'authentification de l'utilisateur ne limite pas les privilèges de l'utilisateur.</a:t>
            </a:r>
            <a:endParaRPr/>
          </a:p>
          <a:p>
            <a:pPr marL="0" lvl="0" indent="0" algn="l" rtl="0">
              <a:spcBef>
                <a:spcPts val="1000"/>
              </a:spcBef>
              <a:spcAft>
                <a:spcPts val="0"/>
              </a:spcAft>
              <a:buClr>
                <a:schemeClr val="dk1"/>
              </a:buClr>
              <a:buSzPts val="2000"/>
              <a:buNone/>
            </a:pPr>
            <a:endParaRPr b="0"/>
          </a:p>
          <a:p>
            <a:pPr marL="0" lvl="0" indent="0" algn="l" rtl="0">
              <a:spcBef>
                <a:spcPts val="1000"/>
              </a:spcBef>
              <a:spcAft>
                <a:spcPts val="0"/>
              </a:spcAft>
              <a:buClr>
                <a:schemeClr val="dk1"/>
              </a:buClr>
              <a:buSzPts val="2000"/>
              <a:buNone/>
            </a:pPr>
            <a:endParaRPr b="0"/>
          </a:p>
          <a:p>
            <a:pPr marL="342900" lvl="0" indent="-215900" algn="l" rtl="0">
              <a:spcBef>
                <a:spcPts val="1000"/>
              </a:spcBef>
              <a:spcAft>
                <a:spcPts val="0"/>
              </a:spcAft>
              <a:buClr>
                <a:schemeClr val="dk1"/>
              </a:buClr>
              <a:buSzPts val="2000"/>
              <a:buFont typeface="Arial"/>
              <a:buNone/>
            </a:pPr>
            <a:endParaRPr b="0"/>
          </a:p>
          <a:p>
            <a:pPr marL="342900" lvl="0" indent="-215900" algn="l" rtl="0">
              <a:spcBef>
                <a:spcPts val="1000"/>
              </a:spcBef>
              <a:spcAft>
                <a:spcPts val="0"/>
              </a:spcAft>
              <a:buClr>
                <a:schemeClr val="dk1"/>
              </a:buClr>
              <a:buSzPts val="2000"/>
              <a:buFont typeface="Arial"/>
              <a:buNone/>
            </a:pPr>
            <a:endParaRPr b="0"/>
          </a:p>
          <a:p>
            <a:pPr marL="342900" lvl="0" indent="-215900" algn="l" rtl="0">
              <a:spcBef>
                <a:spcPts val="1000"/>
              </a:spcBef>
              <a:spcAft>
                <a:spcPts val="0"/>
              </a:spcAft>
              <a:buClr>
                <a:schemeClr val="dk1"/>
              </a:buClr>
              <a:buSzPts val="2000"/>
              <a:buFont typeface="Arial"/>
              <a:buNone/>
            </a:pPr>
            <a:endParaRPr b="0">
              <a:solidFill>
                <a:schemeClr val="dk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p151"/>
          <p:cNvSpPr txBox="1">
            <a:spLocks noGrp="1"/>
          </p:cNvSpPr>
          <p:nvPr>
            <p:ph type="title"/>
          </p:nvPr>
        </p:nvSpPr>
        <p:spPr>
          <a:xfrm>
            <a:off x="285473" y="332656"/>
            <a:ext cx="8988492" cy="615598"/>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accent5"/>
              </a:buClr>
              <a:buSzPct val="100000"/>
              <a:buFont typeface="Arial Black"/>
              <a:buNone/>
            </a:pPr>
            <a:r>
              <a:rPr lang="fr-FR" dirty="0">
                <a:solidFill>
                  <a:srgbClr val="7030A0"/>
                </a:solidFill>
              </a:rPr>
              <a:t>EXERCICE : </a:t>
            </a:r>
            <a:r>
              <a:rPr lang="fr-FR" dirty="0">
                <a:solidFill>
                  <a:schemeClr val="dk1"/>
                </a:solidFill>
              </a:rPr>
              <a:t>CRÉER UN UTILISATEUR</a:t>
            </a:r>
            <a:endParaRPr dirty="0">
              <a:solidFill>
                <a:schemeClr val="dk1"/>
              </a:solidFill>
            </a:endParaRPr>
          </a:p>
        </p:txBody>
      </p:sp>
      <p:sp>
        <p:nvSpPr>
          <p:cNvPr id="1109" name="Google Shape;1109;p151"/>
          <p:cNvSpPr txBox="1">
            <a:spLocks noGrp="1"/>
          </p:cNvSpPr>
          <p:nvPr>
            <p:ph type="body" idx="1"/>
          </p:nvPr>
        </p:nvSpPr>
        <p:spPr>
          <a:xfrm>
            <a:off x="467544" y="1124744"/>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None/>
            </a:pPr>
            <a:r>
              <a:rPr lang="fr-FR" dirty="0"/>
              <a:t>Durée : 20min.</a:t>
            </a:r>
            <a:endParaRPr dirty="0"/>
          </a:p>
          <a:p>
            <a:pPr marL="342900" lvl="0" indent="-342900" algn="l" rtl="0">
              <a:spcBef>
                <a:spcPts val="1000"/>
              </a:spcBef>
              <a:spcAft>
                <a:spcPts val="0"/>
              </a:spcAft>
              <a:buClr>
                <a:schemeClr val="dk1"/>
              </a:buClr>
              <a:buSzPts val="2000"/>
              <a:buFont typeface="Arial"/>
              <a:buChar char="•"/>
            </a:pPr>
            <a:r>
              <a:rPr lang="fr-FR" b="0" dirty="0"/>
              <a:t>Créez un utilisateur « </a:t>
            </a:r>
            <a:r>
              <a:rPr lang="fr-FR" b="0" dirty="0" err="1"/>
              <a:t>cinema_admin</a:t>
            </a:r>
            <a:r>
              <a:rPr lang="fr-FR" b="0" dirty="0"/>
              <a:t> » qui aura le droit de lecture et écriture sur la base de données </a:t>
            </a:r>
            <a:r>
              <a:rPr lang="fr-FR" b="0" dirty="0" err="1"/>
              <a:t>cinema</a:t>
            </a:r>
            <a:r>
              <a:rPr lang="fr-FR" b="0" dirty="0"/>
              <a:t>. Pour garantir la sécurité, l’assignation du mot de passe de cet utilisateur ne doit pas se faire « en clair » dans la console.</a:t>
            </a:r>
            <a:endParaRPr dirty="0"/>
          </a:p>
          <a:p>
            <a:pPr marL="342900" lvl="0" indent="-342900" algn="l" rtl="0">
              <a:spcBef>
                <a:spcPts val="1000"/>
              </a:spcBef>
              <a:spcAft>
                <a:spcPts val="0"/>
              </a:spcAft>
              <a:buClr>
                <a:schemeClr val="dk1"/>
              </a:buClr>
              <a:buSzPts val="2000"/>
              <a:buFont typeface="Arial"/>
              <a:buChar char="•"/>
            </a:pPr>
            <a:r>
              <a:rPr lang="fr-FR" b="0" dirty="0"/>
              <a:t>Vérifiez ensuite que l’utilisateur a bien été créé.</a:t>
            </a:r>
            <a:endParaRPr dirty="0"/>
          </a:p>
          <a:p>
            <a:pPr marL="342900" lvl="0" indent="-342900" algn="l" rtl="0">
              <a:spcBef>
                <a:spcPts val="1000"/>
              </a:spcBef>
              <a:spcAft>
                <a:spcPts val="0"/>
              </a:spcAft>
              <a:buClr>
                <a:schemeClr val="dk1"/>
              </a:buClr>
              <a:buSzPts val="2000"/>
              <a:buFont typeface="Arial"/>
              <a:buChar char="•"/>
            </a:pPr>
            <a:r>
              <a:rPr lang="fr-FR" b="0" dirty="0"/>
              <a:t>Se connecter puis vérifier que vous êtes bien connecté avec ce user.</a:t>
            </a:r>
            <a:endParaRPr dirty="0"/>
          </a:p>
          <a:p>
            <a:pPr marL="342900" lvl="0" indent="-342900" algn="l" rtl="0">
              <a:spcBef>
                <a:spcPts val="1000"/>
              </a:spcBef>
              <a:spcAft>
                <a:spcPts val="0"/>
              </a:spcAft>
              <a:buClr>
                <a:schemeClr val="dk1"/>
              </a:buClr>
              <a:buSzPts val="2000"/>
              <a:buFont typeface="Arial"/>
              <a:buChar char="•"/>
            </a:pPr>
            <a:r>
              <a:rPr lang="fr-FR" b="0" dirty="0"/>
              <a:t>Enfin, créez un autre utilisateur ’</a:t>
            </a:r>
            <a:r>
              <a:rPr lang="fr-FR" b="0" dirty="0" err="1"/>
              <a:t>full_admin</a:t>
            </a:r>
            <a:r>
              <a:rPr lang="fr-FR" b="0" dirty="0"/>
              <a:t>’ qui sera admin de toutes les bases de données.</a:t>
            </a:r>
            <a:endParaRPr dirty="0"/>
          </a:p>
          <a:p>
            <a:pPr marL="342900" indent="-342900">
              <a:spcBef>
                <a:spcPts val="1000"/>
              </a:spcBef>
              <a:buSzPts val="2000"/>
              <a:buFont typeface="Arial"/>
              <a:buChar char="•"/>
            </a:pPr>
            <a:r>
              <a:rPr lang="fr-FR" b="0" dirty="0"/>
              <a:t>Faites maintenant en sorte que mongo ne puisse plus être utilisé (</a:t>
            </a:r>
            <a:r>
              <a:rPr lang="fr-FR" b="0" dirty="0" err="1"/>
              <a:t>find</a:t>
            </a:r>
            <a:r>
              <a:rPr lang="fr-FR" b="0" dirty="0"/>
              <a:t>, show collections…) sans authentification préalable. </a:t>
            </a:r>
            <a:endParaRPr/>
          </a:p>
          <a:p>
            <a:pPr marL="342900" lvl="0" indent="-342900" algn="l" rtl="0">
              <a:spcBef>
                <a:spcPts val="1000"/>
              </a:spcBef>
              <a:spcAft>
                <a:spcPts val="0"/>
              </a:spcAft>
              <a:buClr>
                <a:schemeClr val="dk1"/>
              </a:buClr>
              <a:buSzPts val="2000"/>
              <a:buFont typeface="Arial"/>
              <a:buChar char="•"/>
            </a:pPr>
            <a:r>
              <a:rPr lang="fr-FR" b="0" dirty="0"/>
              <a:t>Finissez par changer le mot de de passe de votre utilisateur « </a:t>
            </a:r>
            <a:r>
              <a:rPr lang="fr-FR" b="0" dirty="0" err="1"/>
              <a:t>cinema_admin</a:t>
            </a:r>
            <a:r>
              <a:rPr lang="fr-FR" b="0" dirty="0"/>
              <a:t> » par « test1234 »</a:t>
            </a:r>
            <a:endParaRPr dirty="0"/>
          </a:p>
          <a:p>
            <a:pPr marL="342900" lvl="0" indent="-215900" algn="l" rtl="0">
              <a:spcBef>
                <a:spcPts val="1000"/>
              </a:spcBef>
              <a:spcAft>
                <a:spcPts val="0"/>
              </a:spcAft>
              <a:buClr>
                <a:schemeClr val="dk1"/>
              </a:buClr>
              <a:buSzPts val="2000"/>
              <a:buFont typeface="Arial"/>
              <a:buNone/>
            </a:pPr>
            <a:endParaRPr b="0"/>
          </a:p>
          <a:p>
            <a:pPr marL="0" lvl="0" indent="0" algn="l" rtl="0">
              <a:spcBef>
                <a:spcPts val="1000"/>
              </a:spcBef>
              <a:spcAft>
                <a:spcPts val="0"/>
              </a:spcAft>
              <a:buClr>
                <a:schemeClr val="dk1"/>
              </a:buClr>
              <a:buSzPts val="2000"/>
              <a:buNone/>
            </a:pPr>
            <a:endParaRPr b="0"/>
          </a:p>
          <a:p>
            <a:pPr marL="0" lvl="0" indent="0" algn="l" rtl="0">
              <a:spcBef>
                <a:spcPts val="1000"/>
              </a:spcBef>
              <a:spcAft>
                <a:spcPts val="0"/>
              </a:spcAft>
              <a:buClr>
                <a:schemeClr val="dk1"/>
              </a:buClr>
              <a:buSzPts val="2000"/>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34"/>
        <p:cNvGrpSpPr/>
        <p:nvPr/>
      </p:nvGrpSpPr>
      <p:grpSpPr>
        <a:xfrm>
          <a:off x="0" y="0"/>
          <a:ext cx="0" cy="0"/>
          <a:chOff x="0" y="0"/>
          <a:chExt cx="0" cy="0"/>
        </a:xfrm>
      </p:grpSpPr>
      <p:sp>
        <p:nvSpPr>
          <p:cNvPr id="1135" name="Google Shape;1135;p155"/>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2800"/>
              <a:buFont typeface="Arial Black"/>
              <a:buNone/>
            </a:pPr>
            <a:r>
              <a:rPr lang="fr-FR" sz="2800" dirty="0">
                <a:solidFill>
                  <a:srgbClr val="7030A0"/>
                </a:solidFill>
              </a:rPr>
              <a:t>SÉCURITÉ </a:t>
            </a:r>
            <a:r>
              <a:rPr lang="fr-FR" sz="2800" dirty="0">
                <a:solidFill>
                  <a:schemeClr val="dk1"/>
                </a:solidFill>
              </a:rPr>
              <a:t>SOUS MONGODB : RÔLES</a:t>
            </a:r>
            <a:endParaRPr dirty="0">
              <a:solidFill>
                <a:schemeClr val="dk1"/>
              </a:solidFill>
            </a:endParaRPr>
          </a:p>
        </p:txBody>
      </p:sp>
      <p:sp>
        <p:nvSpPr>
          <p:cNvPr id="1136" name="Google Shape;1136;p155"/>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None/>
            </a:pPr>
            <a:endParaRPr b="0"/>
          </a:p>
          <a:p>
            <a:pPr marL="342900" lvl="0" indent="-342900" algn="l" rtl="0">
              <a:spcBef>
                <a:spcPts val="1000"/>
              </a:spcBef>
              <a:spcAft>
                <a:spcPts val="0"/>
              </a:spcAft>
              <a:buClr>
                <a:schemeClr val="dk1"/>
              </a:buClr>
              <a:buSzPts val="2000"/>
              <a:buFont typeface="Arial"/>
              <a:buChar char="•"/>
            </a:pPr>
            <a:r>
              <a:rPr lang="fr-FR" b="0"/>
              <a:t>Concernant les rôles, ils peuvent être ajoutés à la création de l’utilisateur (nous venons de le voir)</a:t>
            </a:r>
            <a:endParaRPr/>
          </a:p>
          <a:p>
            <a:pPr marL="342900" lvl="0" indent="-215900" algn="l" rtl="0">
              <a:spcBef>
                <a:spcPts val="1000"/>
              </a:spcBef>
              <a:spcAft>
                <a:spcPts val="0"/>
              </a:spcAft>
              <a:buClr>
                <a:schemeClr val="dk1"/>
              </a:buClr>
              <a:buSzPts val="2000"/>
              <a:buFont typeface="Arial"/>
              <a:buNone/>
            </a:pPr>
            <a:endParaRPr b="0"/>
          </a:p>
          <a:p>
            <a:pPr marL="342900" lvl="0" indent="-342900" algn="l" rtl="0">
              <a:spcBef>
                <a:spcPts val="1000"/>
              </a:spcBef>
              <a:spcAft>
                <a:spcPts val="0"/>
              </a:spcAft>
              <a:buClr>
                <a:schemeClr val="dk1"/>
              </a:buClr>
              <a:buSzPts val="2000"/>
              <a:buFont typeface="Arial"/>
              <a:buChar char="•"/>
            </a:pPr>
            <a:r>
              <a:rPr lang="fr-FR" b="0"/>
              <a:t>Ils peuvent aussi être ajoutés ou retirés à des utilisateurs existants</a:t>
            </a:r>
            <a:endParaRPr/>
          </a:p>
          <a:p>
            <a:pPr marL="342900" lvl="0" indent="-215900" algn="l" rtl="0">
              <a:spcBef>
                <a:spcPts val="1000"/>
              </a:spcBef>
              <a:spcAft>
                <a:spcPts val="0"/>
              </a:spcAft>
              <a:buClr>
                <a:schemeClr val="dk1"/>
              </a:buClr>
              <a:buSzPts val="2000"/>
              <a:buFont typeface="Arial"/>
              <a:buNone/>
            </a:pPr>
            <a:endParaRPr b="0"/>
          </a:p>
          <a:p>
            <a:pPr marL="342900" lvl="0" indent="-342900" algn="l" rtl="0">
              <a:spcBef>
                <a:spcPts val="1000"/>
              </a:spcBef>
              <a:spcAft>
                <a:spcPts val="0"/>
              </a:spcAft>
              <a:buClr>
                <a:schemeClr val="dk1"/>
              </a:buClr>
              <a:buSzPts val="2000"/>
              <a:buFont typeface="Arial"/>
              <a:buChar char="•"/>
            </a:pPr>
            <a:r>
              <a:rPr lang="fr-FR" b="0"/>
              <a:t>On parle alors de d’ajout ou de révocation de privilèges. </a:t>
            </a:r>
            <a:endParaRPr/>
          </a:p>
          <a:p>
            <a:pPr marL="0" lvl="0" indent="0" algn="l" rtl="0">
              <a:spcBef>
                <a:spcPts val="1000"/>
              </a:spcBef>
              <a:spcAft>
                <a:spcPts val="0"/>
              </a:spcAft>
              <a:buClr>
                <a:schemeClr val="dk1"/>
              </a:buClr>
              <a:buSzPts val="2000"/>
              <a:buNone/>
            </a:pPr>
            <a:endParaRPr b="0"/>
          </a:p>
          <a:p>
            <a:pPr marL="0" lvl="0" indent="0" algn="l" rtl="0">
              <a:spcBef>
                <a:spcPts val="1000"/>
              </a:spcBef>
              <a:spcAft>
                <a:spcPts val="0"/>
              </a:spcAft>
              <a:buClr>
                <a:schemeClr val="dk1"/>
              </a:buClr>
              <a:buSzPts val="2000"/>
              <a:buNone/>
            </a:pPr>
            <a:endParaRPr b="0"/>
          </a:p>
          <a:p>
            <a:pPr marL="342900" lvl="0" indent="-215900" algn="l" rtl="0">
              <a:spcBef>
                <a:spcPts val="1000"/>
              </a:spcBef>
              <a:spcAft>
                <a:spcPts val="0"/>
              </a:spcAft>
              <a:buClr>
                <a:schemeClr val="dk1"/>
              </a:buClr>
              <a:buSzPts val="2000"/>
              <a:buFont typeface="Arial"/>
              <a:buNone/>
            </a:pPr>
            <a:endParaRPr b="0"/>
          </a:p>
          <a:p>
            <a:pPr marL="342900" lvl="0" indent="-215900" algn="l" rtl="0">
              <a:spcBef>
                <a:spcPts val="1000"/>
              </a:spcBef>
              <a:spcAft>
                <a:spcPts val="0"/>
              </a:spcAft>
              <a:buClr>
                <a:schemeClr val="dk1"/>
              </a:buClr>
              <a:buSzPts val="2000"/>
              <a:buFont typeface="Arial"/>
              <a:buNone/>
            </a:pPr>
            <a:endParaRPr b="0"/>
          </a:p>
          <a:p>
            <a:pPr marL="342900" lvl="0" indent="-215900" algn="l" rtl="0">
              <a:spcBef>
                <a:spcPts val="1000"/>
              </a:spcBef>
              <a:spcAft>
                <a:spcPts val="0"/>
              </a:spcAft>
              <a:buClr>
                <a:schemeClr val="dk1"/>
              </a:buClr>
              <a:buSzPts val="2000"/>
              <a:buFont typeface="Arial"/>
              <a:buNone/>
            </a:pPr>
            <a:endParaRPr b="0">
              <a:solidFill>
                <a:schemeClr val="dk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41"/>
        <p:cNvGrpSpPr/>
        <p:nvPr/>
      </p:nvGrpSpPr>
      <p:grpSpPr>
        <a:xfrm>
          <a:off x="0" y="0"/>
          <a:ext cx="0" cy="0"/>
          <a:chOff x="0" y="0"/>
          <a:chExt cx="0" cy="0"/>
        </a:xfrm>
      </p:grpSpPr>
      <p:sp>
        <p:nvSpPr>
          <p:cNvPr id="1142" name="Google Shape;1142;p156"/>
          <p:cNvSpPr txBox="1">
            <a:spLocks noGrp="1"/>
          </p:cNvSpPr>
          <p:nvPr>
            <p:ph type="title"/>
          </p:nvPr>
        </p:nvSpPr>
        <p:spPr>
          <a:xfrm>
            <a:off x="467544" y="332656"/>
            <a:ext cx="7643192" cy="615598"/>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accent5"/>
              </a:buClr>
              <a:buSzPct val="100000"/>
              <a:buFont typeface="Arial Black"/>
              <a:buNone/>
            </a:pPr>
            <a:r>
              <a:rPr lang="fr-FR" dirty="0">
                <a:solidFill>
                  <a:srgbClr val="7030A0"/>
                </a:solidFill>
              </a:rPr>
              <a:t>EXERCICE:</a:t>
            </a:r>
            <a:r>
              <a:rPr lang="fr-FR" dirty="0">
                <a:solidFill>
                  <a:schemeClr val="accent5"/>
                </a:solidFill>
              </a:rPr>
              <a:t> </a:t>
            </a:r>
            <a:r>
              <a:rPr lang="fr-FR" dirty="0">
                <a:solidFill>
                  <a:schemeClr val="dk1"/>
                </a:solidFill>
              </a:rPr>
              <a:t>RÔLES</a:t>
            </a:r>
            <a:endParaRPr dirty="0">
              <a:solidFill>
                <a:schemeClr val="dk1"/>
              </a:solidFill>
            </a:endParaRPr>
          </a:p>
        </p:txBody>
      </p:sp>
      <p:sp>
        <p:nvSpPr>
          <p:cNvPr id="1143" name="Google Shape;1143;p156"/>
          <p:cNvSpPr txBox="1">
            <a:spLocks noGrp="1"/>
          </p:cNvSpPr>
          <p:nvPr>
            <p:ph type="body" idx="1"/>
          </p:nvPr>
        </p:nvSpPr>
        <p:spPr>
          <a:xfrm>
            <a:off x="467544" y="1124744"/>
            <a:ext cx="7931224" cy="2789387"/>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000"/>
              <a:buFont typeface="Arial"/>
              <a:buChar char="•"/>
            </a:pPr>
            <a:r>
              <a:rPr lang="fr-FR" dirty="0"/>
              <a:t>Durée : 15min.</a:t>
            </a:r>
            <a:endParaRPr dirty="0"/>
          </a:p>
          <a:p>
            <a:pPr marL="342900" lvl="0" indent="-215900" algn="l" rtl="0">
              <a:spcBef>
                <a:spcPts val="1000"/>
              </a:spcBef>
              <a:spcAft>
                <a:spcPts val="0"/>
              </a:spcAft>
              <a:buClr>
                <a:schemeClr val="dk1"/>
              </a:buClr>
              <a:buSzPts val="2000"/>
              <a:buFont typeface="Arial"/>
              <a:buNone/>
            </a:pPr>
            <a:endParaRPr b="0"/>
          </a:p>
          <a:p>
            <a:pPr marL="342900" lvl="0" indent="-342900" algn="l" rtl="0">
              <a:spcBef>
                <a:spcPts val="1000"/>
              </a:spcBef>
              <a:spcAft>
                <a:spcPts val="0"/>
              </a:spcAft>
              <a:buClr>
                <a:schemeClr val="dk1"/>
              </a:buClr>
              <a:buSzPts val="2000"/>
              <a:buFont typeface="Arial"/>
              <a:buChar char="•"/>
            </a:pPr>
            <a:r>
              <a:rPr lang="fr-FR" b="0" dirty="0"/>
              <a:t>Reprenez votre utilisateur ‘</a:t>
            </a:r>
            <a:r>
              <a:rPr lang="fr-FR" b="0" dirty="0" err="1"/>
              <a:t>cinema_admin</a:t>
            </a:r>
            <a:r>
              <a:rPr lang="fr-FR" b="0" dirty="0"/>
              <a:t>’ et retirez lui son rôle de lecture écriture.</a:t>
            </a:r>
            <a:endParaRPr dirty="0"/>
          </a:p>
          <a:p>
            <a:pPr marL="342900" lvl="0" indent="-215900" algn="l" rtl="0">
              <a:spcBef>
                <a:spcPts val="1000"/>
              </a:spcBef>
              <a:spcAft>
                <a:spcPts val="0"/>
              </a:spcAft>
              <a:buClr>
                <a:schemeClr val="dk1"/>
              </a:buClr>
              <a:buSzPts val="2000"/>
              <a:buFont typeface="Arial"/>
              <a:buNone/>
            </a:pPr>
            <a:endParaRPr b="0"/>
          </a:p>
          <a:p>
            <a:pPr marL="342900" lvl="0" indent="-342900" algn="l" rtl="0">
              <a:spcBef>
                <a:spcPts val="1000"/>
              </a:spcBef>
              <a:spcAft>
                <a:spcPts val="0"/>
              </a:spcAft>
              <a:buClr>
                <a:schemeClr val="dk1"/>
              </a:buClr>
              <a:buSzPts val="2000"/>
              <a:buFont typeface="Arial"/>
              <a:buChar char="•"/>
            </a:pPr>
            <a:r>
              <a:rPr lang="fr-FR" b="0" dirty="0"/>
              <a:t>Tentez ensuite de vous connecter à la BDD </a:t>
            </a:r>
            <a:r>
              <a:rPr lang="fr-FR" b="0" dirty="0" err="1"/>
              <a:t>cinema</a:t>
            </a:r>
            <a:r>
              <a:rPr lang="fr-FR" b="0" dirty="0"/>
              <a:t> en « </a:t>
            </a:r>
            <a:r>
              <a:rPr lang="fr-FR" b="0" dirty="0" err="1"/>
              <a:t>cinema_admin</a:t>
            </a:r>
            <a:r>
              <a:rPr lang="fr-FR" b="0" dirty="0"/>
              <a:t> », lire la collection  « </a:t>
            </a:r>
            <a:r>
              <a:rPr lang="fr-FR" b="0" dirty="0" err="1"/>
              <a:t>movies</a:t>
            </a:r>
            <a:r>
              <a:rPr lang="fr-FR" b="0" dirty="0"/>
              <a:t> » et vérifier que le système ne le permet pas.</a:t>
            </a:r>
            <a:endParaRPr dirty="0"/>
          </a:p>
          <a:p>
            <a:pPr marL="342900" lvl="0" indent="-215900" algn="l" rtl="0">
              <a:spcBef>
                <a:spcPts val="1000"/>
              </a:spcBef>
              <a:spcAft>
                <a:spcPts val="0"/>
              </a:spcAft>
              <a:buClr>
                <a:schemeClr val="dk1"/>
              </a:buClr>
              <a:buSzPts val="2000"/>
              <a:buFont typeface="Arial"/>
              <a:buNone/>
            </a:pPr>
            <a:endParaRPr b="0"/>
          </a:p>
          <a:p>
            <a:pPr marL="342900" lvl="0" indent="-342900" algn="l" rtl="0">
              <a:spcBef>
                <a:spcPts val="1000"/>
              </a:spcBef>
              <a:spcAft>
                <a:spcPts val="0"/>
              </a:spcAft>
              <a:buClr>
                <a:schemeClr val="dk1"/>
              </a:buClr>
              <a:buSzPts val="2000"/>
              <a:buFont typeface="Arial"/>
              <a:buChar char="•"/>
            </a:pPr>
            <a:r>
              <a:rPr lang="fr-FR" b="0" dirty="0"/>
              <a:t>Vous pouvez alors remettre le rôle de lecture/écriture sur l’utilisateur et vérifier que l’accès est désormais à nouveau disponible.</a:t>
            </a:r>
            <a:endParaRPr dirty="0"/>
          </a:p>
          <a:p>
            <a:pPr marL="0" lvl="0" indent="0" algn="l" rtl="0">
              <a:spcBef>
                <a:spcPts val="840"/>
              </a:spcBef>
              <a:spcAft>
                <a:spcPts val="0"/>
              </a:spcAft>
              <a:buClr>
                <a:schemeClr val="dk1"/>
              </a:buClr>
              <a:buSzPts val="1200"/>
              <a:buNone/>
            </a:pPr>
            <a:endParaRPr sz="1200">
              <a:solidFill>
                <a:srgbClr val="FF0000"/>
              </a:solidFill>
              <a:latin typeface="Consolas"/>
              <a:ea typeface="Consolas"/>
              <a:cs typeface="Consolas"/>
              <a:sym typeface="Consolas"/>
            </a:endParaRPr>
          </a:p>
          <a:p>
            <a:pPr marL="0" lvl="0" indent="0" algn="l" rtl="0">
              <a:spcBef>
                <a:spcPts val="840"/>
              </a:spcBef>
              <a:spcAft>
                <a:spcPts val="0"/>
              </a:spcAft>
              <a:buClr>
                <a:schemeClr val="dk1"/>
              </a:buClr>
              <a:buSzPts val="1200"/>
              <a:buNone/>
            </a:pPr>
            <a:endParaRPr sz="1200">
              <a:solidFill>
                <a:srgbClr val="FF0000"/>
              </a:solidFill>
              <a:latin typeface="Consolas"/>
              <a:ea typeface="Consolas"/>
              <a:cs typeface="Consolas"/>
              <a:sym typeface="Consolas"/>
            </a:endParaRPr>
          </a:p>
          <a:p>
            <a:pPr marL="0" lvl="0" indent="0" algn="l" rtl="0">
              <a:spcBef>
                <a:spcPts val="1000"/>
              </a:spcBef>
              <a:spcAft>
                <a:spcPts val="0"/>
              </a:spcAft>
              <a:buClr>
                <a:schemeClr val="dk1"/>
              </a:buClr>
              <a:buSzPts val="2000"/>
              <a:buNone/>
            </a:pPr>
            <a:endParaRPr b="0"/>
          </a:p>
          <a:p>
            <a:pPr marL="342900" lvl="0" indent="-215900" algn="l" rtl="0">
              <a:spcBef>
                <a:spcPts val="1000"/>
              </a:spcBef>
              <a:spcAft>
                <a:spcPts val="0"/>
              </a:spcAft>
              <a:buClr>
                <a:schemeClr val="dk1"/>
              </a:buClr>
              <a:buSzPts val="2000"/>
              <a:buFont typeface="Arial"/>
              <a:buNone/>
            </a:pPr>
            <a:endParaRPr b="0"/>
          </a:p>
          <a:p>
            <a:pPr marL="0" lvl="0" indent="0" algn="l" rtl="0">
              <a:spcBef>
                <a:spcPts val="1000"/>
              </a:spcBef>
              <a:spcAft>
                <a:spcPts val="0"/>
              </a:spcAft>
              <a:buClr>
                <a:schemeClr val="dk1"/>
              </a:buClr>
              <a:buSzPts val="2000"/>
              <a:buNone/>
            </a:pPr>
            <a:endParaRPr b="0"/>
          </a:p>
          <a:p>
            <a:pPr marL="0" lvl="0" indent="0" algn="l" rtl="0">
              <a:spcBef>
                <a:spcPts val="1000"/>
              </a:spcBef>
              <a:spcAft>
                <a:spcPts val="0"/>
              </a:spcAft>
              <a:buClr>
                <a:schemeClr val="dk1"/>
              </a:buClr>
              <a:buSzPts val="2000"/>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54"/>
        <p:cNvGrpSpPr/>
        <p:nvPr/>
      </p:nvGrpSpPr>
      <p:grpSpPr>
        <a:xfrm>
          <a:off x="0" y="0"/>
          <a:ext cx="0" cy="0"/>
          <a:chOff x="0" y="0"/>
          <a:chExt cx="0" cy="0"/>
        </a:xfrm>
      </p:grpSpPr>
      <p:sp>
        <p:nvSpPr>
          <p:cNvPr id="1155" name="Google Shape;1155;p158"/>
          <p:cNvSpPr txBox="1">
            <a:spLocks noGrp="1"/>
          </p:cNvSpPr>
          <p:nvPr>
            <p:ph type="ctrTitle"/>
          </p:nvPr>
        </p:nvSpPr>
        <p:spPr>
          <a:xfrm>
            <a:off x="457200" y="228600"/>
            <a:ext cx="7772400" cy="457199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7200"/>
              <a:buFont typeface="Arial Black"/>
              <a:buNone/>
            </a:pPr>
            <a:r>
              <a:rPr lang="fr-FR" sz="7200"/>
              <a:t>MONGO DB</a:t>
            </a:r>
            <a:endParaRPr sz="7200"/>
          </a:p>
        </p:txBody>
      </p:sp>
      <p:sp>
        <p:nvSpPr>
          <p:cNvPr id="1156" name="Google Shape;1156;p158"/>
          <p:cNvSpPr txBox="1">
            <a:spLocks noGrp="1"/>
          </p:cNvSpPr>
          <p:nvPr>
            <p:ph type="subTitle" idx="1"/>
          </p:nvPr>
        </p:nvSpPr>
        <p:spPr>
          <a:xfrm>
            <a:off x="487545" y="3070927"/>
            <a:ext cx="6858000" cy="91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2"/>
              </a:buClr>
              <a:buSzPts val="2800"/>
              <a:buNone/>
            </a:pPr>
            <a:r>
              <a:rPr lang="fr-FR" sz="2800" dirty="0">
                <a:solidFill>
                  <a:srgbClr val="7030A0"/>
                </a:solidFill>
              </a:rPr>
              <a:t>RÉPLICATION ET SHARDING</a:t>
            </a:r>
            <a:endParaRPr lang="fr-FR" sz="2800">
              <a:solidFill>
                <a:srgbClr val="7030A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60"/>
        <p:cNvGrpSpPr/>
        <p:nvPr/>
      </p:nvGrpSpPr>
      <p:grpSpPr>
        <a:xfrm>
          <a:off x="0" y="0"/>
          <a:ext cx="0" cy="0"/>
          <a:chOff x="0" y="0"/>
          <a:chExt cx="0" cy="0"/>
        </a:xfrm>
      </p:grpSpPr>
      <p:sp>
        <p:nvSpPr>
          <p:cNvPr id="1161" name="Google Shape;1161;p159"/>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2800"/>
              <a:buFont typeface="Arial Black"/>
              <a:buNone/>
            </a:pPr>
            <a:r>
              <a:rPr lang="fr-FR" sz="2800" dirty="0">
                <a:solidFill>
                  <a:srgbClr val="7030A0"/>
                </a:solidFill>
              </a:rPr>
              <a:t>RÉPLICATION ET SHARDING</a:t>
            </a:r>
          </a:p>
        </p:txBody>
      </p:sp>
      <p:sp>
        <p:nvSpPr>
          <p:cNvPr id="1162" name="Google Shape;1162;p159"/>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None/>
            </a:pPr>
            <a:endParaRPr b="0"/>
          </a:p>
          <a:p>
            <a:pPr marL="342900" indent="-342900">
              <a:spcBef>
                <a:spcPts val="1160"/>
              </a:spcBef>
              <a:buSzPts val="2800"/>
              <a:buFont typeface="Arial"/>
              <a:buChar char="•"/>
            </a:pPr>
            <a:r>
              <a:rPr lang="fr-FR" sz="2800" b="0" dirty="0"/>
              <a:t>Deux notions importantes: </a:t>
            </a:r>
            <a:endParaRPr/>
          </a:p>
          <a:p>
            <a:pPr marL="800100" lvl="1" indent="-165100" algn="l" rtl="0">
              <a:spcBef>
                <a:spcPts val="1160"/>
              </a:spcBef>
              <a:spcAft>
                <a:spcPts val="0"/>
              </a:spcAft>
              <a:buSzPts val="2800"/>
              <a:buNone/>
            </a:pPr>
            <a:endParaRPr sz="2800"/>
          </a:p>
          <a:p>
            <a:pPr marL="800100" lvl="1" indent="-342900" algn="l" rtl="0">
              <a:spcBef>
                <a:spcPts val="560"/>
              </a:spcBef>
              <a:spcAft>
                <a:spcPts val="0"/>
              </a:spcAft>
              <a:buSzPts val="2800"/>
              <a:buChar char="•"/>
            </a:pPr>
            <a:r>
              <a:rPr lang="fr-FR" sz="2800" dirty="0" err="1"/>
              <a:t>Replicat</a:t>
            </a:r>
            <a:r>
              <a:rPr lang="fr-FR" sz="2800" dirty="0"/>
              <a:t> set</a:t>
            </a:r>
            <a:endParaRPr dirty="0"/>
          </a:p>
          <a:p>
            <a:pPr marL="800100" lvl="1" indent="-165100" algn="l" rtl="0">
              <a:spcBef>
                <a:spcPts val="560"/>
              </a:spcBef>
              <a:spcAft>
                <a:spcPts val="0"/>
              </a:spcAft>
              <a:buSzPts val="2800"/>
              <a:buNone/>
            </a:pPr>
            <a:endParaRPr sz="2800" b="0"/>
          </a:p>
          <a:p>
            <a:pPr marL="800100" lvl="1" indent="-342900" algn="l" rtl="0">
              <a:spcBef>
                <a:spcPts val="560"/>
              </a:spcBef>
              <a:spcAft>
                <a:spcPts val="0"/>
              </a:spcAft>
              <a:buSzPts val="2800"/>
              <a:buChar char="•"/>
            </a:pPr>
            <a:r>
              <a:rPr lang="fr-FR" sz="2800" b="0" dirty="0" err="1"/>
              <a:t>Sharding</a:t>
            </a:r>
            <a:endParaRPr sz="2800" b="0" dirty="0" err="1"/>
          </a:p>
          <a:p>
            <a:pPr marL="0" lvl="0" indent="0" algn="l" rtl="0">
              <a:spcBef>
                <a:spcPts val="400"/>
              </a:spcBef>
              <a:spcAft>
                <a:spcPts val="0"/>
              </a:spcAft>
              <a:buClr>
                <a:schemeClr val="dk1"/>
              </a:buClr>
              <a:buSzPts val="2000"/>
              <a:buNone/>
            </a:pPr>
            <a:endParaRPr b="0"/>
          </a:p>
          <a:p>
            <a:pPr marL="0" lvl="0" indent="0" algn="l" rtl="0">
              <a:spcBef>
                <a:spcPts val="1000"/>
              </a:spcBef>
              <a:spcAft>
                <a:spcPts val="0"/>
              </a:spcAft>
              <a:buClr>
                <a:schemeClr val="dk1"/>
              </a:buClr>
              <a:buSzPts val="2000"/>
              <a:buNone/>
            </a:pPr>
            <a:endParaRPr b="0"/>
          </a:p>
          <a:p>
            <a:pPr marL="342900" lvl="0" indent="-215900" algn="l" rtl="0">
              <a:spcBef>
                <a:spcPts val="1000"/>
              </a:spcBef>
              <a:spcAft>
                <a:spcPts val="0"/>
              </a:spcAft>
              <a:buClr>
                <a:schemeClr val="dk1"/>
              </a:buClr>
              <a:buSzPts val="2000"/>
              <a:buFont typeface="Arial"/>
              <a:buNone/>
            </a:pPr>
            <a:endParaRPr b="0"/>
          </a:p>
          <a:p>
            <a:pPr marL="342900" lvl="0" indent="-215900" algn="l" rtl="0">
              <a:spcBef>
                <a:spcPts val="1000"/>
              </a:spcBef>
              <a:spcAft>
                <a:spcPts val="0"/>
              </a:spcAft>
              <a:buClr>
                <a:schemeClr val="dk1"/>
              </a:buClr>
              <a:buSzPts val="2000"/>
              <a:buFont typeface="Arial"/>
              <a:buNone/>
            </a:pPr>
            <a:endParaRPr b="0"/>
          </a:p>
          <a:p>
            <a:pPr marL="342900" lvl="0" indent="-215900" algn="l" rtl="0">
              <a:spcBef>
                <a:spcPts val="1000"/>
              </a:spcBef>
              <a:spcAft>
                <a:spcPts val="0"/>
              </a:spcAft>
              <a:buClr>
                <a:schemeClr val="dk1"/>
              </a:buClr>
              <a:buSzPts val="2000"/>
              <a:buFont typeface="Arial"/>
              <a:buNone/>
            </a:pPr>
            <a:endParaRPr b="0">
              <a:solidFill>
                <a:schemeClr val="dk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160"/>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1"/>
              </a:buClr>
              <a:buSzPts val="2800"/>
              <a:buFont typeface="Arial Black"/>
              <a:buNone/>
            </a:pPr>
            <a:r>
              <a:rPr lang="fr-FR" sz="2800" dirty="0">
                <a:solidFill>
                  <a:schemeClr val="dk1"/>
                </a:solidFill>
              </a:rPr>
              <a:t>MONGODB </a:t>
            </a:r>
            <a:r>
              <a:rPr lang="fr-FR" sz="2800" dirty="0">
                <a:solidFill>
                  <a:srgbClr val="7030A0"/>
                </a:solidFill>
              </a:rPr>
              <a:t>: REPLICAT SET</a:t>
            </a:r>
            <a:endParaRPr sz="2800" dirty="0">
              <a:solidFill>
                <a:srgbClr val="7030A0"/>
              </a:solidFill>
            </a:endParaRPr>
          </a:p>
        </p:txBody>
      </p:sp>
      <p:sp>
        <p:nvSpPr>
          <p:cNvPr id="1168" name="Google Shape;1168;p160"/>
          <p:cNvSpPr txBox="1">
            <a:spLocks noGrp="1"/>
          </p:cNvSpPr>
          <p:nvPr>
            <p:ph type="body" idx="1"/>
          </p:nvPr>
        </p:nvSpPr>
        <p:spPr>
          <a:xfrm>
            <a:off x="457200" y="979539"/>
            <a:ext cx="8003232" cy="4988768"/>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spcBef>
                <a:spcPts val="0"/>
              </a:spcBef>
              <a:spcAft>
                <a:spcPts val="0"/>
              </a:spcAft>
              <a:buClr>
                <a:schemeClr val="dk1"/>
              </a:buClr>
              <a:buSzPct val="100000"/>
              <a:buNone/>
            </a:pPr>
            <a:r>
              <a:rPr lang="fr-FR" sz="2400" dirty="0"/>
              <a:t>Les </a:t>
            </a:r>
            <a:r>
              <a:rPr lang="fr-FR" sz="2400" dirty="0" err="1"/>
              <a:t>Replicat</a:t>
            </a:r>
            <a:r>
              <a:rPr lang="fr-FR" sz="2400" dirty="0"/>
              <a:t> set</a:t>
            </a:r>
            <a:endParaRPr dirty="0"/>
          </a:p>
          <a:p>
            <a:pPr marL="457200" lvl="0" indent="-316230" algn="l" rtl="0">
              <a:spcBef>
                <a:spcPts val="1044"/>
              </a:spcBef>
              <a:spcAft>
                <a:spcPts val="0"/>
              </a:spcAft>
              <a:buClr>
                <a:schemeClr val="dk1"/>
              </a:buClr>
              <a:buSzPct val="100000"/>
              <a:buFont typeface="Arial"/>
              <a:buNone/>
            </a:pPr>
            <a:endParaRPr sz="2400" b="0"/>
          </a:p>
          <a:p>
            <a:pPr indent="-457200">
              <a:spcBef>
                <a:spcPts val="1044"/>
              </a:spcBef>
              <a:buSzPct val="100000"/>
              <a:buFont typeface="Arial"/>
              <a:buChar char="•"/>
            </a:pPr>
            <a:r>
              <a:rPr lang="fr-FR" sz="2400" b="0" dirty="0"/>
              <a:t>Groupe de serveurs (architecture serveur principal/secondaire)</a:t>
            </a:r>
            <a:endParaRPr dirty="0"/>
          </a:p>
          <a:p>
            <a:pPr marL="457200" lvl="0" indent="-316230" algn="l" rtl="0">
              <a:spcBef>
                <a:spcPts val="1044"/>
              </a:spcBef>
              <a:spcAft>
                <a:spcPts val="0"/>
              </a:spcAft>
              <a:buClr>
                <a:schemeClr val="dk1"/>
              </a:buClr>
              <a:buSzPct val="100000"/>
              <a:buFont typeface="Arial"/>
              <a:buNone/>
            </a:pPr>
            <a:endParaRPr sz="2400" b="0"/>
          </a:p>
          <a:p>
            <a:pPr marL="457200" lvl="0" indent="-457200" algn="l" rtl="0">
              <a:spcBef>
                <a:spcPts val="1044"/>
              </a:spcBef>
              <a:spcAft>
                <a:spcPts val="0"/>
              </a:spcAft>
              <a:buClr>
                <a:schemeClr val="dk1"/>
              </a:buClr>
              <a:buSzPct val="100000"/>
              <a:buFont typeface="Arial"/>
              <a:buChar char="•"/>
            </a:pPr>
            <a:r>
              <a:rPr lang="fr-FR" sz="2400" b="0" dirty="0"/>
              <a:t>Permet d’assurer la redondance et la haute disponibilité (caractéristique forte des BDD NoSQL)</a:t>
            </a:r>
            <a:endParaRPr dirty="0"/>
          </a:p>
          <a:p>
            <a:pPr marL="457200" lvl="0" indent="-316230" algn="l" rtl="0">
              <a:spcBef>
                <a:spcPts val="1044"/>
              </a:spcBef>
              <a:spcAft>
                <a:spcPts val="0"/>
              </a:spcAft>
              <a:buClr>
                <a:schemeClr val="dk1"/>
              </a:buClr>
              <a:buSzPct val="100000"/>
              <a:buFont typeface="Arial"/>
              <a:buNone/>
            </a:pPr>
            <a:endParaRPr sz="2400" b="0"/>
          </a:p>
          <a:p>
            <a:pPr marL="457200" lvl="0" indent="-457200" algn="l" rtl="0">
              <a:spcBef>
                <a:spcPts val="1044"/>
              </a:spcBef>
              <a:spcAft>
                <a:spcPts val="0"/>
              </a:spcAft>
              <a:buClr>
                <a:schemeClr val="dk1"/>
              </a:buClr>
              <a:buSzPct val="100000"/>
              <a:buFont typeface="Arial"/>
              <a:buChar char="•"/>
            </a:pPr>
            <a:r>
              <a:rPr lang="fr-FR" sz="2400" b="0" dirty="0"/>
              <a:t>Permet aux données d’être dupliquées de façon transparente.</a:t>
            </a:r>
            <a:endParaRPr dirty="0"/>
          </a:p>
          <a:p>
            <a:pPr marL="457200" lvl="0" indent="-316230" algn="l" rtl="0">
              <a:spcBef>
                <a:spcPts val="1044"/>
              </a:spcBef>
              <a:spcAft>
                <a:spcPts val="0"/>
              </a:spcAft>
              <a:buClr>
                <a:schemeClr val="dk1"/>
              </a:buClr>
              <a:buSzPct val="100000"/>
              <a:buFont typeface="Arial"/>
              <a:buNone/>
            </a:pPr>
            <a:endParaRPr sz="2400" b="0"/>
          </a:p>
          <a:p>
            <a:pPr marL="457200" lvl="0" indent="-457200" algn="l" rtl="0">
              <a:spcBef>
                <a:spcPts val="1044"/>
              </a:spcBef>
              <a:spcAft>
                <a:spcPts val="0"/>
              </a:spcAft>
              <a:buClr>
                <a:schemeClr val="dk1"/>
              </a:buClr>
              <a:buSzPct val="100000"/>
              <a:buFont typeface="Arial"/>
              <a:buChar char="•"/>
            </a:pPr>
            <a:r>
              <a:rPr lang="fr-FR" sz="2400" b="0" dirty="0"/>
              <a:t>Utilise la notion de groupe de serveur appelé « set »</a:t>
            </a:r>
            <a:endParaRPr dirty="0"/>
          </a:p>
          <a:p>
            <a:pPr marL="457200" lvl="1" indent="0" algn="l" rtl="0">
              <a:spcBef>
                <a:spcPts val="1044"/>
              </a:spcBef>
              <a:spcAft>
                <a:spcPts val="0"/>
              </a:spcAft>
              <a:buSzPct val="100000"/>
              <a:buNone/>
            </a:pPr>
            <a:endParaRPr sz="2400" b="0"/>
          </a:p>
          <a:p>
            <a:pPr marL="0" lvl="0" indent="0" algn="l" rtl="0">
              <a:spcBef>
                <a:spcPts val="333"/>
              </a:spcBef>
              <a:spcAft>
                <a:spcPts val="0"/>
              </a:spcAft>
              <a:buClr>
                <a:schemeClr val="dk1"/>
              </a:buClr>
              <a:buSzPct val="100000"/>
              <a:buNone/>
            </a:pPr>
            <a:endParaRPr sz="1800" b="0"/>
          </a:p>
          <a:p>
            <a:pPr marL="0" lvl="0" indent="0" algn="l" rtl="0">
              <a:spcBef>
                <a:spcPts val="933"/>
              </a:spcBef>
              <a:spcAft>
                <a:spcPts val="0"/>
              </a:spcAft>
              <a:buClr>
                <a:schemeClr val="dk1"/>
              </a:buClr>
              <a:buSzPct val="100000"/>
              <a:buNone/>
            </a:pPr>
            <a:endParaRPr sz="1800" b="0"/>
          </a:p>
          <a:p>
            <a:pPr marL="342900" lvl="0" indent="-236855" algn="l" rtl="0">
              <a:spcBef>
                <a:spcPts val="933"/>
              </a:spcBef>
              <a:spcAft>
                <a:spcPts val="0"/>
              </a:spcAft>
              <a:buClr>
                <a:schemeClr val="dk1"/>
              </a:buClr>
              <a:buSzPct val="100000"/>
              <a:buFont typeface="Arial"/>
              <a:buNone/>
            </a:pPr>
            <a:endParaRPr sz="1800" b="0"/>
          </a:p>
          <a:p>
            <a:pPr marL="342900" lvl="0" indent="-236855" algn="l" rtl="0">
              <a:spcBef>
                <a:spcPts val="933"/>
              </a:spcBef>
              <a:spcAft>
                <a:spcPts val="0"/>
              </a:spcAft>
              <a:buClr>
                <a:schemeClr val="dk1"/>
              </a:buClr>
              <a:buSzPct val="100000"/>
              <a:buFont typeface="Arial"/>
              <a:buNone/>
            </a:pPr>
            <a:endParaRPr sz="1800" b="0"/>
          </a:p>
          <a:p>
            <a:pPr marL="342900" lvl="0" indent="-236855" algn="l" rtl="0">
              <a:spcBef>
                <a:spcPts val="933"/>
              </a:spcBef>
              <a:spcAft>
                <a:spcPts val="0"/>
              </a:spcAft>
              <a:buClr>
                <a:schemeClr val="dk1"/>
              </a:buClr>
              <a:buSzPct val="100000"/>
              <a:buFont typeface="Arial"/>
              <a:buNone/>
            </a:pPr>
            <a:endParaRPr sz="1800" b="0">
              <a:solidFill>
                <a:schemeClr val="dk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73"/>
        <p:cNvGrpSpPr/>
        <p:nvPr/>
      </p:nvGrpSpPr>
      <p:grpSpPr>
        <a:xfrm>
          <a:off x="0" y="0"/>
          <a:ext cx="0" cy="0"/>
          <a:chOff x="0" y="0"/>
          <a:chExt cx="0" cy="0"/>
        </a:xfrm>
      </p:grpSpPr>
      <p:sp>
        <p:nvSpPr>
          <p:cNvPr id="1174" name="Google Shape;1174;p161"/>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1"/>
              </a:buClr>
              <a:buSzPts val="2800"/>
              <a:buFont typeface="Arial Black"/>
              <a:buNone/>
            </a:pPr>
            <a:r>
              <a:rPr lang="fr-FR" sz="2800" dirty="0">
                <a:solidFill>
                  <a:schemeClr val="dk1"/>
                </a:solidFill>
              </a:rPr>
              <a:t>MONGODB </a:t>
            </a:r>
            <a:r>
              <a:rPr lang="fr-FR" sz="2800" dirty="0">
                <a:solidFill>
                  <a:srgbClr val="7030A0"/>
                </a:solidFill>
              </a:rPr>
              <a:t>: REPLICAT SET</a:t>
            </a:r>
            <a:endParaRPr sz="2800" dirty="0">
              <a:solidFill>
                <a:srgbClr val="7030A0"/>
              </a:solidFill>
            </a:endParaRPr>
          </a:p>
        </p:txBody>
      </p:sp>
      <p:sp>
        <p:nvSpPr>
          <p:cNvPr id="1175" name="Google Shape;1175;p161"/>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400"/>
              <a:buNone/>
            </a:pPr>
            <a:r>
              <a:rPr lang="fr-FR" sz="2400" dirty="0" err="1"/>
              <a:t>Replicat</a:t>
            </a:r>
            <a:r>
              <a:rPr lang="fr-FR" sz="2400" dirty="0"/>
              <a:t> set</a:t>
            </a:r>
            <a:endParaRPr dirty="0"/>
          </a:p>
          <a:p>
            <a:pPr marL="457200" lvl="0" indent="-304800" algn="l" rtl="0">
              <a:spcBef>
                <a:spcPts val="1080"/>
              </a:spcBef>
              <a:spcAft>
                <a:spcPts val="0"/>
              </a:spcAft>
              <a:buClr>
                <a:schemeClr val="dk1"/>
              </a:buClr>
              <a:buSzPts val="2400"/>
              <a:buFont typeface="Arial"/>
              <a:buNone/>
            </a:pPr>
            <a:endParaRPr sz="2400" b="0"/>
          </a:p>
          <a:p>
            <a:pPr marL="457200" lvl="0" indent="-457200" algn="l" rtl="0">
              <a:spcBef>
                <a:spcPts val="1080"/>
              </a:spcBef>
              <a:spcAft>
                <a:spcPts val="0"/>
              </a:spcAft>
              <a:buClr>
                <a:schemeClr val="dk1"/>
              </a:buClr>
              <a:buSzPts val="2400"/>
              <a:buFont typeface="Arial"/>
              <a:buChar char="•"/>
            </a:pPr>
            <a:r>
              <a:rPr lang="fr-FR" sz="2400" b="0" dirty="0"/>
              <a:t>1 « set » = 1 groupe de serveurs.</a:t>
            </a:r>
            <a:endParaRPr dirty="0"/>
          </a:p>
          <a:p>
            <a:pPr marL="457200" lvl="0" indent="-304800" algn="l" rtl="0">
              <a:spcBef>
                <a:spcPts val="1080"/>
              </a:spcBef>
              <a:spcAft>
                <a:spcPts val="0"/>
              </a:spcAft>
              <a:buClr>
                <a:schemeClr val="dk1"/>
              </a:buClr>
              <a:buSzPts val="2400"/>
              <a:buFont typeface="Arial"/>
              <a:buNone/>
            </a:pPr>
            <a:endParaRPr sz="2400" b="0"/>
          </a:p>
          <a:p>
            <a:pPr indent="-457200">
              <a:spcBef>
                <a:spcPts val="1080"/>
              </a:spcBef>
              <a:buSzPts val="2400"/>
              <a:buFont typeface="Arial"/>
              <a:buChar char="•"/>
            </a:pPr>
            <a:r>
              <a:rPr lang="fr-FR" sz="2400" b="0" dirty="0"/>
              <a:t>Chaque « set » possède : </a:t>
            </a:r>
            <a:endParaRPr/>
          </a:p>
          <a:p>
            <a:pPr marL="914400" lvl="1" indent="-457200" algn="l" rtl="0">
              <a:spcBef>
                <a:spcPts val="1080"/>
              </a:spcBef>
              <a:spcAft>
                <a:spcPts val="0"/>
              </a:spcAft>
              <a:buSzPts val="2400"/>
              <a:buChar char="•"/>
            </a:pPr>
            <a:r>
              <a:rPr lang="fr-FR" sz="2400" dirty="0">
                <a:solidFill>
                  <a:srgbClr val="7030A0"/>
                </a:solidFill>
              </a:rPr>
              <a:t>Un </a:t>
            </a:r>
            <a:r>
              <a:rPr lang="fr-FR" sz="2400" err="1"/>
              <a:t>noeud</a:t>
            </a:r>
            <a:r>
              <a:rPr lang="fr-FR" sz="2400" dirty="0"/>
              <a:t> principal (primaire) =&gt; lecture/écriture</a:t>
            </a:r>
            <a:endParaRPr dirty="0"/>
          </a:p>
          <a:p>
            <a:pPr marL="914400" lvl="1" indent="-457200" algn="l" rtl="0">
              <a:spcBef>
                <a:spcPts val="480"/>
              </a:spcBef>
              <a:spcAft>
                <a:spcPts val="0"/>
              </a:spcAft>
              <a:buSzPts val="2400"/>
              <a:buChar char="•"/>
            </a:pPr>
            <a:r>
              <a:rPr lang="fr-FR" sz="2400" dirty="0">
                <a:solidFill>
                  <a:srgbClr val="7030A0"/>
                </a:solidFill>
              </a:rPr>
              <a:t>N</a:t>
            </a:r>
            <a:r>
              <a:rPr lang="fr-FR" sz="2400" dirty="0"/>
              <a:t> Serveurs de backup (secondaire) =&gt; lecture</a:t>
            </a:r>
            <a:endParaRPr dirty="0"/>
          </a:p>
          <a:p>
            <a:pPr marL="457200" lvl="1" indent="0" algn="l" rtl="0">
              <a:spcBef>
                <a:spcPts val="480"/>
              </a:spcBef>
              <a:spcAft>
                <a:spcPts val="0"/>
              </a:spcAft>
              <a:buSzPts val="2400"/>
              <a:buNone/>
            </a:pPr>
            <a:endParaRPr sz="2400"/>
          </a:p>
          <a:p>
            <a:pPr marL="342900" lvl="0" indent="-342900" algn="l" rtl="0">
              <a:spcBef>
                <a:spcPts val="480"/>
              </a:spcBef>
              <a:spcAft>
                <a:spcPts val="0"/>
              </a:spcAft>
              <a:buClr>
                <a:schemeClr val="dk1"/>
              </a:buClr>
              <a:buSzPts val="2400"/>
              <a:buFont typeface="Arial"/>
              <a:buChar char="•"/>
            </a:pPr>
            <a:r>
              <a:rPr lang="fr-FR" sz="2400" b="0" dirty="0"/>
              <a:t>Dans certains cas : nécessité de mettre en place un serveur arbitre (cf. slide suivant)</a:t>
            </a:r>
            <a:endParaRPr dirty="0"/>
          </a:p>
          <a:p>
            <a:pPr marL="0" lvl="0" indent="0" algn="l" rtl="0">
              <a:spcBef>
                <a:spcPts val="960"/>
              </a:spcBef>
              <a:spcAft>
                <a:spcPts val="0"/>
              </a:spcAft>
              <a:buClr>
                <a:schemeClr val="dk1"/>
              </a:buClr>
              <a:buSzPts val="1800"/>
              <a:buNone/>
            </a:pPr>
            <a:endParaRPr sz="1800" b="0"/>
          </a:p>
          <a:p>
            <a:pPr marL="0" lvl="0" indent="0" algn="l" rtl="0">
              <a:spcBef>
                <a:spcPts val="960"/>
              </a:spcBef>
              <a:spcAft>
                <a:spcPts val="0"/>
              </a:spcAft>
              <a:buClr>
                <a:schemeClr val="dk1"/>
              </a:buClr>
              <a:buSzPts val="1800"/>
              <a:buNone/>
            </a:pPr>
            <a:endParaRPr sz="1800" b="0"/>
          </a:p>
          <a:p>
            <a:pPr marL="342900" lvl="0" indent="-228600" algn="l" rtl="0">
              <a:spcBef>
                <a:spcPts val="960"/>
              </a:spcBef>
              <a:spcAft>
                <a:spcPts val="0"/>
              </a:spcAft>
              <a:buClr>
                <a:schemeClr val="dk1"/>
              </a:buClr>
              <a:buSzPts val="1800"/>
              <a:buFont typeface="Arial"/>
              <a:buNone/>
            </a:pPr>
            <a:endParaRPr sz="1800" b="0"/>
          </a:p>
          <a:p>
            <a:pPr marL="342900" lvl="0" indent="-228600" algn="l" rtl="0">
              <a:spcBef>
                <a:spcPts val="960"/>
              </a:spcBef>
              <a:spcAft>
                <a:spcPts val="0"/>
              </a:spcAft>
              <a:buClr>
                <a:schemeClr val="dk1"/>
              </a:buClr>
              <a:buSzPts val="1800"/>
              <a:buFont typeface="Arial"/>
              <a:buNone/>
            </a:pPr>
            <a:endParaRPr sz="1800" b="0"/>
          </a:p>
          <a:p>
            <a:pPr marL="342900" lvl="0" indent="-228600" algn="l" rtl="0">
              <a:spcBef>
                <a:spcPts val="960"/>
              </a:spcBef>
              <a:spcAft>
                <a:spcPts val="0"/>
              </a:spcAft>
              <a:buClr>
                <a:schemeClr val="dk1"/>
              </a:buClr>
              <a:buSzPts val="1800"/>
              <a:buFont typeface="Arial"/>
              <a:buNone/>
            </a:pPr>
            <a:endParaRPr sz="1800" b="0">
              <a:solidFill>
                <a:schemeClr val="dk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80"/>
        <p:cNvGrpSpPr/>
        <p:nvPr/>
      </p:nvGrpSpPr>
      <p:grpSpPr>
        <a:xfrm>
          <a:off x="0" y="0"/>
          <a:ext cx="0" cy="0"/>
          <a:chOff x="0" y="0"/>
          <a:chExt cx="0" cy="0"/>
        </a:xfrm>
      </p:grpSpPr>
      <p:sp>
        <p:nvSpPr>
          <p:cNvPr id="1181" name="Google Shape;1181;p162"/>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1"/>
              </a:buClr>
              <a:buSzPts val="2800"/>
              <a:buFont typeface="Arial Black"/>
              <a:buNone/>
            </a:pPr>
            <a:r>
              <a:rPr lang="fr-FR" sz="2800" dirty="0">
                <a:solidFill>
                  <a:schemeClr val="dk1"/>
                </a:solidFill>
              </a:rPr>
              <a:t>MONGODB </a:t>
            </a:r>
            <a:r>
              <a:rPr lang="fr-FR" sz="2800" dirty="0">
                <a:solidFill>
                  <a:srgbClr val="7030A0"/>
                </a:solidFill>
              </a:rPr>
              <a:t>: REPLICAT SET</a:t>
            </a:r>
            <a:endParaRPr sz="2800" dirty="0">
              <a:solidFill>
                <a:srgbClr val="7030A0"/>
              </a:solidFill>
            </a:endParaRPr>
          </a:p>
        </p:txBody>
      </p:sp>
      <p:sp>
        <p:nvSpPr>
          <p:cNvPr id="1182" name="Google Shape;1182;p162"/>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spcBef>
                <a:spcPts val="0"/>
              </a:spcBef>
              <a:spcAft>
                <a:spcPts val="0"/>
              </a:spcAft>
              <a:buClr>
                <a:schemeClr val="dk1"/>
              </a:buClr>
              <a:buSzPct val="100000"/>
              <a:buNone/>
            </a:pPr>
            <a:r>
              <a:rPr lang="fr-FR" sz="2800" dirty="0"/>
              <a:t>Serveur arbitre:</a:t>
            </a:r>
            <a:endParaRPr dirty="0"/>
          </a:p>
          <a:p>
            <a:pPr marL="0" lvl="0" indent="0" algn="l" rtl="0">
              <a:spcBef>
                <a:spcPts val="1008"/>
              </a:spcBef>
              <a:spcAft>
                <a:spcPts val="0"/>
              </a:spcAft>
              <a:buClr>
                <a:schemeClr val="dk1"/>
              </a:buClr>
              <a:buSzPct val="100000"/>
              <a:buNone/>
            </a:pPr>
            <a:endParaRPr sz="2400" b="0"/>
          </a:p>
          <a:p>
            <a:pPr marL="0" indent="0">
              <a:spcBef>
                <a:spcPts val="1008"/>
              </a:spcBef>
            </a:pPr>
            <a:r>
              <a:rPr lang="fr-FR" sz="2400" b="0"/>
              <a:t>Source mongodb.com</a:t>
            </a:r>
            <a:endParaRPr lang="fr-FR" sz="2400" b="0" dirty="0"/>
          </a:p>
          <a:p>
            <a:pPr marL="0" indent="0">
              <a:spcBef>
                <a:spcPts val="1008"/>
              </a:spcBef>
            </a:pPr>
            <a:endParaRPr lang="fr-FR" sz="2400" b="0" dirty="0"/>
          </a:p>
          <a:p>
            <a:pPr marL="342900" lvl="0" indent="-342900" algn="l" rtl="0">
              <a:spcBef>
                <a:spcPts val="1008"/>
              </a:spcBef>
              <a:spcAft>
                <a:spcPts val="0"/>
              </a:spcAft>
              <a:buClr>
                <a:schemeClr val="dk1"/>
              </a:buClr>
              <a:buSzPct val="100000"/>
              <a:buFont typeface="Arial"/>
              <a:buChar char="•"/>
            </a:pPr>
            <a:r>
              <a:rPr lang="fr-FR" sz="2400" b="0" dirty="0"/>
              <a:t>Dans certaines circonstances (par exemple, vous avez un primaire et un secondaire mais les contraintes de coût interdisent d'ajouter un autre secondaire), vous pouvez choisir d'ajouter une instance à un jeu de réplicas en tant qu'arbitre. </a:t>
            </a:r>
            <a:endParaRPr dirty="0"/>
          </a:p>
          <a:p>
            <a:pPr marL="0" lvl="0" indent="0" algn="l" rtl="0">
              <a:spcBef>
                <a:spcPts val="1008"/>
              </a:spcBef>
              <a:spcAft>
                <a:spcPts val="0"/>
              </a:spcAft>
              <a:buClr>
                <a:schemeClr val="dk1"/>
              </a:buClr>
              <a:buSzPct val="100000"/>
              <a:buNone/>
            </a:pPr>
            <a:endParaRPr sz="2400" b="0"/>
          </a:p>
          <a:p>
            <a:pPr marL="342900" lvl="0" indent="-342900" algn="l" rtl="0">
              <a:spcBef>
                <a:spcPts val="1008"/>
              </a:spcBef>
              <a:spcAft>
                <a:spcPts val="0"/>
              </a:spcAft>
              <a:buClr>
                <a:schemeClr val="dk1"/>
              </a:buClr>
              <a:buSzPct val="100000"/>
              <a:buFont typeface="Arial"/>
              <a:buChar char="•"/>
            </a:pPr>
            <a:r>
              <a:rPr lang="fr-FR" sz="2400" b="0" dirty="0"/>
              <a:t>Un arbitre participe aux élections mais ne détient pas de données (c'est-à-dire qu'il n'assure pas la redondance des données)</a:t>
            </a:r>
            <a:endParaRPr dirty="0"/>
          </a:p>
          <a:p>
            <a:pPr marL="342900" lvl="0" indent="-212725" algn="l" rtl="0">
              <a:spcBef>
                <a:spcPts val="1008"/>
              </a:spcBef>
              <a:spcAft>
                <a:spcPts val="0"/>
              </a:spcAft>
              <a:buClr>
                <a:schemeClr val="dk1"/>
              </a:buClr>
              <a:buSzPct val="100000"/>
              <a:buFont typeface="Arial"/>
              <a:buNone/>
            </a:pPr>
            <a:endParaRPr sz="2400" b="0"/>
          </a:p>
          <a:p>
            <a:pPr marL="342900" lvl="0" indent="-342900" algn="l" rtl="0">
              <a:spcBef>
                <a:spcPts val="1008"/>
              </a:spcBef>
              <a:spcAft>
                <a:spcPts val="0"/>
              </a:spcAft>
              <a:buClr>
                <a:schemeClr val="dk1"/>
              </a:buClr>
              <a:buSzPct val="100000"/>
              <a:buFont typeface="Arial"/>
              <a:buChar char="•"/>
            </a:pPr>
            <a:r>
              <a:rPr lang="fr-FR" sz="2400" b="0" dirty="0"/>
              <a:t>Un arbitre sera toujours un arbitre alors qu'un primaire peut démissionner et devenir un secondaire et qu'un secondaire peut devenir le primaire lors d'une élection.</a:t>
            </a:r>
            <a:endParaRPr dirty="0"/>
          </a:p>
          <a:p>
            <a:pPr marL="342900" lvl="0" indent="-212725" algn="l" rtl="0">
              <a:spcBef>
                <a:spcPts val="1008"/>
              </a:spcBef>
              <a:spcAft>
                <a:spcPts val="0"/>
              </a:spcAft>
              <a:buClr>
                <a:schemeClr val="dk1"/>
              </a:buClr>
              <a:buSzPct val="100000"/>
              <a:buFont typeface="Arial"/>
              <a:buNone/>
            </a:pPr>
            <a:endParaRPr sz="2400" b="0"/>
          </a:p>
          <a:p>
            <a:pPr marL="342900" lvl="0" indent="-212725" algn="l" rtl="0">
              <a:spcBef>
                <a:spcPts val="1008"/>
              </a:spcBef>
              <a:spcAft>
                <a:spcPts val="0"/>
              </a:spcAft>
              <a:buClr>
                <a:schemeClr val="dk1"/>
              </a:buClr>
              <a:buSzPct val="100000"/>
              <a:buFont typeface="Arial"/>
              <a:buNone/>
            </a:pPr>
            <a:endParaRPr sz="2400" b="0"/>
          </a:p>
          <a:p>
            <a:pPr marL="0" lvl="0" indent="0" algn="l" rtl="0">
              <a:spcBef>
                <a:spcPts val="906"/>
              </a:spcBef>
              <a:spcAft>
                <a:spcPts val="0"/>
              </a:spcAft>
              <a:buClr>
                <a:schemeClr val="dk1"/>
              </a:buClr>
              <a:buSzPct val="100000"/>
              <a:buNone/>
            </a:pPr>
            <a:endParaRPr sz="1800" b="0"/>
          </a:p>
          <a:p>
            <a:pPr marL="0" lvl="0" indent="0" algn="l" rtl="0">
              <a:spcBef>
                <a:spcPts val="906"/>
              </a:spcBef>
              <a:spcAft>
                <a:spcPts val="0"/>
              </a:spcAft>
              <a:buClr>
                <a:schemeClr val="dk1"/>
              </a:buClr>
              <a:buSzPct val="100000"/>
              <a:buNone/>
            </a:pPr>
            <a:endParaRPr sz="1800" b="0"/>
          </a:p>
          <a:p>
            <a:pPr marL="342900" lvl="0" indent="-245745" algn="l" rtl="0">
              <a:spcBef>
                <a:spcPts val="906"/>
              </a:spcBef>
              <a:spcAft>
                <a:spcPts val="0"/>
              </a:spcAft>
              <a:buClr>
                <a:schemeClr val="dk1"/>
              </a:buClr>
              <a:buSzPct val="100000"/>
              <a:buFont typeface="Arial"/>
              <a:buNone/>
            </a:pPr>
            <a:endParaRPr sz="1800" b="0"/>
          </a:p>
          <a:p>
            <a:pPr marL="342900" lvl="0" indent="-245745" algn="l" rtl="0">
              <a:spcBef>
                <a:spcPts val="906"/>
              </a:spcBef>
              <a:spcAft>
                <a:spcPts val="0"/>
              </a:spcAft>
              <a:buClr>
                <a:schemeClr val="dk1"/>
              </a:buClr>
              <a:buSzPct val="100000"/>
              <a:buFont typeface="Arial"/>
              <a:buNone/>
            </a:pPr>
            <a:endParaRPr sz="1800" b="0"/>
          </a:p>
          <a:p>
            <a:pPr marL="342900" lvl="0" indent="-245745" algn="l" rtl="0">
              <a:spcBef>
                <a:spcPts val="906"/>
              </a:spcBef>
              <a:spcAft>
                <a:spcPts val="0"/>
              </a:spcAft>
              <a:buClr>
                <a:schemeClr val="dk1"/>
              </a:buClr>
              <a:buSzPct val="100000"/>
              <a:buFont typeface="Arial"/>
              <a:buNone/>
            </a:pPr>
            <a:endParaRPr sz="1800" b="0">
              <a:solidFill>
                <a:schemeClr val="dk2"/>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87"/>
        <p:cNvGrpSpPr/>
        <p:nvPr/>
      </p:nvGrpSpPr>
      <p:grpSpPr>
        <a:xfrm>
          <a:off x="0" y="0"/>
          <a:ext cx="0" cy="0"/>
          <a:chOff x="0" y="0"/>
          <a:chExt cx="0" cy="0"/>
        </a:xfrm>
      </p:grpSpPr>
      <p:sp>
        <p:nvSpPr>
          <p:cNvPr id="1188" name="Google Shape;1188;p163"/>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1"/>
              </a:buClr>
              <a:buSzPts val="2800"/>
              <a:buFont typeface="Arial Black"/>
              <a:buNone/>
            </a:pPr>
            <a:r>
              <a:rPr lang="fr-FR" sz="2800" dirty="0">
                <a:solidFill>
                  <a:schemeClr val="dk1"/>
                </a:solidFill>
              </a:rPr>
              <a:t>MONGODB</a:t>
            </a:r>
            <a:r>
              <a:rPr lang="fr-FR" sz="2800" dirty="0">
                <a:solidFill>
                  <a:srgbClr val="7030A0"/>
                </a:solidFill>
              </a:rPr>
              <a:t> : REPLICAT SET</a:t>
            </a:r>
          </a:p>
        </p:txBody>
      </p:sp>
      <p:sp>
        <p:nvSpPr>
          <p:cNvPr id="1189" name="Google Shape;1189;p163"/>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a:bodyPr>
          <a:lstStyle/>
          <a:p>
            <a:pPr marL="0" indent="0">
              <a:spcBef>
                <a:spcPts val="0"/>
              </a:spcBef>
              <a:buSzPts val="2400"/>
            </a:pPr>
            <a:r>
              <a:rPr lang="fr-FR" sz="2400" dirty="0" err="1"/>
              <a:t>Replicat</a:t>
            </a:r>
            <a:r>
              <a:rPr lang="fr-FR" sz="2400" dirty="0"/>
              <a:t> SET : résumé schématique:</a:t>
            </a:r>
            <a:endParaRPr dirty="0"/>
          </a:p>
          <a:p>
            <a:pPr marL="0" lvl="0" indent="0" algn="l" rtl="0">
              <a:spcBef>
                <a:spcPts val="1080"/>
              </a:spcBef>
              <a:spcAft>
                <a:spcPts val="0"/>
              </a:spcAft>
              <a:buClr>
                <a:schemeClr val="dk1"/>
              </a:buClr>
              <a:buSzPts val="2400"/>
              <a:buNone/>
            </a:pPr>
            <a:endParaRPr sz="2400" b="0"/>
          </a:p>
          <a:p>
            <a:pPr marL="0" lvl="0" indent="0" algn="l" rtl="0">
              <a:spcBef>
                <a:spcPts val="960"/>
              </a:spcBef>
              <a:spcAft>
                <a:spcPts val="0"/>
              </a:spcAft>
              <a:buClr>
                <a:schemeClr val="dk1"/>
              </a:buClr>
              <a:buSzPts val="1800"/>
              <a:buNone/>
            </a:pPr>
            <a:endParaRPr sz="1800" b="0"/>
          </a:p>
          <a:p>
            <a:pPr marL="0" lvl="0" indent="0" algn="l" rtl="0">
              <a:spcBef>
                <a:spcPts val="960"/>
              </a:spcBef>
              <a:spcAft>
                <a:spcPts val="0"/>
              </a:spcAft>
              <a:buClr>
                <a:schemeClr val="dk1"/>
              </a:buClr>
              <a:buSzPts val="1800"/>
              <a:buNone/>
            </a:pPr>
            <a:endParaRPr sz="1800" b="0"/>
          </a:p>
          <a:p>
            <a:pPr marL="342900" lvl="0" indent="-228600" algn="l" rtl="0">
              <a:spcBef>
                <a:spcPts val="960"/>
              </a:spcBef>
              <a:spcAft>
                <a:spcPts val="0"/>
              </a:spcAft>
              <a:buClr>
                <a:schemeClr val="dk1"/>
              </a:buClr>
              <a:buSzPts val="1800"/>
              <a:buFont typeface="Arial"/>
              <a:buNone/>
            </a:pPr>
            <a:endParaRPr sz="1800" b="0"/>
          </a:p>
          <a:p>
            <a:pPr marL="342900" lvl="0" indent="-228600" algn="l" rtl="0">
              <a:spcBef>
                <a:spcPts val="960"/>
              </a:spcBef>
              <a:spcAft>
                <a:spcPts val="0"/>
              </a:spcAft>
              <a:buClr>
                <a:schemeClr val="dk1"/>
              </a:buClr>
              <a:buSzPts val="1800"/>
              <a:buFont typeface="Arial"/>
              <a:buNone/>
            </a:pPr>
            <a:endParaRPr sz="1800" b="0"/>
          </a:p>
          <a:p>
            <a:pPr marL="342900" lvl="0" indent="-228600" algn="l" rtl="0">
              <a:spcBef>
                <a:spcPts val="960"/>
              </a:spcBef>
              <a:spcAft>
                <a:spcPts val="0"/>
              </a:spcAft>
              <a:buClr>
                <a:schemeClr val="dk1"/>
              </a:buClr>
              <a:buSzPts val="1800"/>
              <a:buFont typeface="Arial"/>
              <a:buNone/>
            </a:pPr>
            <a:endParaRPr sz="1800" b="0">
              <a:solidFill>
                <a:schemeClr val="dk2"/>
              </a:solidFill>
            </a:endParaRPr>
          </a:p>
        </p:txBody>
      </p:sp>
      <p:pic>
        <p:nvPicPr>
          <p:cNvPr id="2" name="Graphique 1" descr="Three Member Replica Sets — MongoDB Manual">
            <a:extLst>
              <a:ext uri="{FF2B5EF4-FFF2-40B4-BE49-F238E27FC236}">
                <a16:creationId xmlns:a16="http://schemas.microsoft.com/office/drawing/2014/main" id="{2F215328-02DD-8193-D8DA-B553284D8F4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435" y="3860830"/>
            <a:ext cx="7133128" cy="2686718"/>
          </a:xfrm>
          <a:prstGeom prst="rect">
            <a:avLst/>
          </a:prstGeom>
        </p:spPr>
      </p:pic>
      <p:sp>
        <p:nvSpPr>
          <p:cNvPr id="3" name="Rectangle : coins arrondis 2">
            <a:extLst>
              <a:ext uri="{FF2B5EF4-FFF2-40B4-BE49-F238E27FC236}">
                <a16:creationId xmlns:a16="http://schemas.microsoft.com/office/drawing/2014/main" id="{C944646F-333A-8CEE-A102-C894D60B918C}"/>
              </a:ext>
            </a:extLst>
          </p:cNvPr>
          <p:cNvSpPr/>
          <p:nvPr/>
        </p:nvSpPr>
        <p:spPr>
          <a:xfrm>
            <a:off x="3085088" y="1840937"/>
            <a:ext cx="2751291" cy="92046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cs typeface="Arial"/>
              </a:rPr>
              <a:t>Application Cliente (e-commerce par exemple)</a:t>
            </a:r>
            <a:endParaRPr lang="fr-FR" dirty="0"/>
          </a:p>
        </p:txBody>
      </p:sp>
      <p:sp>
        <p:nvSpPr>
          <p:cNvPr id="4" name="Flèche : bas 3">
            <a:extLst>
              <a:ext uri="{FF2B5EF4-FFF2-40B4-BE49-F238E27FC236}">
                <a16:creationId xmlns:a16="http://schemas.microsoft.com/office/drawing/2014/main" id="{5D53D649-FD25-046A-74EC-E19C1CCDA0BA}"/>
              </a:ext>
            </a:extLst>
          </p:cNvPr>
          <p:cNvSpPr/>
          <p:nvPr/>
        </p:nvSpPr>
        <p:spPr>
          <a:xfrm>
            <a:off x="3783026" y="2852442"/>
            <a:ext cx="394486" cy="111265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Flèche : bas 5">
            <a:extLst>
              <a:ext uri="{FF2B5EF4-FFF2-40B4-BE49-F238E27FC236}">
                <a16:creationId xmlns:a16="http://schemas.microsoft.com/office/drawing/2014/main" id="{2D7CE397-884E-E5EC-E060-0F72F0011D69}"/>
              </a:ext>
            </a:extLst>
          </p:cNvPr>
          <p:cNvSpPr/>
          <p:nvPr/>
        </p:nvSpPr>
        <p:spPr>
          <a:xfrm rot="10800000">
            <a:off x="4804644" y="2852441"/>
            <a:ext cx="394486" cy="111265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86EEB7EC-6D5B-725A-73C0-2AD8533E2F51}"/>
              </a:ext>
            </a:extLst>
          </p:cNvPr>
          <p:cNvSpPr txBox="1"/>
          <p:nvPr/>
        </p:nvSpPr>
        <p:spPr>
          <a:xfrm>
            <a:off x="2761408" y="3105318"/>
            <a:ext cx="141610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b="1" dirty="0">
                <a:solidFill>
                  <a:srgbClr val="0070C0"/>
                </a:solidFill>
              </a:rPr>
              <a:t>ECRITURE</a:t>
            </a:r>
          </a:p>
        </p:txBody>
      </p:sp>
      <p:sp>
        <p:nvSpPr>
          <p:cNvPr id="9" name="ZoneTexte 8">
            <a:extLst>
              <a:ext uri="{FF2B5EF4-FFF2-40B4-BE49-F238E27FC236}">
                <a16:creationId xmlns:a16="http://schemas.microsoft.com/office/drawing/2014/main" id="{50B90EA1-CD26-6222-43AE-64BA69836F05}"/>
              </a:ext>
            </a:extLst>
          </p:cNvPr>
          <p:cNvSpPr txBox="1"/>
          <p:nvPr/>
        </p:nvSpPr>
        <p:spPr>
          <a:xfrm>
            <a:off x="5199133" y="3105318"/>
            <a:ext cx="13453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b="1" dirty="0">
                <a:solidFill>
                  <a:srgbClr val="0070C0"/>
                </a:solidFill>
              </a:rPr>
              <a:t>LECTURE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95"/>
        <p:cNvGrpSpPr/>
        <p:nvPr/>
      </p:nvGrpSpPr>
      <p:grpSpPr>
        <a:xfrm>
          <a:off x="0" y="0"/>
          <a:ext cx="0" cy="0"/>
          <a:chOff x="0" y="0"/>
          <a:chExt cx="0" cy="0"/>
        </a:xfrm>
      </p:grpSpPr>
      <p:sp>
        <p:nvSpPr>
          <p:cNvPr id="1196" name="Google Shape;1196;p164"/>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1"/>
              </a:buClr>
              <a:buSzPts val="2800"/>
              <a:buFont typeface="Arial Black"/>
              <a:buNone/>
            </a:pPr>
            <a:r>
              <a:rPr lang="fr-FR" sz="2800" dirty="0">
                <a:solidFill>
                  <a:schemeClr val="dk1"/>
                </a:solidFill>
              </a:rPr>
              <a:t>MONGODB</a:t>
            </a:r>
            <a:r>
              <a:rPr lang="fr-FR" sz="2800" dirty="0">
                <a:solidFill>
                  <a:srgbClr val="7030A0"/>
                </a:solidFill>
              </a:rPr>
              <a:t> : REPLICAT SET</a:t>
            </a:r>
          </a:p>
        </p:txBody>
      </p:sp>
      <p:sp>
        <p:nvSpPr>
          <p:cNvPr id="1197" name="Google Shape;1197;p164"/>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a:bodyPr>
          <a:lstStyle/>
          <a:p>
            <a:pPr marL="0" indent="0">
              <a:spcBef>
                <a:spcPts val="0"/>
              </a:spcBef>
              <a:buSzPts val="2400"/>
            </a:pPr>
            <a:endParaRPr lang="fr-FR" sz="2400" dirty="0"/>
          </a:p>
          <a:p>
            <a:pPr marL="0" indent="0">
              <a:spcBef>
                <a:spcPts val="0"/>
              </a:spcBef>
              <a:buSzPts val="2400"/>
            </a:pPr>
            <a:r>
              <a:rPr lang="fr-FR" sz="2400" dirty="0" err="1"/>
              <a:t>Replicat</a:t>
            </a:r>
            <a:r>
              <a:rPr lang="fr-FR" sz="2400" dirty="0"/>
              <a:t> set : avec Arbitre</a:t>
            </a:r>
            <a:endParaRPr/>
          </a:p>
          <a:p>
            <a:pPr marL="0" indent="0">
              <a:spcBef>
                <a:spcPts val="1080"/>
              </a:spcBef>
              <a:buSzPts val="2400"/>
            </a:pPr>
            <a:r>
              <a:rPr lang="fr-FR" sz="2400" b="0" dirty="0"/>
              <a:t>=&gt; Permet d'élire un autre serveur comme "primaire" en cas de défaillance</a:t>
            </a:r>
          </a:p>
          <a:p>
            <a:pPr marL="0" lvl="0" indent="0" algn="l" rtl="0">
              <a:spcBef>
                <a:spcPts val="960"/>
              </a:spcBef>
              <a:spcAft>
                <a:spcPts val="0"/>
              </a:spcAft>
              <a:buClr>
                <a:schemeClr val="dk1"/>
              </a:buClr>
              <a:buSzPts val="1800"/>
              <a:buNone/>
            </a:pPr>
            <a:endParaRPr sz="1800" b="0"/>
          </a:p>
          <a:p>
            <a:pPr marL="0" lvl="0" indent="0" algn="l" rtl="0">
              <a:spcBef>
                <a:spcPts val="960"/>
              </a:spcBef>
              <a:spcAft>
                <a:spcPts val="0"/>
              </a:spcAft>
              <a:buClr>
                <a:schemeClr val="dk1"/>
              </a:buClr>
              <a:buSzPts val="1800"/>
              <a:buNone/>
            </a:pPr>
            <a:endParaRPr sz="1800" b="0"/>
          </a:p>
          <a:p>
            <a:pPr marL="342900" lvl="0" indent="-228600" algn="l" rtl="0">
              <a:spcBef>
                <a:spcPts val="960"/>
              </a:spcBef>
              <a:spcAft>
                <a:spcPts val="0"/>
              </a:spcAft>
              <a:buClr>
                <a:schemeClr val="dk1"/>
              </a:buClr>
              <a:buSzPts val="1800"/>
              <a:buFont typeface="Arial"/>
              <a:buNone/>
            </a:pPr>
            <a:endParaRPr sz="1800" b="0"/>
          </a:p>
          <a:p>
            <a:pPr marL="342900" lvl="0" indent="-228600" algn="l" rtl="0">
              <a:spcBef>
                <a:spcPts val="960"/>
              </a:spcBef>
              <a:spcAft>
                <a:spcPts val="0"/>
              </a:spcAft>
              <a:buClr>
                <a:schemeClr val="dk1"/>
              </a:buClr>
              <a:buSzPts val="1800"/>
              <a:buFont typeface="Arial"/>
              <a:buNone/>
            </a:pPr>
            <a:endParaRPr sz="1800" b="0"/>
          </a:p>
          <a:p>
            <a:pPr marL="342900" lvl="0" indent="-228600" algn="l" rtl="0">
              <a:spcBef>
                <a:spcPts val="960"/>
              </a:spcBef>
              <a:spcAft>
                <a:spcPts val="0"/>
              </a:spcAft>
              <a:buClr>
                <a:schemeClr val="dk1"/>
              </a:buClr>
              <a:buSzPts val="1800"/>
              <a:buFont typeface="Arial"/>
              <a:buNone/>
            </a:pPr>
            <a:endParaRPr sz="1800" b="0">
              <a:solidFill>
                <a:schemeClr val="dk2"/>
              </a:solidFill>
            </a:endParaRPr>
          </a:p>
        </p:txBody>
      </p:sp>
      <p:pic>
        <p:nvPicPr>
          <p:cNvPr id="2" name="Graphique 1" descr="Diagram of a replica set that consists of a primary, a secondary, and an arbiter.">
            <a:extLst>
              <a:ext uri="{FF2B5EF4-FFF2-40B4-BE49-F238E27FC236}">
                <a16:creationId xmlns:a16="http://schemas.microsoft.com/office/drawing/2014/main" id="{A688FEA1-1163-E25E-0414-3595243D2E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9381" y="2981903"/>
            <a:ext cx="7545236" cy="287826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202"/>
        <p:cNvGrpSpPr/>
        <p:nvPr/>
      </p:nvGrpSpPr>
      <p:grpSpPr>
        <a:xfrm>
          <a:off x="0" y="0"/>
          <a:ext cx="0" cy="0"/>
          <a:chOff x="0" y="0"/>
          <a:chExt cx="0" cy="0"/>
        </a:xfrm>
      </p:grpSpPr>
      <p:sp>
        <p:nvSpPr>
          <p:cNvPr id="1203" name="Google Shape;1203;p165"/>
          <p:cNvSpPr txBox="1">
            <a:spLocks noGrp="1"/>
          </p:cNvSpPr>
          <p:nvPr>
            <p:ph type="title"/>
          </p:nvPr>
        </p:nvSpPr>
        <p:spPr>
          <a:xfrm>
            <a:off x="457200" y="296492"/>
            <a:ext cx="8435280" cy="611986"/>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1"/>
              </a:buClr>
              <a:buSzPct val="100000"/>
              <a:buFont typeface="Arial Black"/>
              <a:buNone/>
            </a:pPr>
            <a:r>
              <a:rPr lang="fr-FR" sz="2800" dirty="0">
                <a:solidFill>
                  <a:schemeClr val="dk1"/>
                </a:solidFill>
              </a:rPr>
              <a:t>MONGODB</a:t>
            </a:r>
            <a:r>
              <a:rPr lang="fr-FR" sz="2800" dirty="0">
                <a:solidFill>
                  <a:srgbClr val="7030A0"/>
                </a:solidFill>
              </a:rPr>
              <a:t> : REPLICAT SET,</a:t>
            </a:r>
            <a:br>
              <a:rPr lang="fr-FR" sz="2800" dirty="0">
                <a:solidFill>
                  <a:srgbClr val="7030A0"/>
                </a:solidFill>
              </a:rPr>
            </a:br>
            <a:r>
              <a:rPr lang="fr-FR" sz="2800" dirty="0">
                <a:solidFill>
                  <a:srgbClr val="7030A0"/>
                </a:solidFill>
              </a:rPr>
              <a:t> EN CAS DE DÉFAILLANCE</a:t>
            </a:r>
            <a:endParaRPr lang="fr-FR" sz="2800">
              <a:solidFill>
                <a:srgbClr val="7030A0"/>
              </a:solidFill>
            </a:endParaRPr>
          </a:p>
        </p:txBody>
      </p:sp>
      <p:sp>
        <p:nvSpPr>
          <p:cNvPr id="1204" name="Google Shape;1204;p165"/>
          <p:cNvSpPr txBox="1">
            <a:spLocks noGrp="1"/>
          </p:cNvSpPr>
          <p:nvPr>
            <p:ph type="body" idx="1"/>
          </p:nvPr>
        </p:nvSpPr>
        <p:spPr>
          <a:xfrm>
            <a:off x="457200" y="1319825"/>
            <a:ext cx="8003232" cy="4988768"/>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2400"/>
              <a:buFont typeface="Arial"/>
              <a:buChar char="•"/>
            </a:pPr>
            <a:r>
              <a:rPr lang="fr-FR" sz="2400" b="0"/>
              <a:t>Toutes les opérations d’écriture sont journalisées par le nœud principal (fichier de journalisation « oplog »)</a:t>
            </a:r>
            <a:endParaRPr/>
          </a:p>
          <a:p>
            <a:pPr marL="342900" lvl="0" indent="-190500" algn="l" rtl="0">
              <a:spcBef>
                <a:spcPts val="1080"/>
              </a:spcBef>
              <a:spcAft>
                <a:spcPts val="0"/>
              </a:spcAft>
              <a:buClr>
                <a:schemeClr val="dk1"/>
              </a:buClr>
              <a:buSzPts val="2400"/>
              <a:buFont typeface="Arial"/>
              <a:buNone/>
            </a:pPr>
            <a:endParaRPr sz="2400" b="0"/>
          </a:p>
          <a:p>
            <a:pPr marL="342900" lvl="0" indent="-342900" algn="l" rtl="0">
              <a:spcBef>
                <a:spcPts val="1080"/>
              </a:spcBef>
              <a:spcAft>
                <a:spcPts val="0"/>
              </a:spcAft>
              <a:buClr>
                <a:schemeClr val="dk1"/>
              </a:buClr>
              <a:buSzPts val="2400"/>
              <a:buFont typeface="Arial"/>
              <a:buChar char="•"/>
            </a:pPr>
            <a:r>
              <a:rPr lang="fr-FR" sz="2400" b="0"/>
              <a:t>Les secondaires répliquent l'oplog du primaire et appliquent les opérations à leurs ensembles de données de telle sorte que les ensembles de données des secondaires reflètent l'ensemble de données du primaire</a:t>
            </a:r>
            <a:endParaRPr/>
          </a:p>
          <a:p>
            <a:pPr marL="342900" lvl="0" indent="-190500" algn="l" rtl="0">
              <a:spcBef>
                <a:spcPts val="1080"/>
              </a:spcBef>
              <a:spcAft>
                <a:spcPts val="0"/>
              </a:spcAft>
              <a:buClr>
                <a:schemeClr val="dk1"/>
              </a:buClr>
              <a:buSzPts val="2400"/>
              <a:buFont typeface="Arial"/>
              <a:buNone/>
            </a:pPr>
            <a:endParaRPr sz="2400" b="0"/>
          </a:p>
          <a:p>
            <a:pPr marL="342900" lvl="0" indent="-342900" algn="l" rtl="0">
              <a:spcBef>
                <a:spcPts val="1080"/>
              </a:spcBef>
              <a:spcAft>
                <a:spcPts val="0"/>
              </a:spcAft>
              <a:buClr>
                <a:schemeClr val="dk1"/>
              </a:buClr>
              <a:buSzPts val="2400"/>
              <a:buFont typeface="Arial"/>
              <a:buChar char="•"/>
            </a:pPr>
            <a:r>
              <a:rPr lang="fr-FR" sz="2400" b="0"/>
              <a:t>En cas de défaillance (primaire indisponible)  un secondaire éligible organisera une élection pour élire lui-même le nouveau primaire.</a:t>
            </a:r>
            <a:endParaRPr/>
          </a:p>
          <a:p>
            <a:pPr marL="0" lvl="0" indent="0" algn="l" rtl="0">
              <a:spcBef>
                <a:spcPts val="960"/>
              </a:spcBef>
              <a:spcAft>
                <a:spcPts val="0"/>
              </a:spcAft>
              <a:buClr>
                <a:schemeClr val="dk1"/>
              </a:buClr>
              <a:buSzPts val="1800"/>
              <a:buNone/>
            </a:pPr>
            <a:endParaRPr sz="1800" b="0"/>
          </a:p>
          <a:p>
            <a:pPr marL="0" lvl="0" indent="0" algn="l" rtl="0">
              <a:spcBef>
                <a:spcPts val="960"/>
              </a:spcBef>
              <a:spcAft>
                <a:spcPts val="0"/>
              </a:spcAft>
              <a:buClr>
                <a:schemeClr val="dk1"/>
              </a:buClr>
              <a:buSzPts val="1800"/>
              <a:buNone/>
            </a:pPr>
            <a:endParaRPr sz="1800" b="0"/>
          </a:p>
          <a:p>
            <a:pPr marL="342900" lvl="0" indent="-228600" algn="l" rtl="0">
              <a:spcBef>
                <a:spcPts val="960"/>
              </a:spcBef>
              <a:spcAft>
                <a:spcPts val="0"/>
              </a:spcAft>
              <a:buClr>
                <a:schemeClr val="dk1"/>
              </a:buClr>
              <a:buSzPts val="1800"/>
              <a:buFont typeface="Arial"/>
              <a:buNone/>
            </a:pPr>
            <a:endParaRPr sz="1800" b="0"/>
          </a:p>
          <a:p>
            <a:pPr marL="342900" lvl="0" indent="-228600" algn="l" rtl="0">
              <a:spcBef>
                <a:spcPts val="960"/>
              </a:spcBef>
              <a:spcAft>
                <a:spcPts val="0"/>
              </a:spcAft>
              <a:buClr>
                <a:schemeClr val="dk1"/>
              </a:buClr>
              <a:buSzPts val="1800"/>
              <a:buFont typeface="Arial"/>
              <a:buNone/>
            </a:pPr>
            <a:endParaRPr sz="1800" b="0"/>
          </a:p>
          <a:p>
            <a:pPr marL="342900" lvl="0" indent="-228600" algn="l" rtl="0">
              <a:spcBef>
                <a:spcPts val="960"/>
              </a:spcBef>
              <a:spcAft>
                <a:spcPts val="0"/>
              </a:spcAft>
              <a:buClr>
                <a:schemeClr val="dk1"/>
              </a:buClr>
              <a:buSzPts val="1800"/>
              <a:buFont typeface="Arial"/>
              <a:buNone/>
            </a:pPr>
            <a:endParaRPr sz="1800" b="0">
              <a:solidFill>
                <a:schemeClr val="dk2"/>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208"/>
        <p:cNvGrpSpPr/>
        <p:nvPr/>
      </p:nvGrpSpPr>
      <p:grpSpPr>
        <a:xfrm>
          <a:off x="0" y="0"/>
          <a:ext cx="0" cy="0"/>
          <a:chOff x="0" y="0"/>
          <a:chExt cx="0" cy="0"/>
        </a:xfrm>
      </p:grpSpPr>
      <p:sp>
        <p:nvSpPr>
          <p:cNvPr id="1209" name="Google Shape;1209;p166"/>
          <p:cNvSpPr txBox="1">
            <a:spLocks noGrp="1"/>
          </p:cNvSpPr>
          <p:nvPr>
            <p:ph type="title"/>
          </p:nvPr>
        </p:nvSpPr>
        <p:spPr>
          <a:xfrm>
            <a:off x="32369" y="203293"/>
            <a:ext cx="8860111" cy="611986"/>
          </a:xfrm>
          <a:prstGeom prst="rect">
            <a:avLst/>
          </a:prstGeom>
          <a:noFill/>
          <a:ln>
            <a:noFill/>
          </a:ln>
        </p:spPr>
        <p:txBody>
          <a:bodyPr spcFirstLastPara="1" wrap="square" lIns="91425" tIns="45700" rIns="91425" bIns="45700" anchor="b" anchorCtr="0">
            <a:normAutofit fontScale="90000"/>
          </a:bodyPr>
          <a:lstStyle/>
          <a:p>
            <a:pPr>
              <a:buClr>
                <a:schemeClr val="dk1"/>
              </a:buClr>
              <a:buSzPct val="100000"/>
            </a:pPr>
            <a:r>
              <a:rPr lang="fr-FR" sz="2800" dirty="0">
                <a:solidFill>
                  <a:schemeClr val="dk1"/>
                </a:solidFill>
              </a:rPr>
              <a:t>MONGODB </a:t>
            </a:r>
            <a:r>
              <a:rPr lang="fr-FR" sz="2800" dirty="0">
                <a:solidFill>
                  <a:srgbClr val="7030A0"/>
                </a:solidFill>
              </a:rPr>
              <a:t>: REPLICAT SET,  EN CAS DE DÉFAILLANCE</a:t>
            </a:r>
            <a:endParaRPr sz="2800" dirty="0">
              <a:solidFill>
                <a:srgbClr val="7030A0"/>
              </a:solidFill>
            </a:endParaRPr>
          </a:p>
        </p:txBody>
      </p:sp>
      <p:sp>
        <p:nvSpPr>
          <p:cNvPr id="1210" name="Google Shape;1210;p166"/>
          <p:cNvSpPr txBox="1">
            <a:spLocks noGrp="1"/>
          </p:cNvSpPr>
          <p:nvPr>
            <p:ph type="body" idx="1"/>
          </p:nvPr>
        </p:nvSpPr>
        <p:spPr>
          <a:xfrm>
            <a:off x="467315" y="1252646"/>
            <a:ext cx="8003232" cy="4988768"/>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ct val="100000"/>
              <a:buFont typeface="Arial"/>
              <a:buChar char="•"/>
            </a:pPr>
            <a:r>
              <a:rPr lang="fr-FR" sz="2200" b="0" dirty="0"/>
              <a:t>Basculement automatique:</a:t>
            </a:r>
            <a:endParaRPr lang="fr-FR" sz="2200" dirty="0"/>
          </a:p>
          <a:p>
            <a:pPr marL="800100" lvl="1">
              <a:spcBef>
                <a:spcPts val="1081"/>
              </a:spcBef>
              <a:buSzPct val="100000"/>
            </a:pPr>
            <a:r>
              <a:rPr lang="fr-FR" sz="2200" dirty="0"/>
              <a:t>Lorsqu'un primaire ne communique pas avec les autres membres du set pendant plus de la période configurée, un secondaire éligible demande une élection pour se désigner comme nouveau primaire. </a:t>
            </a:r>
            <a:endParaRPr sz="2200"/>
          </a:p>
          <a:p>
            <a:pPr marL="800100" lvl="1" indent="-342900" algn="l" rtl="0">
              <a:spcBef>
                <a:spcPts val="481"/>
              </a:spcBef>
              <a:spcAft>
                <a:spcPts val="0"/>
              </a:spcAft>
              <a:buSzPct val="100000"/>
              <a:buChar char="•"/>
            </a:pPr>
            <a:r>
              <a:rPr lang="fr-FR" sz="2200" dirty="0"/>
              <a:t>Le cluster tente de terminer l'élection d'un nouveau primaire et de reprendre les opérations normales.</a:t>
            </a:r>
            <a:endParaRPr sz="2200" b="0" dirty="0"/>
          </a:p>
          <a:p>
            <a:pPr marL="0" lvl="0" indent="0" algn="l" rtl="0">
              <a:spcBef>
                <a:spcPts val="481"/>
              </a:spcBef>
              <a:spcAft>
                <a:spcPts val="0"/>
              </a:spcAft>
              <a:buClr>
                <a:schemeClr val="dk1"/>
              </a:buClr>
              <a:buSzPct val="100000"/>
              <a:buNone/>
            </a:pPr>
            <a:endParaRPr sz="2200" b="0" dirty="0"/>
          </a:p>
          <a:p>
            <a:pPr marL="285750" lvl="0" indent="-285750" algn="l" rtl="0">
              <a:spcBef>
                <a:spcPts val="1081"/>
              </a:spcBef>
              <a:spcAft>
                <a:spcPts val="0"/>
              </a:spcAft>
              <a:buClr>
                <a:schemeClr val="dk1"/>
              </a:buClr>
              <a:buSzPct val="100000"/>
              <a:buFont typeface="Arial"/>
              <a:buChar char="•"/>
            </a:pPr>
            <a:r>
              <a:rPr lang="fr-FR" sz="2200" b="0" dirty="0"/>
              <a:t>Le groupe de serveurs ne peut pas traiter les opérations d'écriture tant que l'élection n'a pas abouti.</a:t>
            </a:r>
            <a:endParaRPr sz="2200" dirty="0"/>
          </a:p>
          <a:p>
            <a:pPr marL="0" lvl="0" indent="0" algn="l" rtl="0">
              <a:spcBef>
                <a:spcPts val="896"/>
              </a:spcBef>
              <a:spcAft>
                <a:spcPts val="0"/>
              </a:spcAft>
              <a:buClr>
                <a:schemeClr val="dk1"/>
              </a:buClr>
              <a:buSzPct val="100000"/>
              <a:buNone/>
            </a:pPr>
            <a:endParaRPr sz="1600" b="0"/>
          </a:p>
          <a:p>
            <a:pPr marL="342900" lvl="0" indent="-248920" algn="l" rtl="0">
              <a:spcBef>
                <a:spcPts val="896"/>
              </a:spcBef>
              <a:spcAft>
                <a:spcPts val="0"/>
              </a:spcAft>
              <a:buClr>
                <a:schemeClr val="dk1"/>
              </a:buClr>
              <a:buSzPct val="100000"/>
              <a:buFont typeface="Arial"/>
              <a:buNone/>
            </a:pPr>
            <a:endParaRPr sz="1600" b="0"/>
          </a:p>
          <a:p>
            <a:pPr marL="342900" lvl="0" indent="-248920" algn="l" rtl="0">
              <a:spcBef>
                <a:spcPts val="896"/>
              </a:spcBef>
              <a:spcAft>
                <a:spcPts val="0"/>
              </a:spcAft>
              <a:buClr>
                <a:schemeClr val="dk1"/>
              </a:buClr>
              <a:buSzPct val="100000"/>
              <a:buFont typeface="Arial"/>
              <a:buNone/>
            </a:pPr>
            <a:endParaRPr sz="1600" b="0"/>
          </a:p>
          <a:p>
            <a:pPr marL="342900" lvl="0" indent="-248920" algn="l" rtl="0">
              <a:spcBef>
                <a:spcPts val="896"/>
              </a:spcBef>
              <a:spcAft>
                <a:spcPts val="0"/>
              </a:spcAft>
              <a:buClr>
                <a:schemeClr val="dk1"/>
              </a:buClr>
              <a:buSzPct val="100000"/>
              <a:buFont typeface="Arial"/>
              <a:buNone/>
            </a:pPr>
            <a:endParaRPr sz="1600" b="0">
              <a:solidFill>
                <a:schemeClr val="dk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215"/>
        <p:cNvGrpSpPr/>
        <p:nvPr/>
      </p:nvGrpSpPr>
      <p:grpSpPr>
        <a:xfrm>
          <a:off x="0" y="0"/>
          <a:ext cx="0" cy="0"/>
          <a:chOff x="0" y="0"/>
          <a:chExt cx="0" cy="0"/>
        </a:xfrm>
      </p:grpSpPr>
      <p:sp>
        <p:nvSpPr>
          <p:cNvPr id="1216" name="Google Shape;1216;p167"/>
          <p:cNvSpPr txBox="1">
            <a:spLocks noGrp="1"/>
          </p:cNvSpPr>
          <p:nvPr>
            <p:ph type="title"/>
          </p:nvPr>
        </p:nvSpPr>
        <p:spPr>
          <a:xfrm>
            <a:off x="467544" y="332656"/>
            <a:ext cx="7643192" cy="615598"/>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accent5"/>
              </a:buClr>
              <a:buSzPct val="100000"/>
              <a:buFont typeface="Arial Black"/>
              <a:buNone/>
            </a:pPr>
            <a:r>
              <a:rPr lang="fr-FR" dirty="0">
                <a:solidFill>
                  <a:srgbClr val="7030A0"/>
                </a:solidFill>
              </a:rPr>
              <a:t>EXERCICE: </a:t>
            </a:r>
            <a:r>
              <a:rPr lang="fr-FR" dirty="0">
                <a:solidFill>
                  <a:schemeClr val="dk1"/>
                </a:solidFill>
              </a:rPr>
              <a:t>REPLICA SET</a:t>
            </a:r>
            <a:endParaRPr dirty="0">
              <a:solidFill>
                <a:schemeClr val="dk1"/>
              </a:solidFill>
            </a:endParaRPr>
          </a:p>
        </p:txBody>
      </p:sp>
      <p:sp>
        <p:nvSpPr>
          <p:cNvPr id="1217" name="Google Shape;1217;p167"/>
          <p:cNvSpPr txBox="1">
            <a:spLocks noGrp="1"/>
          </p:cNvSpPr>
          <p:nvPr>
            <p:ph type="body" idx="1"/>
          </p:nvPr>
        </p:nvSpPr>
        <p:spPr>
          <a:xfrm>
            <a:off x="467544" y="1124744"/>
            <a:ext cx="7931224" cy="2789387"/>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000"/>
              <a:buFont typeface="Arial"/>
              <a:buChar char="•"/>
            </a:pPr>
            <a:r>
              <a:rPr lang="fr-FR" dirty="0"/>
              <a:t>Durée : 1h</a:t>
            </a:r>
            <a:endParaRPr dirty="0"/>
          </a:p>
          <a:p>
            <a:pPr marL="342900" indent="-342900">
              <a:spcBef>
                <a:spcPts val="1000"/>
              </a:spcBef>
              <a:buSzPts val="2000"/>
              <a:buFont typeface="Arial"/>
              <a:buChar char="•"/>
            </a:pPr>
            <a:r>
              <a:rPr lang="fr-FR" b="0" dirty="0"/>
              <a:t>Créer un </a:t>
            </a:r>
            <a:r>
              <a:rPr lang="fr-FR" b="0" dirty="0" err="1"/>
              <a:t>Replica</a:t>
            </a:r>
            <a:r>
              <a:rPr lang="fr-FR" b="0" dirty="0"/>
              <a:t> SET incluant un serveur principal, deux serveurs secondaires et un serveur arbitre: </a:t>
            </a:r>
            <a:endParaRPr/>
          </a:p>
          <a:p>
            <a:pPr marL="800100" lvl="1" indent="-342900" algn="l" rtl="0">
              <a:spcBef>
                <a:spcPts val="1000"/>
              </a:spcBef>
              <a:spcAft>
                <a:spcPts val="0"/>
              </a:spcAft>
              <a:buSzPts val="2000"/>
              <a:buChar char="•"/>
            </a:pPr>
            <a:r>
              <a:rPr lang="fr-FR" dirty="0"/>
              <a:t>Appelez votre </a:t>
            </a:r>
            <a:r>
              <a:rPr lang="fr-FR" dirty="0" err="1"/>
              <a:t>replica</a:t>
            </a:r>
            <a:r>
              <a:rPr lang="fr-FR" dirty="0"/>
              <a:t> set "rs0"</a:t>
            </a:r>
            <a:endParaRPr dirty="0"/>
          </a:p>
          <a:p>
            <a:pPr marL="800100" lvl="1" indent="-342900" algn="l" rtl="0">
              <a:spcBef>
                <a:spcPts val="400"/>
              </a:spcBef>
              <a:spcAft>
                <a:spcPts val="0"/>
              </a:spcAft>
              <a:buSzPts val="2000"/>
              <a:buChar char="•"/>
            </a:pPr>
            <a:r>
              <a:rPr lang="fr-FR" dirty="0"/>
              <a:t>Votre instance par défaut (27017) doit être le primaire</a:t>
            </a:r>
            <a:endParaRPr dirty="0"/>
          </a:p>
          <a:p>
            <a:pPr marL="800100" lvl="1" indent="-342900" algn="l" rtl="0">
              <a:spcBef>
                <a:spcPts val="400"/>
              </a:spcBef>
              <a:spcAft>
                <a:spcPts val="0"/>
              </a:spcAft>
              <a:buSzPts val="2000"/>
              <a:buChar char="•"/>
            </a:pPr>
            <a:r>
              <a:rPr lang="fr-FR" dirty="0"/>
              <a:t>Les deux autres instances doivent être les secondaires</a:t>
            </a:r>
            <a:endParaRPr dirty="0"/>
          </a:p>
          <a:p>
            <a:pPr marL="800100" lvl="1" indent="-342900" algn="l" rtl="0">
              <a:spcBef>
                <a:spcPts val="400"/>
              </a:spcBef>
              <a:spcAft>
                <a:spcPts val="0"/>
              </a:spcAft>
              <a:buSzPts val="2000"/>
              <a:buChar char="•"/>
            </a:pPr>
            <a:r>
              <a:rPr lang="fr-FR" dirty="0"/>
              <a:t>Vérifiez que l'architecture fonctionne en vous connectant sur votre cluster via la console puis via Compass</a:t>
            </a:r>
            <a:endParaRPr dirty="0"/>
          </a:p>
          <a:p>
            <a:pPr marL="800100" lvl="1" indent="-342900" algn="l" rtl="0">
              <a:spcBef>
                <a:spcPts val="400"/>
              </a:spcBef>
              <a:spcAft>
                <a:spcPts val="0"/>
              </a:spcAft>
              <a:buSzPts val="2000"/>
              <a:buChar char="•"/>
            </a:pPr>
            <a:r>
              <a:rPr lang="fr-FR" dirty="0"/>
              <a:t>Pour vérifier que la réplication se fait, créez une nouvelle collection depuis le master et tentez de lire son contenu depuis un slave. Que constatez-vous ? Pourquoi ?</a:t>
            </a:r>
            <a:endParaRPr dirty="0"/>
          </a:p>
          <a:p>
            <a:pPr marL="800100" lvl="1" indent="-342900" algn="l" rtl="0">
              <a:spcBef>
                <a:spcPts val="400"/>
              </a:spcBef>
              <a:spcAft>
                <a:spcPts val="0"/>
              </a:spcAft>
              <a:buSzPts val="2000"/>
              <a:buChar char="•"/>
            </a:pPr>
            <a:r>
              <a:rPr lang="fr-FR" dirty="0"/>
              <a:t>Remédiez à ce constat. Que constatez-vous désormais ?</a:t>
            </a:r>
            <a:endParaRPr dirty="0"/>
          </a:p>
          <a:p>
            <a:pPr marL="1485900" lvl="2" indent="-228600" algn="l" rtl="0">
              <a:spcBef>
                <a:spcPts val="360"/>
              </a:spcBef>
              <a:spcAft>
                <a:spcPts val="0"/>
              </a:spcAft>
              <a:buSzPts val="1800"/>
              <a:buNone/>
            </a:pPr>
            <a:endParaRPr/>
          </a:p>
          <a:p>
            <a:pPr marL="1485900" lvl="2" indent="-228600" algn="l" rtl="0">
              <a:spcBef>
                <a:spcPts val="360"/>
              </a:spcBef>
              <a:spcAft>
                <a:spcPts val="0"/>
              </a:spcAft>
              <a:buSzPts val="1800"/>
              <a:buNone/>
            </a:pPr>
            <a:endParaRPr/>
          </a:p>
          <a:p>
            <a:pPr marL="800100" lvl="1" indent="-215900" algn="l" rtl="0">
              <a:spcBef>
                <a:spcPts val="400"/>
              </a:spcBef>
              <a:spcAft>
                <a:spcPts val="0"/>
              </a:spcAft>
              <a:buSzPts val="2000"/>
              <a:buNone/>
            </a:pPr>
            <a:endParaRPr/>
          </a:p>
          <a:p>
            <a:pPr marL="800100" lvl="1" indent="-215900" algn="l" rtl="0">
              <a:spcBef>
                <a:spcPts val="400"/>
              </a:spcBef>
              <a:spcAft>
                <a:spcPts val="0"/>
              </a:spcAft>
              <a:buSzPts val="2000"/>
              <a:buNone/>
            </a:pPr>
            <a:endParaRPr/>
          </a:p>
          <a:p>
            <a:pPr marL="800100" lvl="1" indent="-215900" algn="l" rtl="0">
              <a:spcBef>
                <a:spcPts val="400"/>
              </a:spcBef>
              <a:spcAft>
                <a:spcPts val="0"/>
              </a:spcAft>
              <a:buSzPts val="2000"/>
              <a:buNone/>
            </a:pPr>
            <a:endParaRPr b="0"/>
          </a:p>
          <a:p>
            <a:pPr marL="0" lvl="0" indent="0" algn="l" rtl="0">
              <a:spcBef>
                <a:spcPts val="240"/>
              </a:spcBef>
              <a:spcAft>
                <a:spcPts val="0"/>
              </a:spcAft>
              <a:buClr>
                <a:schemeClr val="dk1"/>
              </a:buClr>
              <a:buSzPts val="1200"/>
              <a:buNone/>
            </a:pPr>
            <a:endParaRPr sz="1200">
              <a:solidFill>
                <a:srgbClr val="FF0000"/>
              </a:solidFill>
              <a:latin typeface="Consolas"/>
              <a:ea typeface="Consolas"/>
              <a:cs typeface="Consolas"/>
              <a:sym typeface="Consolas"/>
            </a:endParaRPr>
          </a:p>
          <a:p>
            <a:pPr marL="0" lvl="0" indent="0" algn="l" rtl="0">
              <a:spcBef>
                <a:spcPts val="840"/>
              </a:spcBef>
              <a:spcAft>
                <a:spcPts val="0"/>
              </a:spcAft>
              <a:buClr>
                <a:schemeClr val="dk1"/>
              </a:buClr>
              <a:buSzPts val="1200"/>
              <a:buNone/>
            </a:pPr>
            <a:endParaRPr sz="1200">
              <a:solidFill>
                <a:srgbClr val="FF0000"/>
              </a:solidFill>
              <a:latin typeface="Consolas"/>
              <a:ea typeface="Consolas"/>
              <a:cs typeface="Consolas"/>
              <a:sym typeface="Consolas"/>
            </a:endParaRPr>
          </a:p>
          <a:p>
            <a:pPr marL="0" lvl="0" indent="0" algn="l" rtl="0">
              <a:spcBef>
                <a:spcPts val="1000"/>
              </a:spcBef>
              <a:spcAft>
                <a:spcPts val="0"/>
              </a:spcAft>
              <a:buClr>
                <a:schemeClr val="dk1"/>
              </a:buClr>
              <a:buSzPts val="2000"/>
              <a:buNone/>
            </a:pPr>
            <a:endParaRPr b="0"/>
          </a:p>
          <a:p>
            <a:pPr marL="342900" lvl="0" indent="-215900" algn="l" rtl="0">
              <a:spcBef>
                <a:spcPts val="1000"/>
              </a:spcBef>
              <a:spcAft>
                <a:spcPts val="0"/>
              </a:spcAft>
              <a:buClr>
                <a:schemeClr val="dk1"/>
              </a:buClr>
              <a:buSzPts val="2000"/>
              <a:buFont typeface="Arial"/>
              <a:buNone/>
            </a:pPr>
            <a:endParaRPr b="0"/>
          </a:p>
          <a:p>
            <a:pPr marL="0" lvl="0" indent="0" algn="l" rtl="0">
              <a:spcBef>
                <a:spcPts val="1000"/>
              </a:spcBef>
              <a:spcAft>
                <a:spcPts val="0"/>
              </a:spcAft>
              <a:buClr>
                <a:schemeClr val="dk1"/>
              </a:buClr>
              <a:buSzPts val="2000"/>
              <a:buNone/>
            </a:pPr>
            <a:endParaRPr b="0"/>
          </a:p>
          <a:p>
            <a:pPr marL="0" lvl="0" indent="0" algn="l" rtl="0">
              <a:spcBef>
                <a:spcPts val="1000"/>
              </a:spcBef>
              <a:spcAft>
                <a:spcPts val="0"/>
              </a:spcAft>
              <a:buClr>
                <a:schemeClr val="dk1"/>
              </a:buClr>
              <a:buSzPts val="2000"/>
              <a:buNone/>
            </a:pP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259"/>
        <p:cNvGrpSpPr/>
        <p:nvPr/>
      </p:nvGrpSpPr>
      <p:grpSpPr>
        <a:xfrm>
          <a:off x="0" y="0"/>
          <a:ext cx="0" cy="0"/>
          <a:chOff x="0" y="0"/>
          <a:chExt cx="0" cy="0"/>
        </a:xfrm>
      </p:grpSpPr>
      <p:sp>
        <p:nvSpPr>
          <p:cNvPr id="1260" name="Google Shape;1260;p172"/>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2800"/>
              <a:buFont typeface="Arial Black"/>
              <a:buNone/>
            </a:pPr>
            <a:r>
              <a:rPr lang="fr-FR" sz="2800" dirty="0">
                <a:solidFill>
                  <a:srgbClr val="7030A0"/>
                </a:solidFill>
              </a:rPr>
              <a:t>MONGODB :</a:t>
            </a:r>
            <a:r>
              <a:rPr lang="fr-FR" sz="2800" dirty="0"/>
              <a:t> </a:t>
            </a:r>
            <a:r>
              <a:rPr lang="fr-FR" sz="2800" dirty="0">
                <a:solidFill>
                  <a:schemeClr val="dk1"/>
                </a:solidFill>
              </a:rPr>
              <a:t>LE</a:t>
            </a:r>
            <a:r>
              <a:rPr lang="fr-FR" sz="2800" dirty="0"/>
              <a:t> </a:t>
            </a:r>
            <a:r>
              <a:rPr lang="fr-FR" sz="2800" dirty="0">
                <a:solidFill>
                  <a:schemeClr val="dk1"/>
                </a:solidFill>
              </a:rPr>
              <a:t>SHARDING</a:t>
            </a:r>
            <a:endParaRPr sz="2800" dirty="0">
              <a:solidFill>
                <a:schemeClr val="dk1"/>
              </a:solidFill>
            </a:endParaRPr>
          </a:p>
        </p:txBody>
      </p:sp>
      <p:sp>
        <p:nvSpPr>
          <p:cNvPr id="1261" name="Google Shape;1261;p172"/>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a:bodyPr>
          <a:lstStyle/>
          <a:p>
            <a:pPr marL="457200" lvl="1" indent="0" algn="l" rtl="0">
              <a:spcBef>
                <a:spcPts val="0"/>
              </a:spcBef>
              <a:spcAft>
                <a:spcPts val="0"/>
              </a:spcAft>
              <a:buSzPts val="2800"/>
              <a:buNone/>
            </a:pPr>
            <a:endParaRPr sz="2800" b="0"/>
          </a:p>
          <a:p>
            <a:pPr marL="0" lvl="0" indent="0" algn="l" rtl="0">
              <a:spcBef>
                <a:spcPts val="400"/>
              </a:spcBef>
              <a:spcAft>
                <a:spcPts val="0"/>
              </a:spcAft>
              <a:buClr>
                <a:schemeClr val="dk1"/>
              </a:buClr>
              <a:buSzPts val="2000"/>
              <a:buNone/>
            </a:pPr>
            <a:endParaRPr b="0"/>
          </a:p>
          <a:p>
            <a:pPr marL="0" lvl="0" indent="0" algn="l" rtl="0">
              <a:spcBef>
                <a:spcPts val="1000"/>
              </a:spcBef>
              <a:spcAft>
                <a:spcPts val="0"/>
              </a:spcAft>
              <a:buClr>
                <a:schemeClr val="dk1"/>
              </a:buClr>
              <a:buSzPts val="2000"/>
              <a:buNone/>
            </a:pPr>
            <a:endParaRPr b="0"/>
          </a:p>
          <a:p>
            <a:pPr marL="342900" lvl="0" indent="-215900" algn="l" rtl="0">
              <a:spcBef>
                <a:spcPts val="1000"/>
              </a:spcBef>
              <a:spcAft>
                <a:spcPts val="0"/>
              </a:spcAft>
              <a:buClr>
                <a:schemeClr val="dk1"/>
              </a:buClr>
              <a:buSzPts val="2000"/>
              <a:buFont typeface="Arial"/>
              <a:buNone/>
            </a:pPr>
            <a:endParaRPr b="0"/>
          </a:p>
          <a:p>
            <a:pPr marL="342900" lvl="0" indent="-215900" algn="l" rtl="0">
              <a:spcBef>
                <a:spcPts val="1000"/>
              </a:spcBef>
              <a:spcAft>
                <a:spcPts val="0"/>
              </a:spcAft>
              <a:buClr>
                <a:schemeClr val="dk1"/>
              </a:buClr>
              <a:buSzPts val="2000"/>
              <a:buFont typeface="Arial"/>
              <a:buNone/>
            </a:pPr>
            <a:endParaRPr b="0"/>
          </a:p>
          <a:p>
            <a:pPr marL="342900" lvl="0" indent="-215900" algn="l" rtl="0">
              <a:spcBef>
                <a:spcPts val="1000"/>
              </a:spcBef>
              <a:spcAft>
                <a:spcPts val="0"/>
              </a:spcAft>
              <a:buClr>
                <a:schemeClr val="dk1"/>
              </a:buClr>
              <a:buSzPts val="2000"/>
              <a:buFont typeface="Arial"/>
              <a:buNone/>
            </a:pPr>
            <a:endParaRPr b="0">
              <a:solidFill>
                <a:schemeClr val="dk2"/>
              </a:solidFill>
            </a:endParaRPr>
          </a:p>
        </p:txBody>
      </p:sp>
      <p:sp>
        <p:nvSpPr>
          <p:cNvPr id="1262" name="Google Shape;1262;p172"/>
          <p:cNvSpPr txBox="1"/>
          <p:nvPr/>
        </p:nvSpPr>
        <p:spPr>
          <a:xfrm>
            <a:off x="609600" y="1040904"/>
            <a:ext cx="8003232" cy="4988768"/>
          </a:xfrm>
          <a:prstGeom prst="rect">
            <a:avLst/>
          </a:prstGeom>
          <a:noFill/>
          <a:ln>
            <a:noFill/>
          </a:ln>
        </p:spPr>
        <p:txBody>
          <a:bodyPr spcFirstLastPara="1" wrap="square" lIns="91425" tIns="45700" rIns="91425" bIns="45700" anchor="t" anchorCtr="0">
            <a:normAutofit fontScale="92500" lnSpcReduction="20000"/>
          </a:bodyPr>
          <a:lstStyle/>
          <a:p>
            <a:pPr marL="342900" marR="0" lvl="0" indent="-342900" algn="l" rtl="0">
              <a:spcBef>
                <a:spcPts val="0"/>
              </a:spcBef>
              <a:spcAft>
                <a:spcPts val="0"/>
              </a:spcAft>
              <a:buClr>
                <a:schemeClr val="dk1"/>
              </a:buClr>
              <a:buSzPct val="100000"/>
              <a:buFont typeface="Arial"/>
              <a:buChar char="•"/>
            </a:pPr>
            <a:r>
              <a:rPr lang="fr-FR" sz="2000" b="0">
                <a:solidFill>
                  <a:schemeClr val="dk1"/>
                </a:solidFill>
                <a:latin typeface="Arial"/>
                <a:ea typeface="Arial"/>
                <a:cs typeface="Arial"/>
                <a:sym typeface="Arial"/>
              </a:rPr>
              <a:t>Nous avons vu avec la notion de "Replica" que Mongo permet la haute disponibilité des machines (serveurs).</a:t>
            </a:r>
            <a:endParaRPr/>
          </a:p>
          <a:p>
            <a:pPr marL="342900" marR="0" lvl="0" indent="-225425" algn="l" rtl="0">
              <a:spcBef>
                <a:spcPts val="970"/>
              </a:spcBef>
              <a:spcAft>
                <a:spcPts val="0"/>
              </a:spcAft>
              <a:buClr>
                <a:schemeClr val="dk1"/>
              </a:buClr>
              <a:buSzPct val="100000"/>
              <a:buFont typeface="Arial"/>
              <a:buNone/>
            </a:pPr>
            <a:endParaRPr sz="2000" b="0">
              <a:solidFill>
                <a:schemeClr val="dk1"/>
              </a:solidFill>
              <a:latin typeface="Arial"/>
              <a:ea typeface="Arial"/>
              <a:cs typeface="Arial"/>
              <a:sym typeface="Arial"/>
            </a:endParaRPr>
          </a:p>
          <a:p>
            <a:pPr marL="342900" marR="0" lvl="0" indent="-342900" algn="l" rtl="0">
              <a:spcBef>
                <a:spcPts val="970"/>
              </a:spcBef>
              <a:spcAft>
                <a:spcPts val="0"/>
              </a:spcAft>
              <a:buClr>
                <a:schemeClr val="dk1"/>
              </a:buClr>
              <a:buSzPct val="100000"/>
              <a:buFont typeface="Arial"/>
              <a:buChar char="•"/>
            </a:pPr>
            <a:r>
              <a:rPr lang="fr-FR" sz="2000" b="0">
                <a:solidFill>
                  <a:schemeClr val="dk1"/>
                </a:solidFill>
                <a:latin typeface="Arial"/>
                <a:ea typeface="Arial"/>
                <a:cs typeface="Arial"/>
                <a:sym typeface="Arial"/>
              </a:rPr>
              <a:t>Le sharding permet de faire de la scalabilité horizontale sur les données.</a:t>
            </a:r>
            <a:endParaRPr/>
          </a:p>
          <a:p>
            <a:pPr marL="342900" marR="0" lvl="0" indent="-225425" algn="l" rtl="0">
              <a:spcBef>
                <a:spcPts val="970"/>
              </a:spcBef>
              <a:spcAft>
                <a:spcPts val="0"/>
              </a:spcAft>
              <a:buClr>
                <a:schemeClr val="dk1"/>
              </a:buClr>
              <a:buSzPct val="100000"/>
              <a:buFont typeface="Arial"/>
              <a:buNone/>
            </a:pPr>
            <a:endParaRPr sz="2000" b="0">
              <a:solidFill>
                <a:schemeClr val="dk1"/>
              </a:solidFill>
              <a:latin typeface="Arial"/>
              <a:ea typeface="Arial"/>
              <a:cs typeface="Arial"/>
              <a:sym typeface="Arial"/>
            </a:endParaRPr>
          </a:p>
          <a:p>
            <a:pPr marL="342900" marR="0" lvl="0" indent="-342900" algn="l" rtl="0">
              <a:spcBef>
                <a:spcPts val="970"/>
              </a:spcBef>
              <a:spcAft>
                <a:spcPts val="0"/>
              </a:spcAft>
              <a:buClr>
                <a:schemeClr val="dk1"/>
              </a:buClr>
              <a:buSzPct val="100000"/>
              <a:buFont typeface="Arial"/>
              <a:buChar char="•"/>
            </a:pPr>
            <a:r>
              <a:rPr lang="fr-FR" sz="2000" b="0">
                <a:solidFill>
                  <a:schemeClr val="dk1"/>
                </a:solidFill>
                <a:latin typeface="Arial"/>
                <a:ea typeface="Arial"/>
                <a:cs typeface="Arial"/>
                <a:sym typeface="Arial"/>
              </a:rPr>
              <a:t>Distribution du stockage des données sur différentes instances MongoDB</a:t>
            </a:r>
            <a:endParaRPr sz="2000" b="0">
              <a:solidFill>
                <a:schemeClr val="dk1"/>
              </a:solidFill>
              <a:latin typeface="Arial"/>
              <a:ea typeface="Arial"/>
              <a:cs typeface="Arial"/>
              <a:sym typeface="Arial"/>
            </a:endParaRPr>
          </a:p>
          <a:p>
            <a:pPr marL="342900" marR="0" lvl="0" indent="-225425" algn="l" rtl="0">
              <a:spcBef>
                <a:spcPts val="970"/>
              </a:spcBef>
              <a:spcAft>
                <a:spcPts val="0"/>
              </a:spcAft>
              <a:buClr>
                <a:schemeClr val="dk1"/>
              </a:buClr>
              <a:buSzPct val="100000"/>
              <a:buFont typeface="Arial"/>
              <a:buNone/>
            </a:pPr>
            <a:endParaRPr sz="2000" b="0">
              <a:solidFill>
                <a:schemeClr val="dk1"/>
              </a:solidFill>
              <a:latin typeface="Arial"/>
              <a:ea typeface="Arial"/>
              <a:cs typeface="Arial"/>
              <a:sym typeface="Arial"/>
            </a:endParaRPr>
          </a:p>
          <a:p>
            <a:pPr marL="342900" marR="0" lvl="0" indent="-342900" algn="l" rtl="0">
              <a:spcBef>
                <a:spcPts val="970"/>
              </a:spcBef>
              <a:spcAft>
                <a:spcPts val="0"/>
              </a:spcAft>
              <a:buClr>
                <a:schemeClr val="dk1"/>
              </a:buClr>
              <a:buSzPct val="100000"/>
              <a:buFont typeface="Arial"/>
              <a:buChar char="•"/>
            </a:pPr>
            <a:r>
              <a:rPr lang="fr-FR" sz="2000" b="0">
                <a:solidFill>
                  <a:schemeClr val="dk1"/>
                </a:solidFill>
                <a:latin typeface="Arial"/>
                <a:ea typeface="Arial"/>
                <a:cs typeface="Arial"/>
                <a:sym typeface="Arial"/>
              </a:rPr>
              <a:t>Chaque machine stock un sous ensemble de données (chunk)</a:t>
            </a:r>
            <a:endParaRPr/>
          </a:p>
          <a:p>
            <a:pPr marL="342900" marR="0" lvl="0" indent="-225425" algn="l" rtl="0">
              <a:spcBef>
                <a:spcPts val="970"/>
              </a:spcBef>
              <a:spcAft>
                <a:spcPts val="0"/>
              </a:spcAft>
              <a:buClr>
                <a:schemeClr val="dk1"/>
              </a:buClr>
              <a:buSzPct val="100000"/>
              <a:buFont typeface="Arial"/>
              <a:buNone/>
            </a:pPr>
            <a:endParaRPr sz="2000" b="0">
              <a:solidFill>
                <a:schemeClr val="dk1"/>
              </a:solidFill>
              <a:latin typeface="Arial"/>
              <a:ea typeface="Arial"/>
              <a:cs typeface="Arial"/>
              <a:sym typeface="Arial"/>
            </a:endParaRPr>
          </a:p>
          <a:p>
            <a:pPr marL="342900" marR="0" lvl="0" indent="-342900" algn="l" rtl="0">
              <a:spcBef>
                <a:spcPts val="970"/>
              </a:spcBef>
              <a:spcAft>
                <a:spcPts val="0"/>
              </a:spcAft>
              <a:buClr>
                <a:schemeClr val="dk1"/>
              </a:buClr>
              <a:buSzPct val="100000"/>
              <a:buFont typeface="Arial"/>
              <a:buChar char="•"/>
            </a:pPr>
            <a:r>
              <a:rPr lang="fr-FR" sz="2000" b="0">
                <a:solidFill>
                  <a:schemeClr val="dk1"/>
                </a:solidFill>
                <a:latin typeface="Arial"/>
                <a:ea typeface="Arial"/>
                <a:cs typeface="Arial"/>
                <a:sym typeface="Arial"/>
              </a:rPr>
              <a:t>Utilise une clé de sharding pour répartir le stockage.</a:t>
            </a:r>
            <a:endParaRPr/>
          </a:p>
          <a:p>
            <a:pPr marL="342900" marR="0" lvl="0" indent="-225425" algn="l" rtl="0">
              <a:spcBef>
                <a:spcPts val="970"/>
              </a:spcBef>
              <a:spcAft>
                <a:spcPts val="0"/>
              </a:spcAft>
              <a:buClr>
                <a:schemeClr val="dk1"/>
              </a:buClr>
              <a:buSzPct val="100000"/>
              <a:buFont typeface="Arial"/>
              <a:buNone/>
            </a:pPr>
            <a:endParaRPr sz="2000" b="0">
              <a:solidFill>
                <a:schemeClr val="dk1"/>
              </a:solidFill>
              <a:latin typeface="Arial"/>
              <a:ea typeface="Arial"/>
              <a:cs typeface="Arial"/>
              <a:sym typeface="Arial"/>
            </a:endParaRPr>
          </a:p>
          <a:p>
            <a:pPr marL="342900" marR="0" lvl="0" indent="-342900" algn="l" rtl="0">
              <a:spcBef>
                <a:spcPts val="970"/>
              </a:spcBef>
              <a:spcAft>
                <a:spcPts val="0"/>
              </a:spcAft>
              <a:buClr>
                <a:schemeClr val="dk1"/>
              </a:buClr>
              <a:buSzPct val="100000"/>
              <a:buFont typeface="Arial"/>
              <a:buChar char="•"/>
            </a:pPr>
            <a:r>
              <a:rPr lang="fr-FR" sz="2000" b="0">
                <a:solidFill>
                  <a:schemeClr val="dk1"/>
                </a:solidFill>
                <a:latin typeface="Arial"/>
                <a:ea typeface="Arial"/>
                <a:cs typeface="Arial"/>
                <a:sym typeface="Arial"/>
              </a:rPr>
              <a:t>Il est nécessaire de mettre en place le replicaSet pour mettre en place le sharding.</a:t>
            </a:r>
            <a:endParaRPr/>
          </a:p>
          <a:p>
            <a:pPr marL="342900" marR="0" lvl="0" indent="-225425" algn="l" rtl="0">
              <a:spcBef>
                <a:spcPts val="970"/>
              </a:spcBef>
              <a:spcAft>
                <a:spcPts val="0"/>
              </a:spcAft>
              <a:buClr>
                <a:schemeClr val="dk1"/>
              </a:buClr>
              <a:buSzPct val="100000"/>
              <a:buFont typeface="Arial"/>
              <a:buNone/>
            </a:pPr>
            <a:endParaRPr sz="2000" b="0">
              <a:solidFill>
                <a:schemeClr val="dk1"/>
              </a:solidFill>
              <a:latin typeface="Arial"/>
              <a:ea typeface="Arial"/>
              <a:cs typeface="Arial"/>
              <a:sym typeface="Arial"/>
            </a:endParaRPr>
          </a:p>
          <a:p>
            <a:pPr marL="342900" marR="0" lvl="0" indent="-225425" algn="l" rtl="0">
              <a:spcBef>
                <a:spcPts val="970"/>
              </a:spcBef>
              <a:spcAft>
                <a:spcPts val="0"/>
              </a:spcAft>
              <a:buClr>
                <a:schemeClr val="dk1"/>
              </a:buClr>
              <a:buSzPct val="100000"/>
              <a:buFont typeface="Arial"/>
              <a:buNone/>
            </a:pPr>
            <a:endParaRPr sz="2000" b="0">
              <a:solidFill>
                <a:schemeClr val="dk1"/>
              </a:solidFill>
              <a:latin typeface="Arial"/>
              <a:ea typeface="Arial"/>
              <a:cs typeface="Arial"/>
              <a:sym typeface="Arial"/>
            </a:endParaRPr>
          </a:p>
          <a:p>
            <a:pPr marL="342900" marR="0" lvl="0" indent="-225425" algn="l" rtl="0">
              <a:spcBef>
                <a:spcPts val="970"/>
              </a:spcBef>
              <a:spcAft>
                <a:spcPts val="0"/>
              </a:spcAft>
              <a:buClr>
                <a:schemeClr val="dk1"/>
              </a:buClr>
              <a:buSzPct val="100000"/>
              <a:buFont typeface="Arial"/>
              <a:buNone/>
            </a:pPr>
            <a:endParaRPr sz="2000" b="0">
              <a:solidFill>
                <a:schemeClr val="dk2"/>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266"/>
        <p:cNvGrpSpPr/>
        <p:nvPr/>
      </p:nvGrpSpPr>
      <p:grpSpPr>
        <a:xfrm>
          <a:off x="0" y="0"/>
          <a:ext cx="0" cy="0"/>
          <a:chOff x="0" y="0"/>
          <a:chExt cx="0" cy="0"/>
        </a:xfrm>
      </p:grpSpPr>
      <p:sp>
        <p:nvSpPr>
          <p:cNvPr id="1267" name="Google Shape;1267;p173"/>
          <p:cNvSpPr txBox="1">
            <a:spLocks noGrp="1"/>
          </p:cNvSpPr>
          <p:nvPr>
            <p:ph type="title"/>
          </p:nvPr>
        </p:nvSpPr>
        <p:spPr>
          <a:xfrm>
            <a:off x="354227" y="482231"/>
            <a:ext cx="8435280" cy="611986"/>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2"/>
              </a:buClr>
              <a:buSzPts val="2800"/>
              <a:buFont typeface="Arial Black"/>
              <a:buNone/>
            </a:pPr>
            <a:r>
              <a:rPr lang="fr-FR" sz="2800" dirty="0">
                <a:solidFill>
                  <a:srgbClr val="7030A0"/>
                </a:solidFill>
              </a:rPr>
              <a:t>MONGODB : </a:t>
            </a:r>
            <a:r>
              <a:rPr lang="fr-FR" sz="2800" dirty="0">
                <a:solidFill>
                  <a:schemeClr val="dk1"/>
                </a:solidFill>
              </a:rPr>
              <a:t>LE</a:t>
            </a:r>
            <a:r>
              <a:rPr lang="fr-FR" sz="2800" dirty="0"/>
              <a:t> </a:t>
            </a:r>
            <a:r>
              <a:rPr lang="fr-FR" sz="2800" dirty="0">
                <a:solidFill>
                  <a:schemeClr val="dk1"/>
                </a:solidFill>
              </a:rPr>
              <a:t>SHARDING ARCHITECTURE</a:t>
            </a:r>
            <a:endParaRPr dirty="0">
              <a:solidFill>
                <a:schemeClr val="dk1"/>
              </a:solidFill>
            </a:endParaRPr>
          </a:p>
        </p:txBody>
      </p:sp>
      <p:sp>
        <p:nvSpPr>
          <p:cNvPr id="1268" name="Google Shape;1268;p173"/>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a:bodyPr>
          <a:lstStyle/>
          <a:p>
            <a:pPr marL="457200" lvl="1" indent="0" algn="l" rtl="0">
              <a:spcBef>
                <a:spcPts val="0"/>
              </a:spcBef>
              <a:spcAft>
                <a:spcPts val="0"/>
              </a:spcAft>
              <a:buSzPts val="2800"/>
              <a:buNone/>
            </a:pPr>
            <a:endParaRPr sz="2800" b="0"/>
          </a:p>
          <a:p>
            <a:pPr marL="0" lvl="0" indent="0" algn="l" rtl="0">
              <a:spcBef>
                <a:spcPts val="400"/>
              </a:spcBef>
              <a:spcAft>
                <a:spcPts val="0"/>
              </a:spcAft>
              <a:buClr>
                <a:schemeClr val="dk1"/>
              </a:buClr>
              <a:buSzPts val="2000"/>
              <a:buNone/>
            </a:pPr>
            <a:endParaRPr b="0"/>
          </a:p>
          <a:p>
            <a:pPr marL="0" lvl="0" indent="0" algn="l" rtl="0">
              <a:spcBef>
                <a:spcPts val="1000"/>
              </a:spcBef>
              <a:spcAft>
                <a:spcPts val="0"/>
              </a:spcAft>
              <a:buClr>
                <a:schemeClr val="dk1"/>
              </a:buClr>
              <a:buSzPts val="2000"/>
              <a:buNone/>
            </a:pPr>
            <a:endParaRPr b="0"/>
          </a:p>
          <a:p>
            <a:pPr marL="342900" lvl="0" indent="-215900" algn="l" rtl="0">
              <a:spcBef>
                <a:spcPts val="1000"/>
              </a:spcBef>
              <a:spcAft>
                <a:spcPts val="0"/>
              </a:spcAft>
              <a:buClr>
                <a:schemeClr val="dk1"/>
              </a:buClr>
              <a:buSzPts val="2000"/>
              <a:buFont typeface="Arial"/>
              <a:buNone/>
            </a:pPr>
            <a:endParaRPr b="0"/>
          </a:p>
          <a:p>
            <a:pPr marL="342900" lvl="0" indent="-215900" algn="l" rtl="0">
              <a:spcBef>
                <a:spcPts val="1000"/>
              </a:spcBef>
              <a:spcAft>
                <a:spcPts val="0"/>
              </a:spcAft>
              <a:buClr>
                <a:schemeClr val="dk1"/>
              </a:buClr>
              <a:buSzPts val="2000"/>
              <a:buFont typeface="Arial"/>
              <a:buNone/>
            </a:pPr>
            <a:endParaRPr b="0"/>
          </a:p>
          <a:p>
            <a:pPr marL="342900" lvl="0" indent="-215900" algn="l" rtl="0">
              <a:spcBef>
                <a:spcPts val="1000"/>
              </a:spcBef>
              <a:spcAft>
                <a:spcPts val="0"/>
              </a:spcAft>
              <a:buClr>
                <a:schemeClr val="dk1"/>
              </a:buClr>
              <a:buSzPts val="2000"/>
              <a:buFont typeface="Arial"/>
              <a:buNone/>
            </a:pPr>
            <a:endParaRPr b="0">
              <a:solidFill>
                <a:schemeClr val="dk2"/>
              </a:solidFill>
            </a:endParaRPr>
          </a:p>
        </p:txBody>
      </p:sp>
      <p:sp>
        <p:nvSpPr>
          <p:cNvPr id="1269" name="Google Shape;1269;p173"/>
          <p:cNvSpPr txBox="1"/>
          <p:nvPr/>
        </p:nvSpPr>
        <p:spPr>
          <a:xfrm>
            <a:off x="609600" y="1040904"/>
            <a:ext cx="8003232" cy="4988768"/>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dk1"/>
              </a:buClr>
              <a:buSzPts val="2000"/>
              <a:buFont typeface="Arial"/>
              <a:buNone/>
            </a:pPr>
            <a:endParaRPr sz="2000" b="0">
              <a:solidFill>
                <a:schemeClr val="dk1"/>
              </a:solidFill>
              <a:latin typeface="Arial"/>
              <a:ea typeface="Arial"/>
              <a:cs typeface="Arial"/>
              <a:sym typeface="Arial"/>
            </a:endParaRPr>
          </a:p>
          <a:p>
            <a:pPr marL="342900" marR="0" lvl="0" indent="-342900" algn="l" rtl="0">
              <a:spcBef>
                <a:spcPts val="1000"/>
              </a:spcBef>
              <a:spcAft>
                <a:spcPts val="0"/>
              </a:spcAft>
              <a:buClr>
                <a:schemeClr val="dk1"/>
              </a:buClr>
              <a:buSzPts val="2000"/>
              <a:buFont typeface="Arial"/>
              <a:buChar char="•"/>
            </a:pPr>
            <a:r>
              <a:rPr lang="fr-FR" sz="2000" b="0" dirty="0">
                <a:solidFill>
                  <a:schemeClr val="dk1"/>
                </a:solidFill>
                <a:latin typeface="Arial"/>
                <a:ea typeface="Arial"/>
                <a:cs typeface="Arial"/>
                <a:sym typeface="Arial"/>
              </a:rPr>
              <a:t>Les étapes de mise en œuvre:</a:t>
            </a:r>
            <a:endParaRPr dirty="0">
              <a:solidFill>
                <a:schemeClr val="dk1"/>
              </a:solidFill>
            </a:endParaRPr>
          </a:p>
          <a:p>
            <a:pPr marL="800100" marR="0" lvl="1" indent="-342900" algn="l" rtl="0">
              <a:spcBef>
                <a:spcPts val="1080"/>
              </a:spcBef>
              <a:spcAft>
                <a:spcPts val="0"/>
              </a:spcAft>
              <a:buClr>
                <a:schemeClr val="dk2"/>
              </a:buClr>
              <a:buSzPts val="2400"/>
              <a:buFont typeface="Arial"/>
              <a:buChar char="•"/>
            </a:pPr>
            <a:r>
              <a:rPr lang="fr-FR" sz="2400" b="0" i="0" u="none" strike="noStrike" cap="none" dirty="0">
                <a:solidFill>
                  <a:schemeClr val="dk1"/>
                </a:solidFill>
                <a:latin typeface="Arial"/>
                <a:ea typeface="Arial"/>
                <a:cs typeface="Arial"/>
                <a:sym typeface="Arial"/>
              </a:rPr>
              <a:t>Mise en place du </a:t>
            </a:r>
            <a:r>
              <a:rPr lang="fr-FR" sz="2400" b="0" i="0" u="none" strike="noStrike" cap="none" dirty="0" err="1">
                <a:solidFill>
                  <a:schemeClr val="dk1"/>
                </a:solidFill>
                <a:latin typeface="Arial"/>
                <a:ea typeface="Arial"/>
                <a:cs typeface="Arial"/>
                <a:sym typeface="Arial"/>
              </a:rPr>
              <a:t>ReplicaSET</a:t>
            </a:r>
            <a:endParaRPr sz="2400" b="0" i="0" u="none" strike="noStrike" cap="none" dirty="0" err="1">
              <a:solidFill>
                <a:schemeClr val="dk1"/>
              </a:solidFill>
              <a:latin typeface="Arial"/>
              <a:ea typeface="Arial"/>
              <a:cs typeface="Arial"/>
              <a:sym typeface="Arial"/>
            </a:endParaRPr>
          </a:p>
          <a:p>
            <a:pPr marL="800100" marR="0" lvl="1" indent="-190500" algn="l" rtl="0">
              <a:spcBef>
                <a:spcPts val="480"/>
              </a:spcBef>
              <a:spcAft>
                <a:spcPts val="0"/>
              </a:spcAft>
              <a:buClr>
                <a:schemeClr val="dk2"/>
              </a:buClr>
              <a:buSzPts val="2400"/>
              <a:buFont typeface="Arial"/>
              <a:buNone/>
            </a:pPr>
            <a:endParaRPr sz="2400" b="0" i="0" u="none" strike="noStrike" cap="none">
              <a:solidFill>
                <a:schemeClr val="dk1"/>
              </a:solidFill>
              <a:latin typeface="Arial"/>
              <a:ea typeface="Arial"/>
              <a:cs typeface="Arial"/>
              <a:sym typeface="Arial"/>
            </a:endParaRPr>
          </a:p>
          <a:p>
            <a:pPr marL="800100" lvl="1" indent="-342900">
              <a:spcBef>
                <a:spcPts val="480"/>
              </a:spcBef>
              <a:buClr>
                <a:schemeClr val="dk2"/>
              </a:buClr>
              <a:buSzPts val="2400"/>
              <a:buFont typeface="Arial"/>
              <a:buChar char="•"/>
            </a:pPr>
            <a:r>
              <a:rPr lang="fr-FR" sz="2400" b="0" i="0" u="none" strike="noStrike" cap="none" dirty="0">
                <a:solidFill>
                  <a:schemeClr val="dk1"/>
                </a:solidFill>
                <a:latin typeface="Arial"/>
                <a:ea typeface="Arial"/>
                <a:cs typeface="Arial"/>
                <a:sym typeface="Arial"/>
              </a:rPr>
              <a:t>Mise en place du </a:t>
            </a:r>
            <a:r>
              <a:rPr lang="fr-FR" sz="2400" b="0" i="0" u="none" strike="noStrike" cap="none" dirty="0" err="1">
                <a:solidFill>
                  <a:schemeClr val="dk1"/>
                </a:solidFill>
                <a:latin typeface="Arial"/>
                <a:ea typeface="Arial"/>
                <a:cs typeface="Arial"/>
                <a:sym typeface="Arial"/>
              </a:rPr>
              <a:t>Sharding</a:t>
            </a:r>
            <a:r>
              <a:rPr lang="fr-FR" sz="2400" dirty="0">
                <a:solidFill>
                  <a:schemeClr val="dk1"/>
                </a:solidFill>
              </a:rPr>
              <a:t> </a:t>
            </a:r>
            <a:endParaRPr/>
          </a:p>
          <a:p>
            <a:pPr marL="1485900" marR="0" lvl="2" indent="-342900" algn="l" rtl="0">
              <a:spcBef>
                <a:spcPts val="400"/>
              </a:spcBef>
              <a:spcAft>
                <a:spcPts val="0"/>
              </a:spcAft>
              <a:buClr>
                <a:schemeClr val="dk2"/>
              </a:buClr>
              <a:buSzPts val="2000"/>
              <a:buFont typeface="Arial"/>
              <a:buChar char="•"/>
            </a:pPr>
            <a:r>
              <a:rPr lang="fr-FR" sz="2000" b="0" i="0" u="none" strike="noStrike" cap="none" dirty="0">
                <a:solidFill>
                  <a:schemeClr val="dk1"/>
                </a:solidFill>
                <a:latin typeface="Arial"/>
                <a:ea typeface="Arial"/>
                <a:cs typeface="Arial"/>
                <a:sym typeface="Arial"/>
              </a:rPr>
              <a:t>Mise en place de </a:t>
            </a:r>
            <a:r>
              <a:rPr lang="fr-FR" sz="2000" b="0" i="0" u="none" strike="noStrike" cap="none" dirty="0" err="1">
                <a:solidFill>
                  <a:schemeClr val="dk1"/>
                </a:solidFill>
                <a:latin typeface="Arial"/>
                <a:ea typeface="Arial"/>
                <a:cs typeface="Arial"/>
                <a:sym typeface="Arial"/>
              </a:rPr>
              <a:t>Shard</a:t>
            </a:r>
            <a:r>
              <a:rPr lang="fr-FR" sz="2000" b="0" i="0" u="none" strike="noStrike" cap="none" dirty="0">
                <a:solidFill>
                  <a:schemeClr val="dk1"/>
                </a:solidFill>
                <a:latin typeface="Arial"/>
                <a:ea typeface="Arial"/>
                <a:cs typeface="Arial"/>
                <a:sym typeface="Arial"/>
              </a:rPr>
              <a:t> Servers (instances </a:t>
            </a:r>
            <a:r>
              <a:rPr lang="fr-FR" sz="2000" b="0" i="0" u="none" strike="noStrike" cap="none" dirty="0" err="1">
                <a:solidFill>
                  <a:schemeClr val="dk1"/>
                </a:solidFill>
                <a:latin typeface="Arial"/>
                <a:ea typeface="Arial"/>
                <a:cs typeface="Arial"/>
                <a:sym typeface="Arial"/>
              </a:rPr>
              <a:t>mongod</a:t>
            </a:r>
            <a:r>
              <a:rPr lang="fr-FR" sz="2000" b="0" i="0" u="none" strike="noStrike" cap="none" dirty="0">
                <a:solidFill>
                  <a:schemeClr val="dk1"/>
                </a:solidFill>
                <a:latin typeface="Arial"/>
                <a:ea typeface="Arial"/>
                <a:cs typeface="Arial"/>
                <a:sym typeface="Arial"/>
              </a:rPr>
              <a:t>)</a:t>
            </a:r>
            <a:endParaRPr dirty="0">
              <a:solidFill>
                <a:schemeClr val="dk1"/>
              </a:solidFill>
            </a:endParaRPr>
          </a:p>
          <a:p>
            <a:pPr marL="1485900" marR="0" lvl="2" indent="-342900" algn="l" rtl="0">
              <a:spcBef>
                <a:spcPts val="400"/>
              </a:spcBef>
              <a:spcAft>
                <a:spcPts val="0"/>
              </a:spcAft>
              <a:buClr>
                <a:schemeClr val="dk2"/>
              </a:buClr>
              <a:buSzPts val="2000"/>
              <a:buFont typeface="Arial"/>
              <a:buChar char="•"/>
            </a:pPr>
            <a:r>
              <a:rPr lang="fr-FR" sz="2000" b="0" i="0" u="none" strike="noStrike" cap="none" dirty="0">
                <a:solidFill>
                  <a:schemeClr val="dk1"/>
                </a:solidFill>
                <a:latin typeface="Arial"/>
                <a:ea typeface="Arial"/>
                <a:cs typeface="Arial"/>
                <a:sym typeface="Arial"/>
              </a:rPr>
              <a:t>Mise en place des "config Servers" : serveur de config qui permet de stocker les </a:t>
            </a:r>
            <a:r>
              <a:rPr lang="fr-FR" sz="2000" b="0" i="0" u="none" strike="noStrike" cap="none" dirty="0" err="1">
                <a:solidFill>
                  <a:schemeClr val="dk1"/>
                </a:solidFill>
                <a:latin typeface="Arial"/>
                <a:ea typeface="Arial"/>
                <a:cs typeface="Arial"/>
                <a:sym typeface="Arial"/>
              </a:rPr>
              <a:t>metadata</a:t>
            </a:r>
            <a:r>
              <a:rPr lang="fr-FR" sz="2000" b="0" i="0" u="none" strike="noStrike" cap="none" dirty="0">
                <a:solidFill>
                  <a:schemeClr val="dk1"/>
                </a:solidFill>
                <a:latin typeface="Arial"/>
                <a:ea typeface="Arial"/>
                <a:cs typeface="Arial"/>
                <a:sym typeface="Arial"/>
              </a:rPr>
              <a:t> du </a:t>
            </a:r>
            <a:r>
              <a:rPr lang="fr-FR" sz="2000" b="0" i="0" u="none" strike="noStrike" cap="none" dirty="0" err="1">
                <a:solidFill>
                  <a:schemeClr val="dk1"/>
                </a:solidFill>
                <a:latin typeface="Arial"/>
                <a:ea typeface="Arial"/>
                <a:cs typeface="Arial"/>
                <a:sym typeface="Arial"/>
              </a:rPr>
              <a:t>shard</a:t>
            </a:r>
            <a:r>
              <a:rPr lang="fr-FR" sz="2000" b="0" i="0" u="none" strike="noStrike" cap="none" dirty="0">
                <a:solidFill>
                  <a:schemeClr val="dk1"/>
                </a:solidFill>
                <a:latin typeface="Arial"/>
                <a:ea typeface="Arial"/>
                <a:cs typeface="Arial"/>
                <a:sym typeface="Arial"/>
              </a:rPr>
              <a:t>.</a:t>
            </a:r>
            <a:endParaRPr dirty="0">
              <a:solidFill>
                <a:schemeClr val="dk1"/>
              </a:solidFill>
            </a:endParaRPr>
          </a:p>
          <a:p>
            <a:pPr marL="1485900" marR="0" lvl="2" indent="-342900" algn="l" rtl="0">
              <a:spcBef>
                <a:spcPts val="400"/>
              </a:spcBef>
              <a:spcAft>
                <a:spcPts val="0"/>
              </a:spcAft>
              <a:buClr>
                <a:schemeClr val="dk2"/>
              </a:buClr>
              <a:buSzPts val="2000"/>
              <a:buFont typeface="Arial"/>
              <a:buChar char="•"/>
            </a:pPr>
            <a:r>
              <a:rPr lang="fr-FR" sz="2000" b="0" i="0" u="none" strike="noStrike" cap="none" dirty="0">
                <a:solidFill>
                  <a:schemeClr val="dk1"/>
                </a:solidFill>
                <a:latin typeface="Arial"/>
                <a:ea typeface="Arial"/>
                <a:cs typeface="Arial"/>
                <a:sym typeface="Arial"/>
              </a:rPr>
              <a:t>Mise en </a:t>
            </a:r>
            <a:r>
              <a:rPr lang="fr-FR" sz="2000" dirty="0">
                <a:solidFill>
                  <a:schemeClr val="dk1"/>
                </a:solidFill>
              </a:rPr>
              <a:t>place</a:t>
            </a:r>
            <a:r>
              <a:rPr lang="fr-FR" sz="2000" b="0" i="0" u="none" strike="noStrike" cap="none" dirty="0">
                <a:solidFill>
                  <a:schemeClr val="dk1"/>
                </a:solidFill>
                <a:latin typeface="Arial"/>
                <a:ea typeface="Arial"/>
                <a:cs typeface="Arial"/>
                <a:sym typeface="Arial"/>
              </a:rPr>
              <a:t> du "mongos" : joue le rôle de routeur vers les différents </a:t>
            </a:r>
            <a:r>
              <a:rPr lang="fr-FR" sz="2000" b="0" i="0" u="none" strike="noStrike" cap="none" dirty="0" err="1">
                <a:solidFill>
                  <a:schemeClr val="dk1"/>
                </a:solidFill>
                <a:latin typeface="Arial"/>
                <a:ea typeface="Arial"/>
                <a:cs typeface="Arial"/>
                <a:sym typeface="Arial"/>
              </a:rPr>
              <a:t>shards</a:t>
            </a:r>
            <a:r>
              <a:rPr lang="fr-FR" sz="2000" b="0" i="0" u="none" strike="noStrike" cap="none" dirty="0">
                <a:solidFill>
                  <a:schemeClr val="dk1"/>
                </a:solidFill>
                <a:latin typeface="Arial"/>
                <a:ea typeface="Arial"/>
                <a:cs typeface="Arial"/>
                <a:sym typeface="Arial"/>
              </a:rPr>
              <a:t> (cf. slide suivant)</a:t>
            </a:r>
            <a:endParaRPr sz="2000" b="0" i="0" u="none" strike="noStrike" cap="none" dirty="0">
              <a:solidFill>
                <a:schemeClr val="dk1"/>
              </a:solidFill>
              <a:latin typeface="Arial"/>
              <a:ea typeface="Arial"/>
              <a:cs typeface="Arial"/>
              <a:sym typeface="Arial"/>
            </a:endParaRPr>
          </a:p>
          <a:p>
            <a:pPr marL="342900" marR="0" lvl="0" indent="-215900" algn="l" rtl="0">
              <a:spcBef>
                <a:spcPts val="400"/>
              </a:spcBef>
              <a:spcAft>
                <a:spcPts val="0"/>
              </a:spcAft>
              <a:buClr>
                <a:schemeClr val="dk1"/>
              </a:buClr>
              <a:buSzPts val="2000"/>
              <a:buFont typeface="Arial"/>
              <a:buNone/>
            </a:pPr>
            <a:endParaRPr sz="2000" b="0">
              <a:solidFill>
                <a:schemeClr val="dk1"/>
              </a:solidFill>
              <a:latin typeface="Arial"/>
              <a:ea typeface="Arial"/>
              <a:cs typeface="Arial"/>
              <a:sym typeface="Arial"/>
            </a:endParaRPr>
          </a:p>
          <a:p>
            <a:pPr marL="342900" marR="0" lvl="0" indent="-215900" algn="l" rtl="0">
              <a:spcBef>
                <a:spcPts val="1000"/>
              </a:spcBef>
              <a:spcAft>
                <a:spcPts val="0"/>
              </a:spcAft>
              <a:buClr>
                <a:schemeClr val="dk1"/>
              </a:buClr>
              <a:buSzPts val="2000"/>
              <a:buFont typeface="Arial"/>
              <a:buNone/>
            </a:pPr>
            <a:endParaRPr sz="2000" b="0">
              <a:solidFill>
                <a:schemeClr val="dk2"/>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273"/>
        <p:cNvGrpSpPr/>
        <p:nvPr/>
      </p:nvGrpSpPr>
      <p:grpSpPr>
        <a:xfrm>
          <a:off x="0" y="0"/>
          <a:ext cx="0" cy="0"/>
          <a:chOff x="0" y="0"/>
          <a:chExt cx="0" cy="0"/>
        </a:xfrm>
      </p:grpSpPr>
      <p:sp>
        <p:nvSpPr>
          <p:cNvPr id="1274" name="Google Shape;1274;p174"/>
          <p:cNvSpPr txBox="1">
            <a:spLocks noGrp="1"/>
          </p:cNvSpPr>
          <p:nvPr>
            <p:ph type="title"/>
          </p:nvPr>
        </p:nvSpPr>
        <p:spPr>
          <a:xfrm>
            <a:off x="423582" y="287189"/>
            <a:ext cx="8435280" cy="611986"/>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2"/>
              </a:buClr>
              <a:buSzPts val="2800"/>
              <a:buFont typeface="Arial Black"/>
              <a:buNone/>
            </a:pPr>
            <a:r>
              <a:rPr lang="fr-FR" sz="2800" dirty="0">
                <a:solidFill>
                  <a:srgbClr val="7030A0"/>
                </a:solidFill>
              </a:rPr>
              <a:t>MONGODB : </a:t>
            </a:r>
            <a:r>
              <a:rPr lang="fr-FR" sz="2800" dirty="0">
                <a:solidFill>
                  <a:schemeClr val="dk1"/>
                </a:solidFill>
              </a:rPr>
              <a:t>LE</a:t>
            </a:r>
            <a:r>
              <a:rPr lang="fr-FR" sz="2800" dirty="0"/>
              <a:t> </a:t>
            </a:r>
            <a:r>
              <a:rPr lang="fr-FR" sz="2800" dirty="0">
                <a:solidFill>
                  <a:schemeClr val="dk1"/>
                </a:solidFill>
              </a:rPr>
              <a:t>SHARDING ARCHITECTURE</a:t>
            </a:r>
            <a:endParaRPr dirty="0">
              <a:solidFill>
                <a:schemeClr val="dk1"/>
              </a:solidFill>
            </a:endParaRPr>
          </a:p>
        </p:txBody>
      </p:sp>
      <p:sp>
        <p:nvSpPr>
          <p:cNvPr id="1275" name="Google Shape;1275;p174"/>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a:bodyPr>
          <a:lstStyle/>
          <a:p>
            <a:pPr marL="457200" lvl="1" indent="0" algn="l" rtl="0">
              <a:spcBef>
                <a:spcPts val="0"/>
              </a:spcBef>
              <a:spcAft>
                <a:spcPts val="0"/>
              </a:spcAft>
              <a:buSzPts val="2800"/>
              <a:buNone/>
            </a:pPr>
            <a:endParaRPr sz="2800" b="0"/>
          </a:p>
          <a:p>
            <a:pPr marL="0" lvl="0" indent="0" algn="l" rtl="0">
              <a:spcBef>
                <a:spcPts val="400"/>
              </a:spcBef>
              <a:spcAft>
                <a:spcPts val="0"/>
              </a:spcAft>
              <a:buClr>
                <a:schemeClr val="dk1"/>
              </a:buClr>
              <a:buSzPts val="2000"/>
              <a:buNone/>
            </a:pPr>
            <a:endParaRPr b="0"/>
          </a:p>
          <a:p>
            <a:pPr marL="0" lvl="0" indent="0" algn="l" rtl="0">
              <a:spcBef>
                <a:spcPts val="1000"/>
              </a:spcBef>
              <a:spcAft>
                <a:spcPts val="0"/>
              </a:spcAft>
              <a:buClr>
                <a:schemeClr val="dk1"/>
              </a:buClr>
              <a:buSzPts val="2000"/>
              <a:buNone/>
            </a:pPr>
            <a:endParaRPr b="0"/>
          </a:p>
          <a:p>
            <a:pPr marL="342900" lvl="0" indent="-215900" algn="l" rtl="0">
              <a:spcBef>
                <a:spcPts val="1000"/>
              </a:spcBef>
              <a:spcAft>
                <a:spcPts val="0"/>
              </a:spcAft>
              <a:buClr>
                <a:schemeClr val="dk1"/>
              </a:buClr>
              <a:buSzPts val="2000"/>
              <a:buFont typeface="Arial"/>
              <a:buNone/>
            </a:pPr>
            <a:endParaRPr b="0"/>
          </a:p>
          <a:p>
            <a:pPr marL="342900" lvl="0" indent="-215900" algn="l" rtl="0">
              <a:spcBef>
                <a:spcPts val="1000"/>
              </a:spcBef>
              <a:spcAft>
                <a:spcPts val="0"/>
              </a:spcAft>
              <a:buClr>
                <a:schemeClr val="dk1"/>
              </a:buClr>
              <a:buSzPts val="2000"/>
              <a:buFont typeface="Arial"/>
              <a:buNone/>
            </a:pPr>
            <a:endParaRPr b="0"/>
          </a:p>
          <a:p>
            <a:pPr marL="342900" lvl="0" indent="-215900" algn="l" rtl="0">
              <a:spcBef>
                <a:spcPts val="1000"/>
              </a:spcBef>
              <a:spcAft>
                <a:spcPts val="0"/>
              </a:spcAft>
              <a:buClr>
                <a:schemeClr val="dk1"/>
              </a:buClr>
              <a:buSzPts val="2000"/>
              <a:buFont typeface="Arial"/>
              <a:buNone/>
            </a:pPr>
            <a:endParaRPr b="0">
              <a:solidFill>
                <a:schemeClr val="dk2"/>
              </a:solidFill>
            </a:endParaRPr>
          </a:p>
        </p:txBody>
      </p:sp>
      <p:pic>
        <p:nvPicPr>
          <p:cNvPr id="1276" name="Google Shape;1276;p174" descr="Sharding in MongoDB: A Practical Guide"/>
          <p:cNvPicPr preferRelativeResize="0"/>
          <p:nvPr/>
        </p:nvPicPr>
        <p:blipFill rotWithShape="1">
          <a:blip r:embed="rId3">
            <a:alphaModFix/>
          </a:blip>
          <a:srcRect/>
          <a:stretch/>
        </p:blipFill>
        <p:spPr>
          <a:xfrm>
            <a:off x="1259632" y="1196752"/>
            <a:ext cx="6404164" cy="5112568"/>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287"/>
        <p:cNvGrpSpPr/>
        <p:nvPr/>
      </p:nvGrpSpPr>
      <p:grpSpPr>
        <a:xfrm>
          <a:off x="0" y="0"/>
          <a:ext cx="0" cy="0"/>
          <a:chOff x="0" y="0"/>
          <a:chExt cx="0" cy="0"/>
        </a:xfrm>
      </p:grpSpPr>
      <p:sp>
        <p:nvSpPr>
          <p:cNvPr id="1288" name="Google Shape;1288;p176"/>
          <p:cNvSpPr txBox="1">
            <a:spLocks noGrp="1"/>
          </p:cNvSpPr>
          <p:nvPr>
            <p:ph type="ctrTitle"/>
          </p:nvPr>
        </p:nvSpPr>
        <p:spPr>
          <a:xfrm>
            <a:off x="457200" y="228600"/>
            <a:ext cx="7772400" cy="457199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7200"/>
              <a:buFont typeface="Arial Black"/>
              <a:buNone/>
            </a:pPr>
            <a:r>
              <a:rPr lang="fr-FR" sz="7200"/>
              <a:t>MONGO DB</a:t>
            </a:r>
            <a:endParaRPr sz="7200"/>
          </a:p>
        </p:txBody>
      </p:sp>
      <p:sp>
        <p:nvSpPr>
          <p:cNvPr id="1289" name="Google Shape;1289;p176"/>
          <p:cNvSpPr txBox="1">
            <a:spLocks noGrp="1"/>
          </p:cNvSpPr>
          <p:nvPr>
            <p:ph type="subTitle" idx="1"/>
          </p:nvPr>
        </p:nvSpPr>
        <p:spPr>
          <a:xfrm>
            <a:off x="572219" y="3190336"/>
            <a:ext cx="6858000" cy="914400"/>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Clr>
                <a:schemeClr val="dk2"/>
              </a:buClr>
              <a:buSzPts val="2800"/>
              <a:buNone/>
            </a:pPr>
            <a:r>
              <a:rPr lang="fr-FR" sz="2800" dirty="0">
                <a:solidFill>
                  <a:srgbClr val="7030A0"/>
                </a:solidFill>
              </a:rPr>
              <a:t>UTILISER / MANIPULER MONGODB AUTREMENT</a:t>
            </a:r>
            <a:endParaRPr lang="fr-FR" dirty="0">
              <a:solidFill>
                <a:srgbClr val="7030A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294"/>
        <p:cNvGrpSpPr/>
        <p:nvPr/>
      </p:nvGrpSpPr>
      <p:grpSpPr>
        <a:xfrm>
          <a:off x="0" y="0"/>
          <a:ext cx="0" cy="0"/>
          <a:chOff x="0" y="0"/>
          <a:chExt cx="0" cy="0"/>
        </a:xfrm>
      </p:grpSpPr>
      <p:sp>
        <p:nvSpPr>
          <p:cNvPr id="1295" name="Google Shape;1295;p177"/>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1"/>
              </a:buClr>
              <a:buSzPts val="2800"/>
              <a:buFont typeface="Arial Black"/>
              <a:buNone/>
            </a:pPr>
            <a:r>
              <a:rPr lang="fr-FR" sz="2800" dirty="0">
                <a:solidFill>
                  <a:schemeClr val="dk1"/>
                </a:solidFill>
              </a:rPr>
              <a:t>MONGODB </a:t>
            </a:r>
            <a:r>
              <a:rPr lang="fr-FR" sz="2800" dirty="0">
                <a:solidFill>
                  <a:srgbClr val="7030A0"/>
                </a:solidFill>
              </a:rPr>
              <a:t>: INTERROGER LES DONNÉES</a:t>
            </a:r>
          </a:p>
        </p:txBody>
      </p:sp>
      <p:sp>
        <p:nvSpPr>
          <p:cNvPr id="1296" name="Google Shape;1296;p177"/>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a:bodyPr>
          <a:lstStyle/>
          <a:p>
            <a:pPr marL="342900" indent="-342900">
              <a:spcBef>
                <a:spcPts val="970"/>
              </a:spcBef>
              <a:buSzPct val="100000"/>
              <a:buFont typeface="Arial"/>
              <a:buChar char="•"/>
            </a:pPr>
            <a:r>
              <a:rPr lang="fr-FR" b="0" dirty="0"/>
              <a:t>Nous avons vu durant cette formation comment communiquer avec </a:t>
            </a:r>
            <a:r>
              <a:rPr lang="fr-FR" b="0" dirty="0" err="1"/>
              <a:t>mongoDB</a:t>
            </a:r>
            <a:r>
              <a:rPr lang="fr-FR" b="0" dirty="0"/>
              <a:t> via le </a:t>
            </a:r>
            <a:r>
              <a:rPr lang="fr-FR" b="0" dirty="0" err="1"/>
              <a:t>shell</a:t>
            </a:r>
            <a:r>
              <a:rPr lang="fr-FR" b="0" dirty="0"/>
              <a:t> </a:t>
            </a:r>
            <a:r>
              <a:rPr lang="fr-FR" b="0" dirty="0" err="1"/>
              <a:t>mongoDB</a:t>
            </a:r>
            <a:r>
              <a:rPr lang="fr-FR" b="0" dirty="0"/>
              <a:t> ou une IHM.</a:t>
            </a:r>
            <a:endParaRPr lang="fr-FR" dirty="0"/>
          </a:p>
          <a:p>
            <a:pPr marL="342900" lvl="0" indent="-225425" algn="l" rtl="0">
              <a:spcBef>
                <a:spcPts val="970"/>
              </a:spcBef>
              <a:spcAft>
                <a:spcPts val="0"/>
              </a:spcAft>
              <a:buClr>
                <a:schemeClr val="dk1"/>
              </a:buClr>
              <a:buSzPct val="100000"/>
              <a:buFont typeface="Arial"/>
              <a:buNone/>
            </a:pPr>
            <a:endParaRPr b="0"/>
          </a:p>
          <a:p>
            <a:pPr marL="342900" lvl="0" indent="-342900" algn="l">
              <a:spcBef>
                <a:spcPts val="969"/>
              </a:spcBef>
              <a:spcAft>
                <a:spcPts val="0"/>
              </a:spcAft>
              <a:buClr>
                <a:schemeClr val="dk1"/>
              </a:buClr>
              <a:buSzPct val="100000"/>
              <a:buFont typeface="Arial"/>
              <a:buChar char="•"/>
            </a:pPr>
            <a:r>
              <a:rPr lang="fr-FR" b="0" dirty="0"/>
              <a:t>MongoDB propose un interpréteur javascript.</a:t>
            </a:r>
            <a:endParaRPr dirty="0"/>
          </a:p>
          <a:p>
            <a:pPr marL="342900" lvl="0" indent="-225425" algn="l" rtl="0">
              <a:spcBef>
                <a:spcPts val="970"/>
              </a:spcBef>
              <a:spcAft>
                <a:spcPts val="0"/>
              </a:spcAft>
              <a:buClr>
                <a:schemeClr val="dk1"/>
              </a:buClr>
              <a:buSzPct val="100000"/>
              <a:buFont typeface="Arial"/>
              <a:buNone/>
            </a:pPr>
            <a:endParaRPr b="0"/>
          </a:p>
          <a:p>
            <a:pPr marL="342900" indent="-342900">
              <a:spcBef>
                <a:spcPts val="970"/>
              </a:spcBef>
              <a:buSzPct val="100000"/>
              <a:buFont typeface="Arial"/>
              <a:buChar char="•"/>
            </a:pPr>
            <a:r>
              <a:rPr lang="fr-FR" b="0" dirty="0"/>
              <a:t>Certains publics spécialisés (data </a:t>
            </a:r>
            <a:r>
              <a:rPr lang="fr-FR" b="0" dirty="0" err="1"/>
              <a:t>scientist</a:t>
            </a:r>
            <a:r>
              <a:rPr lang="fr-FR" b="0" dirty="0"/>
              <a:t> / </a:t>
            </a:r>
            <a:r>
              <a:rPr lang="fr-FR" b="0" dirty="0" err="1"/>
              <a:t>analyst</a:t>
            </a:r>
            <a:r>
              <a:rPr lang="fr-FR" b="0" dirty="0"/>
              <a:t> par exemple) utilisent des librairies tierces pour interroger les données (python par exemple).</a:t>
            </a:r>
            <a:endParaRPr dirty="0"/>
          </a:p>
          <a:p>
            <a:pPr marL="342900" lvl="0" indent="-225425" algn="l" rtl="0">
              <a:spcBef>
                <a:spcPts val="970"/>
              </a:spcBef>
              <a:spcAft>
                <a:spcPts val="0"/>
              </a:spcAft>
              <a:buClr>
                <a:schemeClr val="dk1"/>
              </a:buClr>
              <a:buSzPct val="100000"/>
              <a:buFont typeface="Arial"/>
              <a:buNone/>
            </a:pPr>
            <a:endParaRPr b="0"/>
          </a:p>
          <a:p>
            <a:pPr marL="342900" lvl="0" indent="-342900" algn="l" rtl="0">
              <a:spcBef>
                <a:spcPts val="970"/>
              </a:spcBef>
              <a:spcAft>
                <a:spcPts val="0"/>
              </a:spcAft>
              <a:buClr>
                <a:schemeClr val="dk1"/>
              </a:buClr>
              <a:buSzPct val="100000"/>
              <a:buFont typeface="Arial"/>
              <a:buChar char="•"/>
            </a:pPr>
            <a:r>
              <a:rPr lang="fr-FR" b="0" dirty="0"/>
              <a:t>Les applications s'appuient également souvent sur des </a:t>
            </a:r>
            <a:r>
              <a:rPr lang="fr-FR" b="0" err="1"/>
              <a:t>sur-couches</a:t>
            </a:r>
            <a:r>
              <a:rPr lang="fr-FR" b="0" dirty="0"/>
              <a:t> logicielles pour manipuler les données (ORM, driver)</a:t>
            </a:r>
            <a:endParaRPr dirty="0"/>
          </a:p>
          <a:p>
            <a:pPr marL="342900" lvl="0" indent="-225425" algn="l" rtl="0">
              <a:spcBef>
                <a:spcPts val="970"/>
              </a:spcBef>
              <a:spcAft>
                <a:spcPts val="0"/>
              </a:spcAft>
              <a:buClr>
                <a:schemeClr val="dk1"/>
              </a:buClr>
              <a:buSzPct val="100000"/>
              <a:buFont typeface="Arial"/>
              <a:buNone/>
            </a:pPr>
            <a:endParaRPr b="0"/>
          </a:p>
          <a:p>
            <a:pPr marL="342900" lvl="0" indent="-225425" algn="l" rtl="0">
              <a:spcBef>
                <a:spcPts val="970"/>
              </a:spcBef>
              <a:spcAft>
                <a:spcPts val="0"/>
              </a:spcAft>
              <a:buClr>
                <a:schemeClr val="dk1"/>
              </a:buClr>
              <a:buSzPct val="100000"/>
              <a:buFont typeface="Arial"/>
              <a:buNone/>
            </a:pPr>
            <a:endParaRPr b="0">
              <a:solidFill>
                <a:schemeClr val="dk2"/>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301"/>
        <p:cNvGrpSpPr/>
        <p:nvPr/>
      </p:nvGrpSpPr>
      <p:grpSpPr>
        <a:xfrm>
          <a:off x="0" y="0"/>
          <a:ext cx="0" cy="0"/>
          <a:chOff x="0" y="0"/>
          <a:chExt cx="0" cy="0"/>
        </a:xfrm>
      </p:grpSpPr>
      <p:sp>
        <p:nvSpPr>
          <p:cNvPr id="1302" name="Google Shape;1302;p178"/>
          <p:cNvSpPr txBox="1">
            <a:spLocks noGrp="1"/>
          </p:cNvSpPr>
          <p:nvPr>
            <p:ph type="title"/>
          </p:nvPr>
        </p:nvSpPr>
        <p:spPr>
          <a:xfrm>
            <a:off x="467544" y="423691"/>
            <a:ext cx="7643192" cy="615598"/>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accent5"/>
              </a:buClr>
              <a:buSzPct val="100000"/>
              <a:buFont typeface="Arial Black"/>
              <a:buNone/>
            </a:pPr>
            <a:r>
              <a:rPr lang="fr-FR" dirty="0">
                <a:solidFill>
                  <a:srgbClr val="7030A0"/>
                </a:solidFill>
              </a:rPr>
              <a:t>EXERCICE: </a:t>
            </a:r>
            <a:r>
              <a:rPr lang="fr-FR" dirty="0">
                <a:solidFill>
                  <a:schemeClr val="dk1"/>
                </a:solidFill>
              </a:rPr>
              <a:t>MANIPULER MONGO AVEC PYTHON</a:t>
            </a:r>
            <a:endParaRPr dirty="0">
              <a:solidFill>
                <a:schemeClr val="dk1"/>
              </a:solidFill>
            </a:endParaRPr>
          </a:p>
        </p:txBody>
      </p:sp>
      <p:sp>
        <p:nvSpPr>
          <p:cNvPr id="1303" name="Google Shape;1303;p178"/>
          <p:cNvSpPr txBox="1">
            <a:spLocks noGrp="1"/>
          </p:cNvSpPr>
          <p:nvPr>
            <p:ph type="body" idx="1"/>
          </p:nvPr>
        </p:nvSpPr>
        <p:spPr>
          <a:xfrm>
            <a:off x="467544" y="1124744"/>
            <a:ext cx="7931224" cy="2789387"/>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1800"/>
              <a:buFont typeface="Arial"/>
              <a:buChar char="•"/>
            </a:pPr>
            <a:r>
              <a:rPr lang="fr-FR" sz="1800" dirty="0"/>
              <a:t>Durée : 45min</a:t>
            </a:r>
            <a:endParaRPr dirty="0"/>
          </a:p>
          <a:p>
            <a:pPr marL="0" indent="0">
              <a:spcBef>
                <a:spcPts val="960"/>
              </a:spcBef>
            </a:pPr>
            <a:r>
              <a:rPr lang="fr-FR" sz="1800" b="0" dirty="0"/>
              <a:t>Mettez vous dans la peau d'un data </a:t>
            </a:r>
            <a:r>
              <a:rPr lang="fr-FR" sz="1800" b="0" dirty="0" err="1"/>
              <a:t>scientist</a:t>
            </a:r>
            <a:r>
              <a:rPr lang="fr-FR" sz="1800" b="0" dirty="0"/>
              <a:t> / data </a:t>
            </a:r>
            <a:r>
              <a:rPr lang="fr-FR" sz="1800" b="0" dirty="0" err="1"/>
              <a:t>analyst</a:t>
            </a:r>
            <a:r>
              <a:rPr lang="fr-FR" sz="1800" b="0" dirty="0"/>
              <a:t> en manipulant la base de données Mongo avec du script python.</a:t>
            </a:r>
            <a:endParaRPr dirty="0"/>
          </a:p>
          <a:p>
            <a:pPr marL="342900" indent="-342900">
              <a:spcBef>
                <a:spcPts val="960"/>
              </a:spcBef>
              <a:buFont typeface="Arial"/>
              <a:buChar char="•"/>
            </a:pPr>
            <a:r>
              <a:rPr lang="fr-FR" sz="1800" b="0" dirty="0"/>
              <a:t>Installez </a:t>
            </a:r>
            <a:r>
              <a:rPr lang="fr-FR" sz="1800" b="0" dirty="0" err="1"/>
              <a:t>Jupyter</a:t>
            </a:r>
            <a:r>
              <a:rPr lang="fr-FR" sz="1800" b="0" dirty="0"/>
              <a:t> et anaconda.</a:t>
            </a:r>
            <a:endParaRPr dirty="0"/>
          </a:p>
          <a:p>
            <a:pPr marL="342900" lvl="0" indent="-342900" algn="l" rtl="0">
              <a:spcBef>
                <a:spcPts val="960"/>
              </a:spcBef>
              <a:spcAft>
                <a:spcPts val="0"/>
              </a:spcAft>
              <a:buClr>
                <a:schemeClr val="dk1"/>
              </a:buClr>
              <a:buSzPts val="1800"/>
              <a:buFont typeface="Arial"/>
              <a:buChar char="•"/>
            </a:pPr>
            <a:r>
              <a:rPr lang="fr-FR" sz="1800" b="0" dirty="0"/>
              <a:t>Lancez </a:t>
            </a:r>
            <a:r>
              <a:rPr lang="fr-FR" sz="1800" b="0" dirty="0" err="1"/>
              <a:t>Jupyter</a:t>
            </a:r>
            <a:r>
              <a:rPr lang="fr-FR" sz="1800" b="0" dirty="0"/>
              <a:t> puis créez un nouveau notebook python.</a:t>
            </a:r>
            <a:endParaRPr dirty="0"/>
          </a:p>
          <a:p>
            <a:pPr marL="800100" lvl="1" indent="-342900" algn="l" rtl="0">
              <a:spcBef>
                <a:spcPts val="960"/>
              </a:spcBef>
              <a:spcAft>
                <a:spcPts val="0"/>
              </a:spcAft>
              <a:buSzPts val="1800"/>
              <a:buChar char="•"/>
            </a:pPr>
            <a:r>
              <a:rPr lang="fr-FR" sz="1800" b="0" dirty="0"/>
              <a:t>Connectez vous à votre base de données mongo</a:t>
            </a:r>
            <a:endParaRPr dirty="0"/>
          </a:p>
          <a:p>
            <a:pPr marL="800100" lvl="1" indent="-342900" algn="l" rtl="0">
              <a:spcBef>
                <a:spcPts val="360"/>
              </a:spcBef>
              <a:spcAft>
                <a:spcPts val="0"/>
              </a:spcAft>
              <a:buSzPts val="1800"/>
              <a:buChar char="•"/>
            </a:pPr>
            <a:r>
              <a:rPr lang="fr-FR" sz="1800" dirty="0"/>
              <a:t>Connectez vous à la base de données "</a:t>
            </a:r>
            <a:r>
              <a:rPr lang="fr-FR" sz="1800" dirty="0" err="1"/>
              <a:t>cinema</a:t>
            </a:r>
            <a:r>
              <a:rPr lang="fr-FR" sz="1800" dirty="0"/>
              <a:t>"</a:t>
            </a:r>
            <a:endParaRPr dirty="0"/>
          </a:p>
          <a:p>
            <a:pPr marL="800100" lvl="1" indent="-342900" algn="l" rtl="0">
              <a:spcBef>
                <a:spcPts val="360"/>
              </a:spcBef>
              <a:spcAft>
                <a:spcPts val="0"/>
              </a:spcAft>
              <a:buSzPts val="1800"/>
              <a:buChar char="•"/>
            </a:pPr>
            <a:r>
              <a:rPr lang="fr-FR" sz="1800" b="0" dirty="0"/>
              <a:t>Insérez dans la collection "</a:t>
            </a:r>
            <a:r>
              <a:rPr lang="fr-FR" sz="1800" b="0" dirty="0" err="1"/>
              <a:t>movies</a:t>
            </a:r>
            <a:r>
              <a:rPr lang="fr-FR" sz="1800" b="0" dirty="0"/>
              <a:t>" un film de votre choix.</a:t>
            </a:r>
            <a:endParaRPr dirty="0"/>
          </a:p>
          <a:p>
            <a:pPr marL="800100" lvl="1" indent="-342900" algn="l" rtl="0">
              <a:spcBef>
                <a:spcPts val="360"/>
              </a:spcBef>
              <a:spcAft>
                <a:spcPts val="0"/>
              </a:spcAft>
              <a:buSzPts val="1800"/>
              <a:buChar char="•"/>
            </a:pPr>
            <a:r>
              <a:rPr lang="fr-FR" sz="1800" dirty="0"/>
              <a:t>Vérifiez que le film est bien inséré dans la collection</a:t>
            </a:r>
            <a:endParaRPr dirty="0"/>
          </a:p>
          <a:p>
            <a:pPr marL="800100" lvl="1" indent="-342900" algn="l" rtl="0">
              <a:spcBef>
                <a:spcPts val="360"/>
              </a:spcBef>
              <a:spcAft>
                <a:spcPts val="0"/>
              </a:spcAft>
              <a:buSzPts val="1800"/>
              <a:buChar char="•"/>
            </a:pPr>
            <a:r>
              <a:rPr lang="fr-FR" sz="1800" dirty="0"/>
              <a:t>Affichez tous les films qui ont une date de sortie après l'an 2000.</a:t>
            </a:r>
            <a:endParaRPr dirty="0"/>
          </a:p>
          <a:p>
            <a:pPr marL="800100" lvl="1">
              <a:spcBef>
                <a:spcPts val="360"/>
              </a:spcBef>
            </a:pPr>
            <a:r>
              <a:rPr lang="fr-FR" sz="1800" dirty="0"/>
              <a:t>Combien y a-t-il de films ? </a:t>
            </a:r>
            <a:endParaRPr/>
          </a:p>
          <a:p>
            <a:pPr marL="800100" lvl="1" indent="-342900" algn="l" rtl="0">
              <a:spcBef>
                <a:spcPts val="360"/>
              </a:spcBef>
              <a:spcAft>
                <a:spcPts val="0"/>
              </a:spcAft>
              <a:buSzPts val="1800"/>
              <a:buChar char="•"/>
            </a:pPr>
            <a:r>
              <a:rPr lang="fr-FR" sz="1800" dirty="0"/>
              <a:t>Faites un UPDATE de votre film pour en changer la date de sortie.</a:t>
            </a:r>
            <a:endParaRPr dirty="0"/>
          </a:p>
          <a:p>
            <a:pPr marL="800100" lvl="1" indent="-342900" algn="l" rtl="0">
              <a:spcBef>
                <a:spcPts val="360"/>
              </a:spcBef>
              <a:spcAft>
                <a:spcPts val="0"/>
              </a:spcAft>
              <a:buSzPts val="1800"/>
              <a:buChar char="•"/>
            </a:pPr>
            <a:r>
              <a:rPr lang="fr-FR" sz="1800" dirty="0"/>
              <a:t>Rejouez la requête qui permet d'afficher tous les films dont la date de sortie est après l'an 2000 pour vérifier que l'update a fonctionné.</a:t>
            </a:r>
            <a:endParaRPr dirty="0"/>
          </a:p>
          <a:p>
            <a:pPr marL="800100" lvl="1" indent="-342900" algn="l" rtl="0">
              <a:spcBef>
                <a:spcPts val="360"/>
              </a:spcBef>
              <a:spcAft>
                <a:spcPts val="0"/>
              </a:spcAft>
              <a:buSzPts val="1800"/>
              <a:buChar char="•"/>
            </a:pPr>
            <a:r>
              <a:rPr lang="fr-FR" sz="1800" dirty="0"/>
              <a:t>Enfin, supprimez de la collection "</a:t>
            </a:r>
            <a:r>
              <a:rPr lang="fr-FR" sz="1800" dirty="0" err="1"/>
              <a:t>movies</a:t>
            </a:r>
            <a:r>
              <a:rPr lang="fr-FR" sz="1800" dirty="0"/>
              <a:t>" le film que vous avez ajouté en début d'exercice.</a:t>
            </a:r>
            <a:endParaRPr dirty="0"/>
          </a:p>
          <a:p>
            <a:pPr marL="800100" lvl="1" indent="-228600" algn="l" rtl="0">
              <a:spcBef>
                <a:spcPts val="360"/>
              </a:spcBef>
              <a:spcAft>
                <a:spcPts val="0"/>
              </a:spcAft>
              <a:buSzPts val="1800"/>
              <a:buNone/>
            </a:pPr>
            <a:endParaRPr sz="1800"/>
          </a:p>
          <a:p>
            <a:pPr marL="800100" lvl="1" indent="-228600" algn="l" rtl="0">
              <a:spcBef>
                <a:spcPts val="360"/>
              </a:spcBef>
              <a:spcAft>
                <a:spcPts val="0"/>
              </a:spcAft>
              <a:buSzPts val="1800"/>
              <a:buNone/>
            </a:pPr>
            <a:endParaRPr sz="1800" b="0"/>
          </a:p>
          <a:p>
            <a:pPr marL="800100" lvl="1" indent="-228600" algn="l" rtl="0">
              <a:spcBef>
                <a:spcPts val="360"/>
              </a:spcBef>
              <a:spcAft>
                <a:spcPts val="0"/>
              </a:spcAft>
              <a:buSzPts val="1800"/>
              <a:buNone/>
            </a:pPr>
            <a:endParaRPr sz="1800" b="0"/>
          </a:p>
          <a:p>
            <a:pPr marL="0" lvl="0" indent="0" algn="l" rtl="0">
              <a:spcBef>
                <a:spcPts val="360"/>
              </a:spcBef>
              <a:spcAft>
                <a:spcPts val="0"/>
              </a:spcAft>
              <a:buClr>
                <a:schemeClr val="dk1"/>
              </a:buClr>
              <a:buSzPts val="1800"/>
              <a:buNone/>
            </a:pPr>
            <a:endParaRPr sz="1800" b="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327"/>
        <p:cNvGrpSpPr/>
        <p:nvPr/>
      </p:nvGrpSpPr>
      <p:grpSpPr>
        <a:xfrm>
          <a:off x="0" y="0"/>
          <a:ext cx="0" cy="0"/>
          <a:chOff x="0" y="0"/>
          <a:chExt cx="0" cy="0"/>
        </a:xfrm>
      </p:grpSpPr>
      <p:sp>
        <p:nvSpPr>
          <p:cNvPr id="1328" name="Google Shape;1328;p181"/>
          <p:cNvSpPr txBox="1">
            <a:spLocks noGrp="1"/>
          </p:cNvSpPr>
          <p:nvPr>
            <p:ph type="title"/>
          </p:nvPr>
        </p:nvSpPr>
        <p:spPr>
          <a:xfrm>
            <a:off x="467544" y="423691"/>
            <a:ext cx="7643192" cy="615598"/>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accent5"/>
              </a:buClr>
              <a:buSzPct val="100000"/>
              <a:buFont typeface="Arial Black"/>
              <a:buNone/>
            </a:pPr>
            <a:r>
              <a:rPr lang="fr-FR" dirty="0">
                <a:solidFill>
                  <a:srgbClr val="7030A0"/>
                </a:solidFill>
              </a:rPr>
              <a:t>EXERCICE: </a:t>
            </a:r>
            <a:r>
              <a:rPr lang="fr-FR" dirty="0">
                <a:solidFill>
                  <a:schemeClr val="dk1"/>
                </a:solidFill>
              </a:rPr>
              <a:t>MANIPULER MONGO AVEC JAVASCRIPT</a:t>
            </a:r>
            <a:endParaRPr dirty="0">
              <a:solidFill>
                <a:schemeClr val="dk1"/>
              </a:solidFill>
            </a:endParaRPr>
          </a:p>
        </p:txBody>
      </p:sp>
      <p:sp>
        <p:nvSpPr>
          <p:cNvPr id="1329" name="Google Shape;1329;p181"/>
          <p:cNvSpPr txBox="1">
            <a:spLocks noGrp="1"/>
          </p:cNvSpPr>
          <p:nvPr>
            <p:ph type="body" idx="1"/>
          </p:nvPr>
        </p:nvSpPr>
        <p:spPr>
          <a:xfrm>
            <a:off x="467544" y="1124744"/>
            <a:ext cx="7931224" cy="2789387"/>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000"/>
              <a:buFont typeface="Arial"/>
              <a:buChar char="•"/>
            </a:pPr>
            <a:r>
              <a:rPr lang="fr-FR" dirty="0"/>
              <a:t>Durée : 30min</a:t>
            </a:r>
            <a:endParaRPr dirty="0"/>
          </a:p>
          <a:p>
            <a:pPr marL="342900" lvl="0" indent="-215900" algn="l" rtl="0">
              <a:spcBef>
                <a:spcPts val="1000"/>
              </a:spcBef>
              <a:spcAft>
                <a:spcPts val="0"/>
              </a:spcAft>
              <a:buClr>
                <a:schemeClr val="dk1"/>
              </a:buClr>
              <a:buSzPts val="2000"/>
              <a:buFont typeface="Arial"/>
              <a:buNone/>
            </a:pPr>
            <a:endParaRPr/>
          </a:p>
          <a:p>
            <a:pPr marL="0" indent="0">
              <a:spcBef>
                <a:spcPts val="1000"/>
              </a:spcBef>
              <a:buSzPts val="2000"/>
            </a:pPr>
            <a:r>
              <a:rPr lang="fr-FR" b="0" dirty="0"/>
              <a:t>Vous voulez vous créer un jeu de données de façon automatisée. </a:t>
            </a:r>
            <a:endParaRPr/>
          </a:p>
          <a:p>
            <a:pPr marL="800100" lvl="1">
              <a:spcBef>
                <a:spcPts val="1000"/>
              </a:spcBef>
              <a:buSzPts val="2000"/>
            </a:pPr>
            <a:r>
              <a:rPr lang="fr-FR" dirty="0"/>
              <a:t>Créer une collection appelée dans laquelle vous insérerez des documents qui ressemble à ce modèle :</a:t>
            </a:r>
          </a:p>
          <a:p>
            <a:pPr marL="457200" lvl="1" indent="0">
              <a:spcBef>
                <a:spcPts val="1000"/>
              </a:spcBef>
              <a:buSzPts val="2000"/>
              <a:buNone/>
            </a:pPr>
            <a:r>
              <a:rPr lang="fr-FR" sz="1100" dirty="0">
                <a:solidFill>
                  <a:srgbClr val="000000"/>
                </a:solidFill>
                <a:latin typeface="Consolas"/>
              </a:rPr>
              <a:t>{</a:t>
            </a:r>
          </a:p>
          <a:p>
            <a:pPr marL="457200" lvl="1" indent="0">
              <a:spcBef>
                <a:spcPts val="1000"/>
              </a:spcBef>
              <a:buSzPts val="2000"/>
              <a:buNone/>
            </a:pPr>
            <a:r>
              <a:rPr lang="fr-FR" sz="1100" dirty="0">
                <a:solidFill>
                  <a:srgbClr val="000000"/>
                </a:solidFill>
                <a:latin typeface="Consolas"/>
              </a:rPr>
              <a:t> "id": </a:t>
            </a:r>
            <a:r>
              <a:rPr lang="fr-FR" sz="1100" err="1">
                <a:solidFill>
                  <a:srgbClr val="000000"/>
                </a:solidFill>
                <a:latin typeface="Consolas"/>
              </a:rPr>
              <a:t>ObjectId</a:t>
            </a:r>
            <a:r>
              <a:rPr lang="fr-FR" sz="1100" dirty="0">
                <a:solidFill>
                  <a:srgbClr val="000000"/>
                </a:solidFill>
                <a:latin typeface="Consolas"/>
              </a:rPr>
              <a:t>("</a:t>
            </a:r>
            <a:r>
              <a:rPr lang="fr-FR" sz="1100" err="1">
                <a:solidFill>
                  <a:srgbClr val="000000"/>
                </a:solidFill>
                <a:latin typeface="Consolas"/>
              </a:rPr>
              <a:t>xxxxxx</a:t>
            </a:r>
            <a:r>
              <a:rPr lang="fr-FR" sz="1100" dirty="0">
                <a:solidFill>
                  <a:srgbClr val="000000"/>
                </a:solidFill>
                <a:latin typeface="Consolas"/>
              </a:rPr>
              <a:t>"),</a:t>
            </a:r>
            <a:endParaRPr lang="fr-FR" sz="1100" dirty="0">
              <a:latin typeface="Consolas"/>
            </a:endParaRPr>
          </a:p>
          <a:p>
            <a:pPr marL="457200" lvl="1" indent="0">
              <a:spcBef>
                <a:spcPts val="1000"/>
              </a:spcBef>
              <a:buSzPts val="2000"/>
              <a:buNone/>
            </a:pPr>
            <a:r>
              <a:rPr lang="fr-FR" sz="1100" dirty="0">
                <a:solidFill>
                  <a:srgbClr val="000000"/>
                </a:solidFill>
                <a:latin typeface="Consolas"/>
              </a:rPr>
              <a:t>"</a:t>
            </a:r>
            <a:r>
              <a:rPr lang="fr-FR" sz="1100" err="1">
                <a:solidFill>
                  <a:srgbClr val="000000"/>
                </a:solidFill>
                <a:latin typeface="Consolas"/>
              </a:rPr>
              <a:t>first_name</a:t>
            </a:r>
            <a:r>
              <a:rPr lang="fr-FR" sz="1100" dirty="0">
                <a:solidFill>
                  <a:srgbClr val="000000"/>
                </a:solidFill>
                <a:latin typeface="Consolas"/>
              </a:rPr>
              <a:t>": "Lucretia", </a:t>
            </a:r>
          </a:p>
          <a:p>
            <a:pPr marL="457200" lvl="1" indent="0">
              <a:spcBef>
                <a:spcPts val="1000"/>
              </a:spcBef>
              <a:buSzPts val="2000"/>
              <a:buNone/>
            </a:pPr>
            <a:r>
              <a:rPr lang="fr-FR" sz="1100" dirty="0">
                <a:solidFill>
                  <a:srgbClr val="000000"/>
                </a:solidFill>
                <a:latin typeface="Consolas"/>
              </a:rPr>
              <a:t>"</a:t>
            </a:r>
            <a:r>
              <a:rPr lang="fr-FR" sz="1100" err="1">
                <a:solidFill>
                  <a:srgbClr val="000000"/>
                </a:solidFill>
                <a:latin typeface="Consolas"/>
              </a:rPr>
              <a:t>last_name</a:t>
            </a:r>
            <a:r>
              <a:rPr lang="fr-FR" sz="1100" dirty="0">
                <a:solidFill>
                  <a:srgbClr val="000000"/>
                </a:solidFill>
                <a:latin typeface="Consolas"/>
              </a:rPr>
              <a:t>": "Booth", </a:t>
            </a:r>
          </a:p>
          <a:p>
            <a:pPr marL="457200" lvl="1" indent="0">
              <a:spcBef>
                <a:spcPts val="1000"/>
              </a:spcBef>
              <a:buSzPts val="2000"/>
              <a:buNone/>
            </a:pPr>
            <a:r>
              <a:rPr lang="fr-FR" sz="1100" dirty="0">
                <a:solidFill>
                  <a:srgbClr val="000000"/>
                </a:solidFill>
                <a:latin typeface="Consolas"/>
              </a:rPr>
              <a:t>"</a:t>
            </a:r>
            <a:r>
              <a:rPr lang="fr-FR" sz="1100" err="1">
                <a:solidFill>
                  <a:srgbClr val="000000"/>
                </a:solidFill>
                <a:latin typeface="Consolas"/>
              </a:rPr>
              <a:t>insert_date</a:t>
            </a:r>
            <a:r>
              <a:rPr lang="fr-FR" sz="1100" dirty="0">
                <a:solidFill>
                  <a:srgbClr val="000000"/>
                </a:solidFill>
                <a:latin typeface="Consolas"/>
              </a:rPr>
              <a:t>": "2024-02-08T18:48:19Z", </a:t>
            </a:r>
          </a:p>
          <a:p>
            <a:pPr marL="457200" lvl="1" indent="0">
              <a:spcBef>
                <a:spcPts val="1000"/>
              </a:spcBef>
              <a:buSzPts val="2000"/>
              <a:buNone/>
            </a:pPr>
            <a:r>
              <a:rPr lang="fr-FR" sz="1100" dirty="0">
                <a:solidFill>
                  <a:srgbClr val="000000"/>
                </a:solidFill>
                <a:latin typeface="Consolas"/>
              </a:rPr>
              <a:t>"</a:t>
            </a:r>
            <a:r>
              <a:rPr lang="fr-FR" sz="1100" err="1">
                <a:solidFill>
                  <a:srgbClr val="000000"/>
                </a:solidFill>
                <a:latin typeface="Consolas"/>
              </a:rPr>
              <a:t>address</a:t>
            </a:r>
            <a:r>
              <a:rPr lang="fr-FR" sz="1100" dirty="0">
                <a:solidFill>
                  <a:srgbClr val="000000"/>
                </a:solidFill>
                <a:latin typeface="Consolas"/>
              </a:rPr>
              <a:t>": { </a:t>
            </a:r>
          </a:p>
          <a:p>
            <a:pPr marL="457200" lvl="1" indent="0">
              <a:spcBef>
                <a:spcPts val="1000"/>
              </a:spcBef>
              <a:buSzPts val="2000"/>
              <a:buNone/>
            </a:pPr>
            <a:r>
              <a:rPr lang="fr-FR" sz="1100" dirty="0">
                <a:solidFill>
                  <a:srgbClr val="000000"/>
                </a:solidFill>
                <a:latin typeface="Consolas"/>
              </a:rPr>
              <a:t>  "city": "Odintsovo", </a:t>
            </a:r>
          </a:p>
          <a:p>
            <a:pPr marL="457200" lvl="1" indent="0">
              <a:spcBef>
                <a:spcPts val="1000"/>
              </a:spcBef>
              <a:buSzPts val="2000"/>
              <a:buNone/>
            </a:pPr>
            <a:r>
              <a:rPr lang="fr-FR" sz="1100" dirty="0">
                <a:solidFill>
                  <a:srgbClr val="000000"/>
                </a:solidFill>
                <a:latin typeface="Consolas"/>
              </a:rPr>
              <a:t>  "</a:t>
            </a:r>
            <a:r>
              <a:rPr lang="fr-FR" sz="1100" dirty="0" err="1">
                <a:solidFill>
                  <a:srgbClr val="000000"/>
                </a:solidFill>
                <a:latin typeface="Consolas"/>
              </a:rPr>
              <a:t>street</a:t>
            </a:r>
            <a:r>
              <a:rPr lang="fr-FR" sz="1100" dirty="0">
                <a:solidFill>
                  <a:srgbClr val="000000"/>
                </a:solidFill>
                <a:latin typeface="Consolas"/>
              </a:rPr>
              <a:t>": "33993 </a:t>
            </a:r>
            <a:r>
              <a:rPr lang="fr-FR" sz="1100" dirty="0" err="1">
                <a:solidFill>
                  <a:srgbClr val="000000"/>
                </a:solidFill>
                <a:latin typeface="Consolas"/>
              </a:rPr>
              <a:t>Dahle</a:t>
            </a:r>
            <a:r>
              <a:rPr lang="fr-FR" sz="1100" dirty="0">
                <a:solidFill>
                  <a:srgbClr val="000000"/>
                </a:solidFill>
                <a:latin typeface="Consolas"/>
              </a:rPr>
              <a:t> Junction", </a:t>
            </a:r>
          </a:p>
          <a:p>
            <a:pPr marL="457200" lvl="1" indent="0">
              <a:spcBef>
                <a:spcPts val="1000"/>
              </a:spcBef>
              <a:buSzPts val="2000"/>
              <a:buNone/>
            </a:pPr>
            <a:r>
              <a:rPr lang="fr-FR" sz="1100" dirty="0">
                <a:solidFill>
                  <a:srgbClr val="000000"/>
                </a:solidFill>
                <a:latin typeface="Consolas"/>
              </a:rPr>
              <a:t>  "</a:t>
            </a:r>
            <a:r>
              <a:rPr lang="fr-FR" sz="1100" dirty="0" err="1">
                <a:solidFill>
                  <a:srgbClr val="000000"/>
                </a:solidFill>
                <a:latin typeface="Consolas"/>
              </a:rPr>
              <a:t>postalcode</a:t>
            </a:r>
            <a:r>
              <a:rPr lang="fr-FR" sz="1100" dirty="0">
                <a:solidFill>
                  <a:srgbClr val="000000"/>
                </a:solidFill>
                <a:latin typeface="Consolas"/>
              </a:rPr>
              <a:t>": "143082" </a:t>
            </a:r>
          </a:p>
          <a:p>
            <a:pPr marL="457200" lvl="1" indent="0">
              <a:spcBef>
                <a:spcPts val="1000"/>
              </a:spcBef>
              <a:buSzPts val="2000"/>
              <a:buNone/>
            </a:pPr>
            <a:r>
              <a:rPr lang="fr-FR" sz="1100" dirty="0">
                <a:solidFill>
                  <a:srgbClr val="000000"/>
                </a:solidFill>
                <a:latin typeface="Consolas"/>
              </a:rPr>
              <a:t>           }</a:t>
            </a:r>
          </a:p>
          <a:p>
            <a:pPr marL="457200" lvl="1" indent="0">
              <a:spcBef>
                <a:spcPts val="1000"/>
              </a:spcBef>
              <a:buSzPts val="2000"/>
              <a:buNone/>
            </a:pPr>
            <a:r>
              <a:rPr lang="fr-FR" sz="1100" dirty="0">
                <a:latin typeface="Consolas"/>
              </a:rPr>
              <a:t>}</a:t>
            </a:r>
          </a:p>
          <a:p>
            <a:pPr marL="800100" lvl="1" indent="-342900" algn="l" rtl="0">
              <a:spcBef>
                <a:spcPts val="400"/>
              </a:spcBef>
              <a:spcAft>
                <a:spcPts val="0"/>
              </a:spcAft>
              <a:buSzPts val="2000"/>
              <a:buChar char="•"/>
            </a:pPr>
            <a:r>
              <a:rPr lang="fr-FR" dirty="0"/>
              <a:t>Pour vérifier l'insertion, affichez aléatoirement 10 résultats.</a:t>
            </a:r>
            <a:endParaRPr dirty="0"/>
          </a:p>
          <a:p>
            <a:pPr marL="800100" lvl="1" indent="-215900" algn="l" rtl="0">
              <a:spcBef>
                <a:spcPts val="400"/>
              </a:spcBef>
              <a:spcAft>
                <a:spcPts val="0"/>
              </a:spcAft>
              <a:buSzPts val="2000"/>
              <a:buNone/>
            </a:pPr>
            <a:endParaRPr b="0"/>
          </a:p>
          <a:p>
            <a:pPr marL="800100" lvl="1" indent="-215900" algn="l" rtl="0">
              <a:spcBef>
                <a:spcPts val="400"/>
              </a:spcBef>
              <a:spcAft>
                <a:spcPts val="0"/>
              </a:spcAft>
              <a:buSzPts val="2000"/>
              <a:buNone/>
            </a:pPr>
            <a:endParaRPr b="0"/>
          </a:p>
          <a:p>
            <a:pPr marL="0" lvl="0" indent="0" algn="l" rtl="0">
              <a:spcBef>
                <a:spcPts val="400"/>
              </a:spcBef>
              <a:spcAft>
                <a:spcPts val="0"/>
              </a:spcAft>
              <a:buClr>
                <a:schemeClr val="dk1"/>
              </a:buClr>
              <a:buSzPts val="2000"/>
              <a:buNone/>
            </a:pPr>
            <a:endParaRPr b="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8"/>
          <p:cNvSpPr txBox="1">
            <a:spLocks noGrp="1"/>
          </p:cNvSpPr>
          <p:nvPr>
            <p:ph type="title"/>
          </p:nvPr>
        </p:nvSpPr>
        <p:spPr>
          <a:xfrm>
            <a:off x="33867" y="5090"/>
            <a:ext cx="8796865" cy="615600"/>
          </a:xfrm>
          <a:prstGeom prst="rect">
            <a:avLst/>
          </a:prstGeom>
          <a:noFill/>
          <a:ln>
            <a:noFill/>
          </a:ln>
        </p:spPr>
        <p:txBody>
          <a:bodyPr spcFirstLastPara="1" wrap="square" lIns="91425" tIns="45700" rIns="91425" bIns="45700" anchor="b" anchorCtr="0">
            <a:normAutofit fontScale="90000"/>
          </a:bodyPr>
          <a:lstStyle/>
          <a:p>
            <a:pPr>
              <a:buClr>
                <a:schemeClr val="accent5"/>
              </a:buClr>
              <a:buSzPct val="100000"/>
            </a:pPr>
            <a:r>
              <a:rPr lang="fr-FR" dirty="0">
                <a:solidFill>
                  <a:srgbClr val="7030A0"/>
                </a:solidFill>
              </a:rPr>
              <a:t>VOUS VOULEZ EN SAVOIR PLUS ?</a:t>
            </a:r>
          </a:p>
        </p:txBody>
      </p:sp>
      <p:sp>
        <p:nvSpPr>
          <p:cNvPr id="146" name="Google Shape;146;p8"/>
          <p:cNvSpPr txBox="1">
            <a:spLocks noGrp="1"/>
          </p:cNvSpPr>
          <p:nvPr>
            <p:ph type="body" idx="1"/>
          </p:nvPr>
        </p:nvSpPr>
        <p:spPr>
          <a:xfrm>
            <a:off x="448733" y="711621"/>
            <a:ext cx="8363400" cy="6029700"/>
          </a:xfrm>
          <a:prstGeom prst="rect">
            <a:avLst/>
          </a:prstGeom>
          <a:noFill/>
          <a:ln>
            <a:noFill/>
          </a:ln>
        </p:spPr>
        <p:txBody>
          <a:bodyPr spcFirstLastPara="1" wrap="square" lIns="91425" tIns="45700" rIns="91425" bIns="45700" anchor="t" anchorCtr="0">
            <a:normAutofit/>
          </a:bodyPr>
          <a:lstStyle/>
          <a:p>
            <a:pPr marL="0" indent="0">
              <a:spcBef>
                <a:spcPts val="0"/>
              </a:spcBef>
              <a:buSzPts val="2000"/>
            </a:pPr>
            <a:endParaRPr lang="fr-FR"/>
          </a:p>
          <a:p>
            <a:pPr marL="0" indent="0">
              <a:spcBef>
                <a:spcPts val="0"/>
              </a:spcBef>
              <a:buSzPts val="2000"/>
            </a:pPr>
            <a:endParaRPr lang="fr-FR" dirty="0"/>
          </a:p>
          <a:p>
            <a:pPr marL="0" indent="0">
              <a:spcBef>
                <a:spcPts val="0"/>
              </a:spcBef>
            </a:pPr>
            <a:r>
              <a:rPr lang="fr-FR" sz="2800" dirty="0"/>
              <a:t>Intéressez-vous aux ressources disponibles sur le site officiel MongoDB.</a:t>
            </a:r>
          </a:p>
          <a:p>
            <a:pPr marL="0" indent="0">
              <a:spcBef>
                <a:spcPts val="0"/>
              </a:spcBef>
            </a:pPr>
            <a:endParaRPr lang="fr-FR" sz="2800" dirty="0"/>
          </a:p>
          <a:p>
            <a:pPr marL="0" indent="0">
              <a:spcBef>
                <a:spcPts val="0"/>
              </a:spcBef>
            </a:pPr>
            <a:r>
              <a:rPr lang="fr-FR" b="0" dirty="0"/>
              <a:t>MongoDB propose une plateforme "MongoDB </a:t>
            </a:r>
            <a:r>
              <a:rPr lang="fr-FR" b="0" dirty="0" err="1"/>
              <a:t>University</a:t>
            </a:r>
            <a:r>
              <a:rPr lang="fr-FR" b="0" dirty="0"/>
              <a:t>" qui permet de manipuler MongoDB et d'apprendre l'essentiel.</a:t>
            </a:r>
            <a:endParaRPr lang="fr-FR" dirty="0"/>
          </a:p>
          <a:p>
            <a:pPr marL="0" indent="0">
              <a:spcBef>
                <a:spcPts val="0"/>
              </a:spcBef>
            </a:pPr>
            <a:endParaRPr lang="fr-FR" sz="2800" dirty="0"/>
          </a:p>
          <a:p>
            <a:pPr marL="0" indent="0">
              <a:spcBef>
                <a:spcPts val="0"/>
              </a:spcBef>
            </a:pPr>
            <a:endParaRPr lang="fr-FR" sz="2800" dirty="0"/>
          </a:p>
          <a:p>
            <a:pPr marL="0" indent="0">
              <a:spcBef>
                <a:spcPts val="0"/>
              </a:spcBef>
              <a:buSzPts val="2000"/>
            </a:pPr>
            <a:endParaRPr lang="fr-FR" sz="2800"/>
          </a:p>
          <a:p>
            <a:pPr marL="0" indent="0">
              <a:spcBef>
                <a:spcPts val="0"/>
              </a:spcBef>
              <a:buSzPts val="2000"/>
            </a:pPr>
            <a:endParaRPr lang="fr-FR" sz="2800"/>
          </a:p>
          <a:p>
            <a:pPr marL="0" indent="0">
              <a:spcBef>
                <a:spcPts val="0"/>
              </a:spcBef>
              <a:buSzPts val="2000"/>
            </a:pPr>
            <a:endParaRPr lang="fr-FR" sz="2800"/>
          </a:p>
        </p:txBody>
      </p:sp>
      <p:pic>
        <p:nvPicPr>
          <p:cNvPr id="3" name="Google Shape;108;p2">
            <a:extLst>
              <a:ext uri="{FF2B5EF4-FFF2-40B4-BE49-F238E27FC236}">
                <a16:creationId xmlns:a16="http://schemas.microsoft.com/office/drawing/2014/main" id="{EA56CF32-3BD4-1240-A29E-9A932B7B87CC}"/>
              </a:ext>
            </a:extLst>
          </p:cNvPr>
          <p:cNvPicPr preferRelativeResize="0"/>
          <p:nvPr/>
        </p:nvPicPr>
        <p:blipFill>
          <a:blip r:embed="rId3">
            <a:alphaModFix/>
          </a:blip>
          <a:stretch>
            <a:fillRect/>
          </a:stretch>
        </p:blipFill>
        <p:spPr>
          <a:xfrm>
            <a:off x="4670250" y="4149000"/>
            <a:ext cx="4294250" cy="2655225"/>
          </a:xfrm>
          <a:prstGeom prst="rect">
            <a:avLst/>
          </a:prstGeom>
          <a:noFill/>
          <a:ln>
            <a:noFill/>
          </a:ln>
        </p:spPr>
      </p:pic>
    </p:spTree>
    <p:extLst>
      <p:ext uri="{BB962C8B-B14F-4D97-AF65-F5344CB8AC3E}">
        <p14:creationId xmlns:p14="http://schemas.microsoft.com/office/powerpoint/2010/main" val="28880049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8"/>
        <p:cNvGrpSpPr/>
        <p:nvPr/>
      </p:nvGrpSpPr>
      <p:grpSpPr>
        <a:xfrm>
          <a:off x="0" y="0"/>
          <a:ext cx="0" cy="0"/>
          <a:chOff x="0" y="0"/>
          <a:chExt cx="0" cy="0"/>
        </a:xfrm>
      </p:grpSpPr>
      <p:sp>
        <p:nvSpPr>
          <p:cNvPr id="99" name="Google Shape;99;p1"/>
          <p:cNvSpPr txBox="1">
            <a:spLocks noGrp="1"/>
          </p:cNvSpPr>
          <p:nvPr>
            <p:ph type="ctrTitle"/>
          </p:nvPr>
        </p:nvSpPr>
        <p:spPr>
          <a:xfrm>
            <a:off x="-1301" y="228600"/>
            <a:ext cx="9030365" cy="4571999"/>
          </a:xfrm>
          <a:prstGeom prst="rect">
            <a:avLst/>
          </a:prstGeom>
          <a:noFill/>
          <a:ln>
            <a:noFill/>
          </a:ln>
        </p:spPr>
        <p:txBody>
          <a:bodyPr spcFirstLastPara="1" wrap="square" lIns="91425" tIns="45700" rIns="91425" bIns="45700" anchor="ctr" anchorCtr="0">
            <a:noAutofit/>
          </a:bodyPr>
          <a:lstStyle/>
          <a:p>
            <a:pPr algn="ctr"/>
            <a:r>
              <a:rPr lang="fr-FR" sz="6600" dirty="0"/>
              <a:t>FIN DU MODULE</a:t>
            </a:r>
            <a:endParaRPr lang="fr-FR" dirty="0"/>
          </a:p>
        </p:txBody>
      </p:sp>
      <p:sp>
        <p:nvSpPr>
          <p:cNvPr id="100" name="Google Shape;100;p1"/>
          <p:cNvSpPr txBox="1">
            <a:spLocks noGrp="1"/>
          </p:cNvSpPr>
          <p:nvPr>
            <p:ph type="subTitle" idx="1"/>
          </p:nvPr>
        </p:nvSpPr>
        <p:spPr>
          <a:xfrm>
            <a:off x="-2000" y="3198967"/>
            <a:ext cx="9147690" cy="914400"/>
          </a:xfrm>
          <a:prstGeom prst="rect">
            <a:avLst/>
          </a:prstGeom>
          <a:noFill/>
          <a:ln>
            <a:noFill/>
          </a:ln>
        </p:spPr>
        <p:txBody>
          <a:bodyPr spcFirstLastPara="1" wrap="square" lIns="91425" tIns="45700" rIns="91425" bIns="45700" anchor="t" anchorCtr="0">
            <a:noAutofit/>
          </a:bodyPr>
          <a:lstStyle/>
          <a:p>
            <a:pPr marL="0" indent="0" algn="ctr">
              <a:spcBef>
                <a:spcPts val="0"/>
              </a:spcBef>
            </a:pPr>
            <a:r>
              <a:rPr lang="fr-FR" sz="2400" dirty="0">
                <a:solidFill>
                  <a:srgbClr val="7030A0"/>
                </a:solidFill>
              </a:rPr>
              <a:t>BASES DE DONNÉES NOSQL : FONDAMENTAUX</a:t>
            </a:r>
            <a:endParaRPr lang="en-US" sz="2400" dirty="0">
              <a:solidFill>
                <a:srgbClr val="7030A0"/>
              </a:solidFill>
            </a:endParaRPr>
          </a:p>
          <a:p>
            <a:pPr marL="0" indent="0" algn="ctr">
              <a:spcBef>
                <a:spcPts val="0"/>
              </a:spcBef>
            </a:pPr>
            <a:endParaRPr lang="fr-FR" sz="2400" dirty="0">
              <a:solidFill>
                <a:srgbClr val="7030A0"/>
              </a:solidFill>
            </a:endParaRPr>
          </a:p>
        </p:txBody>
      </p:sp>
    </p:spTree>
    <p:extLst>
      <p:ext uri="{BB962C8B-B14F-4D97-AF65-F5344CB8AC3E}">
        <p14:creationId xmlns:p14="http://schemas.microsoft.com/office/powerpoint/2010/main" val="3913697785"/>
      </p:ext>
    </p:extLst>
  </p:cSld>
  <p:clrMapOvr>
    <a:masterClrMapping/>
  </p:clrMapOvr>
</p:sld>
</file>

<file path=ppt/theme/theme1.xml><?xml version="1.0" encoding="utf-8"?>
<a:theme xmlns:a="http://schemas.openxmlformats.org/drawingml/2006/main" name="Essentiel">
  <a:themeElements>
    <a:clrScheme name="Essentie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Affichage à l'écran (4:3)</PresentationFormat>
  <Slides>51</Slides>
  <Notes>51</Notes>
  <HiddenSlides>0</HiddenSlides>
  <ScaleCrop>false</ScaleCrop>
  <HeadingPairs>
    <vt:vector size="4" baseType="variant">
      <vt:variant>
        <vt:lpstr>Thème</vt:lpstr>
      </vt:variant>
      <vt:variant>
        <vt:i4>1</vt:i4>
      </vt:variant>
      <vt:variant>
        <vt:lpstr>Titres des diapositives</vt:lpstr>
      </vt:variant>
      <vt:variant>
        <vt:i4>51</vt:i4>
      </vt:variant>
    </vt:vector>
  </HeadingPairs>
  <TitlesOfParts>
    <vt:vector size="52" baseType="lpstr">
      <vt:lpstr>Essentiel</vt:lpstr>
      <vt:lpstr>MODULE 3NSQL</vt:lpstr>
      <vt:lpstr>QUELQUES RÉVISIONS POUR BIEN DÉMARRER LA JOURNÉE</vt:lpstr>
      <vt:lpstr>QUIZ NOTÉ</vt:lpstr>
      <vt:lpstr>PROGRAMME DE LA JOURNÉE</vt:lpstr>
      <vt:lpstr>JOUR 3</vt:lpstr>
      <vt:lpstr>MONGO DB</vt:lpstr>
      <vt:lpstr>MONGODB: LES AGRÉGATIONS</vt:lpstr>
      <vt:lpstr>EXERCICE - AGRÉGATIONS</vt:lpstr>
      <vt:lpstr>MONGO DB</vt:lpstr>
      <vt:lpstr>MONGODB : LES JOINTURES</vt:lpstr>
      <vt:lpstr>EXERCICE - JOINTURES</vt:lpstr>
      <vt:lpstr>MONGO DB</vt:lpstr>
      <vt:lpstr>MONGODB: UTILISATION D’IHM </vt:lpstr>
      <vt:lpstr>Présentation PowerPoint</vt:lpstr>
      <vt:lpstr>EXERCICE</vt:lpstr>
      <vt:lpstr>MONGO DB</vt:lpstr>
      <vt:lpstr>SAUVEGARDE VIA UN DUMP</vt:lpstr>
      <vt:lpstr>EXERCICE</vt:lpstr>
      <vt:lpstr>SAUVEGARDE VIA UN EXPORT</vt:lpstr>
      <vt:lpstr>EXERCICE : MONGOEXPORT</vt:lpstr>
      <vt:lpstr>RESTAURATION VIA UN EXPORT</vt:lpstr>
      <vt:lpstr>RESTAURATION VIA UN EXPORT</vt:lpstr>
      <vt:lpstr>EXERCICE : MONGOIMPORT</vt:lpstr>
      <vt:lpstr>RESTAURATION VIA UN RESTORE</vt:lpstr>
      <vt:lpstr>MONGO DB</vt:lpstr>
      <vt:lpstr>SÉCURITÉ SOUS MONGODB</vt:lpstr>
      <vt:lpstr>SÉCURITÉ SOUS MONGODB</vt:lpstr>
      <vt:lpstr>SÉCURITÉ SOUS MONGODB : AVEC AUTHENT</vt:lpstr>
      <vt:lpstr>SÉCURITÉ SOUS MONGODB : UTILISATEUR</vt:lpstr>
      <vt:lpstr>EXERCICE : CRÉER UN UTILISATEUR</vt:lpstr>
      <vt:lpstr>SÉCURITÉ SOUS MONGODB : RÔLES</vt:lpstr>
      <vt:lpstr>EXERCICE: RÔLES</vt:lpstr>
      <vt:lpstr>MONGO DB</vt:lpstr>
      <vt:lpstr>RÉPLICATION ET SHARDING</vt:lpstr>
      <vt:lpstr>MONGODB : REPLICAT SET</vt:lpstr>
      <vt:lpstr>MONGODB : REPLICAT SET</vt:lpstr>
      <vt:lpstr>MONGODB : REPLICAT SET</vt:lpstr>
      <vt:lpstr>MONGODB : REPLICAT SET</vt:lpstr>
      <vt:lpstr>MONGODB : REPLICAT SET</vt:lpstr>
      <vt:lpstr>MONGODB : REPLICAT SET,  EN CAS DE DÉFAILLANCE</vt:lpstr>
      <vt:lpstr>MONGODB : REPLICAT SET,  EN CAS DE DÉFAILLANCE</vt:lpstr>
      <vt:lpstr>EXERCICE: REPLICA SET</vt:lpstr>
      <vt:lpstr>MONGODB : LE SHARDING</vt:lpstr>
      <vt:lpstr>MONGODB : LE SHARDING ARCHITECTURE</vt:lpstr>
      <vt:lpstr>MONGODB : LE SHARDING ARCHITECTURE</vt:lpstr>
      <vt:lpstr>MONGO DB</vt:lpstr>
      <vt:lpstr>MONGODB : INTERROGER LES DONNÉES</vt:lpstr>
      <vt:lpstr>EXERCICE: MANIPULER MONGO AVEC PYTHON</vt:lpstr>
      <vt:lpstr>EXERCICE: MANIPULER MONGO AVEC JAVASCRIPT</vt:lpstr>
      <vt:lpstr>VOUS VOULEZ EN SAVOIR PLUS ?</vt:lpstr>
      <vt:lpstr>FIN DU MODULE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CONCEPTS FONDAMENTALS</dc:title>
  <dc:creator>Autréaux Stéphane</dc:creator>
  <cp:revision>334</cp:revision>
  <dcterms:created xsi:type="dcterms:W3CDTF">2020-09-21T12:12:09Z</dcterms:created>
  <dcterms:modified xsi:type="dcterms:W3CDTF">2024-02-14T10:52:17Z</dcterms:modified>
</cp:coreProperties>
</file>