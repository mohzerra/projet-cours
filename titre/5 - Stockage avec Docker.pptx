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sldIdLst>
    <p:sldId id="513" r:id="rId2"/>
    <p:sldId id="575" r:id="rId3"/>
    <p:sldId id="525" r:id="rId4"/>
    <p:sldId id="516" r:id="rId5"/>
    <p:sldId id="517" r:id="rId6"/>
    <p:sldId id="518" r:id="rId7"/>
    <p:sldId id="521" r:id="rId8"/>
    <p:sldId id="522" r:id="rId9"/>
    <p:sldId id="523" r:id="rId10"/>
    <p:sldId id="524" r:id="rId11"/>
    <p:sldId id="576" r:id="rId12"/>
    <p:sldId id="526" r:id="rId13"/>
    <p:sldId id="527" r:id="rId14"/>
    <p:sldId id="530" r:id="rId15"/>
    <p:sldId id="531" r:id="rId16"/>
    <p:sldId id="532" r:id="rId17"/>
    <p:sldId id="533" r:id="rId18"/>
    <p:sldId id="534" r:id="rId19"/>
    <p:sldId id="535" r:id="rId20"/>
    <p:sldId id="536" r:id="rId21"/>
    <p:sldId id="537" r:id="rId22"/>
    <p:sldId id="577" r:id="rId23"/>
    <p:sldId id="5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36407-22C5-E346-B52D-FB9AE81ED272}" type="datetimeFigureOut">
              <a:rPr lang="fr-FR" smtClean="0"/>
              <a:t>04/10/2023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A232A-6423-904C-95B9-C3D113E8B15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930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: Alexandre Gressier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A1237-63C0-2149-90AD-33FFCF7C857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2499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11D94-0717-E14D-B19C-F142F7DB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62BDA-0F08-504D-9BDA-A04B89E8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C21CC-1B92-B44B-AE72-CDCCB2D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5494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51D4-1867-8845-820C-C21D7BCE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989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28FD5-3D75-FF4B-8910-57BF5A2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D373C-AC4E-4749-AF27-1D4F5473F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B37BF-0D5B-EE4F-B5D2-4991975B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C8B85-AF4B-D347-9A59-97FD45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FD24F-150A-1443-9905-84B822D4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94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38437-A9AA-1649-93B3-41C10243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923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87D52-2FB1-1B49-AB3F-B878A6C6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5322B7-F0A2-534D-A6BC-4D36CFB7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41A8E-94B9-9948-9F7F-B59CE4A7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F5E04-45D9-0B41-A49B-C539BB240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5050A4-C507-9A4F-B6CE-71C0EC9B7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AFD617-5DC0-7146-8644-37FDEF3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6D3D1A-4433-FB46-BCB3-2FC07477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8BE2A0-7142-7944-9978-9CF0A02E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977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3AE92-F78E-674F-9897-3D26B7A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514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8038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C8412-37C8-4B46-9CE8-3469F18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335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54B13-E418-4E42-B170-1BC86021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967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DC94-6368-2D4E-8A75-930EFDF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E47BB-5DBD-034C-84DA-C86FA33B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7FE81-3F94-FB4B-AB88-842AE52D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1EDF4-8F0D-4644-BC7F-8EDA683F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779F0B-3D1B-234B-8E0E-0005BA6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072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D2D733-6537-F246-9DD6-47A2CFFE2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D1EB9-F8C4-6F42-9293-8EFB0A5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8BEE2-EC2A-B14D-8087-8A8A25C4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C088C9-8381-E84F-AEB6-0CE68238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FA170-D382-C048-933C-9BCF9266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931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0737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5 – Stockage avec Docker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3DOKR – Développement et livraison d’applications avec Docker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9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5"/>
            <a:ext cx="10515600" cy="16874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Introduction au stockage avec Docker </a:t>
            </a: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Volumes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21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 stockage avec Docker</a:t>
            </a:r>
          </a:p>
        </p:txBody>
      </p:sp>
    </p:spTree>
    <p:extLst>
      <p:ext uri="{BB962C8B-B14F-4D97-AF65-F5344CB8AC3E}">
        <p14:creationId xmlns:p14="http://schemas.microsoft.com/office/powerpoint/2010/main" val="295906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 stockage avec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Stockage par défaut dans un conteneur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fichiers créés dans un conteneur sont stockés sur une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couche modifiable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 conteneur, disparaissant lorsque le conteneur n’existe plus.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couche modifiable est étroitement liée à la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 hôte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rendant difficile le transfert des données.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L'écriture sur cette couche nécessite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pilote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stockage, générant plus de latence par rapport à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l’écriture directe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 le système de fichiers de l’hôte avec des volumes Docker.</a:t>
            </a:r>
          </a:p>
        </p:txBody>
      </p:sp>
    </p:spTree>
    <p:extLst>
      <p:ext uri="{BB962C8B-B14F-4D97-AF65-F5344CB8AC3E}">
        <p14:creationId xmlns:p14="http://schemas.microsoft.com/office/powerpoint/2010/main" val="71998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 stockage avec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Options pour stocker des fichiers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offre deux options pour stocker les fichiers de manière persistante sur la machine hôte : les 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volumes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les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bind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mounts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Autrement, les fichiers sont stockés dans la mémoire vive de la machine hôte. L’implémentation de ce mécanisme varie selon l’OS 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 Linux, un montage ﻿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tmpfs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est utilisé.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 Windows, c'est un ﻿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named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pipe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4825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 stockage avec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Opter pour le type de montage approprié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Indépendamment du type de montage choisi, les données apparaissent de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même manière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dans le conteneur : des fichiers et des dossiers dans le système de fichiers du conteneur.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choisir entre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volumes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bind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mounts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tmpfs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mounts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il faut se demander où les données sont présentes sur l'hôte Docker.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89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 stockage avec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Volumes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Ils sont stockés dans une zone du système de fichiers de l'hôte gérée par Docker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(/var/lib/docker/volumes/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 Linux).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processus autres que Docker ne sont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 censés modifier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cette partie du système de fichiers.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une majorité de cas, les volumes sont souvent le type de montage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plus approprié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1655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 stockage avec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Bind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mounts</a:t>
            </a:r>
            <a:endParaRPr kumimoji="0" lang="fr-FR" sz="2400" b="1" i="1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Ils peuvent être stockés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n'importe où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 le système hôte.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processus non-Docker sur l'hôte ou dans le conteneur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peuvent les modifier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à tout moment.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7791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 stockage avec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tmpfs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mounts</a:t>
            </a:r>
            <a:endParaRPr kumimoji="0" lang="fr-FR" sz="2400" b="1" i="1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Ils sont uniquement stockés dans la mémoire du système hôte et ne sont jamais écrits sur le système de fichiers.</a:t>
            </a:r>
          </a:p>
        </p:txBody>
      </p:sp>
    </p:spTree>
    <p:extLst>
      <p:ext uri="{BB962C8B-B14F-4D97-AF65-F5344CB8AC3E}">
        <p14:creationId xmlns:p14="http://schemas.microsoft.com/office/powerpoint/2010/main" val="853231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 stockage avec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Visualisation des types de montages</a:t>
            </a:r>
          </a:p>
        </p:txBody>
      </p:sp>
      <p:pic>
        <p:nvPicPr>
          <p:cNvPr id="1026" name="Picture 2" descr="Types of mounts and where they live on the Docker host">
            <a:extLst>
              <a:ext uri="{FF2B5EF4-FFF2-40B4-BE49-F238E27FC236}">
                <a16:creationId xmlns:a16="http://schemas.microsoft.com/office/drawing/2014/main" id="{7D187702-4430-4BF4-4078-6B6BF4F4A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650" y="2298039"/>
            <a:ext cx="63627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120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 stockage avec Docker</a:t>
            </a:r>
          </a:p>
        </p:txBody>
      </p:sp>
    </p:spTree>
    <p:extLst>
      <p:ext uri="{BB962C8B-B14F-4D97-AF65-F5344CB8AC3E}">
        <p14:creationId xmlns:p14="http://schemas.microsoft.com/office/powerpoint/2010/main" val="201048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Volumes</a:t>
            </a:r>
          </a:p>
        </p:txBody>
      </p:sp>
    </p:spTree>
    <p:extLst>
      <p:ext uri="{BB962C8B-B14F-4D97-AF65-F5344CB8AC3E}">
        <p14:creationId xmlns:p14="http://schemas.microsoft.com/office/powerpoint/2010/main" val="2673171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Volumes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Avantages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volumes sont plus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faciles à sauvegarder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à migrer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 les </a:t>
            </a:r>
            <a:r>
              <a:rPr kumimoji="0" lang="fr-FR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bind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mounts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Ils sont aussi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plus performants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est possible de gérer les volumes en utilisant les commandes Docker.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volumes fonctionnent sur Linux, macOS et Windows.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volumes peuvent être partagés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plus sûrement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entre plusieurs conteneurs.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pilotes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volume permettent de stocker des volumes sur des hôtes à distants (exemple : cloud, de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chiffrer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 contenu des volumes, ou d'ajouter d'autres fonctionnalités.</a:t>
            </a:r>
          </a:p>
        </p:txBody>
      </p:sp>
    </p:spTree>
    <p:extLst>
      <p:ext uri="{BB962C8B-B14F-4D97-AF65-F5344CB8AC3E}">
        <p14:creationId xmlns:p14="http://schemas.microsoft.com/office/powerpoint/2010/main" val="383870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Volumes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Créer un volume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volume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create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-vol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-vol</a:t>
            </a:r>
          </a:p>
        </p:txBody>
      </p:sp>
    </p:spTree>
    <p:extLst>
      <p:ext uri="{BB962C8B-B14F-4D97-AF65-F5344CB8AC3E}">
        <p14:creationId xmlns:p14="http://schemas.microsoft.com/office/powerpoint/2010/main" val="135587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Volumes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Lister les volumes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volume 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DRIVER    VOLUME NAME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local    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-vol</a:t>
            </a:r>
          </a:p>
        </p:txBody>
      </p:sp>
    </p:spTree>
    <p:extLst>
      <p:ext uri="{BB962C8B-B14F-4D97-AF65-F5344CB8AC3E}">
        <p14:creationId xmlns:p14="http://schemas.microsoft.com/office/powerpoint/2010/main" val="1305018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Volumes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Obtenir des informations sur un volume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volume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inspect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-vol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"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CreatedAt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": "2023-09-09T22:49:23Z",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"Driver": "local",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"Labels":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null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"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Mountpoint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": "/var/lib/docker/volumes/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-vol/_data",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"Name": "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-vol",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"Options":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null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"Scope": "local"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766518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Volumes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Supprimer un volume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volume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create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-vol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-vol</a:t>
            </a:r>
          </a:p>
        </p:txBody>
      </p:sp>
    </p:spTree>
    <p:extLst>
      <p:ext uri="{BB962C8B-B14F-4D97-AF65-F5344CB8AC3E}">
        <p14:creationId xmlns:p14="http://schemas.microsoft.com/office/powerpoint/2010/main" val="1686503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Volumes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Démarrer un conteneur avec un volume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 un conteneur est démarré avec un volume qui n'existe pas encore, Docker le crée automatiquement.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-d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--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name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devtest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--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mount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source=myvol2,target=/app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nginx:latest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549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Volumes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Démarrer un conteneur avec un volume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Syntaxe alternative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-d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--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name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devtest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-v myvol2:/app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nginx:latest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504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Volumes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Vérifier que volume est monté correctement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inspect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devtest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(...)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Mounts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": [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"Type": "volume",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"Name": "myvol2",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"Source": "/var/lib/docker/volumes/myvol2/_data",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"Destination": "/app",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"Driver": "local",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"Mode": "z",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"RW":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true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"Propagation": ""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(...)</a:t>
            </a:r>
          </a:p>
        </p:txBody>
      </p:sp>
    </p:spTree>
    <p:extLst>
      <p:ext uri="{BB962C8B-B14F-4D97-AF65-F5344CB8AC3E}">
        <p14:creationId xmlns:p14="http://schemas.microsoft.com/office/powerpoint/2010/main" val="3969323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Volumes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Supprimer le conteneur et le volume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convient de noter que ces opérations sont deux commandes différentes.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stop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devtest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rm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devtest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volume rm myvol2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416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Volumes</a:t>
            </a:r>
          </a:p>
        </p:txBody>
      </p:sp>
    </p:spTree>
    <p:extLst>
      <p:ext uri="{BB962C8B-B14F-4D97-AF65-F5344CB8AC3E}">
        <p14:creationId xmlns:p14="http://schemas.microsoft.com/office/powerpoint/2010/main" val="451718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0114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839</Words>
  <Application>Microsoft Macintosh PowerPoint</Application>
  <PresentationFormat>Widescreen</PresentationFormat>
  <Paragraphs>149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Thème Office</vt:lpstr>
      <vt:lpstr>5 – Stockage avec Docker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– Stockage avec Docker</dc:title>
  <dc:creator>Alexandre Gressier</dc:creator>
  <cp:lastModifiedBy>Alexandre Gressier</cp:lastModifiedBy>
  <cp:revision>1</cp:revision>
  <dcterms:created xsi:type="dcterms:W3CDTF">2023-10-04T06:51:41Z</dcterms:created>
  <dcterms:modified xsi:type="dcterms:W3CDTF">2023-10-04T06:52:09Z</dcterms:modified>
</cp:coreProperties>
</file>