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3"/>
  </p:notesMasterIdLst>
  <p:sldIdLst>
    <p:sldId id="298" r:id="rId2"/>
    <p:sldId id="301" r:id="rId3"/>
    <p:sldId id="300" r:id="rId4"/>
    <p:sldId id="299" r:id="rId5"/>
    <p:sldId id="292" r:id="rId6"/>
    <p:sldId id="349" r:id="rId7"/>
    <p:sldId id="284" r:id="rId8"/>
    <p:sldId id="302" r:id="rId9"/>
    <p:sldId id="303" r:id="rId10"/>
    <p:sldId id="304" r:id="rId11"/>
    <p:sldId id="306" r:id="rId12"/>
    <p:sldId id="308" r:id="rId13"/>
    <p:sldId id="282" r:id="rId14"/>
    <p:sldId id="442" r:id="rId15"/>
    <p:sldId id="441" r:id="rId16"/>
    <p:sldId id="309" r:id="rId17"/>
    <p:sldId id="310" r:id="rId18"/>
    <p:sldId id="311" r:id="rId19"/>
    <p:sldId id="443" r:id="rId20"/>
    <p:sldId id="312" r:id="rId21"/>
    <p:sldId id="315" r:id="rId22"/>
    <p:sldId id="317" r:id="rId23"/>
    <p:sldId id="318" r:id="rId24"/>
    <p:sldId id="320" r:id="rId25"/>
    <p:sldId id="321" r:id="rId26"/>
    <p:sldId id="322" r:id="rId27"/>
    <p:sldId id="324" r:id="rId28"/>
    <p:sldId id="326" r:id="rId29"/>
    <p:sldId id="328" r:id="rId30"/>
    <p:sldId id="329" r:id="rId31"/>
    <p:sldId id="331" r:id="rId32"/>
    <p:sldId id="333" r:id="rId33"/>
    <p:sldId id="335" r:id="rId34"/>
    <p:sldId id="337" r:id="rId35"/>
    <p:sldId id="338" r:id="rId36"/>
    <p:sldId id="341" r:id="rId37"/>
    <p:sldId id="343" r:id="rId38"/>
    <p:sldId id="345" r:id="rId39"/>
    <p:sldId id="347" r:id="rId40"/>
    <p:sldId id="439" r:id="rId41"/>
    <p:sldId id="352" r:id="rId42"/>
    <p:sldId id="355" r:id="rId43"/>
    <p:sldId id="357" r:id="rId44"/>
    <p:sldId id="360" r:id="rId45"/>
    <p:sldId id="361" r:id="rId46"/>
    <p:sldId id="362" r:id="rId47"/>
    <p:sldId id="364" r:id="rId48"/>
    <p:sldId id="366" r:id="rId49"/>
    <p:sldId id="368" r:id="rId50"/>
    <p:sldId id="370" r:id="rId51"/>
    <p:sldId id="257" r:id="rId52"/>
  </p:sldIdLst>
  <p:sldSz cx="9144000" cy="6858000" type="screen4x3"/>
  <p:notesSz cx="6858000" cy="9144000"/>
  <p:embeddedFontLst>
    <p:embeddedFont>
      <p:font typeface="Arial Black" panose="020B0A04020102020204" pitchFamily="34" charset="0"/>
      <p:bold r:id="rId54"/>
    </p:embeddedFont>
    <p:embeddedFont>
      <p:font typeface="Consolas" panose="020B0609020204030204" pitchFamily="49" charset="0"/>
      <p:regular r:id="rId55"/>
      <p:bold r:id="rId56"/>
      <p:italic r:id="rId57"/>
      <p:boldItalic r:id="rId5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221" roundtripDataSignature="AMtx7mi7qOGRhQ7jVTxk/8X/klFYACa1V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CC1919-4235-1DC9-4A49-2EEC597EBC78}" v="734" dt="2024-01-16T13:24:27.423"/>
  </p1510:revLst>
</p1510:revInfo>
</file>

<file path=ppt/tableStyles.xml><?xml version="1.0" encoding="utf-8"?>
<a:tblStyleLst xmlns:a="http://schemas.openxmlformats.org/drawingml/2006/main" def="{58E25877-47A0-4360-8CBA-3D8528CE5B30}">
  <a:tblStyle styleId="{58E25877-47A0-4360-8CBA-3D8528CE5B30}"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CECEC"/>
          </a:solidFill>
        </a:fill>
      </a:tcStyle>
    </a:wholeTbl>
    <a:band1H>
      <a:tcTxStyle/>
      <a:tcStyle>
        <a:tcBdr/>
        <a:fill>
          <a:solidFill>
            <a:srgbClr val="D6D6D6"/>
          </a:solidFill>
        </a:fill>
      </a:tcStyle>
    </a:band1H>
    <a:band2H>
      <a:tcTxStyle/>
      <a:tcStyle>
        <a:tcBdr/>
      </a:tcStyle>
    </a:band2H>
    <a:band1V>
      <a:tcTxStyle/>
      <a:tcStyle>
        <a:tcBdr/>
        <a:fill>
          <a:solidFill>
            <a:srgbClr val="D6D6D6"/>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1954B772-C30D-4FB9-9FD4-18D78B606F16}" styleName="Table_1">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2F2EE"/>
          </a:solidFill>
        </a:fill>
      </a:tcStyle>
    </a:wholeTbl>
    <a:band1H>
      <a:tcTxStyle/>
      <a:tcStyle>
        <a:tcBdr/>
        <a:fill>
          <a:solidFill>
            <a:srgbClr val="E5E4DB"/>
          </a:solidFill>
        </a:fill>
      </a:tcStyle>
    </a:band1H>
    <a:band2H>
      <a:tcTxStyle/>
      <a:tcStyle>
        <a:tcBdr/>
      </a:tcStyle>
    </a:band2H>
    <a:band1V>
      <a:tcTxStyle/>
      <a:tcStyle>
        <a:tcBdr/>
        <a:fill>
          <a:solidFill>
            <a:srgbClr val="E5E4DB"/>
          </a:solidFill>
        </a:fill>
      </a:tcStyle>
    </a:band1V>
    <a:band2V>
      <a:tcTxStyle/>
      <a:tcStyle>
        <a:tcBdr/>
      </a:tcStyle>
    </a:band2V>
    <a:lastCol>
      <a:tcTxStyle b="on" i="off">
        <a:font>
          <a:latin typeface="Arial"/>
          <a:ea typeface="Arial"/>
          <a:cs typeface="Arial"/>
        </a:font>
        <a:schemeClr val="lt1"/>
      </a:tcTxStyle>
      <a:tcStyle>
        <a:tcBdr/>
        <a:fill>
          <a:solidFill>
            <a:schemeClr val="accent6"/>
          </a:solidFill>
        </a:fill>
      </a:tcStyle>
    </a:lastCol>
    <a:firstCol>
      <a:tcTxStyle b="on" i="off">
        <a:font>
          <a:latin typeface="Arial"/>
          <a:ea typeface="Arial"/>
          <a:cs typeface="Arial"/>
        </a:font>
        <a:schemeClr val="lt1"/>
      </a:tcTxStyle>
      <a:tcStyle>
        <a:tcBdr/>
        <a:fill>
          <a:solidFill>
            <a:schemeClr val="accent6"/>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6"/>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6"/>
          </a:solidFill>
        </a:fill>
      </a:tcStyle>
    </a:firstRow>
    <a:neCell>
      <a:tcTxStyle/>
      <a:tcStyle>
        <a:tcBdr/>
      </a:tcStyle>
    </a:neCell>
    <a:nwCell>
      <a:tcTxStyle/>
      <a:tcStyle>
        <a:tcBdr/>
      </a:tcStyle>
    </a:nwCell>
  </a:tblStyle>
  <a:tblStyle styleId="{0FEBE4AD-E7AF-4CD8-A0A3-1BB1996E7022}" styleName="Table_2">
    <a:wholeTbl>
      <a:tcTxStyle b="off" i="off">
        <a:font>
          <a:latin typeface="Arial"/>
          <a:ea typeface="Arial"/>
          <a:cs typeface="Arial"/>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a:tcStyle>
        <a:tcBdr/>
        <a:fill>
          <a:solidFill>
            <a:schemeClr val="accent5">
              <a:alpha val="20000"/>
            </a:schemeClr>
          </a:solidFill>
        </a:fill>
      </a:tcStyle>
    </a:band1H>
    <a:band2H>
      <a:tcTxStyle/>
      <a:tcStyle>
        <a:tcBdr/>
      </a:tcStyle>
    </a:band2H>
    <a:band1V>
      <a:tcTxStyle/>
      <a:tcStyle>
        <a:tcBdr/>
        <a:fill>
          <a:solidFill>
            <a:schemeClr val="accent5">
              <a:alpha val="20000"/>
            </a:schemeClr>
          </a:solidFill>
        </a:fill>
      </a:tcStyle>
    </a:band1V>
    <a:band2V>
      <a:tcTxStyle/>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a:tcStyle>
        <a:tcBdr/>
      </a:tcStyle>
    </a:seCell>
    <a:swCell>
      <a:tcTxStyle/>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2.fntdata"/><Relationship Id="rId7" Type="http://schemas.openxmlformats.org/officeDocument/2006/relationships/slide" Target="slides/slide6.xml"/><Relationship Id="rId226"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221" Type="http://customschemas.google.com/relationships/presentationmetadata" Target="meta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5.fntdata"/><Relationship Id="rId5" Type="http://schemas.openxmlformats.org/officeDocument/2006/relationships/slide" Target="slides/slide4.xml"/><Relationship Id="rId19" Type="http://schemas.openxmlformats.org/officeDocument/2006/relationships/slide" Target="slides/slide18.xml"/><Relationship Id="rId224"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3.fntdata"/><Relationship Id="rId8" Type="http://schemas.openxmlformats.org/officeDocument/2006/relationships/slide" Target="slides/slide7.xml"/><Relationship Id="rId51" Type="http://schemas.openxmlformats.org/officeDocument/2006/relationships/slide" Target="slides/slide50.xml"/><Relationship Id="rId227" Type="http://schemas.microsoft.com/office/2015/10/relationships/revisionInfo" Target="revisionInfo.xml"/><Relationship Id="rId3" Type="http://schemas.openxmlformats.org/officeDocument/2006/relationships/slide" Target="slides/slide2.xml"/><Relationship Id="rId222"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225" Type="http://schemas.openxmlformats.org/officeDocument/2006/relationships/tableStyles" Target="tableStyles.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4.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phane Autreaux" userId="S::stephane.autreaux@supinfo.com::a738c3b6-005b-4b20-bc1a-c071833bb260" providerId="AD" clId="Web-{DC2B4261-3751-F8E1-9367-2949649FC27B}"/>
    <pc:docChg chg="modSld">
      <pc:chgData name="Stephane Autreaux" userId="S::stephane.autreaux@supinfo.com::a738c3b6-005b-4b20-bc1a-c071833bb260" providerId="AD" clId="Web-{DC2B4261-3751-F8E1-9367-2949649FC27B}" dt="2023-12-05T16:36:32.478" v="1" actId="20577"/>
      <pc:docMkLst>
        <pc:docMk/>
      </pc:docMkLst>
      <pc:sldChg chg="modSp">
        <pc:chgData name="Stephane Autreaux" userId="S::stephane.autreaux@supinfo.com::a738c3b6-005b-4b20-bc1a-c071833bb260" providerId="AD" clId="Web-{DC2B4261-3751-F8E1-9367-2949649FC27B}" dt="2023-12-05T16:36:32.478" v="1" actId="20577"/>
        <pc:sldMkLst>
          <pc:docMk/>
          <pc:sldMk cId="1451420627" sldId="306"/>
        </pc:sldMkLst>
        <pc:spChg chg="mod">
          <ac:chgData name="Stephane Autreaux" userId="S::stephane.autreaux@supinfo.com::a738c3b6-005b-4b20-bc1a-c071833bb260" providerId="AD" clId="Web-{DC2B4261-3751-F8E1-9367-2949649FC27B}" dt="2023-12-05T16:36:32.478" v="1" actId="20577"/>
          <ac:spMkLst>
            <pc:docMk/>
            <pc:sldMk cId="1451420627" sldId="306"/>
            <ac:spMk id="229" creationId="{00000000-0000-0000-0000-000000000000}"/>
          </ac:spMkLst>
        </pc:spChg>
      </pc:sldChg>
    </pc:docChg>
  </pc:docChgLst>
  <pc:docChgLst>
    <pc:chgData name="Stephane Autreaux" userId="S::stephane.autreaux@supinfo.com::a738c3b6-005b-4b20-bc1a-c071833bb260" providerId="AD" clId="Web-{18CC1919-4235-1DC9-4A49-2EEC597EBC78}"/>
    <pc:docChg chg="modSld">
      <pc:chgData name="Stephane Autreaux" userId="S::stephane.autreaux@supinfo.com::a738c3b6-005b-4b20-bc1a-c071833bb260" providerId="AD" clId="Web-{18CC1919-4235-1DC9-4A49-2EEC597EBC78}" dt="2024-01-16T13:24:25.907" v="731" actId="20577"/>
      <pc:docMkLst>
        <pc:docMk/>
      </pc:docMkLst>
      <pc:sldChg chg="modSp">
        <pc:chgData name="Stephane Autreaux" userId="S::stephane.autreaux@supinfo.com::a738c3b6-005b-4b20-bc1a-c071833bb260" providerId="AD" clId="Web-{18CC1919-4235-1DC9-4A49-2EEC597EBC78}" dt="2024-01-16T13:23:01.187" v="687" actId="20577"/>
        <pc:sldMkLst>
          <pc:docMk/>
          <pc:sldMk cId="2191245293" sldId="282"/>
        </pc:sldMkLst>
        <pc:spChg chg="mod">
          <ac:chgData name="Stephane Autreaux" userId="S::stephane.autreaux@supinfo.com::a738c3b6-005b-4b20-bc1a-c071833bb260" providerId="AD" clId="Web-{18CC1919-4235-1DC9-4A49-2EEC597EBC78}" dt="2024-01-16T09:32:23.198" v="162" actId="20577"/>
          <ac:spMkLst>
            <pc:docMk/>
            <pc:sldMk cId="2191245293" sldId="282"/>
            <ac:spMk id="197" creationId="{00000000-0000-0000-0000-000000000000}"/>
          </ac:spMkLst>
        </pc:spChg>
        <pc:spChg chg="mod">
          <ac:chgData name="Stephane Autreaux" userId="S::stephane.autreaux@supinfo.com::a738c3b6-005b-4b20-bc1a-c071833bb260" providerId="AD" clId="Web-{18CC1919-4235-1DC9-4A49-2EEC597EBC78}" dt="2024-01-16T13:23:01.187" v="687" actId="20577"/>
          <ac:spMkLst>
            <pc:docMk/>
            <pc:sldMk cId="2191245293" sldId="282"/>
            <ac:spMk id="198" creationId="{00000000-0000-0000-0000-000000000000}"/>
          </ac:spMkLst>
        </pc:spChg>
      </pc:sldChg>
      <pc:sldChg chg="modSp">
        <pc:chgData name="Stephane Autreaux" userId="S::stephane.autreaux@supinfo.com::a738c3b6-005b-4b20-bc1a-c071833bb260" providerId="AD" clId="Web-{18CC1919-4235-1DC9-4A49-2EEC597EBC78}" dt="2024-01-16T13:22:44.405" v="684" actId="20577"/>
        <pc:sldMkLst>
          <pc:docMk/>
          <pc:sldMk cId="1236526464" sldId="308"/>
        </pc:sldMkLst>
        <pc:spChg chg="mod">
          <ac:chgData name="Stephane Autreaux" userId="S::stephane.autreaux@supinfo.com::a738c3b6-005b-4b20-bc1a-c071833bb260" providerId="AD" clId="Web-{18CC1919-4235-1DC9-4A49-2EEC597EBC78}" dt="2024-01-16T13:22:44.405" v="684" actId="20577"/>
          <ac:spMkLst>
            <pc:docMk/>
            <pc:sldMk cId="1236526464" sldId="308"/>
            <ac:spMk id="229" creationId="{00000000-0000-0000-0000-000000000000}"/>
          </ac:spMkLst>
        </pc:spChg>
      </pc:sldChg>
      <pc:sldChg chg="modSp">
        <pc:chgData name="Stephane Autreaux" userId="S::stephane.autreaux@supinfo.com::a738c3b6-005b-4b20-bc1a-c071833bb260" providerId="AD" clId="Web-{18CC1919-4235-1DC9-4A49-2EEC597EBC78}" dt="2024-01-16T12:31:46.281" v="423" actId="1076"/>
        <pc:sldMkLst>
          <pc:docMk/>
          <pc:sldMk cId="0" sldId="312"/>
        </pc:sldMkLst>
        <pc:spChg chg="mod">
          <ac:chgData name="Stephane Autreaux" userId="S::stephane.autreaux@supinfo.com::a738c3b6-005b-4b20-bc1a-c071833bb260" providerId="AD" clId="Web-{18CC1919-4235-1DC9-4A49-2EEC597EBC78}" dt="2024-01-16T12:31:35.140" v="422" actId="20577"/>
          <ac:spMkLst>
            <pc:docMk/>
            <pc:sldMk cId="0" sldId="312"/>
            <ac:spMk id="471" creationId="{00000000-0000-0000-0000-000000000000}"/>
          </ac:spMkLst>
        </pc:spChg>
        <pc:picChg chg="mod">
          <ac:chgData name="Stephane Autreaux" userId="S::stephane.autreaux@supinfo.com::a738c3b6-005b-4b20-bc1a-c071833bb260" providerId="AD" clId="Web-{18CC1919-4235-1DC9-4A49-2EEC597EBC78}" dt="2024-01-16T12:31:46.281" v="423" actId="1076"/>
          <ac:picMkLst>
            <pc:docMk/>
            <pc:sldMk cId="0" sldId="312"/>
            <ac:picMk id="469" creationId="{00000000-0000-0000-0000-000000000000}"/>
          </ac:picMkLst>
        </pc:picChg>
      </pc:sldChg>
      <pc:sldChg chg="modSp">
        <pc:chgData name="Stephane Autreaux" userId="S::stephane.autreaux@supinfo.com::a738c3b6-005b-4b20-bc1a-c071833bb260" providerId="AD" clId="Web-{18CC1919-4235-1DC9-4A49-2EEC597EBC78}" dt="2024-01-16T13:22:14.279" v="674" actId="20577"/>
        <pc:sldMkLst>
          <pc:docMk/>
          <pc:sldMk cId="0" sldId="324"/>
        </pc:sldMkLst>
        <pc:spChg chg="mod">
          <ac:chgData name="Stephane Autreaux" userId="S::stephane.autreaux@supinfo.com::a738c3b6-005b-4b20-bc1a-c071833bb260" providerId="AD" clId="Web-{18CC1919-4235-1DC9-4A49-2EEC597EBC78}" dt="2024-01-16T13:22:14.279" v="674" actId="20577"/>
          <ac:spMkLst>
            <pc:docMk/>
            <pc:sldMk cId="0" sldId="324"/>
            <ac:spMk id="552" creationId="{00000000-0000-0000-0000-000000000000}"/>
          </ac:spMkLst>
        </pc:spChg>
      </pc:sldChg>
      <pc:sldChg chg="modSp">
        <pc:chgData name="Stephane Autreaux" userId="S::stephane.autreaux@supinfo.com::a738c3b6-005b-4b20-bc1a-c071833bb260" providerId="AD" clId="Web-{18CC1919-4235-1DC9-4A49-2EEC597EBC78}" dt="2024-01-16T13:21:47.810" v="670" actId="20577"/>
        <pc:sldMkLst>
          <pc:docMk/>
          <pc:sldMk cId="0" sldId="329"/>
        </pc:sldMkLst>
        <pc:spChg chg="mod">
          <ac:chgData name="Stephane Autreaux" userId="S::stephane.autreaux@supinfo.com::a738c3b6-005b-4b20-bc1a-c071833bb260" providerId="AD" clId="Web-{18CC1919-4235-1DC9-4A49-2EEC597EBC78}" dt="2024-01-16T13:21:47.810" v="670" actId="20577"/>
          <ac:spMkLst>
            <pc:docMk/>
            <pc:sldMk cId="0" sldId="329"/>
            <ac:spMk id="586" creationId="{00000000-0000-0000-0000-000000000000}"/>
          </ac:spMkLst>
        </pc:spChg>
      </pc:sldChg>
      <pc:sldChg chg="modSp">
        <pc:chgData name="Stephane Autreaux" userId="S::stephane.autreaux@supinfo.com::a738c3b6-005b-4b20-bc1a-c071833bb260" providerId="AD" clId="Web-{18CC1919-4235-1DC9-4A49-2EEC597EBC78}" dt="2024-01-16T13:20:46.855" v="638" actId="20577"/>
        <pc:sldMkLst>
          <pc:docMk/>
          <pc:sldMk cId="0" sldId="331"/>
        </pc:sldMkLst>
        <pc:spChg chg="mod">
          <ac:chgData name="Stephane Autreaux" userId="S::stephane.autreaux@supinfo.com::a738c3b6-005b-4b20-bc1a-c071833bb260" providerId="AD" clId="Web-{18CC1919-4235-1DC9-4A49-2EEC597EBC78}" dt="2024-01-16T13:20:46.855" v="638" actId="20577"/>
          <ac:spMkLst>
            <pc:docMk/>
            <pc:sldMk cId="0" sldId="331"/>
            <ac:spMk id="600" creationId="{00000000-0000-0000-0000-000000000000}"/>
          </ac:spMkLst>
        </pc:spChg>
      </pc:sldChg>
      <pc:sldChg chg="modSp">
        <pc:chgData name="Stephane Autreaux" userId="S::stephane.autreaux@supinfo.com::a738c3b6-005b-4b20-bc1a-c071833bb260" providerId="AD" clId="Web-{18CC1919-4235-1DC9-4A49-2EEC597EBC78}" dt="2024-01-16T13:23:58.250" v="690" actId="20577"/>
        <pc:sldMkLst>
          <pc:docMk/>
          <pc:sldMk cId="0" sldId="337"/>
        </pc:sldMkLst>
        <pc:spChg chg="mod">
          <ac:chgData name="Stephane Autreaux" userId="S::stephane.autreaux@supinfo.com::a738c3b6-005b-4b20-bc1a-c071833bb260" providerId="AD" clId="Web-{18CC1919-4235-1DC9-4A49-2EEC597EBC78}" dt="2024-01-16T13:23:58.250" v="690" actId="20577"/>
          <ac:spMkLst>
            <pc:docMk/>
            <pc:sldMk cId="0" sldId="337"/>
            <ac:spMk id="641" creationId="{00000000-0000-0000-0000-000000000000}"/>
          </ac:spMkLst>
        </pc:spChg>
      </pc:sldChg>
      <pc:sldChg chg="modSp">
        <pc:chgData name="Stephane Autreaux" userId="S::stephane.autreaux@supinfo.com::a738c3b6-005b-4b20-bc1a-c071833bb260" providerId="AD" clId="Web-{18CC1919-4235-1DC9-4A49-2EEC597EBC78}" dt="2024-01-16T13:24:25.907" v="731" actId="20577"/>
        <pc:sldMkLst>
          <pc:docMk/>
          <pc:sldMk cId="0" sldId="338"/>
        </pc:sldMkLst>
        <pc:spChg chg="mod">
          <ac:chgData name="Stephane Autreaux" userId="S::stephane.autreaux@supinfo.com::a738c3b6-005b-4b20-bc1a-c071833bb260" providerId="AD" clId="Web-{18CC1919-4235-1DC9-4A49-2EEC597EBC78}" dt="2024-01-16T13:24:25.907" v="731" actId="20577"/>
          <ac:spMkLst>
            <pc:docMk/>
            <pc:sldMk cId="0" sldId="338"/>
            <ac:spMk id="648" creationId="{00000000-0000-0000-0000-000000000000}"/>
          </ac:spMkLst>
        </pc:spChg>
      </pc:sldChg>
      <pc:sldChg chg="modSp">
        <pc:chgData name="Stephane Autreaux" userId="S::stephane.autreaux@supinfo.com::a738c3b6-005b-4b20-bc1a-c071833bb260" providerId="AD" clId="Web-{18CC1919-4235-1DC9-4A49-2EEC597EBC78}" dt="2024-01-16T09:33:28.700" v="249" actId="20577"/>
        <pc:sldMkLst>
          <pc:docMk/>
          <pc:sldMk cId="1663728213" sldId="442"/>
        </pc:sldMkLst>
        <pc:spChg chg="mod">
          <ac:chgData name="Stephane Autreaux" userId="S::stephane.autreaux@supinfo.com::a738c3b6-005b-4b20-bc1a-c071833bb260" providerId="AD" clId="Web-{18CC1919-4235-1DC9-4A49-2EEC597EBC78}" dt="2024-01-16T09:32:32.604" v="163" actId="14100"/>
          <ac:spMkLst>
            <pc:docMk/>
            <pc:sldMk cId="1663728213" sldId="442"/>
            <ac:spMk id="422" creationId="{00000000-0000-0000-0000-000000000000}"/>
          </ac:spMkLst>
        </pc:spChg>
        <pc:spChg chg="mod">
          <ac:chgData name="Stephane Autreaux" userId="S::stephane.autreaux@supinfo.com::a738c3b6-005b-4b20-bc1a-c071833bb260" providerId="AD" clId="Web-{18CC1919-4235-1DC9-4A49-2EEC597EBC78}" dt="2024-01-16T09:33:28.700" v="249" actId="20577"/>
          <ac:spMkLst>
            <pc:docMk/>
            <pc:sldMk cId="1663728213" sldId="442"/>
            <ac:spMk id="423" creationId="{00000000-0000-0000-0000-000000000000}"/>
          </ac:spMkLst>
        </pc:spChg>
      </pc:sldChg>
    </pc:docChg>
  </pc:docChgLst>
  <pc:docChgLst>
    <pc:chgData name="Stephane Autreaux" userId="S::stephane.autreaux@supinfo.com::a738c3b6-005b-4b20-bc1a-c071833bb260" providerId="AD" clId="Web-{73677230-4125-2254-5C39-E352165C817E}"/>
    <pc:docChg chg="addSld delSld modSld">
      <pc:chgData name="Stephane Autreaux" userId="S::stephane.autreaux@supinfo.com::a738c3b6-005b-4b20-bc1a-c071833bb260" providerId="AD" clId="Web-{73677230-4125-2254-5C39-E352165C817E}" dt="2023-12-06T15:04:30.715" v="103" actId="20577"/>
      <pc:docMkLst>
        <pc:docMk/>
      </pc:docMkLst>
      <pc:sldChg chg="modSp">
        <pc:chgData name="Stephane Autreaux" userId="S::stephane.autreaux@supinfo.com::a738c3b6-005b-4b20-bc1a-c071833bb260" providerId="AD" clId="Web-{73677230-4125-2254-5C39-E352165C817E}" dt="2023-12-06T15:04:30.715" v="103" actId="20577"/>
        <pc:sldMkLst>
          <pc:docMk/>
          <pc:sldMk cId="2191245293" sldId="282"/>
        </pc:sldMkLst>
        <pc:spChg chg="mod">
          <ac:chgData name="Stephane Autreaux" userId="S::stephane.autreaux@supinfo.com::a738c3b6-005b-4b20-bc1a-c071833bb260" providerId="AD" clId="Web-{73677230-4125-2254-5C39-E352165C817E}" dt="2023-12-06T15:04:30.715" v="103" actId="20577"/>
          <ac:spMkLst>
            <pc:docMk/>
            <pc:sldMk cId="2191245293" sldId="282"/>
            <ac:spMk id="198" creationId="{00000000-0000-0000-0000-000000000000}"/>
          </ac:spMkLst>
        </pc:spChg>
      </pc:sldChg>
      <pc:sldChg chg="modSp">
        <pc:chgData name="Stephane Autreaux" userId="S::stephane.autreaux@supinfo.com::a738c3b6-005b-4b20-bc1a-c071833bb260" providerId="AD" clId="Web-{73677230-4125-2254-5C39-E352165C817E}" dt="2023-12-06T14:20:32.285" v="11" actId="20577"/>
        <pc:sldMkLst>
          <pc:docMk/>
          <pc:sldMk cId="821848997" sldId="302"/>
        </pc:sldMkLst>
        <pc:spChg chg="mod">
          <ac:chgData name="Stephane Autreaux" userId="S::stephane.autreaux@supinfo.com::a738c3b6-005b-4b20-bc1a-c071833bb260" providerId="AD" clId="Web-{73677230-4125-2254-5C39-E352165C817E}" dt="2023-12-06T14:20:32.285" v="11" actId="20577"/>
          <ac:spMkLst>
            <pc:docMk/>
            <pc:sldMk cId="821848997" sldId="302"/>
            <ac:spMk id="229" creationId="{00000000-0000-0000-0000-000000000000}"/>
          </ac:spMkLst>
        </pc:spChg>
      </pc:sldChg>
      <pc:sldChg chg="del">
        <pc:chgData name="Stephane Autreaux" userId="S::stephane.autreaux@supinfo.com::a738c3b6-005b-4b20-bc1a-c071833bb260" providerId="AD" clId="Web-{73677230-4125-2254-5C39-E352165C817E}" dt="2023-12-06T14:19:31.393" v="2"/>
        <pc:sldMkLst>
          <pc:docMk/>
          <pc:sldMk cId="857015994" sldId="305"/>
        </pc:sldMkLst>
      </pc:sldChg>
      <pc:sldChg chg="modSp">
        <pc:chgData name="Stephane Autreaux" userId="S::stephane.autreaux@supinfo.com::a738c3b6-005b-4b20-bc1a-c071833bb260" providerId="AD" clId="Web-{73677230-4125-2254-5C39-E352165C817E}" dt="2023-12-06T14:18:46.532" v="1" actId="20577"/>
        <pc:sldMkLst>
          <pc:docMk/>
          <pc:sldMk cId="1451420627" sldId="306"/>
        </pc:sldMkLst>
        <pc:spChg chg="mod">
          <ac:chgData name="Stephane Autreaux" userId="S::stephane.autreaux@supinfo.com::a738c3b6-005b-4b20-bc1a-c071833bb260" providerId="AD" clId="Web-{73677230-4125-2254-5C39-E352165C817E}" dt="2023-12-06T14:18:46.532" v="1" actId="20577"/>
          <ac:spMkLst>
            <pc:docMk/>
            <pc:sldMk cId="1451420627" sldId="306"/>
            <ac:spMk id="229" creationId="{00000000-0000-0000-0000-000000000000}"/>
          </ac:spMkLst>
        </pc:spChg>
      </pc:sldChg>
      <pc:sldChg chg="modSp add replId">
        <pc:chgData name="Stephane Autreaux" userId="S::stephane.autreaux@supinfo.com::a738c3b6-005b-4b20-bc1a-c071833bb260" providerId="AD" clId="Web-{73677230-4125-2254-5C39-E352165C817E}" dt="2023-12-06T14:30:11.409" v="79" actId="20577"/>
        <pc:sldMkLst>
          <pc:docMk/>
          <pc:sldMk cId="1236526464" sldId="308"/>
        </pc:sldMkLst>
        <pc:spChg chg="mod">
          <ac:chgData name="Stephane Autreaux" userId="S::stephane.autreaux@supinfo.com::a738c3b6-005b-4b20-bc1a-c071833bb260" providerId="AD" clId="Web-{73677230-4125-2254-5C39-E352165C817E}" dt="2023-12-06T14:30:11.409" v="79" actId="20577"/>
          <ac:spMkLst>
            <pc:docMk/>
            <pc:sldMk cId="1236526464" sldId="308"/>
            <ac:spMk id="228" creationId="{00000000-0000-0000-0000-000000000000}"/>
          </ac:spMkLst>
        </pc:spChg>
        <pc:spChg chg="mod">
          <ac:chgData name="Stephane Autreaux" userId="S::stephane.autreaux@supinfo.com::a738c3b6-005b-4b20-bc1a-c071833bb260" providerId="AD" clId="Web-{73677230-4125-2254-5C39-E352165C817E}" dt="2023-12-06T14:29:59.081" v="75" actId="20577"/>
          <ac:spMkLst>
            <pc:docMk/>
            <pc:sldMk cId="1236526464" sldId="308"/>
            <ac:spMk id="229" creationId="{00000000-0000-0000-0000-000000000000}"/>
          </ac:spMkLst>
        </pc:spChg>
      </pc:sldChg>
    </pc:docChg>
  </pc:docChgLst>
  <pc:docChgLst>
    <pc:chgData name="Stephane Autreaux" userId="S::stephane.autreaux@supinfo.com::a738c3b6-005b-4b20-bc1a-c071833bb260" providerId="AD" clId="Web-{F15AB67B-8392-1E90-76C1-ACBE3137E35B}"/>
    <pc:docChg chg="modSld">
      <pc:chgData name="Stephane Autreaux" userId="S::stephane.autreaux@supinfo.com::a738c3b6-005b-4b20-bc1a-c071833bb260" providerId="AD" clId="Web-{F15AB67B-8392-1E90-76C1-ACBE3137E35B}" dt="2024-01-10T12:59:57.410" v="10" actId="20577"/>
      <pc:docMkLst>
        <pc:docMk/>
      </pc:docMkLst>
      <pc:sldChg chg="modSp">
        <pc:chgData name="Stephane Autreaux" userId="S::stephane.autreaux@supinfo.com::a738c3b6-005b-4b20-bc1a-c071833bb260" providerId="AD" clId="Web-{F15AB67B-8392-1E90-76C1-ACBE3137E35B}" dt="2024-01-10T12:59:57.410" v="10" actId="20577"/>
        <pc:sldMkLst>
          <pc:docMk/>
          <pc:sldMk cId="3286804108" sldId="300"/>
        </pc:sldMkLst>
        <pc:spChg chg="mod">
          <ac:chgData name="Stephane Autreaux" userId="S::stephane.autreaux@supinfo.com::a738c3b6-005b-4b20-bc1a-c071833bb260" providerId="AD" clId="Web-{F15AB67B-8392-1E90-76C1-ACBE3137E35B}" dt="2024-01-10T12:59:57.410" v="10" actId="20577"/>
          <ac:spMkLst>
            <pc:docMk/>
            <pc:sldMk cId="3286804108" sldId="300"/>
            <ac:spMk id="107" creationId="{00000000-0000-0000-0000-000000000000}"/>
          </ac:spMkLst>
        </pc:spChg>
      </pc:sldChg>
    </pc:docChg>
  </pc:docChgLst>
  <pc:docChgLst>
    <pc:chgData name="Stephane Autreaux" userId="S::stephane.autreaux@supinfo.com::a738c3b6-005b-4b20-bc1a-c071833bb260" providerId="AD" clId="Web-{0385806C-F66D-17F0-0C0D-CB583A7AE28C}"/>
    <pc:docChg chg="delSld modSld">
      <pc:chgData name="Stephane Autreaux" userId="S::stephane.autreaux@supinfo.com::a738c3b6-005b-4b20-bc1a-c071833bb260" providerId="AD" clId="Web-{0385806C-F66D-17F0-0C0D-CB583A7AE28C}" dt="2023-11-06T14:13:52.851" v="30" actId="20577"/>
      <pc:docMkLst>
        <pc:docMk/>
      </pc:docMkLst>
      <pc:sldChg chg="del">
        <pc:chgData name="Stephane Autreaux" userId="S::stephane.autreaux@supinfo.com::a738c3b6-005b-4b20-bc1a-c071833bb260" providerId="AD" clId="Web-{0385806C-F66D-17F0-0C0D-CB583A7AE28C}" dt="2023-11-06T14:13:14.912" v="4"/>
        <pc:sldMkLst>
          <pc:docMk/>
          <pc:sldMk cId="2773230135" sldId="293"/>
        </pc:sldMkLst>
      </pc:sldChg>
      <pc:sldChg chg="del">
        <pc:chgData name="Stephane Autreaux" userId="S::stephane.autreaux@supinfo.com::a738c3b6-005b-4b20-bc1a-c071833bb260" providerId="AD" clId="Web-{0385806C-F66D-17F0-0C0D-CB583A7AE28C}" dt="2023-11-06T14:13:13.412" v="3"/>
        <pc:sldMkLst>
          <pc:docMk/>
          <pc:sldMk cId="4101295028" sldId="294"/>
        </pc:sldMkLst>
      </pc:sldChg>
      <pc:sldChg chg="del">
        <pc:chgData name="Stephane Autreaux" userId="S::stephane.autreaux@supinfo.com::a738c3b6-005b-4b20-bc1a-c071833bb260" providerId="AD" clId="Web-{0385806C-F66D-17F0-0C0D-CB583A7AE28C}" dt="2023-11-06T14:13:11.974" v="2"/>
        <pc:sldMkLst>
          <pc:docMk/>
          <pc:sldMk cId="621645294" sldId="295"/>
        </pc:sldMkLst>
      </pc:sldChg>
      <pc:sldChg chg="del">
        <pc:chgData name="Stephane Autreaux" userId="S::stephane.autreaux@supinfo.com::a738c3b6-005b-4b20-bc1a-c071833bb260" providerId="AD" clId="Web-{0385806C-F66D-17F0-0C0D-CB583A7AE28C}" dt="2023-11-06T14:13:11.631" v="1"/>
        <pc:sldMkLst>
          <pc:docMk/>
          <pc:sldMk cId="4159026192" sldId="296"/>
        </pc:sldMkLst>
      </pc:sldChg>
      <pc:sldChg chg="del">
        <pc:chgData name="Stephane Autreaux" userId="S::stephane.autreaux@supinfo.com::a738c3b6-005b-4b20-bc1a-c071833bb260" providerId="AD" clId="Web-{0385806C-F66D-17F0-0C0D-CB583A7AE28C}" dt="2023-11-06T14:13:09.521" v="0"/>
        <pc:sldMkLst>
          <pc:docMk/>
          <pc:sldMk cId="2208650513" sldId="297"/>
        </pc:sldMkLst>
      </pc:sldChg>
      <pc:sldChg chg="modSp">
        <pc:chgData name="Stephane Autreaux" userId="S::stephane.autreaux@supinfo.com::a738c3b6-005b-4b20-bc1a-c071833bb260" providerId="AD" clId="Web-{0385806C-F66D-17F0-0C0D-CB583A7AE28C}" dt="2023-11-06T14:13:52.851" v="30" actId="20577"/>
        <pc:sldMkLst>
          <pc:docMk/>
          <pc:sldMk cId="3396329844" sldId="299"/>
        </pc:sldMkLst>
        <pc:spChg chg="mod">
          <ac:chgData name="Stephane Autreaux" userId="S::stephane.autreaux@supinfo.com::a738c3b6-005b-4b20-bc1a-c071833bb260" providerId="AD" clId="Web-{0385806C-F66D-17F0-0C0D-CB583A7AE28C}" dt="2023-11-06T14:13:52.851" v="30" actId="20577"/>
          <ac:spMkLst>
            <pc:docMk/>
            <pc:sldMk cId="3396329844" sldId="299"/>
            <ac:spMk id="107" creationId="{00000000-0000-0000-0000-000000000000}"/>
          </ac:spMkLst>
        </pc:spChg>
      </pc:sldChg>
    </pc:docChg>
  </pc:docChgLst>
  <pc:docChgLst>
    <pc:chgData name="Stephane Autreaux" userId="S::stephane.autreaux@supinfo.com::a738c3b6-005b-4b20-bc1a-c071833bb260" providerId="AD" clId="Web-{9628CAAA-DA67-6EEA-6BCB-AF279FD5F269}"/>
    <pc:docChg chg="addSld modSld">
      <pc:chgData name="Stephane Autreaux" userId="S::stephane.autreaux@supinfo.com::a738c3b6-005b-4b20-bc1a-c071833bb260" providerId="AD" clId="Web-{9628CAAA-DA67-6EEA-6BCB-AF279FD5F269}" dt="2023-12-18T10:46:18.208" v="41" actId="20577"/>
      <pc:docMkLst>
        <pc:docMk/>
      </pc:docMkLst>
      <pc:sldChg chg="modSp">
        <pc:chgData name="Stephane Autreaux" userId="S::stephane.autreaux@supinfo.com::a738c3b6-005b-4b20-bc1a-c071833bb260" providerId="AD" clId="Web-{9628CAAA-DA67-6EEA-6BCB-AF279FD5F269}" dt="2023-12-18T10:46:18.208" v="41" actId="20577"/>
        <pc:sldMkLst>
          <pc:docMk/>
          <pc:sldMk cId="3396329844" sldId="299"/>
        </pc:sldMkLst>
        <pc:spChg chg="mod">
          <ac:chgData name="Stephane Autreaux" userId="S::stephane.autreaux@supinfo.com::a738c3b6-005b-4b20-bc1a-c071833bb260" providerId="AD" clId="Web-{9628CAAA-DA67-6EEA-6BCB-AF279FD5F269}" dt="2023-12-18T10:46:18.208" v="41" actId="20577"/>
          <ac:spMkLst>
            <pc:docMk/>
            <pc:sldMk cId="3396329844" sldId="299"/>
            <ac:spMk id="107" creationId="{00000000-0000-0000-0000-000000000000}"/>
          </ac:spMkLst>
        </pc:spChg>
      </pc:sldChg>
      <pc:sldChg chg="add replId">
        <pc:chgData name="Stephane Autreaux" userId="S::stephane.autreaux@supinfo.com::a738c3b6-005b-4b20-bc1a-c071833bb260" providerId="AD" clId="Web-{9628CAAA-DA67-6EEA-6BCB-AF279FD5F269}" dt="2023-12-18T10:45:34.720" v="0"/>
        <pc:sldMkLst>
          <pc:docMk/>
          <pc:sldMk cId="3836729161" sldId="309"/>
        </pc:sldMkLst>
      </pc:sldChg>
    </pc:docChg>
  </pc:docChgLst>
  <pc:docChgLst>
    <pc:chgData name="Stephane Autreaux" userId="S::stephane.autreaux@supinfo.com::a738c3b6-005b-4b20-bc1a-c071833bb260" providerId="AD" clId="Web-{90CD06E0-A9B3-A81F-B4FD-B96B904E2052}"/>
    <pc:docChg chg="addSld delSld modSld sldOrd">
      <pc:chgData name="Stephane Autreaux" userId="S::stephane.autreaux@supinfo.com::a738c3b6-005b-4b20-bc1a-c071833bb260" providerId="AD" clId="Web-{90CD06E0-A9B3-A81F-B4FD-B96B904E2052}" dt="2023-11-12T14:25:35.442" v="241" actId="20577"/>
      <pc:docMkLst>
        <pc:docMk/>
      </pc:docMkLst>
      <pc:sldChg chg="modSp">
        <pc:chgData name="Stephane Autreaux" userId="S::stephane.autreaux@supinfo.com::a738c3b6-005b-4b20-bc1a-c071833bb260" providerId="AD" clId="Web-{90CD06E0-A9B3-A81F-B4FD-B96B904E2052}" dt="2023-11-12T14:25:35.442" v="241" actId="20577"/>
        <pc:sldMkLst>
          <pc:docMk/>
          <pc:sldMk cId="2191245293" sldId="282"/>
        </pc:sldMkLst>
        <pc:spChg chg="mod">
          <ac:chgData name="Stephane Autreaux" userId="S::stephane.autreaux@supinfo.com::a738c3b6-005b-4b20-bc1a-c071833bb260" providerId="AD" clId="Web-{90CD06E0-A9B3-A81F-B4FD-B96B904E2052}" dt="2023-11-12T14:24:34.316" v="165" actId="20577"/>
          <ac:spMkLst>
            <pc:docMk/>
            <pc:sldMk cId="2191245293" sldId="282"/>
            <ac:spMk id="197" creationId="{00000000-0000-0000-0000-000000000000}"/>
          </ac:spMkLst>
        </pc:spChg>
        <pc:spChg chg="mod">
          <ac:chgData name="Stephane Autreaux" userId="S::stephane.autreaux@supinfo.com::a738c3b6-005b-4b20-bc1a-c071833bb260" providerId="AD" clId="Web-{90CD06E0-A9B3-A81F-B4FD-B96B904E2052}" dt="2023-11-12T14:25:35.442" v="241" actId="20577"/>
          <ac:spMkLst>
            <pc:docMk/>
            <pc:sldMk cId="2191245293" sldId="282"/>
            <ac:spMk id="198" creationId="{00000000-0000-0000-0000-000000000000}"/>
          </ac:spMkLst>
        </pc:spChg>
      </pc:sldChg>
      <pc:sldChg chg="modSp del">
        <pc:chgData name="Stephane Autreaux" userId="S::stephane.autreaux@supinfo.com::a738c3b6-005b-4b20-bc1a-c071833bb260" providerId="AD" clId="Web-{90CD06E0-A9B3-A81F-B4FD-B96B904E2052}" dt="2023-11-12T14:07:54.530" v="124"/>
        <pc:sldMkLst>
          <pc:docMk/>
          <pc:sldMk cId="4209753812" sldId="291"/>
        </pc:sldMkLst>
        <pc:spChg chg="mod">
          <ac:chgData name="Stephane Autreaux" userId="S::stephane.autreaux@supinfo.com::a738c3b6-005b-4b20-bc1a-c071833bb260" providerId="AD" clId="Web-{90CD06E0-A9B3-A81F-B4FD-B96B904E2052}" dt="2023-11-12T14:07:14.936" v="114" actId="20577"/>
          <ac:spMkLst>
            <pc:docMk/>
            <pc:sldMk cId="4209753812" sldId="291"/>
            <ac:spMk id="229" creationId="{00000000-0000-0000-0000-000000000000}"/>
          </ac:spMkLst>
        </pc:spChg>
      </pc:sldChg>
      <pc:sldChg chg="modSp">
        <pc:chgData name="Stephane Autreaux" userId="S::stephane.autreaux@supinfo.com::a738c3b6-005b-4b20-bc1a-c071833bb260" providerId="AD" clId="Web-{90CD06E0-A9B3-A81F-B4FD-B96B904E2052}" dt="2023-11-12T14:03:13.962" v="4" actId="20577"/>
        <pc:sldMkLst>
          <pc:docMk/>
          <pc:sldMk cId="1753943669" sldId="292"/>
        </pc:sldMkLst>
        <pc:spChg chg="mod">
          <ac:chgData name="Stephane Autreaux" userId="S::stephane.autreaux@supinfo.com::a738c3b6-005b-4b20-bc1a-c071833bb260" providerId="AD" clId="Web-{90CD06E0-A9B3-A81F-B4FD-B96B904E2052}" dt="2023-11-12T14:03:13.962" v="4" actId="20577"/>
          <ac:spMkLst>
            <pc:docMk/>
            <pc:sldMk cId="1753943669" sldId="292"/>
            <ac:spMk id="140" creationId="{00000000-0000-0000-0000-000000000000}"/>
          </ac:spMkLst>
        </pc:spChg>
      </pc:sldChg>
      <pc:sldChg chg="modSp add ord replId">
        <pc:chgData name="Stephane Autreaux" userId="S::stephane.autreaux@supinfo.com::a738c3b6-005b-4b20-bc1a-c071833bb260" providerId="AD" clId="Web-{90CD06E0-A9B3-A81F-B4FD-B96B904E2052}" dt="2023-11-12T14:07:53.342" v="123" actId="20577"/>
        <pc:sldMkLst>
          <pc:docMk/>
          <pc:sldMk cId="821848997" sldId="302"/>
        </pc:sldMkLst>
        <pc:spChg chg="mod">
          <ac:chgData name="Stephane Autreaux" userId="S::stephane.autreaux@supinfo.com::a738c3b6-005b-4b20-bc1a-c071833bb260" providerId="AD" clId="Web-{90CD06E0-A9B3-A81F-B4FD-B96B904E2052}" dt="2023-11-12T14:07:53.342" v="123" actId="20577"/>
          <ac:spMkLst>
            <pc:docMk/>
            <pc:sldMk cId="821848997" sldId="302"/>
            <ac:spMk id="229" creationId="{00000000-0000-0000-0000-000000000000}"/>
          </ac:spMkLst>
        </pc:spChg>
      </pc:sldChg>
      <pc:sldChg chg="modSp add replId">
        <pc:chgData name="Stephane Autreaux" userId="S::stephane.autreaux@supinfo.com::a738c3b6-005b-4b20-bc1a-c071833bb260" providerId="AD" clId="Web-{90CD06E0-A9B3-A81F-B4FD-B96B904E2052}" dt="2023-11-12T14:09:06.563" v="139" actId="20577"/>
        <pc:sldMkLst>
          <pc:docMk/>
          <pc:sldMk cId="1177053780" sldId="303"/>
        </pc:sldMkLst>
        <pc:spChg chg="mod">
          <ac:chgData name="Stephane Autreaux" userId="S::stephane.autreaux@supinfo.com::a738c3b6-005b-4b20-bc1a-c071833bb260" providerId="AD" clId="Web-{90CD06E0-A9B3-A81F-B4FD-B96B904E2052}" dt="2023-11-12T14:09:06.563" v="139" actId="20577"/>
          <ac:spMkLst>
            <pc:docMk/>
            <pc:sldMk cId="1177053780" sldId="303"/>
            <ac:spMk id="229" creationId="{00000000-0000-0000-0000-000000000000}"/>
          </ac:spMkLst>
        </pc:spChg>
      </pc:sldChg>
      <pc:sldChg chg="modSp add replId">
        <pc:chgData name="Stephane Autreaux" userId="S::stephane.autreaux@supinfo.com::a738c3b6-005b-4b20-bc1a-c071833bb260" providerId="AD" clId="Web-{90CD06E0-A9B3-A81F-B4FD-B96B904E2052}" dt="2023-11-12T14:12:34.379" v="160" actId="20577"/>
        <pc:sldMkLst>
          <pc:docMk/>
          <pc:sldMk cId="3372718530" sldId="304"/>
        </pc:sldMkLst>
        <pc:spChg chg="mod">
          <ac:chgData name="Stephane Autreaux" userId="S::stephane.autreaux@supinfo.com::a738c3b6-005b-4b20-bc1a-c071833bb260" providerId="AD" clId="Web-{90CD06E0-A9B3-A81F-B4FD-B96B904E2052}" dt="2023-11-12T14:11:57.832" v="155" actId="20577"/>
          <ac:spMkLst>
            <pc:docMk/>
            <pc:sldMk cId="3372718530" sldId="304"/>
            <ac:spMk id="228" creationId="{00000000-0000-0000-0000-000000000000}"/>
          </ac:spMkLst>
        </pc:spChg>
        <pc:spChg chg="mod">
          <ac:chgData name="Stephane Autreaux" userId="S::stephane.autreaux@supinfo.com::a738c3b6-005b-4b20-bc1a-c071833bb260" providerId="AD" clId="Web-{90CD06E0-A9B3-A81F-B4FD-B96B904E2052}" dt="2023-11-12T14:12:34.379" v="160" actId="20577"/>
          <ac:spMkLst>
            <pc:docMk/>
            <pc:sldMk cId="3372718530" sldId="304"/>
            <ac:spMk id="229" creationId="{00000000-0000-0000-0000-000000000000}"/>
          </ac:spMkLst>
        </pc:spChg>
      </pc:sldChg>
      <pc:sldChg chg="add replId">
        <pc:chgData name="Stephane Autreaux" userId="S::stephane.autreaux@supinfo.com::a738c3b6-005b-4b20-bc1a-c071833bb260" providerId="AD" clId="Web-{90CD06E0-A9B3-A81F-B4FD-B96B904E2052}" dt="2023-11-12T14:12:45.208" v="161"/>
        <pc:sldMkLst>
          <pc:docMk/>
          <pc:sldMk cId="857015994" sldId="305"/>
        </pc:sldMkLst>
      </pc:sldChg>
    </pc:docChg>
  </pc:docChgLst>
  <pc:docChgLst>
    <pc:chgData name="Stephane Autreaux" userId="S::stephane.autreaux@supinfo.com::a738c3b6-005b-4b20-bc1a-c071833bb260" providerId="AD" clId="Web-{1E350F60-DFB5-32BB-8E84-B30849E45561}"/>
    <pc:docChg chg="addSld delSld modSld">
      <pc:chgData name="Stephane Autreaux" userId="S::stephane.autreaux@supinfo.com::a738c3b6-005b-4b20-bc1a-c071833bb260" providerId="AD" clId="Web-{1E350F60-DFB5-32BB-8E84-B30849E45561}" dt="2023-12-22T10:50:26.526" v="1275"/>
      <pc:docMkLst>
        <pc:docMk/>
      </pc:docMkLst>
      <pc:sldChg chg="addSp delSp modSp">
        <pc:chgData name="Stephane Autreaux" userId="S::stephane.autreaux@supinfo.com::a738c3b6-005b-4b20-bc1a-c071833bb260" providerId="AD" clId="Web-{1E350F60-DFB5-32BB-8E84-B30849E45561}" dt="2023-12-21T14:01:57.936" v="88" actId="1076"/>
        <pc:sldMkLst>
          <pc:docMk/>
          <pc:sldMk cId="0" sldId="309"/>
        </pc:sldMkLst>
        <pc:spChg chg="add del mod">
          <ac:chgData name="Stephane Autreaux" userId="S::stephane.autreaux@supinfo.com::a738c3b6-005b-4b20-bc1a-c071833bb260" providerId="AD" clId="Web-{1E350F60-DFB5-32BB-8E84-B30849E45561}" dt="2023-12-21T13:58:33.175" v="6"/>
          <ac:spMkLst>
            <pc:docMk/>
            <pc:sldMk cId="0" sldId="309"/>
            <ac:spMk id="3" creationId="{7581794F-B80E-CDC3-8AEA-F1AD81C8CC64}"/>
          </ac:spMkLst>
        </pc:spChg>
        <pc:spChg chg="mod">
          <ac:chgData name="Stephane Autreaux" userId="S::stephane.autreaux@supinfo.com::a738c3b6-005b-4b20-bc1a-c071833bb260" providerId="AD" clId="Web-{1E350F60-DFB5-32BB-8E84-B30849E45561}" dt="2023-12-21T13:59:44.288" v="23" actId="1076"/>
          <ac:spMkLst>
            <pc:docMk/>
            <pc:sldMk cId="0" sldId="309"/>
            <ac:spMk id="7" creationId="{C10BFF94-6DE8-F861-CAF3-782BF9DC5F56}"/>
          </ac:spMkLst>
        </pc:spChg>
        <pc:spChg chg="mod">
          <ac:chgData name="Stephane Autreaux" userId="S::stephane.autreaux@supinfo.com::a738c3b6-005b-4b20-bc1a-c071833bb260" providerId="AD" clId="Web-{1E350F60-DFB5-32BB-8E84-B30849E45561}" dt="2023-12-21T13:59:48.132" v="24" actId="1076"/>
          <ac:spMkLst>
            <pc:docMk/>
            <pc:sldMk cId="0" sldId="309"/>
            <ac:spMk id="8" creationId="{B950D102-8F2A-FEF8-024D-1399F5EF7406}"/>
          </ac:spMkLst>
        </pc:spChg>
        <pc:spChg chg="mod">
          <ac:chgData name="Stephane Autreaux" userId="S::stephane.autreaux@supinfo.com::a738c3b6-005b-4b20-bc1a-c071833bb260" providerId="AD" clId="Web-{1E350F60-DFB5-32BB-8E84-B30849E45561}" dt="2023-12-21T13:59:55.476" v="26" actId="14100"/>
          <ac:spMkLst>
            <pc:docMk/>
            <pc:sldMk cId="0" sldId="309"/>
            <ac:spMk id="9" creationId="{40AA1FBC-BFAF-4B14-981C-19ABB7D03BE0}"/>
          </ac:spMkLst>
        </pc:spChg>
        <pc:spChg chg="add mod">
          <ac:chgData name="Stephane Autreaux" userId="S::stephane.autreaux@supinfo.com::a738c3b6-005b-4b20-bc1a-c071833bb260" providerId="AD" clId="Web-{1E350F60-DFB5-32BB-8E84-B30849E45561}" dt="2023-12-21T13:58:46.800" v="11" actId="1076"/>
          <ac:spMkLst>
            <pc:docMk/>
            <pc:sldMk cId="0" sldId="309"/>
            <ac:spMk id="10" creationId="{DEAA2206-DC47-5A4B-6354-6AB1388F3457}"/>
          </ac:spMkLst>
        </pc:spChg>
        <pc:spChg chg="add mod">
          <ac:chgData name="Stephane Autreaux" userId="S::stephane.autreaux@supinfo.com::a738c3b6-005b-4b20-bc1a-c071833bb260" providerId="AD" clId="Web-{1E350F60-DFB5-32BB-8E84-B30849E45561}" dt="2023-12-21T13:58:46.816" v="12" actId="1076"/>
          <ac:spMkLst>
            <pc:docMk/>
            <pc:sldMk cId="0" sldId="309"/>
            <ac:spMk id="11" creationId="{EC90C563-C2A9-D548-BB79-C70A4060597C}"/>
          </ac:spMkLst>
        </pc:spChg>
        <pc:spChg chg="add mod">
          <ac:chgData name="Stephane Autreaux" userId="S::stephane.autreaux@supinfo.com::a738c3b6-005b-4b20-bc1a-c071833bb260" providerId="AD" clId="Web-{1E350F60-DFB5-32BB-8E84-B30849E45561}" dt="2023-12-21T13:58:46.816" v="13" actId="1076"/>
          <ac:spMkLst>
            <pc:docMk/>
            <pc:sldMk cId="0" sldId="309"/>
            <ac:spMk id="12" creationId="{BAE2E5F7-6E28-DEDF-84E2-C61A9D10D4D2}"/>
          </ac:spMkLst>
        </pc:spChg>
        <pc:spChg chg="add mod">
          <ac:chgData name="Stephane Autreaux" userId="S::stephane.autreaux@supinfo.com::a738c3b6-005b-4b20-bc1a-c071833bb260" providerId="AD" clId="Web-{1E350F60-DFB5-32BB-8E84-B30849E45561}" dt="2023-12-21T13:58:46.832" v="14" actId="1076"/>
          <ac:spMkLst>
            <pc:docMk/>
            <pc:sldMk cId="0" sldId="309"/>
            <ac:spMk id="13" creationId="{658BA1FD-416F-06BB-CEFD-695407AA9B8F}"/>
          </ac:spMkLst>
        </pc:spChg>
        <pc:spChg chg="add del">
          <ac:chgData name="Stephane Autreaux" userId="S::stephane.autreaux@supinfo.com::a738c3b6-005b-4b20-bc1a-c071833bb260" providerId="AD" clId="Web-{1E350F60-DFB5-32BB-8E84-B30849E45561}" dt="2023-12-21T14:00:10.414" v="44"/>
          <ac:spMkLst>
            <pc:docMk/>
            <pc:sldMk cId="0" sldId="309"/>
            <ac:spMk id="15" creationId="{249FCDB8-9215-65F6-6FBA-52F5E430FA45}"/>
          </ac:spMkLst>
        </pc:spChg>
        <pc:spChg chg="add del">
          <ac:chgData name="Stephane Autreaux" userId="S::stephane.autreaux@supinfo.com::a738c3b6-005b-4b20-bc1a-c071833bb260" providerId="AD" clId="Web-{1E350F60-DFB5-32BB-8E84-B30849E45561}" dt="2023-12-21T14:00:10.414" v="43"/>
          <ac:spMkLst>
            <pc:docMk/>
            <pc:sldMk cId="0" sldId="309"/>
            <ac:spMk id="16" creationId="{FF4B9629-2761-D30D-18AB-F4E2F73273AF}"/>
          </ac:spMkLst>
        </pc:spChg>
        <pc:spChg chg="add del">
          <ac:chgData name="Stephane Autreaux" userId="S::stephane.autreaux@supinfo.com::a738c3b6-005b-4b20-bc1a-c071833bb260" providerId="AD" clId="Web-{1E350F60-DFB5-32BB-8E84-B30849E45561}" dt="2023-12-21T14:00:10.414" v="42"/>
          <ac:spMkLst>
            <pc:docMk/>
            <pc:sldMk cId="0" sldId="309"/>
            <ac:spMk id="17" creationId="{BB9F54E3-5286-53AB-04D5-937AB5BF652F}"/>
          </ac:spMkLst>
        </pc:spChg>
        <pc:spChg chg="add del">
          <ac:chgData name="Stephane Autreaux" userId="S::stephane.autreaux@supinfo.com::a738c3b6-005b-4b20-bc1a-c071833bb260" providerId="AD" clId="Web-{1E350F60-DFB5-32BB-8E84-B30849E45561}" dt="2023-12-21T14:00:10.414" v="41"/>
          <ac:spMkLst>
            <pc:docMk/>
            <pc:sldMk cId="0" sldId="309"/>
            <ac:spMk id="18" creationId="{FEA05A9B-8567-DDF0-7333-F7AF181C8A1B}"/>
          </ac:spMkLst>
        </pc:spChg>
        <pc:spChg chg="add del">
          <ac:chgData name="Stephane Autreaux" userId="S::stephane.autreaux@supinfo.com::a738c3b6-005b-4b20-bc1a-c071833bb260" providerId="AD" clId="Web-{1E350F60-DFB5-32BB-8E84-B30849E45561}" dt="2023-12-21T14:00:10.414" v="40"/>
          <ac:spMkLst>
            <pc:docMk/>
            <pc:sldMk cId="0" sldId="309"/>
            <ac:spMk id="19" creationId="{D49873D7-3326-EC6E-566B-2A4FBCCF5BDE}"/>
          </ac:spMkLst>
        </pc:spChg>
        <pc:spChg chg="add del">
          <ac:chgData name="Stephane Autreaux" userId="S::stephane.autreaux@supinfo.com::a738c3b6-005b-4b20-bc1a-c071833bb260" providerId="AD" clId="Web-{1E350F60-DFB5-32BB-8E84-B30849E45561}" dt="2023-12-21T14:00:10.414" v="39"/>
          <ac:spMkLst>
            <pc:docMk/>
            <pc:sldMk cId="0" sldId="309"/>
            <ac:spMk id="20" creationId="{6CC39117-0CCF-8362-C83B-626C06E83987}"/>
          </ac:spMkLst>
        </pc:spChg>
        <pc:spChg chg="add del">
          <ac:chgData name="Stephane Autreaux" userId="S::stephane.autreaux@supinfo.com::a738c3b6-005b-4b20-bc1a-c071833bb260" providerId="AD" clId="Web-{1E350F60-DFB5-32BB-8E84-B30849E45561}" dt="2023-12-21T14:00:10.414" v="38"/>
          <ac:spMkLst>
            <pc:docMk/>
            <pc:sldMk cId="0" sldId="309"/>
            <ac:spMk id="21" creationId="{6139BD17-B9FC-B9B3-F9A3-15930EB7FBDA}"/>
          </ac:spMkLst>
        </pc:spChg>
        <pc:spChg chg="add del">
          <ac:chgData name="Stephane Autreaux" userId="S::stephane.autreaux@supinfo.com::a738c3b6-005b-4b20-bc1a-c071833bb260" providerId="AD" clId="Web-{1E350F60-DFB5-32BB-8E84-B30849E45561}" dt="2023-12-21T14:00:10.414" v="37"/>
          <ac:spMkLst>
            <pc:docMk/>
            <pc:sldMk cId="0" sldId="309"/>
            <ac:spMk id="22" creationId="{E72A05A6-3CF2-84C1-8309-56BDC6EA131C}"/>
          </ac:spMkLst>
        </pc:spChg>
        <pc:spChg chg="add del">
          <ac:chgData name="Stephane Autreaux" userId="S::stephane.autreaux@supinfo.com::a738c3b6-005b-4b20-bc1a-c071833bb260" providerId="AD" clId="Web-{1E350F60-DFB5-32BB-8E84-B30849E45561}" dt="2023-12-21T14:00:10.414" v="36"/>
          <ac:spMkLst>
            <pc:docMk/>
            <pc:sldMk cId="0" sldId="309"/>
            <ac:spMk id="23" creationId="{1923CC33-C432-4F5F-CD80-3FD2D7E54FF9}"/>
          </ac:spMkLst>
        </pc:spChg>
        <pc:spChg chg="add mod">
          <ac:chgData name="Stephane Autreaux" userId="S::stephane.autreaux@supinfo.com::a738c3b6-005b-4b20-bc1a-c071833bb260" providerId="AD" clId="Web-{1E350F60-DFB5-32BB-8E84-B30849E45561}" dt="2023-12-21T14:00:26.868" v="52" actId="1076"/>
          <ac:spMkLst>
            <pc:docMk/>
            <pc:sldMk cId="0" sldId="309"/>
            <ac:spMk id="24" creationId="{CCB29403-AFD8-2B70-D0FF-5B9D79B34570}"/>
          </ac:spMkLst>
        </pc:spChg>
        <pc:spChg chg="add mod">
          <ac:chgData name="Stephane Autreaux" userId="S::stephane.autreaux@supinfo.com::a738c3b6-005b-4b20-bc1a-c071833bb260" providerId="AD" clId="Web-{1E350F60-DFB5-32BB-8E84-B30849E45561}" dt="2023-12-21T14:00:26.884" v="53" actId="1076"/>
          <ac:spMkLst>
            <pc:docMk/>
            <pc:sldMk cId="0" sldId="309"/>
            <ac:spMk id="25" creationId="{FE41BAD6-C98E-4D87-41F5-C958B0394721}"/>
          </ac:spMkLst>
        </pc:spChg>
        <pc:spChg chg="add mod">
          <ac:chgData name="Stephane Autreaux" userId="S::stephane.autreaux@supinfo.com::a738c3b6-005b-4b20-bc1a-c071833bb260" providerId="AD" clId="Web-{1E350F60-DFB5-32BB-8E84-B30849E45561}" dt="2023-12-21T14:00:26.884" v="54" actId="1076"/>
          <ac:spMkLst>
            <pc:docMk/>
            <pc:sldMk cId="0" sldId="309"/>
            <ac:spMk id="26" creationId="{B084AF04-359B-2BDB-2BEB-5482D94F6EA8}"/>
          </ac:spMkLst>
        </pc:spChg>
        <pc:spChg chg="add mod">
          <ac:chgData name="Stephane Autreaux" userId="S::stephane.autreaux@supinfo.com::a738c3b6-005b-4b20-bc1a-c071833bb260" providerId="AD" clId="Web-{1E350F60-DFB5-32BB-8E84-B30849E45561}" dt="2023-12-21T14:00:26.900" v="55" actId="1076"/>
          <ac:spMkLst>
            <pc:docMk/>
            <pc:sldMk cId="0" sldId="309"/>
            <ac:spMk id="27" creationId="{7E687D1D-8072-EC11-DFDB-A246EEFA145D}"/>
          </ac:spMkLst>
        </pc:spChg>
        <pc:spChg chg="add mod">
          <ac:chgData name="Stephane Autreaux" userId="S::stephane.autreaux@supinfo.com::a738c3b6-005b-4b20-bc1a-c071833bb260" providerId="AD" clId="Web-{1E350F60-DFB5-32BB-8E84-B30849E45561}" dt="2023-12-21T14:00:26.900" v="56" actId="1076"/>
          <ac:spMkLst>
            <pc:docMk/>
            <pc:sldMk cId="0" sldId="309"/>
            <ac:spMk id="28" creationId="{C1F08019-637E-D149-21AF-4E4092ED265F}"/>
          </ac:spMkLst>
        </pc:spChg>
        <pc:spChg chg="add mod">
          <ac:chgData name="Stephane Autreaux" userId="S::stephane.autreaux@supinfo.com::a738c3b6-005b-4b20-bc1a-c071833bb260" providerId="AD" clId="Web-{1E350F60-DFB5-32BB-8E84-B30849E45561}" dt="2023-12-21T14:00:26.900" v="57" actId="1076"/>
          <ac:spMkLst>
            <pc:docMk/>
            <pc:sldMk cId="0" sldId="309"/>
            <ac:spMk id="29" creationId="{2B4D4884-670B-518D-D3BF-29482C2E341B}"/>
          </ac:spMkLst>
        </pc:spChg>
        <pc:spChg chg="add mod">
          <ac:chgData name="Stephane Autreaux" userId="S::stephane.autreaux@supinfo.com::a738c3b6-005b-4b20-bc1a-c071833bb260" providerId="AD" clId="Web-{1E350F60-DFB5-32BB-8E84-B30849E45561}" dt="2023-12-21T14:00:26.915" v="58" actId="1076"/>
          <ac:spMkLst>
            <pc:docMk/>
            <pc:sldMk cId="0" sldId="309"/>
            <ac:spMk id="30" creationId="{4B0D46E1-9F6C-C60E-8E1A-F249FB2D3D17}"/>
          </ac:spMkLst>
        </pc:spChg>
        <pc:spChg chg="add mod">
          <ac:chgData name="Stephane Autreaux" userId="S::stephane.autreaux@supinfo.com::a738c3b6-005b-4b20-bc1a-c071833bb260" providerId="AD" clId="Web-{1E350F60-DFB5-32BB-8E84-B30849E45561}" dt="2023-12-21T14:01:21.778" v="75" actId="1076"/>
          <ac:spMkLst>
            <pc:docMk/>
            <pc:sldMk cId="0" sldId="309"/>
            <ac:spMk id="31" creationId="{98BC8C4F-62DE-4084-64B6-5A56ED7E4F24}"/>
          </ac:spMkLst>
        </pc:spChg>
        <pc:spChg chg="add mod">
          <ac:chgData name="Stephane Autreaux" userId="S::stephane.autreaux@supinfo.com::a738c3b6-005b-4b20-bc1a-c071833bb260" providerId="AD" clId="Web-{1E350F60-DFB5-32BB-8E84-B30849E45561}" dt="2023-12-21T14:01:28.356" v="77" actId="1076"/>
          <ac:spMkLst>
            <pc:docMk/>
            <pc:sldMk cId="0" sldId="309"/>
            <ac:spMk id="32" creationId="{4157E6CE-22F0-4A47-F504-F590029A902A}"/>
          </ac:spMkLst>
        </pc:spChg>
        <pc:spChg chg="add mod">
          <ac:chgData name="Stephane Autreaux" userId="S::stephane.autreaux@supinfo.com::a738c3b6-005b-4b20-bc1a-c071833bb260" providerId="AD" clId="Web-{1E350F60-DFB5-32BB-8E84-B30849E45561}" dt="2023-12-21T14:01:52.764" v="86" actId="1076"/>
          <ac:spMkLst>
            <pc:docMk/>
            <pc:sldMk cId="0" sldId="309"/>
            <ac:spMk id="33" creationId="{2ED99659-106E-E61F-7A8F-DD0072FCA8D0}"/>
          </ac:spMkLst>
        </pc:spChg>
        <pc:spChg chg="add mod">
          <ac:chgData name="Stephane Autreaux" userId="S::stephane.autreaux@supinfo.com::a738c3b6-005b-4b20-bc1a-c071833bb260" providerId="AD" clId="Web-{1E350F60-DFB5-32BB-8E84-B30849E45561}" dt="2023-12-21T14:01:57.936" v="88" actId="1076"/>
          <ac:spMkLst>
            <pc:docMk/>
            <pc:sldMk cId="0" sldId="309"/>
            <ac:spMk id="34" creationId="{74F43487-1E6F-B067-6ABA-BBC1D560E8CA}"/>
          </ac:spMkLst>
        </pc:spChg>
        <pc:spChg chg="mod">
          <ac:chgData name="Stephane Autreaux" userId="S::stephane.autreaux@supinfo.com::a738c3b6-005b-4b20-bc1a-c071833bb260" providerId="AD" clId="Web-{1E350F60-DFB5-32BB-8E84-B30849E45561}" dt="2023-12-21T14:00:51.213" v="61" actId="20577"/>
          <ac:spMkLst>
            <pc:docMk/>
            <pc:sldMk cId="0" sldId="309"/>
            <ac:spMk id="441" creationId="{00000000-0000-0000-0000-000000000000}"/>
          </ac:spMkLst>
        </pc:spChg>
        <pc:spChg chg="mod">
          <ac:chgData name="Stephane Autreaux" userId="S::stephane.autreaux@supinfo.com::a738c3b6-005b-4b20-bc1a-c071833bb260" providerId="AD" clId="Web-{1E350F60-DFB5-32BB-8E84-B30849E45561}" dt="2023-12-21T14:00:55.604" v="63" actId="20577"/>
          <ac:spMkLst>
            <pc:docMk/>
            <pc:sldMk cId="0" sldId="309"/>
            <ac:spMk id="442" creationId="{00000000-0000-0000-0000-000000000000}"/>
          </ac:spMkLst>
        </pc:spChg>
        <pc:picChg chg="del">
          <ac:chgData name="Stephane Autreaux" userId="S::stephane.autreaux@supinfo.com::a738c3b6-005b-4b20-bc1a-c071833bb260" providerId="AD" clId="Web-{1E350F60-DFB5-32BB-8E84-B30849E45561}" dt="2023-12-21T14:00:29.572" v="59"/>
          <ac:picMkLst>
            <pc:docMk/>
            <pc:sldMk cId="0" sldId="309"/>
            <ac:picMk id="443" creationId="{00000000-0000-0000-0000-000000000000}"/>
          </ac:picMkLst>
        </pc:picChg>
      </pc:sldChg>
      <pc:sldChg chg="addSp delSp modSp">
        <pc:chgData name="Stephane Autreaux" userId="S::stephane.autreaux@supinfo.com::a738c3b6-005b-4b20-bc1a-c071833bb260" providerId="AD" clId="Web-{1E350F60-DFB5-32BB-8E84-B30849E45561}" dt="2023-12-21T15:39:58.427" v="391" actId="1076"/>
        <pc:sldMkLst>
          <pc:docMk/>
          <pc:sldMk cId="0" sldId="310"/>
        </pc:sldMkLst>
        <pc:spChg chg="add del mod">
          <ac:chgData name="Stephane Autreaux" userId="S::stephane.autreaux@supinfo.com::a738c3b6-005b-4b20-bc1a-c071833bb260" providerId="AD" clId="Web-{1E350F60-DFB5-32BB-8E84-B30849E45561}" dt="2023-12-21T14:04:03.161" v="137"/>
          <ac:spMkLst>
            <pc:docMk/>
            <pc:sldMk cId="0" sldId="310"/>
            <ac:spMk id="3" creationId="{407BC5BE-5357-4514-6954-25080D461282}"/>
          </ac:spMkLst>
        </pc:spChg>
        <pc:spChg chg="add mod">
          <ac:chgData name="Stephane Autreaux" userId="S::stephane.autreaux@supinfo.com::a738c3b6-005b-4b20-bc1a-c071833bb260" providerId="AD" clId="Web-{1E350F60-DFB5-32BB-8E84-B30849E45561}" dt="2023-12-21T15:39:08.314" v="351" actId="1076"/>
          <ac:spMkLst>
            <pc:docMk/>
            <pc:sldMk cId="0" sldId="310"/>
            <ac:spMk id="5" creationId="{1B5BD7CB-874A-9089-FC37-5C60993A0177}"/>
          </ac:spMkLst>
        </pc:spChg>
        <pc:spChg chg="add mod">
          <ac:chgData name="Stephane Autreaux" userId="S::stephane.autreaux@supinfo.com::a738c3b6-005b-4b20-bc1a-c071833bb260" providerId="AD" clId="Web-{1E350F60-DFB5-32BB-8E84-B30849E45561}" dt="2023-12-21T15:39:08.314" v="352" actId="1076"/>
          <ac:spMkLst>
            <pc:docMk/>
            <pc:sldMk cId="0" sldId="310"/>
            <ac:spMk id="7" creationId="{C3FABFED-5483-BBB2-AEC7-C2F319BE7BC2}"/>
          </ac:spMkLst>
        </pc:spChg>
        <pc:spChg chg="add mod">
          <ac:chgData name="Stephane Autreaux" userId="S::stephane.autreaux@supinfo.com::a738c3b6-005b-4b20-bc1a-c071833bb260" providerId="AD" clId="Web-{1E350F60-DFB5-32BB-8E84-B30849E45561}" dt="2023-12-21T15:39:08.330" v="353" actId="1076"/>
          <ac:spMkLst>
            <pc:docMk/>
            <pc:sldMk cId="0" sldId="310"/>
            <ac:spMk id="9" creationId="{3CED7AEB-2DD0-298F-ED35-C3635F451760}"/>
          </ac:spMkLst>
        </pc:spChg>
        <pc:spChg chg="add mod">
          <ac:chgData name="Stephane Autreaux" userId="S::stephane.autreaux@supinfo.com::a738c3b6-005b-4b20-bc1a-c071833bb260" providerId="AD" clId="Web-{1E350F60-DFB5-32BB-8E84-B30849E45561}" dt="2023-12-21T15:39:08.346" v="354" actId="1076"/>
          <ac:spMkLst>
            <pc:docMk/>
            <pc:sldMk cId="0" sldId="310"/>
            <ac:spMk id="11" creationId="{F2713F96-0379-4ACC-8E81-DE2EEDDF2DC1}"/>
          </ac:spMkLst>
        </pc:spChg>
        <pc:spChg chg="add mod">
          <ac:chgData name="Stephane Autreaux" userId="S::stephane.autreaux@supinfo.com::a738c3b6-005b-4b20-bc1a-c071833bb260" providerId="AD" clId="Web-{1E350F60-DFB5-32BB-8E84-B30849E45561}" dt="2023-12-21T15:39:08.361" v="355" actId="1076"/>
          <ac:spMkLst>
            <pc:docMk/>
            <pc:sldMk cId="0" sldId="310"/>
            <ac:spMk id="13" creationId="{4B40C695-2537-8B64-5E68-B5B68AE997A2}"/>
          </ac:spMkLst>
        </pc:spChg>
        <pc:spChg chg="add mod">
          <ac:chgData name="Stephane Autreaux" userId="S::stephane.autreaux@supinfo.com::a738c3b6-005b-4b20-bc1a-c071833bb260" providerId="AD" clId="Web-{1E350F60-DFB5-32BB-8E84-B30849E45561}" dt="2023-12-21T15:39:08.377" v="356" actId="1076"/>
          <ac:spMkLst>
            <pc:docMk/>
            <pc:sldMk cId="0" sldId="310"/>
            <ac:spMk id="15" creationId="{95F21901-2630-F320-F147-65E45E5E02D5}"/>
          </ac:spMkLst>
        </pc:spChg>
        <pc:spChg chg="add mod">
          <ac:chgData name="Stephane Autreaux" userId="S::stephane.autreaux@supinfo.com::a738c3b6-005b-4b20-bc1a-c071833bb260" providerId="AD" clId="Web-{1E350F60-DFB5-32BB-8E84-B30849E45561}" dt="2023-12-21T15:39:08.377" v="357" actId="1076"/>
          <ac:spMkLst>
            <pc:docMk/>
            <pc:sldMk cId="0" sldId="310"/>
            <ac:spMk id="17" creationId="{1B8DFC79-857A-AF51-3BF6-F6F812EA5EB8}"/>
          </ac:spMkLst>
        </pc:spChg>
        <pc:spChg chg="add mod">
          <ac:chgData name="Stephane Autreaux" userId="S::stephane.autreaux@supinfo.com::a738c3b6-005b-4b20-bc1a-c071833bb260" providerId="AD" clId="Web-{1E350F60-DFB5-32BB-8E84-B30849E45561}" dt="2023-12-21T15:39:08.393" v="358" actId="1076"/>
          <ac:spMkLst>
            <pc:docMk/>
            <pc:sldMk cId="0" sldId="310"/>
            <ac:spMk id="19" creationId="{30FCC000-9FE9-262C-9706-55485F48BC17}"/>
          </ac:spMkLst>
        </pc:spChg>
        <pc:spChg chg="add mod">
          <ac:chgData name="Stephane Autreaux" userId="S::stephane.autreaux@supinfo.com::a738c3b6-005b-4b20-bc1a-c071833bb260" providerId="AD" clId="Web-{1E350F60-DFB5-32BB-8E84-B30849E45561}" dt="2023-12-21T15:39:08.408" v="359" actId="1076"/>
          <ac:spMkLst>
            <pc:docMk/>
            <pc:sldMk cId="0" sldId="310"/>
            <ac:spMk id="21" creationId="{9404F6B5-AB2C-FA7C-7FD6-53578F630440}"/>
          </ac:spMkLst>
        </pc:spChg>
        <pc:spChg chg="add mod">
          <ac:chgData name="Stephane Autreaux" userId="S::stephane.autreaux@supinfo.com::a738c3b6-005b-4b20-bc1a-c071833bb260" providerId="AD" clId="Web-{1E350F60-DFB5-32BB-8E84-B30849E45561}" dt="2023-12-21T15:39:08.424" v="360" actId="1076"/>
          <ac:spMkLst>
            <pc:docMk/>
            <pc:sldMk cId="0" sldId="310"/>
            <ac:spMk id="23" creationId="{98AD45A3-FC4E-C228-5B22-032F9573CD2D}"/>
          </ac:spMkLst>
        </pc:spChg>
        <pc:spChg chg="add mod">
          <ac:chgData name="Stephane Autreaux" userId="S::stephane.autreaux@supinfo.com::a738c3b6-005b-4b20-bc1a-c071833bb260" providerId="AD" clId="Web-{1E350F60-DFB5-32BB-8E84-B30849E45561}" dt="2023-12-21T15:39:08.439" v="361" actId="1076"/>
          <ac:spMkLst>
            <pc:docMk/>
            <pc:sldMk cId="0" sldId="310"/>
            <ac:spMk id="25" creationId="{87D625C6-BE93-6F73-4FDE-D4E753444C72}"/>
          </ac:spMkLst>
        </pc:spChg>
        <pc:spChg chg="add del mod">
          <ac:chgData name="Stephane Autreaux" userId="S::stephane.autreaux@supinfo.com::a738c3b6-005b-4b20-bc1a-c071833bb260" providerId="AD" clId="Web-{1E350F60-DFB5-32BB-8E84-B30849E45561}" dt="2023-12-21T14:05:13.009" v="140"/>
          <ac:spMkLst>
            <pc:docMk/>
            <pc:sldMk cId="0" sldId="310"/>
            <ac:spMk id="27" creationId="{B6EF2A95-B1E0-033A-6673-C8D3C3B10F46}"/>
          </ac:spMkLst>
        </pc:spChg>
        <pc:spChg chg="add mod">
          <ac:chgData name="Stephane Autreaux" userId="S::stephane.autreaux@supinfo.com::a738c3b6-005b-4b20-bc1a-c071833bb260" providerId="AD" clId="Web-{1E350F60-DFB5-32BB-8E84-B30849E45561}" dt="2023-12-21T15:39:25.566" v="373" actId="1076"/>
          <ac:spMkLst>
            <pc:docMk/>
            <pc:sldMk cId="0" sldId="310"/>
            <ac:spMk id="28" creationId="{94456941-5EFF-1196-EAFB-E74B1588340E}"/>
          </ac:spMkLst>
        </pc:spChg>
        <pc:spChg chg="add mod">
          <ac:chgData name="Stephane Autreaux" userId="S::stephane.autreaux@supinfo.com::a738c3b6-005b-4b20-bc1a-c071833bb260" providerId="AD" clId="Web-{1E350F60-DFB5-32BB-8E84-B30849E45561}" dt="2023-12-21T15:39:25.581" v="374" actId="1076"/>
          <ac:spMkLst>
            <pc:docMk/>
            <pc:sldMk cId="0" sldId="310"/>
            <ac:spMk id="29" creationId="{7CFD91A9-A589-87E0-EB3E-2E9A6695CC0A}"/>
          </ac:spMkLst>
        </pc:spChg>
        <pc:spChg chg="add mod">
          <ac:chgData name="Stephane Autreaux" userId="S::stephane.autreaux@supinfo.com::a738c3b6-005b-4b20-bc1a-c071833bb260" providerId="AD" clId="Web-{1E350F60-DFB5-32BB-8E84-B30849E45561}" dt="2023-12-21T15:39:25.597" v="375" actId="1076"/>
          <ac:spMkLst>
            <pc:docMk/>
            <pc:sldMk cId="0" sldId="310"/>
            <ac:spMk id="30" creationId="{025EF762-0026-3B7F-F194-D703109F87EC}"/>
          </ac:spMkLst>
        </pc:spChg>
        <pc:spChg chg="add mod">
          <ac:chgData name="Stephane Autreaux" userId="S::stephane.autreaux@supinfo.com::a738c3b6-005b-4b20-bc1a-c071833bb260" providerId="AD" clId="Web-{1E350F60-DFB5-32BB-8E84-B30849E45561}" dt="2023-12-21T15:39:25.612" v="376" actId="1076"/>
          <ac:spMkLst>
            <pc:docMk/>
            <pc:sldMk cId="0" sldId="310"/>
            <ac:spMk id="31" creationId="{127E5EB9-1B4A-B856-C4D9-9B92DDE63FEC}"/>
          </ac:spMkLst>
        </pc:spChg>
        <pc:spChg chg="add mod">
          <ac:chgData name="Stephane Autreaux" userId="S::stephane.autreaux@supinfo.com::a738c3b6-005b-4b20-bc1a-c071833bb260" providerId="AD" clId="Web-{1E350F60-DFB5-32BB-8E84-B30849E45561}" dt="2023-12-21T15:39:25.612" v="377" actId="1076"/>
          <ac:spMkLst>
            <pc:docMk/>
            <pc:sldMk cId="0" sldId="310"/>
            <ac:spMk id="32" creationId="{6652C952-A71D-E990-088C-2E19789D09A9}"/>
          </ac:spMkLst>
        </pc:spChg>
        <pc:spChg chg="add mod">
          <ac:chgData name="Stephane Autreaux" userId="S::stephane.autreaux@supinfo.com::a738c3b6-005b-4b20-bc1a-c071833bb260" providerId="AD" clId="Web-{1E350F60-DFB5-32BB-8E84-B30849E45561}" dt="2023-12-21T15:39:25.628" v="378" actId="1076"/>
          <ac:spMkLst>
            <pc:docMk/>
            <pc:sldMk cId="0" sldId="310"/>
            <ac:spMk id="33" creationId="{99C886E2-7226-4335-BDD0-CE2E037FFE20}"/>
          </ac:spMkLst>
        </pc:spChg>
        <pc:spChg chg="add mod">
          <ac:chgData name="Stephane Autreaux" userId="S::stephane.autreaux@supinfo.com::a738c3b6-005b-4b20-bc1a-c071833bb260" providerId="AD" clId="Web-{1E350F60-DFB5-32BB-8E84-B30849E45561}" dt="2023-12-21T15:39:25.644" v="379" actId="1076"/>
          <ac:spMkLst>
            <pc:docMk/>
            <pc:sldMk cId="0" sldId="310"/>
            <ac:spMk id="34" creationId="{AF3B9DEC-F8D1-C80B-0C96-4FD26335D351}"/>
          </ac:spMkLst>
        </pc:spChg>
        <pc:spChg chg="add mod">
          <ac:chgData name="Stephane Autreaux" userId="S::stephane.autreaux@supinfo.com::a738c3b6-005b-4b20-bc1a-c071833bb260" providerId="AD" clId="Web-{1E350F60-DFB5-32BB-8E84-B30849E45561}" dt="2023-12-21T15:39:25.659" v="380" actId="1076"/>
          <ac:spMkLst>
            <pc:docMk/>
            <pc:sldMk cId="0" sldId="310"/>
            <ac:spMk id="35" creationId="{39A74CCA-3881-5BA5-E65A-FE9F4EC33072}"/>
          </ac:spMkLst>
        </pc:spChg>
        <pc:spChg chg="add mod">
          <ac:chgData name="Stephane Autreaux" userId="S::stephane.autreaux@supinfo.com::a738c3b6-005b-4b20-bc1a-c071833bb260" providerId="AD" clId="Web-{1E350F60-DFB5-32BB-8E84-B30849E45561}" dt="2023-12-21T15:39:25.675" v="381" actId="1076"/>
          <ac:spMkLst>
            <pc:docMk/>
            <pc:sldMk cId="0" sldId="310"/>
            <ac:spMk id="36" creationId="{A91A2D2D-C3CA-83D4-166A-BBEBAE3065DF}"/>
          </ac:spMkLst>
        </pc:spChg>
        <pc:spChg chg="add mod">
          <ac:chgData name="Stephane Autreaux" userId="S::stephane.autreaux@supinfo.com::a738c3b6-005b-4b20-bc1a-c071833bb260" providerId="AD" clId="Web-{1E350F60-DFB5-32BB-8E84-B30849E45561}" dt="2023-12-21T15:39:25.691" v="382" actId="1076"/>
          <ac:spMkLst>
            <pc:docMk/>
            <pc:sldMk cId="0" sldId="310"/>
            <ac:spMk id="37" creationId="{D6E6CBB9-7841-CE0E-4020-A983E56F3E2C}"/>
          </ac:spMkLst>
        </pc:spChg>
        <pc:spChg chg="add mod">
          <ac:chgData name="Stephane Autreaux" userId="S::stephane.autreaux@supinfo.com::a738c3b6-005b-4b20-bc1a-c071833bb260" providerId="AD" clId="Web-{1E350F60-DFB5-32BB-8E84-B30849E45561}" dt="2023-12-21T15:39:25.706" v="383" actId="1076"/>
          <ac:spMkLst>
            <pc:docMk/>
            <pc:sldMk cId="0" sldId="310"/>
            <ac:spMk id="38" creationId="{03027373-1959-C225-DDC7-95795AF6213E}"/>
          </ac:spMkLst>
        </pc:spChg>
        <pc:spChg chg="add mod">
          <ac:chgData name="Stephane Autreaux" userId="S::stephane.autreaux@supinfo.com::a738c3b6-005b-4b20-bc1a-c071833bb260" providerId="AD" clId="Web-{1E350F60-DFB5-32BB-8E84-B30849E45561}" dt="2023-12-21T15:39:15.471" v="362" actId="1076"/>
          <ac:spMkLst>
            <pc:docMk/>
            <pc:sldMk cId="0" sldId="310"/>
            <ac:spMk id="39" creationId="{2801DC68-A615-2B37-4E64-B6F9B004B4A5}"/>
          </ac:spMkLst>
        </pc:spChg>
        <pc:spChg chg="add mod">
          <ac:chgData name="Stephane Autreaux" userId="S::stephane.autreaux@supinfo.com::a738c3b6-005b-4b20-bc1a-c071833bb260" providerId="AD" clId="Web-{1E350F60-DFB5-32BB-8E84-B30849E45561}" dt="2023-12-21T15:39:15.471" v="363" actId="1076"/>
          <ac:spMkLst>
            <pc:docMk/>
            <pc:sldMk cId="0" sldId="310"/>
            <ac:spMk id="40" creationId="{967757C1-B9FA-E25B-BB66-9757A6AFBC94}"/>
          </ac:spMkLst>
        </pc:spChg>
        <pc:spChg chg="add mod">
          <ac:chgData name="Stephane Autreaux" userId="S::stephane.autreaux@supinfo.com::a738c3b6-005b-4b20-bc1a-c071833bb260" providerId="AD" clId="Web-{1E350F60-DFB5-32BB-8E84-B30849E45561}" dt="2023-12-21T15:39:15.487" v="364" actId="1076"/>
          <ac:spMkLst>
            <pc:docMk/>
            <pc:sldMk cId="0" sldId="310"/>
            <ac:spMk id="41" creationId="{7CFEE2EC-0B7A-8A7E-F23F-B273E2DD28F8}"/>
          </ac:spMkLst>
        </pc:spChg>
        <pc:spChg chg="add mod">
          <ac:chgData name="Stephane Autreaux" userId="S::stephane.autreaux@supinfo.com::a738c3b6-005b-4b20-bc1a-c071833bb260" providerId="AD" clId="Web-{1E350F60-DFB5-32BB-8E84-B30849E45561}" dt="2023-12-21T15:39:15.502" v="365" actId="1076"/>
          <ac:spMkLst>
            <pc:docMk/>
            <pc:sldMk cId="0" sldId="310"/>
            <ac:spMk id="42" creationId="{821918BC-3720-54E4-4D37-1E69C3D731C7}"/>
          </ac:spMkLst>
        </pc:spChg>
        <pc:spChg chg="add mod">
          <ac:chgData name="Stephane Autreaux" userId="S::stephane.autreaux@supinfo.com::a738c3b6-005b-4b20-bc1a-c071833bb260" providerId="AD" clId="Web-{1E350F60-DFB5-32BB-8E84-B30849E45561}" dt="2023-12-21T15:39:15.502" v="366" actId="1076"/>
          <ac:spMkLst>
            <pc:docMk/>
            <pc:sldMk cId="0" sldId="310"/>
            <ac:spMk id="43" creationId="{F85340BB-CFF9-8E92-3A9F-E7E7591BA8A4}"/>
          </ac:spMkLst>
        </pc:spChg>
        <pc:spChg chg="add mod">
          <ac:chgData name="Stephane Autreaux" userId="S::stephane.autreaux@supinfo.com::a738c3b6-005b-4b20-bc1a-c071833bb260" providerId="AD" clId="Web-{1E350F60-DFB5-32BB-8E84-B30849E45561}" dt="2023-12-21T15:39:15.518" v="367" actId="1076"/>
          <ac:spMkLst>
            <pc:docMk/>
            <pc:sldMk cId="0" sldId="310"/>
            <ac:spMk id="44" creationId="{CFE39BB2-DCE4-EACF-D328-9882E2F60158}"/>
          </ac:spMkLst>
        </pc:spChg>
        <pc:spChg chg="add mod">
          <ac:chgData name="Stephane Autreaux" userId="S::stephane.autreaux@supinfo.com::a738c3b6-005b-4b20-bc1a-c071833bb260" providerId="AD" clId="Web-{1E350F60-DFB5-32BB-8E84-B30849E45561}" dt="2023-12-21T15:39:15.534" v="368" actId="1076"/>
          <ac:spMkLst>
            <pc:docMk/>
            <pc:sldMk cId="0" sldId="310"/>
            <ac:spMk id="45" creationId="{0EC5D838-2D4F-A27B-120B-92817BA2032C}"/>
          </ac:spMkLst>
        </pc:spChg>
        <pc:spChg chg="add mod">
          <ac:chgData name="Stephane Autreaux" userId="S::stephane.autreaux@supinfo.com::a738c3b6-005b-4b20-bc1a-c071833bb260" providerId="AD" clId="Web-{1E350F60-DFB5-32BB-8E84-B30849E45561}" dt="2023-12-21T15:39:15.534" v="369" actId="1076"/>
          <ac:spMkLst>
            <pc:docMk/>
            <pc:sldMk cId="0" sldId="310"/>
            <ac:spMk id="46" creationId="{BD549EA0-A2EA-01A1-B8B3-5F11573DC078}"/>
          </ac:spMkLst>
        </pc:spChg>
        <pc:spChg chg="add mod">
          <ac:chgData name="Stephane Autreaux" userId="S::stephane.autreaux@supinfo.com::a738c3b6-005b-4b20-bc1a-c071833bb260" providerId="AD" clId="Web-{1E350F60-DFB5-32BB-8E84-B30849E45561}" dt="2023-12-21T15:39:15.549" v="370" actId="1076"/>
          <ac:spMkLst>
            <pc:docMk/>
            <pc:sldMk cId="0" sldId="310"/>
            <ac:spMk id="47" creationId="{30D568AE-CB74-A028-8B7A-8BD98FA48110}"/>
          </ac:spMkLst>
        </pc:spChg>
        <pc:spChg chg="add mod">
          <ac:chgData name="Stephane Autreaux" userId="S::stephane.autreaux@supinfo.com::a738c3b6-005b-4b20-bc1a-c071833bb260" providerId="AD" clId="Web-{1E350F60-DFB5-32BB-8E84-B30849E45561}" dt="2023-12-21T15:39:15.565" v="371" actId="1076"/>
          <ac:spMkLst>
            <pc:docMk/>
            <pc:sldMk cId="0" sldId="310"/>
            <ac:spMk id="48" creationId="{8AAEBEC1-1DA3-28A6-FC54-CFC277FF4DB6}"/>
          </ac:spMkLst>
        </pc:spChg>
        <pc:spChg chg="add mod">
          <ac:chgData name="Stephane Autreaux" userId="S::stephane.autreaux@supinfo.com::a738c3b6-005b-4b20-bc1a-c071833bb260" providerId="AD" clId="Web-{1E350F60-DFB5-32BB-8E84-B30849E45561}" dt="2023-12-21T15:39:15.565" v="372" actId="1076"/>
          <ac:spMkLst>
            <pc:docMk/>
            <pc:sldMk cId="0" sldId="310"/>
            <ac:spMk id="49" creationId="{2FDC1AF3-FB6B-C09A-8FCF-BA0E7B9254F5}"/>
          </ac:spMkLst>
        </pc:spChg>
        <pc:spChg chg="mod">
          <ac:chgData name="Stephane Autreaux" userId="S::stephane.autreaux@supinfo.com::a738c3b6-005b-4b20-bc1a-c071833bb260" providerId="AD" clId="Web-{1E350F60-DFB5-32BB-8E84-B30849E45561}" dt="2023-12-21T14:03:26.128" v="100" actId="20577"/>
          <ac:spMkLst>
            <pc:docMk/>
            <pc:sldMk cId="0" sldId="310"/>
            <ac:spMk id="448" creationId="{00000000-0000-0000-0000-000000000000}"/>
          </ac:spMkLst>
        </pc:spChg>
        <pc:spChg chg="del">
          <ac:chgData name="Stephane Autreaux" userId="S::stephane.autreaux@supinfo.com::a738c3b6-005b-4b20-bc1a-c071833bb260" providerId="AD" clId="Web-{1E350F60-DFB5-32BB-8E84-B30849E45561}" dt="2023-12-21T14:04:21.084" v="139"/>
          <ac:spMkLst>
            <pc:docMk/>
            <pc:sldMk cId="0" sldId="310"/>
            <ac:spMk id="449" creationId="{00000000-0000-0000-0000-000000000000}"/>
          </ac:spMkLst>
        </pc:spChg>
        <pc:spChg chg="mod">
          <ac:chgData name="Stephane Autreaux" userId="S::stephane.autreaux@supinfo.com::a738c3b6-005b-4b20-bc1a-c071833bb260" providerId="AD" clId="Web-{1E350F60-DFB5-32BB-8E84-B30849E45561}" dt="2023-12-21T15:39:38.957" v="386" actId="1076"/>
          <ac:spMkLst>
            <pc:docMk/>
            <pc:sldMk cId="0" sldId="310"/>
            <ac:spMk id="453" creationId="{00000000-0000-0000-0000-000000000000}"/>
          </ac:spMkLst>
        </pc:spChg>
        <pc:spChg chg="mod">
          <ac:chgData name="Stephane Autreaux" userId="S::stephane.autreaux@supinfo.com::a738c3b6-005b-4b20-bc1a-c071833bb260" providerId="AD" clId="Web-{1E350F60-DFB5-32BB-8E84-B30849E45561}" dt="2023-12-21T15:39:44.504" v="387" actId="1076"/>
          <ac:spMkLst>
            <pc:docMk/>
            <pc:sldMk cId="0" sldId="310"/>
            <ac:spMk id="454" creationId="{00000000-0000-0000-0000-000000000000}"/>
          </ac:spMkLst>
        </pc:spChg>
        <pc:spChg chg="mod">
          <ac:chgData name="Stephane Autreaux" userId="S::stephane.autreaux@supinfo.com::a738c3b6-005b-4b20-bc1a-c071833bb260" providerId="AD" clId="Web-{1E350F60-DFB5-32BB-8E84-B30849E45561}" dt="2023-12-21T15:39:34.644" v="385" actId="14100"/>
          <ac:spMkLst>
            <pc:docMk/>
            <pc:sldMk cId="0" sldId="310"/>
            <ac:spMk id="455" creationId="{00000000-0000-0000-0000-000000000000}"/>
          </ac:spMkLst>
        </pc:spChg>
        <pc:spChg chg="mod">
          <ac:chgData name="Stephane Autreaux" userId="S::stephane.autreaux@supinfo.com::a738c3b6-005b-4b20-bc1a-c071833bb260" providerId="AD" clId="Web-{1E350F60-DFB5-32BB-8E84-B30849E45561}" dt="2023-12-21T15:39:58.427" v="391" actId="1076"/>
          <ac:spMkLst>
            <pc:docMk/>
            <pc:sldMk cId="0" sldId="310"/>
            <ac:spMk id="456" creationId="{00000000-0000-0000-0000-000000000000}"/>
          </ac:spMkLst>
        </pc:spChg>
        <pc:picChg chg="del">
          <ac:chgData name="Stephane Autreaux" userId="S::stephane.autreaux@supinfo.com::a738c3b6-005b-4b20-bc1a-c071833bb260" providerId="AD" clId="Web-{1E350F60-DFB5-32BB-8E84-B30849E45561}" dt="2023-12-21T14:03:31.472" v="103"/>
          <ac:picMkLst>
            <pc:docMk/>
            <pc:sldMk cId="0" sldId="310"/>
            <ac:picMk id="450" creationId="{00000000-0000-0000-0000-000000000000}"/>
          </ac:picMkLst>
        </pc:picChg>
        <pc:picChg chg="del">
          <ac:chgData name="Stephane Autreaux" userId="S::stephane.autreaux@supinfo.com::a738c3b6-005b-4b20-bc1a-c071833bb260" providerId="AD" clId="Web-{1E350F60-DFB5-32BB-8E84-B30849E45561}" dt="2023-12-21T14:03:30.706" v="102"/>
          <ac:picMkLst>
            <pc:docMk/>
            <pc:sldMk cId="0" sldId="310"/>
            <ac:picMk id="451" creationId="{00000000-0000-0000-0000-000000000000}"/>
          </ac:picMkLst>
        </pc:picChg>
        <pc:picChg chg="del">
          <ac:chgData name="Stephane Autreaux" userId="S::stephane.autreaux@supinfo.com::a738c3b6-005b-4b20-bc1a-c071833bb260" providerId="AD" clId="Web-{1E350F60-DFB5-32BB-8E84-B30849E45561}" dt="2023-12-21T14:03:29.816" v="101"/>
          <ac:picMkLst>
            <pc:docMk/>
            <pc:sldMk cId="0" sldId="310"/>
            <ac:picMk id="452" creationId="{00000000-0000-0000-0000-000000000000}"/>
          </ac:picMkLst>
        </pc:picChg>
      </pc:sldChg>
      <pc:sldChg chg="modSp">
        <pc:chgData name="Stephane Autreaux" userId="S::stephane.autreaux@supinfo.com::a738c3b6-005b-4b20-bc1a-c071833bb260" providerId="AD" clId="Web-{1E350F60-DFB5-32BB-8E84-B30849E45561}" dt="2023-12-21T15:43:59.055" v="481" actId="1076"/>
        <pc:sldMkLst>
          <pc:docMk/>
          <pc:sldMk cId="0" sldId="311"/>
        </pc:sldMkLst>
        <pc:spChg chg="mod">
          <ac:chgData name="Stephane Autreaux" userId="S::stephane.autreaux@supinfo.com::a738c3b6-005b-4b20-bc1a-c071833bb260" providerId="AD" clId="Web-{1E350F60-DFB5-32BB-8E84-B30849E45561}" dt="2023-12-21T15:41:28.417" v="402" actId="20577"/>
          <ac:spMkLst>
            <pc:docMk/>
            <pc:sldMk cId="0" sldId="311"/>
            <ac:spMk id="461" creationId="{00000000-0000-0000-0000-000000000000}"/>
          </ac:spMkLst>
        </pc:spChg>
        <pc:spChg chg="mod">
          <ac:chgData name="Stephane Autreaux" userId="S::stephane.autreaux@supinfo.com::a738c3b6-005b-4b20-bc1a-c071833bb260" providerId="AD" clId="Web-{1E350F60-DFB5-32BB-8E84-B30849E45561}" dt="2023-12-21T15:43:59.055" v="481" actId="1076"/>
          <ac:spMkLst>
            <pc:docMk/>
            <pc:sldMk cId="0" sldId="311"/>
            <ac:spMk id="462" creationId="{00000000-0000-0000-0000-000000000000}"/>
          </ac:spMkLst>
        </pc:spChg>
        <pc:picChg chg="mod">
          <ac:chgData name="Stephane Autreaux" userId="S::stephane.autreaux@supinfo.com::a738c3b6-005b-4b20-bc1a-c071833bb260" providerId="AD" clId="Web-{1E350F60-DFB5-32BB-8E84-B30849E45561}" dt="2023-12-21T15:43:38.788" v="468" actId="1076"/>
          <ac:picMkLst>
            <pc:docMk/>
            <pc:sldMk cId="0" sldId="311"/>
            <ac:picMk id="463" creationId="{00000000-0000-0000-0000-000000000000}"/>
          </ac:picMkLst>
        </pc:picChg>
      </pc:sldChg>
      <pc:sldChg chg="modSp">
        <pc:chgData name="Stephane Autreaux" userId="S::stephane.autreaux@supinfo.com::a738c3b6-005b-4b20-bc1a-c071833bb260" providerId="AD" clId="Web-{1E350F60-DFB5-32BB-8E84-B30849E45561}" dt="2023-12-21T16:28:29.910" v="488" actId="20577"/>
        <pc:sldMkLst>
          <pc:docMk/>
          <pc:sldMk cId="0" sldId="312"/>
        </pc:sldMkLst>
        <pc:spChg chg="mod">
          <ac:chgData name="Stephane Autreaux" userId="S::stephane.autreaux@supinfo.com::a738c3b6-005b-4b20-bc1a-c071833bb260" providerId="AD" clId="Web-{1E350F60-DFB5-32BB-8E84-B30849E45561}" dt="2023-12-21T15:44:03.462" v="482" actId="20577"/>
          <ac:spMkLst>
            <pc:docMk/>
            <pc:sldMk cId="0" sldId="312"/>
            <ac:spMk id="470" creationId="{00000000-0000-0000-0000-000000000000}"/>
          </ac:spMkLst>
        </pc:spChg>
        <pc:spChg chg="mod">
          <ac:chgData name="Stephane Autreaux" userId="S::stephane.autreaux@supinfo.com::a738c3b6-005b-4b20-bc1a-c071833bb260" providerId="AD" clId="Web-{1E350F60-DFB5-32BB-8E84-B30849E45561}" dt="2023-12-21T16:28:29.910" v="488" actId="20577"/>
          <ac:spMkLst>
            <pc:docMk/>
            <pc:sldMk cId="0" sldId="312"/>
            <ac:spMk id="471" creationId="{00000000-0000-0000-0000-000000000000}"/>
          </ac:spMkLst>
        </pc:spChg>
        <pc:picChg chg="mod modCrop">
          <ac:chgData name="Stephane Autreaux" userId="S::stephane.autreaux@supinfo.com::a738c3b6-005b-4b20-bc1a-c071833bb260" providerId="AD" clId="Web-{1E350F60-DFB5-32BB-8E84-B30849E45561}" dt="2023-12-21T16:28:19.972" v="486" actId="1076"/>
          <ac:picMkLst>
            <pc:docMk/>
            <pc:sldMk cId="0" sldId="312"/>
            <ac:picMk id="469" creationId="{00000000-0000-0000-0000-000000000000}"/>
          </ac:picMkLst>
        </pc:picChg>
      </pc:sldChg>
      <pc:sldChg chg="del">
        <pc:chgData name="Stephane Autreaux" userId="S::stephane.autreaux@supinfo.com::a738c3b6-005b-4b20-bc1a-c071833bb260" providerId="AD" clId="Web-{1E350F60-DFB5-32BB-8E84-B30849E45561}" dt="2023-12-21T16:28:37.582" v="489"/>
        <pc:sldMkLst>
          <pc:docMk/>
          <pc:sldMk cId="0" sldId="313"/>
        </pc:sldMkLst>
      </pc:sldChg>
      <pc:sldChg chg="del">
        <pc:chgData name="Stephane Autreaux" userId="S::stephane.autreaux@supinfo.com::a738c3b6-005b-4b20-bc1a-c071833bb260" providerId="AD" clId="Web-{1E350F60-DFB5-32BB-8E84-B30849E45561}" dt="2023-12-21T16:28:40.864" v="490"/>
        <pc:sldMkLst>
          <pc:docMk/>
          <pc:sldMk cId="0" sldId="314"/>
        </pc:sldMkLst>
      </pc:sldChg>
      <pc:sldChg chg="modSp">
        <pc:chgData name="Stephane Autreaux" userId="S::stephane.autreaux@supinfo.com::a738c3b6-005b-4b20-bc1a-c071833bb260" providerId="AD" clId="Web-{1E350F60-DFB5-32BB-8E84-B30849E45561}" dt="2023-12-21T16:29:21.194" v="498" actId="1076"/>
        <pc:sldMkLst>
          <pc:docMk/>
          <pc:sldMk cId="0" sldId="315"/>
        </pc:sldMkLst>
        <pc:spChg chg="mod">
          <ac:chgData name="Stephane Autreaux" userId="S::stephane.autreaux@supinfo.com::a738c3b6-005b-4b20-bc1a-c071833bb260" providerId="AD" clId="Web-{1E350F60-DFB5-32BB-8E84-B30849E45561}" dt="2023-12-21T16:28:49.427" v="493" actId="20577"/>
          <ac:spMkLst>
            <pc:docMk/>
            <pc:sldMk cId="0" sldId="315"/>
            <ac:spMk id="491" creationId="{00000000-0000-0000-0000-000000000000}"/>
          </ac:spMkLst>
        </pc:spChg>
        <pc:spChg chg="mod">
          <ac:chgData name="Stephane Autreaux" userId="S::stephane.autreaux@supinfo.com::a738c3b6-005b-4b20-bc1a-c071833bb260" providerId="AD" clId="Web-{1E350F60-DFB5-32BB-8E84-B30849E45561}" dt="2023-12-21T16:29:21.194" v="498" actId="1076"/>
          <ac:spMkLst>
            <pc:docMk/>
            <pc:sldMk cId="0" sldId="315"/>
            <ac:spMk id="492" creationId="{00000000-0000-0000-0000-000000000000}"/>
          </ac:spMkLst>
        </pc:spChg>
      </pc:sldChg>
      <pc:sldChg chg="del">
        <pc:chgData name="Stephane Autreaux" userId="S::stephane.autreaux@supinfo.com::a738c3b6-005b-4b20-bc1a-c071833bb260" providerId="AD" clId="Web-{1E350F60-DFB5-32BB-8E84-B30849E45561}" dt="2023-12-21T16:29:24.944" v="499"/>
        <pc:sldMkLst>
          <pc:docMk/>
          <pc:sldMk cId="0" sldId="316"/>
        </pc:sldMkLst>
      </pc:sldChg>
      <pc:sldChg chg="modSp">
        <pc:chgData name="Stephane Autreaux" userId="S::stephane.autreaux@supinfo.com::a738c3b6-005b-4b20-bc1a-c071833bb260" providerId="AD" clId="Web-{1E350F60-DFB5-32BB-8E84-B30849E45561}" dt="2023-12-21T16:29:44.085" v="522" actId="20577"/>
        <pc:sldMkLst>
          <pc:docMk/>
          <pc:sldMk cId="0" sldId="317"/>
        </pc:sldMkLst>
        <pc:spChg chg="mod">
          <ac:chgData name="Stephane Autreaux" userId="S::stephane.autreaux@supinfo.com::a738c3b6-005b-4b20-bc1a-c071833bb260" providerId="AD" clId="Web-{1E350F60-DFB5-32BB-8E84-B30849E45561}" dt="2023-12-21T16:29:29.616" v="500" actId="20577"/>
          <ac:spMkLst>
            <pc:docMk/>
            <pc:sldMk cId="0" sldId="317"/>
            <ac:spMk id="504" creationId="{00000000-0000-0000-0000-000000000000}"/>
          </ac:spMkLst>
        </pc:spChg>
        <pc:spChg chg="mod">
          <ac:chgData name="Stephane Autreaux" userId="S::stephane.autreaux@supinfo.com::a738c3b6-005b-4b20-bc1a-c071833bb260" providerId="AD" clId="Web-{1E350F60-DFB5-32BB-8E84-B30849E45561}" dt="2023-12-21T16:29:44.085" v="522" actId="20577"/>
          <ac:spMkLst>
            <pc:docMk/>
            <pc:sldMk cId="0" sldId="317"/>
            <ac:spMk id="505" creationId="{00000000-0000-0000-0000-000000000000}"/>
          </ac:spMkLst>
        </pc:spChg>
      </pc:sldChg>
      <pc:sldChg chg="modSp">
        <pc:chgData name="Stephane Autreaux" userId="S::stephane.autreaux@supinfo.com::a738c3b6-005b-4b20-bc1a-c071833bb260" providerId="AD" clId="Web-{1E350F60-DFB5-32BB-8E84-B30849E45561}" dt="2023-12-21T16:30:01.930" v="526" actId="20577"/>
        <pc:sldMkLst>
          <pc:docMk/>
          <pc:sldMk cId="0" sldId="318"/>
        </pc:sldMkLst>
        <pc:spChg chg="mod">
          <ac:chgData name="Stephane Autreaux" userId="S::stephane.autreaux@supinfo.com::a738c3b6-005b-4b20-bc1a-c071833bb260" providerId="AD" clId="Web-{1E350F60-DFB5-32BB-8E84-B30849E45561}" dt="2023-12-21T16:29:52.226" v="523" actId="20577"/>
          <ac:spMkLst>
            <pc:docMk/>
            <pc:sldMk cId="0" sldId="318"/>
            <ac:spMk id="511" creationId="{00000000-0000-0000-0000-000000000000}"/>
          </ac:spMkLst>
        </pc:spChg>
        <pc:spChg chg="mod">
          <ac:chgData name="Stephane Autreaux" userId="S::stephane.autreaux@supinfo.com::a738c3b6-005b-4b20-bc1a-c071833bb260" providerId="AD" clId="Web-{1E350F60-DFB5-32BB-8E84-B30849E45561}" dt="2023-12-21T16:30:01.930" v="526" actId="20577"/>
          <ac:spMkLst>
            <pc:docMk/>
            <pc:sldMk cId="0" sldId="318"/>
            <ac:spMk id="512" creationId="{00000000-0000-0000-0000-000000000000}"/>
          </ac:spMkLst>
        </pc:spChg>
      </pc:sldChg>
      <pc:sldChg chg="del">
        <pc:chgData name="Stephane Autreaux" userId="S::stephane.autreaux@supinfo.com::a738c3b6-005b-4b20-bc1a-c071833bb260" providerId="AD" clId="Web-{1E350F60-DFB5-32BB-8E84-B30849E45561}" dt="2023-12-21T16:30:05.352" v="527"/>
        <pc:sldMkLst>
          <pc:docMk/>
          <pc:sldMk cId="0" sldId="319"/>
        </pc:sldMkLst>
      </pc:sldChg>
      <pc:sldChg chg="modSp">
        <pc:chgData name="Stephane Autreaux" userId="S::stephane.autreaux@supinfo.com::a738c3b6-005b-4b20-bc1a-c071833bb260" providerId="AD" clId="Web-{1E350F60-DFB5-32BB-8E84-B30849E45561}" dt="2023-12-21T16:30:09.149" v="528" actId="20577"/>
        <pc:sldMkLst>
          <pc:docMk/>
          <pc:sldMk cId="0" sldId="320"/>
        </pc:sldMkLst>
        <pc:spChg chg="mod">
          <ac:chgData name="Stephane Autreaux" userId="S::stephane.autreaux@supinfo.com::a738c3b6-005b-4b20-bc1a-c071833bb260" providerId="AD" clId="Web-{1E350F60-DFB5-32BB-8E84-B30849E45561}" dt="2023-12-21T16:30:09.149" v="528" actId="20577"/>
          <ac:spMkLst>
            <pc:docMk/>
            <pc:sldMk cId="0" sldId="320"/>
            <ac:spMk id="524" creationId="{00000000-0000-0000-0000-000000000000}"/>
          </ac:spMkLst>
        </pc:spChg>
      </pc:sldChg>
      <pc:sldChg chg="modSp">
        <pc:chgData name="Stephane Autreaux" userId="S::stephane.autreaux@supinfo.com::a738c3b6-005b-4b20-bc1a-c071833bb260" providerId="AD" clId="Web-{1E350F60-DFB5-32BB-8E84-B30849E45561}" dt="2023-12-21T16:30:18.680" v="529" actId="20577"/>
        <pc:sldMkLst>
          <pc:docMk/>
          <pc:sldMk cId="0" sldId="321"/>
        </pc:sldMkLst>
        <pc:spChg chg="mod">
          <ac:chgData name="Stephane Autreaux" userId="S::stephane.autreaux@supinfo.com::a738c3b6-005b-4b20-bc1a-c071833bb260" providerId="AD" clId="Web-{1E350F60-DFB5-32BB-8E84-B30849E45561}" dt="2023-12-21T16:30:18.680" v="529" actId="20577"/>
          <ac:spMkLst>
            <pc:docMk/>
            <pc:sldMk cId="0" sldId="321"/>
            <ac:spMk id="530" creationId="{00000000-0000-0000-0000-000000000000}"/>
          </ac:spMkLst>
        </pc:spChg>
      </pc:sldChg>
      <pc:sldChg chg="modSp">
        <pc:chgData name="Stephane Autreaux" userId="S::stephane.autreaux@supinfo.com::a738c3b6-005b-4b20-bc1a-c071833bb260" providerId="AD" clId="Web-{1E350F60-DFB5-32BB-8E84-B30849E45561}" dt="2023-12-21T16:30:26.103" v="530" actId="20577"/>
        <pc:sldMkLst>
          <pc:docMk/>
          <pc:sldMk cId="0" sldId="322"/>
        </pc:sldMkLst>
        <pc:spChg chg="mod">
          <ac:chgData name="Stephane Autreaux" userId="S::stephane.autreaux@supinfo.com::a738c3b6-005b-4b20-bc1a-c071833bb260" providerId="AD" clId="Web-{1E350F60-DFB5-32BB-8E84-B30849E45561}" dt="2023-12-21T16:30:26.103" v="530" actId="20577"/>
          <ac:spMkLst>
            <pc:docMk/>
            <pc:sldMk cId="0" sldId="322"/>
            <ac:spMk id="537" creationId="{00000000-0000-0000-0000-000000000000}"/>
          </ac:spMkLst>
        </pc:spChg>
      </pc:sldChg>
      <pc:sldChg chg="del">
        <pc:chgData name="Stephane Autreaux" userId="S::stephane.autreaux@supinfo.com::a738c3b6-005b-4b20-bc1a-c071833bb260" providerId="AD" clId="Web-{1E350F60-DFB5-32BB-8E84-B30849E45561}" dt="2023-12-21T16:30:36.572" v="531"/>
        <pc:sldMkLst>
          <pc:docMk/>
          <pc:sldMk cId="0" sldId="323"/>
        </pc:sldMkLst>
      </pc:sldChg>
      <pc:sldChg chg="modSp">
        <pc:chgData name="Stephane Autreaux" userId="S::stephane.autreaux@supinfo.com::a738c3b6-005b-4b20-bc1a-c071833bb260" providerId="AD" clId="Web-{1E350F60-DFB5-32BB-8E84-B30849E45561}" dt="2023-12-21T16:30:44.186" v="532" actId="20577"/>
        <pc:sldMkLst>
          <pc:docMk/>
          <pc:sldMk cId="0" sldId="324"/>
        </pc:sldMkLst>
        <pc:spChg chg="mod">
          <ac:chgData name="Stephane Autreaux" userId="S::stephane.autreaux@supinfo.com::a738c3b6-005b-4b20-bc1a-c071833bb260" providerId="AD" clId="Web-{1E350F60-DFB5-32BB-8E84-B30849E45561}" dt="2023-12-21T16:30:44.186" v="532" actId="20577"/>
          <ac:spMkLst>
            <pc:docMk/>
            <pc:sldMk cId="0" sldId="324"/>
            <ac:spMk id="551" creationId="{00000000-0000-0000-0000-000000000000}"/>
          </ac:spMkLst>
        </pc:spChg>
      </pc:sldChg>
      <pc:sldChg chg="del">
        <pc:chgData name="Stephane Autreaux" userId="S::stephane.autreaux@supinfo.com::a738c3b6-005b-4b20-bc1a-c071833bb260" providerId="AD" clId="Web-{1E350F60-DFB5-32BB-8E84-B30849E45561}" dt="2023-12-21T16:30:47.416" v="533"/>
        <pc:sldMkLst>
          <pc:docMk/>
          <pc:sldMk cId="0" sldId="325"/>
        </pc:sldMkLst>
      </pc:sldChg>
      <pc:sldChg chg="modSp">
        <pc:chgData name="Stephane Autreaux" userId="S::stephane.autreaux@supinfo.com::a738c3b6-005b-4b20-bc1a-c071833bb260" providerId="AD" clId="Web-{1E350F60-DFB5-32BB-8E84-B30849E45561}" dt="2023-12-21T16:31:05.651" v="543" actId="20577"/>
        <pc:sldMkLst>
          <pc:docMk/>
          <pc:sldMk cId="0" sldId="326"/>
        </pc:sldMkLst>
        <pc:spChg chg="mod">
          <ac:chgData name="Stephane Autreaux" userId="S::stephane.autreaux@supinfo.com::a738c3b6-005b-4b20-bc1a-c071833bb260" providerId="AD" clId="Web-{1E350F60-DFB5-32BB-8E84-B30849E45561}" dt="2023-12-21T16:30:52.072" v="534" actId="20577"/>
          <ac:spMkLst>
            <pc:docMk/>
            <pc:sldMk cId="0" sldId="326"/>
            <ac:spMk id="565" creationId="{00000000-0000-0000-0000-000000000000}"/>
          </ac:spMkLst>
        </pc:spChg>
        <pc:spChg chg="mod">
          <ac:chgData name="Stephane Autreaux" userId="S::stephane.autreaux@supinfo.com::a738c3b6-005b-4b20-bc1a-c071833bb260" providerId="AD" clId="Web-{1E350F60-DFB5-32BB-8E84-B30849E45561}" dt="2023-12-21T16:31:05.651" v="543" actId="20577"/>
          <ac:spMkLst>
            <pc:docMk/>
            <pc:sldMk cId="0" sldId="326"/>
            <ac:spMk id="566" creationId="{00000000-0000-0000-0000-000000000000}"/>
          </ac:spMkLst>
        </pc:spChg>
      </pc:sldChg>
      <pc:sldChg chg="del">
        <pc:chgData name="Stephane Autreaux" userId="S::stephane.autreaux@supinfo.com::a738c3b6-005b-4b20-bc1a-c071833bb260" providerId="AD" clId="Web-{1E350F60-DFB5-32BB-8E84-B30849E45561}" dt="2023-12-21T16:31:23.105" v="544"/>
        <pc:sldMkLst>
          <pc:docMk/>
          <pc:sldMk cId="0" sldId="327"/>
        </pc:sldMkLst>
      </pc:sldChg>
      <pc:sldChg chg="modSp">
        <pc:chgData name="Stephane Autreaux" userId="S::stephane.autreaux@supinfo.com::a738c3b6-005b-4b20-bc1a-c071833bb260" providerId="AD" clId="Web-{1E350F60-DFB5-32BB-8E84-B30849E45561}" dt="2023-12-21T16:32:42.484" v="661" actId="20577"/>
        <pc:sldMkLst>
          <pc:docMk/>
          <pc:sldMk cId="0" sldId="328"/>
        </pc:sldMkLst>
        <pc:spChg chg="mod">
          <ac:chgData name="Stephane Autreaux" userId="S::stephane.autreaux@supinfo.com::a738c3b6-005b-4b20-bc1a-c071833bb260" providerId="AD" clId="Web-{1E350F60-DFB5-32BB-8E84-B30849E45561}" dt="2023-12-21T16:31:27.183" v="545" actId="20577"/>
          <ac:spMkLst>
            <pc:docMk/>
            <pc:sldMk cId="0" sldId="328"/>
            <ac:spMk id="578" creationId="{00000000-0000-0000-0000-000000000000}"/>
          </ac:spMkLst>
        </pc:spChg>
        <pc:spChg chg="mod">
          <ac:chgData name="Stephane Autreaux" userId="S::stephane.autreaux@supinfo.com::a738c3b6-005b-4b20-bc1a-c071833bb260" providerId="AD" clId="Web-{1E350F60-DFB5-32BB-8E84-B30849E45561}" dt="2023-12-21T16:32:42.484" v="661" actId="20577"/>
          <ac:spMkLst>
            <pc:docMk/>
            <pc:sldMk cId="0" sldId="328"/>
            <ac:spMk id="579" creationId="{00000000-0000-0000-0000-000000000000}"/>
          </ac:spMkLst>
        </pc:spChg>
      </pc:sldChg>
      <pc:sldChg chg="modSp">
        <pc:chgData name="Stephane Autreaux" userId="S::stephane.autreaux@supinfo.com::a738c3b6-005b-4b20-bc1a-c071833bb260" providerId="AD" clId="Web-{1E350F60-DFB5-32BB-8E84-B30849E45561}" dt="2023-12-21T16:32:47.202" v="662" actId="20577"/>
        <pc:sldMkLst>
          <pc:docMk/>
          <pc:sldMk cId="0" sldId="329"/>
        </pc:sldMkLst>
        <pc:spChg chg="mod">
          <ac:chgData name="Stephane Autreaux" userId="S::stephane.autreaux@supinfo.com::a738c3b6-005b-4b20-bc1a-c071833bb260" providerId="AD" clId="Web-{1E350F60-DFB5-32BB-8E84-B30849E45561}" dt="2023-12-21T16:32:47.202" v="662" actId="20577"/>
          <ac:spMkLst>
            <pc:docMk/>
            <pc:sldMk cId="0" sldId="329"/>
            <ac:spMk id="585" creationId="{00000000-0000-0000-0000-000000000000}"/>
          </ac:spMkLst>
        </pc:spChg>
      </pc:sldChg>
      <pc:sldChg chg="del">
        <pc:chgData name="Stephane Autreaux" userId="S::stephane.autreaux@supinfo.com::a738c3b6-005b-4b20-bc1a-c071833bb260" providerId="AD" clId="Web-{1E350F60-DFB5-32BB-8E84-B30849E45561}" dt="2023-12-21T16:33:02.703" v="663"/>
        <pc:sldMkLst>
          <pc:docMk/>
          <pc:sldMk cId="0" sldId="330"/>
        </pc:sldMkLst>
      </pc:sldChg>
      <pc:sldChg chg="modSp">
        <pc:chgData name="Stephane Autreaux" userId="S::stephane.autreaux@supinfo.com::a738c3b6-005b-4b20-bc1a-c071833bb260" providerId="AD" clId="Web-{1E350F60-DFB5-32BB-8E84-B30849E45561}" dt="2023-12-21T16:33:16.391" v="666" actId="20577"/>
        <pc:sldMkLst>
          <pc:docMk/>
          <pc:sldMk cId="0" sldId="331"/>
        </pc:sldMkLst>
        <pc:spChg chg="mod">
          <ac:chgData name="Stephane Autreaux" userId="S::stephane.autreaux@supinfo.com::a738c3b6-005b-4b20-bc1a-c071833bb260" providerId="AD" clId="Web-{1E350F60-DFB5-32BB-8E84-B30849E45561}" dt="2023-12-21T16:33:07.063" v="664" actId="20577"/>
          <ac:spMkLst>
            <pc:docMk/>
            <pc:sldMk cId="0" sldId="331"/>
            <ac:spMk id="599" creationId="{00000000-0000-0000-0000-000000000000}"/>
          </ac:spMkLst>
        </pc:spChg>
        <pc:spChg chg="mod">
          <ac:chgData name="Stephane Autreaux" userId="S::stephane.autreaux@supinfo.com::a738c3b6-005b-4b20-bc1a-c071833bb260" providerId="AD" clId="Web-{1E350F60-DFB5-32BB-8E84-B30849E45561}" dt="2023-12-21T16:33:16.391" v="666" actId="20577"/>
          <ac:spMkLst>
            <pc:docMk/>
            <pc:sldMk cId="0" sldId="331"/>
            <ac:spMk id="600" creationId="{00000000-0000-0000-0000-000000000000}"/>
          </ac:spMkLst>
        </pc:spChg>
      </pc:sldChg>
      <pc:sldChg chg="del">
        <pc:chgData name="Stephane Autreaux" userId="S::stephane.autreaux@supinfo.com::a738c3b6-005b-4b20-bc1a-c071833bb260" providerId="AD" clId="Web-{1E350F60-DFB5-32BB-8E84-B30849E45561}" dt="2023-12-21T16:33:28.189" v="667"/>
        <pc:sldMkLst>
          <pc:docMk/>
          <pc:sldMk cId="0" sldId="332"/>
        </pc:sldMkLst>
      </pc:sldChg>
      <pc:sldChg chg="modSp">
        <pc:chgData name="Stephane Autreaux" userId="S::stephane.autreaux@supinfo.com::a738c3b6-005b-4b20-bc1a-c071833bb260" providerId="AD" clId="Web-{1E350F60-DFB5-32BB-8E84-B30849E45561}" dt="2023-12-21T16:33:37.111" v="674" actId="20577"/>
        <pc:sldMkLst>
          <pc:docMk/>
          <pc:sldMk cId="0" sldId="333"/>
        </pc:sldMkLst>
        <pc:spChg chg="mod">
          <ac:chgData name="Stephane Autreaux" userId="S::stephane.autreaux@supinfo.com::a738c3b6-005b-4b20-bc1a-c071833bb260" providerId="AD" clId="Web-{1E350F60-DFB5-32BB-8E84-B30849E45561}" dt="2023-12-21T16:33:31.626" v="668" actId="20577"/>
          <ac:spMkLst>
            <pc:docMk/>
            <pc:sldMk cId="0" sldId="333"/>
            <ac:spMk id="613" creationId="{00000000-0000-0000-0000-000000000000}"/>
          </ac:spMkLst>
        </pc:spChg>
        <pc:spChg chg="mod">
          <ac:chgData name="Stephane Autreaux" userId="S::stephane.autreaux@supinfo.com::a738c3b6-005b-4b20-bc1a-c071833bb260" providerId="AD" clId="Web-{1E350F60-DFB5-32BB-8E84-B30849E45561}" dt="2023-12-21T16:33:37.111" v="674" actId="20577"/>
          <ac:spMkLst>
            <pc:docMk/>
            <pc:sldMk cId="0" sldId="333"/>
            <ac:spMk id="614" creationId="{00000000-0000-0000-0000-000000000000}"/>
          </ac:spMkLst>
        </pc:spChg>
      </pc:sldChg>
      <pc:sldChg chg="del">
        <pc:chgData name="Stephane Autreaux" userId="S::stephane.autreaux@supinfo.com::a738c3b6-005b-4b20-bc1a-c071833bb260" providerId="AD" clId="Web-{1E350F60-DFB5-32BB-8E84-B30849E45561}" dt="2023-12-21T16:33:44.221" v="675"/>
        <pc:sldMkLst>
          <pc:docMk/>
          <pc:sldMk cId="0" sldId="334"/>
        </pc:sldMkLst>
      </pc:sldChg>
      <pc:sldChg chg="modSp">
        <pc:chgData name="Stephane Autreaux" userId="S::stephane.autreaux@supinfo.com::a738c3b6-005b-4b20-bc1a-c071833bb260" providerId="AD" clId="Web-{1E350F60-DFB5-32BB-8E84-B30849E45561}" dt="2023-12-21T16:33:47.584" v="676" actId="20577"/>
        <pc:sldMkLst>
          <pc:docMk/>
          <pc:sldMk cId="0" sldId="335"/>
        </pc:sldMkLst>
        <pc:spChg chg="mod">
          <ac:chgData name="Stephane Autreaux" userId="S::stephane.autreaux@supinfo.com::a738c3b6-005b-4b20-bc1a-c071833bb260" providerId="AD" clId="Web-{1E350F60-DFB5-32BB-8E84-B30849E45561}" dt="2023-12-21T16:33:47.584" v="676" actId="20577"/>
          <ac:spMkLst>
            <pc:docMk/>
            <pc:sldMk cId="0" sldId="335"/>
            <ac:spMk id="627" creationId="{00000000-0000-0000-0000-000000000000}"/>
          </ac:spMkLst>
        </pc:spChg>
      </pc:sldChg>
      <pc:sldChg chg="del">
        <pc:chgData name="Stephane Autreaux" userId="S::stephane.autreaux@supinfo.com::a738c3b6-005b-4b20-bc1a-c071833bb260" providerId="AD" clId="Web-{1E350F60-DFB5-32BB-8E84-B30849E45561}" dt="2023-12-21T16:33:57.035" v="677"/>
        <pc:sldMkLst>
          <pc:docMk/>
          <pc:sldMk cId="0" sldId="336"/>
        </pc:sldMkLst>
      </pc:sldChg>
      <pc:sldChg chg="modSp">
        <pc:chgData name="Stephane Autreaux" userId="S::stephane.autreaux@supinfo.com::a738c3b6-005b-4b20-bc1a-c071833bb260" providerId="AD" clId="Web-{1E350F60-DFB5-32BB-8E84-B30849E45561}" dt="2023-12-21T16:34:04.565" v="678" actId="20577"/>
        <pc:sldMkLst>
          <pc:docMk/>
          <pc:sldMk cId="0" sldId="337"/>
        </pc:sldMkLst>
        <pc:spChg chg="mod">
          <ac:chgData name="Stephane Autreaux" userId="S::stephane.autreaux@supinfo.com::a738c3b6-005b-4b20-bc1a-c071833bb260" providerId="AD" clId="Web-{1E350F60-DFB5-32BB-8E84-B30849E45561}" dt="2023-12-21T16:34:04.565" v="678" actId="20577"/>
          <ac:spMkLst>
            <pc:docMk/>
            <pc:sldMk cId="0" sldId="337"/>
            <ac:spMk id="640" creationId="{00000000-0000-0000-0000-000000000000}"/>
          </ac:spMkLst>
        </pc:spChg>
      </pc:sldChg>
      <pc:sldChg chg="modSp">
        <pc:chgData name="Stephane Autreaux" userId="S::stephane.autreaux@supinfo.com::a738c3b6-005b-4b20-bc1a-c071833bb260" providerId="AD" clId="Web-{1E350F60-DFB5-32BB-8E84-B30849E45561}" dt="2023-12-21T16:34:37.473" v="689" actId="20577"/>
        <pc:sldMkLst>
          <pc:docMk/>
          <pc:sldMk cId="0" sldId="338"/>
        </pc:sldMkLst>
        <pc:spChg chg="mod">
          <ac:chgData name="Stephane Autreaux" userId="S::stephane.autreaux@supinfo.com::a738c3b6-005b-4b20-bc1a-c071833bb260" providerId="AD" clId="Web-{1E350F60-DFB5-32BB-8E84-B30849E45561}" dt="2023-12-21T16:34:17.019" v="679" actId="20577"/>
          <ac:spMkLst>
            <pc:docMk/>
            <pc:sldMk cId="0" sldId="338"/>
            <ac:spMk id="647" creationId="{00000000-0000-0000-0000-000000000000}"/>
          </ac:spMkLst>
        </pc:spChg>
        <pc:spChg chg="mod">
          <ac:chgData name="Stephane Autreaux" userId="S::stephane.autreaux@supinfo.com::a738c3b6-005b-4b20-bc1a-c071833bb260" providerId="AD" clId="Web-{1E350F60-DFB5-32BB-8E84-B30849E45561}" dt="2023-12-21T16:34:37.473" v="689" actId="20577"/>
          <ac:spMkLst>
            <pc:docMk/>
            <pc:sldMk cId="0" sldId="338"/>
            <ac:spMk id="648" creationId="{00000000-0000-0000-0000-000000000000}"/>
          </ac:spMkLst>
        </pc:spChg>
      </pc:sldChg>
      <pc:sldChg chg="del">
        <pc:chgData name="Stephane Autreaux" userId="S::stephane.autreaux@supinfo.com::a738c3b6-005b-4b20-bc1a-c071833bb260" providerId="AD" clId="Web-{1E350F60-DFB5-32BB-8E84-B30849E45561}" dt="2023-12-21T16:34:58.630" v="690"/>
        <pc:sldMkLst>
          <pc:docMk/>
          <pc:sldMk cId="0" sldId="339"/>
        </pc:sldMkLst>
      </pc:sldChg>
      <pc:sldChg chg="del">
        <pc:chgData name="Stephane Autreaux" userId="S::stephane.autreaux@supinfo.com::a738c3b6-005b-4b20-bc1a-c071833bb260" providerId="AD" clId="Web-{1E350F60-DFB5-32BB-8E84-B30849E45561}" dt="2023-12-21T16:35:02.099" v="691"/>
        <pc:sldMkLst>
          <pc:docMk/>
          <pc:sldMk cId="0" sldId="340"/>
        </pc:sldMkLst>
      </pc:sldChg>
      <pc:sldChg chg="modSp">
        <pc:chgData name="Stephane Autreaux" userId="S::stephane.autreaux@supinfo.com::a738c3b6-005b-4b20-bc1a-c071833bb260" providerId="AD" clId="Web-{1E350F60-DFB5-32BB-8E84-B30849E45561}" dt="2023-12-21T16:35:10.584" v="695" actId="20577"/>
        <pc:sldMkLst>
          <pc:docMk/>
          <pc:sldMk cId="0" sldId="341"/>
        </pc:sldMkLst>
        <pc:spChg chg="mod">
          <ac:chgData name="Stephane Autreaux" userId="S::stephane.autreaux@supinfo.com::a738c3b6-005b-4b20-bc1a-c071833bb260" providerId="AD" clId="Web-{1E350F60-DFB5-32BB-8E84-B30849E45561}" dt="2023-12-21T16:35:05.693" v="692" actId="20577"/>
          <ac:spMkLst>
            <pc:docMk/>
            <pc:sldMk cId="0" sldId="341"/>
            <ac:spMk id="668" creationId="{00000000-0000-0000-0000-000000000000}"/>
          </ac:spMkLst>
        </pc:spChg>
        <pc:spChg chg="mod">
          <ac:chgData name="Stephane Autreaux" userId="S::stephane.autreaux@supinfo.com::a738c3b6-005b-4b20-bc1a-c071833bb260" providerId="AD" clId="Web-{1E350F60-DFB5-32BB-8E84-B30849E45561}" dt="2023-12-21T16:35:10.584" v="695" actId="20577"/>
          <ac:spMkLst>
            <pc:docMk/>
            <pc:sldMk cId="0" sldId="341"/>
            <ac:spMk id="669" creationId="{00000000-0000-0000-0000-000000000000}"/>
          </ac:spMkLst>
        </pc:spChg>
      </pc:sldChg>
      <pc:sldChg chg="del">
        <pc:chgData name="Stephane Autreaux" userId="S::stephane.autreaux@supinfo.com::a738c3b6-005b-4b20-bc1a-c071833bb260" providerId="AD" clId="Web-{1E350F60-DFB5-32BB-8E84-B30849E45561}" dt="2023-12-21T16:35:13.896" v="696"/>
        <pc:sldMkLst>
          <pc:docMk/>
          <pc:sldMk cId="0" sldId="342"/>
        </pc:sldMkLst>
      </pc:sldChg>
      <pc:sldChg chg="modSp">
        <pc:chgData name="Stephane Autreaux" userId="S::stephane.autreaux@supinfo.com::a738c3b6-005b-4b20-bc1a-c071833bb260" providerId="AD" clId="Web-{1E350F60-DFB5-32BB-8E84-B30849E45561}" dt="2023-12-21T16:35:27.803" v="697" actId="20577"/>
        <pc:sldMkLst>
          <pc:docMk/>
          <pc:sldMk cId="0" sldId="343"/>
        </pc:sldMkLst>
        <pc:spChg chg="mod">
          <ac:chgData name="Stephane Autreaux" userId="S::stephane.autreaux@supinfo.com::a738c3b6-005b-4b20-bc1a-c071833bb260" providerId="AD" clId="Web-{1E350F60-DFB5-32BB-8E84-B30849E45561}" dt="2023-12-21T16:35:27.803" v="697" actId="20577"/>
          <ac:spMkLst>
            <pc:docMk/>
            <pc:sldMk cId="0" sldId="343"/>
            <ac:spMk id="682" creationId="{00000000-0000-0000-0000-000000000000}"/>
          </ac:spMkLst>
        </pc:spChg>
      </pc:sldChg>
      <pc:sldChg chg="del">
        <pc:chgData name="Stephane Autreaux" userId="S::stephane.autreaux@supinfo.com::a738c3b6-005b-4b20-bc1a-c071833bb260" providerId="AD" clId="Web-{1E350F60-DFB5-32BB-8E84-B30849E45561}" dt="2023-12-21T16:35:37.522" v="698"/>
        <pc:sldMkLst>
          <pc:docMk/>
          <pc:sldMk cId="0" sldId="344"/>
        </pc:sldMkLst>
      </pc:sldChg>
      <pc:sldChg chg="modSp">
        <pc:chgData name="Stephane Autreaux" userId="S::stephane.autreaux@supinfo.com::a738c3b6-005b-4b20-bc1a-c071833bb260" providerId="AD" clId="Web-{1E350F60-DFB5-32BB-8E84-B30849E45561}" dt="2023-12-21T16:36:19.227" v="701" actId="20577"/>
        <pc:sldMkLst>
          <pc:docMk/>
          <pc:sldMk cId="0" sldId="345"/>
        </pc:sldMkLst>
        <pc:spChg chg="mod">
          <ac:chgData name="Stephane Autreaux" userId="S::stephane.autreaux@supinfo.com::a738c3b6-005b-4b20-bc1a-c071833bb260" providerId="AD" clId="Web-{1E350F60-DFB5-32BB-8E84-B30849E45561}" dt="2023-12-21T16:36:12.868" v="699" actId="20577"/>
          <ac:spMkLst>
            <pc:docMk/>
            <pc:sldMk cId="0" sldId="345"/>
            <ac:spMk id="696" creationId="{00000000-0000-0000-0000-000000000000}"/>
          </ac:spMkLst>
        </pc:spChg>
        <pc:spChg chg="mod">
          <ac:chgData name="Stephane Autreaux" userId="S::stephane.autreaux@supinfo.com::a738c3b6-005b-4b20-bc1a-c071833bb260" providerId="AD" clId="Web-{1E350F60-DFB5-32BB-8E84-B30849E45561}" dt="2023-12-21T16:36:19.227" v="701" actId="20577"/>
          <ac:spMkLst>
            <pc:docMk/>
            <pc:sldMk cId="0" sldId="345"/>
            <ac:spMk id="697" creationId="{00000000-0000-0000-0000-000000000000}"/>
          </ac:spMkLst>
        </pc:spChg>
      </pc:sldChg>
      <pc:sldChg chg="del">
        <pc:chgData name="Stephane Autreaux" userId="S::stephane.autreaux@supinfo.com::a738c3b6-005b-4b20-bc1a-c071833bb260" providerId="AD" clId="Web-{1E350F60-DFB5-32BB-8E84-B30849E45561}" dt="2023-12-21T16:36:35.744" v="702"/>
        <pc:sldMkLst>
          <pc:docMk/>
          <pc:sldMk cId="0" sldId="346"/>
        </pc:sldMkLst>
      </pc:sldChg>
      <pc:sldChg chg="modSp">
        <pc:chgData name="Stephane Autreaux" userId="S::stephane.autreaux@supinfo.com::a738c3b6-005b-4b20-bc1a-c071833bb260" providerId="AD" clId="Web-{1E350F60-DFB5-32BB-8E84-B30849E45561}" dt="2023-12-21T16:36:54.635" v="712" actId="20577"/>
        <pc:sldMkLst>
          <pc:docMk/>
          <pc:sldMk cId="0" sldId="347"/>
        </pc:sldMkLst>
        <pc:spChg chg="mod">
          <ac:chgData name="Stephane Autreaux" userId="S::stephane.autreaux@supinfo.com::a738c3b6-005b-4b20-bc1a-c071833bb260" providerId="AD" clId="Web-{1E350F60-DFB5-32BB-8E84-B30849E45561}" dt="2023-12-21T16:36:46.228" v="709" actId="20577"/>
          <ac:spMkLst>
            <pc:docMk/>
            <pc:sldMk cId="0" sldId="347"/>
            <ac:spMk id="710" creationId="{00000000-0000-0000-0000-000000000000}"/>
          </ac:spMkLst>
        </pc:spChg>
        <pc:spChg chg="mod">
          <ac:chgData name="Stephane Autreaux" userId="S::stephane.autreaux@supinfo.com::a738c3b6-005b-4b20-bc1a-c071833bb260" providerId="AD" clId="Web-{1E350F60-DFB5-32BB-8E84-B30849E45561}" dt="2023-12-21T16:36:54.635" v="712" actId="20577"/>
          <ac:spMkLst>
            <pc:docMk/>
            <pc:sldMk cId="0" sldId="347"/>
            <ac:spMk id="711" creationId="{00000000-0000-0000-0000-000000000000}"/>
          </ac:spMkLst>
        </pc:spChg>
      </pc:sldChg>
      <pc:sldChg chg="del">
        <pc:chgData name="Stephane Autreaux" userId="S::stephane.autreaux@supinfo.com::a738c3b6-005b-4b20-bc1a-c071833bb260" providerId="AD" clId="Web-{1E350F60-DFB5-32BB-8E84-B30849E45561}" dt="2023-12-21T16:37:00.588" v="713"/>
        <pc:sldMkLst>
          <pc:docMk/>
          <pc:sldMk cId="0" sldId="348"/>
        </pc:sldMkLst>
      </pc:sldChg>
      <pc:sldChg chg="del">
        <pc:chgData name="Stephane Autreaux" userId="S::stephane.autreaux@supinfo.com::a738c3b6-005b-4b20-bc1a-c071833bb260" providerId="AD" clId="Web-{1E350F60-DFB5-32BB-8E84-B30849E45561}" dt="2023-12-21T16:37:15.886" v="715"/>
        <pc:sldMkLst>
          <pc:docMk/>
          <pc:sldMk cId="0" sldId="350"/>
        </pc:sldMkLst>
      </pc:sldChg>
      <pc:sldChg chg="del">
        <pc:chgData name="Stephane Autreaux" userId="S::stephane.autreaux@supinfo.com::a738c3b6-005b-4b20-bc1a-c071833bb260" providerId="AD" clId="Web-{1E350F60-DFB5-32BB-8E84-B30849E45561}" dt="2023-12-21T16:37:18.027" v="716"/>
        <pc:sldMkLst>
          <pc:docMk/>
          <pc:sldMk cId="0" sldId="351"/>
        </pc:sldMkLst>
      </pc:sldChg>
      <pc:sldChg chg="modSp">
        <pc:chgData name="Stephane Autreaux" userId="S::stephane.autreaux@supinfo.com::a738c3b6-005b-4b20-bc1a-c071833bb260" providerId="AD" clId="Web-{1E350F60-DFB5-32BB-8E84-B30849E45561}" dt="2023-12-21T16:37:31.980" v="719" actId="20577"/>
        <pc:sldMkLst>
          <pc:docMk/>
          <pc:sldMk cId="0" sldId="352"/>
        </pc:sldMkLst>
        <pc:spChg chg="mod">
          <ac:chgData name="Stephane Autreaux" userId="S::stephane.autreaux@supinfo.com::a738c3b6-005b-4b20-bc1a-c071833bb260" providerId="AD" clId="Web-{1E350F60-DFB5-32BB-8E84-B30849E45561}" dt="2023-12-21T16:37:24.246" v="717" actId="20577"/>
          <ac:spMkLst>
            <pc:docMk/>
            <pc:sldMk cId="0" sldId="352"/>
            <ac:spMk id="745" creationId="{00000000-0000-0000-0000-000000000000}"/>
          </ac:spMkLst>
        </pc:spChg>
        <pc:spChg chg="mod">
          <ac:chgData name="Stephane Autreaux" userId="S::stephane.autreaux@supinfo.com::a738c3b6-005b-4b20-bc1a-c071833bb260" providerId="AD" clId="Web-{1E350F60-DFB5-32BB-8E84-B30849E45561}" dt="2023-12-21T16:37:31.980" v="719" actId="20577"/>
          <ac:spMkLst>
            <pc:docMk/>
            <pc:sldMk cId="0" sldId="352"/>
            <ac:spMk id="746" creationId="{00000000-0000-0000-0000-000000000000}"/>
          </ac:spMkLst>
        </pc:spChg>
      </pc:sldChg>
      <pc:sldChg chg="del">
        <pc:chgData name="Stephane Autreaux" userId="S::stephane.autreaux@supinfo.com::a738c3b6-005b-4b20-bc1a-c071833bb260" providerId="AD" clId="Web-{1E350F60-DFB5-32BB-8E84-B30849E45561}" dt="2023-12-21T16:37:35.012" v="720"/>
        <pc:sldMkLst>
          <pc:docMk/>
          <pc:sldMk cId="0" sldId="353"/>
        </pc:sldMkLst>
      </pc:sldChg>
      <pc:sldChg chg="del">
        <pc:chgData name="Stephane Autreaux" userId="S::stephane.autreaux@supinfo.com::a738c3b6-005b-4b20-bc1a-c071833bb260" providerId="AD" clId="Web-{1E350F60-DFB5-32BB-8E84-B30849E45561}" dt="2023-12-21T16:37:37.668" v="721"/>
        <pc:sldMkLst>
          <pc:docMk/>
          <pc:sldMk cId="0" sldId="354"/>
        </pc:sldMkLst>
      </pc:sldChg>
      <pc:sldChg chg="modSp">
        <pc:chgData name="Stephane Autreaux" userId="S::stephane.autreaux@supinfo.com::a738c3b6-005b-4b20-bc1a-c071833bb260" providerId="AD" clId="Web-{1E350F60-DFB5-32BB-8E84-B30849E45561}" dt="2023-12-21T16:37:50.278" v="725" actId="20577"/>
        <pc:sldMkLst>
          <pc:docMk/>
          <pc:sldMk cId="0" sldId="355"/>
        </pc:sldMkLst>
        <pc:spChg chg="mod">
          <ac:chgData name="Stephane Autreaux" userId="S::stephane.autreaux@supinfo.com::a738c3b6-005b-4b20-bc1a-c071833bb260" providerId="AD" clId="Web-{1E350F60-DFB5-32BB-8E84-B30849E45561}" dt="2023-12-21T16:37:42.265" v="722" actId="20577"/>
          <ac:spMkLst>
            <pc:docMk/>
            <pc:sldMk cId="0" sldId="355"/>
            <ac:spMk id="766" creationId="{00000000-0000-0000-0000-000000000000}"/>
          </ac:spMkLst>
        </pc:spChg>
        <pc:spChg chg="mod">
          <ac:chgData name="Stephane Autreaux" userId="S::stephane.autreaux@supinfo.com::a738c3b6-005b-4b20-bc1a-c071833bb260" providerId="AD" clId="Web-{1E350F60-DFB5-32BB-8E84-B30849E45561}" dt="2023-12-21T16:37:50.278" v="725" actId="20577"/>
          <ac:spMkLst>
            <pc:docMk/>
            <pc:sldMk cId="0" sldId="355"/>
            <ac:spMk id="767" creationId="{00000000-0000-0000-0000-000000000000}"/>
          </ac:spMkLst>
        </pc:spChg>
      </pc:sldChg>
      <pc:sldChg chg="del">
        <pc:chgData name="Stephane Autreaux" userId="S::stephane.autreaux@supinfo.com::a738c3b6-005b-4b20-bc1a-c071833bb260" providerId="AD" clId="Web-{1E350F60-DFB5-32BB-8E84-B30849E45561}" dt="2023-12-21T16:37:57.591" v="726"/>
        <pc:sldMkLst>
          <pc:docMk/>
          <pc:sldMk cId="0" sldId="356"/>
        </pc:sldMkLst>
      </pc:sldChg>
      <pc:sldChg chg="modSp">
        <pc:chgData name="Stephane Autreaux" userId="S::stephane.autreaux@supinfo.com::a738c3b6-005b-4b20-bc1a-c071833bb260" providerId="AD" clId="Web-{1E350F60-DFB5-32BB-8E84-B30849E45561}" dt="2023-12-21T16:38:14.873" v="736" actId="20577"/>
        <pc:sldMkLst>
          <pc:docMk/>
          <pc:sldMk cId="0" sldId="357"/>
        </pc:sldMkLst>
        <pc:spChg chg="mod">
          <ac:chgData name="Stephane Autreaux" userId="S::stephane.autreaux@supinfo.com::a738c3b6-005b-4b20-bc1a-c071833bb260" providerId="AD" clId="Web-{1E350F60-DFB5-32BB-8E84-B30849E45561}" dt="2023-12-21T16:38:14.873" v="736" actId="20577"/>
          <ac:spMkLst>
            <pc:docMk/>
            <pc:sldMk cId="0" sldId="357"/>
            <ac:spMk id="780" creationId="{00000000-0000-0000-0000-000000000000}"/>
          </ac:spMkLst>
        </pc:spChg>
      </pc:sldChg>
      <pc:sldChg chg="del">
        <pc:chgData name="Stephane Autreaux" userId="S::stephane.autreaux@supinfo.com::a738c3b6-005b-4b20-bc1a-c071833bb260" providerId="AD" clId="Web-{1E350F60-DFB5-32BB-8E84-B30849E45561}" dt="2023-12-21T16:38:24.811" v="737"/>
        <pc:sldMkLst>
          <pc:docMk/>
          <pc:sldMk cId="0" sldId="358"/>
        </pc:sldMkLst>
      </pc:sldChg>
      <pc:sldChg chg="del">
        <pc:chgData name="Stephane Autreaux" userId="S::stephane.autreaux@supinfo.com::a738c3b6-005b-4b20-bc1a-c071833bb260" providerId="AD" clId="Web-{1E350F60-DFB5-32BB-8E84-B30849E45561}" dt="2023-12-21T16:38:34.593" v="738"/>
        <pc:sldMkLst>
          <pc:docMk/>
          <pc:sldMk cId="0" sldId="359"/>
        </pc:sldMkLst>
      </pc:sldChg>
      <pc:sldChg chg="modSp">
        <pc:chgData name="Stephane Autreaux" userId="S::stephane.autreaux@supinfo.com::a738c3b6-005b-4b20-bc1a-c071833bb260" providerId="AD" clId="Web-{1E350F60-DFB5-32BB-8E84-B30849E45561}" dt="2023-12-21T16:38:48.187" v="741" actId="1076"/>
        <pc:sldMkLst>
          <pc:docMk/>
          <pc:sldMk cId="0" sldId="360"/>
        </pc:sldMkLst>
        <pc:spChg chg="mod">
          <ac:chgData name="Stephane Autreaux" userId="S::stephane.autreaux@supinfo.com::a738c3b6-005b-4b20-bc1a-c071833bb260" providerId="AD" clId="Web-{1E350F60-DFB5-32BB-8E84-B30849E45561}" dt="2023-12-21T16:38:48.187" v="741" actId="1076"/>
          <ac:spMkLst>
            <pc:docMk/>
            <pc:sldMk cId="0" sldId="360"/>
            <ac:spMk id="801" creationId="{00000000-0000-0000-0000-000000000000}"/>
          </ac:spMkLst>
        </pc:spChg>
      </pc:sldChg>
      <pc:sldChg chg="modSp">
        <pc:chgData name="Stephane Autreaux" userId="S::stephane.autreaux@supinfo.com::a738c3b6-005b-4b20-bc1a-c071833bb260" providerId="AD" clId="Web-{1E350F60-DFB5-32BB-8E84-B30849E45561}" dt="2023-12-21T16:39:50.768" v="763" actId="20577"/>
        <pc:sldMkLst>
          <pc:docMk/>
          <pc:sldMk cId="0" sldId="361"/>
        </pc:sldMkLst>
        <pc:spChg chg="mod">
          <ac:chgData name="Stephane Autreaux" userId="S::stephane.autreaux@supinfo.com::a738c3b6-005b-4b20-bc1a-c071833bb260" providerId="AD" clId="Web-{1E350F60-DFB5-32BB-8E84-B30849E45561}" dt="2023-12-21T16:39:40.220" v="748" actId="20577"/>
          <ac:spMkLst>
            <pc:docMk/>
            <pc:sldMk cId="0" sldId="361"/>
            <ac:spMk id="807" creationId="{00000000-0000-0000-0000-000000000000}"/>
          </ac:spMkLst>
        </pc:spChg>
        <pc:spChg chg="mod">
          <ac:chgData name="Stephane Autreaux" userId="S::stephane.autreaux@supinfo.com::a738c3b6-005b-4b20-bc1a-c071833bb260" providerId="AD" clId="Web-{1E350F60-DFB5-32BB-8E84-B30849E45561}" dt="2023-12-21T16:39:50.768" v="763" actId="20577"/>
          <ac:spMkLst>
            <pc:docMk/>
            <pc:sldMk cId="0" sldId="361"/>
            <ac:spMk id="808" creationId="{00000000-0000-0000-0000-000000000000}"/>
          </ac:spMkLst>
        </pc:spChg>
      </pc:sldChg>
      <pc:sldChg chg="modSp">
        <pc:chgData name="Stephane Autreaux" userId="S::stephane.autreaux@supinfo.com::a738c3b6-005b-4b20-bc1a-c071833bb260" providerId="AD" clId="Web-{1E350F60-DFB5-32BB-8E84-B30849E45561}" dt="2023-12-21T16:40:04.675" v="764" actId="20577"/>
        <pc:sldMkLst>
          <pc:docMk/>
          <pc:sldMk cId="0" sldId="362"/>
        </pc:sldMkLst>
        <pc:spChg chg="mod">
          <ac:chgData name="Stephane Autreaux" userId="S::stephane.autreaux@supinfo.com::a738c3b6-005b-4b20-bc1a-c071833bb260" providerId="AD" clId="Web-{1E350F60-DFB5-32BB-8E84-B30849E45561}" dt="2023-12-21T16:40:04.675" v="764" actId="20577"/>
          <ac:spMkLst>
            <pc:docMk/>
            <pc:sldMk cId="0" sldId="362"/>
            <ac:spMk id="814" creationId="{00000000-0000-0000-0000-000000000000}"/>
          </ac:spMkLst>
        </pc:spChg>
      </pc:sldChg>
      <pc:sldChg chg="del">
        <pc:chgData name="Stephane Autreaux" userId="S::stephane.autreaux@supinfo.com::a738c3b6-005b-4b20-bc1a-c071833bb260" providerId="AD" clId="Web-{1E350F60-DFB5-32BB-8E84-B30849E45561}" dt="2023-12-21T16:40:09.143" v="765"/>
        <pc:sldMkLst>
          <pc:docMk/>
          <pc:sldMk cId="0" sldId="363"/>
        </pc:sldMkLst>
      </pc:sldChg>
      <pc:sldChg chg="modSp">
        <pc:chgData name="Stephane Autreaux" userId="S::stephane.autreaux@supinfo.com::a738c3b6-005b-4b20-bc1a-c071833bb260" providerId="AD" clId="Web-{1E350F60-DFB5-32BB-8E84-B30849E45561}" dt="2023-12-21T16:40:13.097" v="766" actId="20577"/>
        <pc:sldMkLst>
          <pc:docMk/>
          <pc:sldMk cId="0" sldId="364"/>
        </pc:sldMkLst>
        <pc:spChg chg="mod">
          <ac:chgData name="Stephane Autreaux" userId="S::stephane.autreaux@supinfo.com::a738c3b6-005b-4b20-bc1a-c071833bb260" providerId="AD" clId="Web-{1E350F60-DFB5-32BB-8E84-B30849E45561}" dt="2023-12-21T16:40:13.097" v="766" actId="20577"/>
          <ac:spMkLst>
            <pc:docMk/>
            <pc:sldMk cId="0" sldId="364"/>
            <ac:spMk id="830" creationId="{00000000-0000-0000-0000-000000000000}"/>
          </ac:spMkLst>
        </pc:spChg>
      </pc:sldChg>
      <pc:sldChg chg="del">
        <pc:chgData name="Stephane Autreaux" userId="S::stephane.autreaux@supinfo.com::a738c3b6-005b-4b20-bc1a-c071833bb260" providerId="AD" clId="Web-{1E350F60-DFB5-32BB-8E84-B30849E45561}" dt="2023-12-21T16:40:22.269" v="767"/>
        <pc:sldMkLst>
          <pc:docMk/>
          <pc:sldMk cId="0" sldId="365"/>
        </pc:sldMkLst>
      </pc:sldChg>
      <pc:sldChg chg="modSp">
        <pc:chgData name="Stephane Autreaux" userId="S::stephane.autreaux@supinfo.com::a738c3b6-005b-4b20-bc1a-c071833bb260" providerId="AD" clId="Web-{1E350F60-DFB5-32BB-8E84-B30849E45561}" dt="2023-12-21T16:40:26.004" v="768" actId="20577"/>
        <pc:sldMkLst>
          <pc:docMk/>
          <pc:sldMk cId="0" sldId="366"/>
        </pc:sldMkLst>
        <pc:spChg chg="mod">
          <ac:chgData name="Stephane Autreaux" userId="S::stephane.autreaux@supinfo.com::a738c3b6-005b-4b20-bc1a-c071833bb260" providerId="AD" clId="Web-{1E350F60-DFB5-32BB-8E84-B30849E45561}" dt="2023-12-21T16:40:26.004" v="768" actId="20577"/>
          <ac:spMkLst>
            <pc:docMk/>
            <pc:sldMk cId="0" sldId="366"/>
            <ac:spMk id="844" creationId="{00000000-0000-0000-0000-000000000000}"/>
          </ac:spMkLst>
        </pc:spChg>
      </pc:sldChg>
      <pc:sldChg chg="del">
        <pc:chgData name="Stephane Autreaux" userId="S::stephane.autreaux@supinfo.com::a738c3b6-005b-4b20-bc1a-c071833bb260" providerId="AD" clId="Web-{1E350F60-DFB5-32BB-8E84-B30849E45561}" dt="2023-12-21T16:40:29.769" v="769"/>
        <pc:sldMkLst>
          <pc:docMk/>
          <pc:sldMk cId="0" sldId="367"/>
        </pc:sldMkLst>
      </pc:sldChg>
      <pc:sldChg chg="modSp">
        <pc:chgData name="Stephane Autreaux" userId="S::stephane.autreaux@supinfo.com::a738c3b6-005b-4b20-bc1a-c071833bb260" providerId="AD" clId="Web-{1E350F60-DFB5-32BB-8E84-B30849E45561}" dt="2023-12-21T16:40:33.832" v="770" actId="20577"/>
        <pc:sldMkLst>
          <pc:docMk/>
          <pc:sldMk cId="0" sldId="368"/>
        </pc:sldMkLst>
        <pc:spChg chg="mod">
          <ac:chgData name="Stephane Autreaux" userId="S::stephane.autreaux@supinfo.com::a738c3b6-005b-4b20-bc1a-c071833bb260" providerId="AD" clId="Web-{1E350F60-DFB5-32BB-8E84-B30849E45561}" dt="2023-12-21T16:40:33.832" v="770" actId="20577"/>
          <ac:spMkLst>
            <pc:docMk/>
            <pc:sldMk cId="0" sldId="368"/>
            <ac:spMk id="858" creationId="{00000000-0000-0000-0000-000000000000}"/>
          </ac:spMkLst>
        </pc:spChg>
      </pc:sldChg>
      <pc:sldChg chg="del">
        <pc:chgData name="Stephane Autreaux" userId="S::stephane.autreaux@supinfo.com::a738c3b6-005b-4b20-bc1a-c071833bb260" providerId="AD" clId="Web-{1E350F60-DFB5-32BB-8E84-B30849E45561}" dt="2023-12-21T16:40:47.989" v="771"/>
        <pc:sldMkLst>
          <pc:docMk/>
          <pc:sldMk cId="0" sldId="369"/>
        </pc:sldMkLst>
      </pc:sldChg>
      <pc:sldChg chg="modSp">
        <pc:chgData name="Stephane Autreaux" userId="S::stephane.autreaux@supinfo.com::a738c3b6-005b-4b20-bc1a-c071833bb260" providerId="AD" clId="Web-{1E350F60-DFB5-32BB-8E84-B30849E45561}" dt="2023-12-21T16:41:08.255" v="774" actId="20577"/>
        <pc:sldMkLst>
          <pc:docMk/>
          <pc:sldMk cId="0" sldId="370"/>
        </pc:sldMkLst>
        <pc:spChg chg="mod">
          <ac:chgData name="Stephane Autreaux" userId="S::stephane.autreaux@supinfo.com::a738c3b6-005b-4b20-bc1a-c071833bb260" providerId="AD" clId="Web-{1E350F60-DFB5-32BB-8E84-B30849E45561}" dt="2023-12-21T16:40:52.755" v="772" actId="20577"/>
          <ac:spMkLst>
            <pc:docMk/>
            <pc:sldMk cId="0" sldId="370"/>
            <ac:spMk id="872" creationId="{00000000-0000-0000-0000-000000000000}"/>
          </ac:spMkLst>
        </pc:spChg>
        <pc:spChg chg="mod">
          <ac:chgData name="Stephane Autreaux" userId="S::stephane.autreaux@supinfo.com::a738c3b6-005b-4b20-bc1a-c071833bb260" providerId="AD" clId="Web-{1E350F60-DFB5-32BB-8E84-B30849E45561}" dt="2023-12-21T16:41:08.255" v="774" actId="20577"/>
          <ac:spMkLst>
            <pc:docMk/>
            <pc:sldMk cId="0" sldId="370"/>
            <ac:spMk id="873" creationId="{00000000-0000-0000-0000-000000000000}"/>
          </ac:spMkLst>
        </pc:spChg>
      </pc:sldChg>
      <pc:sldChg chg="modSp">
        <pc:chgData name="Stephane Autreaux" userId="S::stephane.autreaux@supinfo.com::a738c3b6-005b-4b20-bc1a-c071833bb260" providerId="AD" clId="Web-{1E350F60-DFB5-32BB-8E84-B30849E45561}" dt="2023-12-21T16:41:22.084" v="777" actId="20577"/>
        <pc:sldMkLst>
          <pc:docMk/>
          <pc:sldMk cId="0" sldId="371"/>
        </pc:sldMkLst>
        <pc:spChg chg="mod">
          <ac:chgData name="Stephane Autreaux" userId="S::stephane.autreaux@supinfo.com::a738c3b6-005b-4b20-bc1a-c071833bb260" providerId="AD" clId="Web-{1E350F60-DFB5-32BB-8E84-B30849E45561}" dt="2023-12-21T16:41:22.084" v="777" actId="20577"/>
          <ac:spMkLst>
            <pc:docMk/>
            <pc:sldMk cId="0" sldId="371"/>
            <ac:spMk id="879" creationId="{00000000-0000-0000-0000-000000000000}"/>
          </ac:spMkLst>
        </pc:spChg>
      </pc:sldChg>
      <pc:sldChg chg="modSp">
        <pc:chgData name="Stephane Autreaux" userId="S::stephane.autreaux@supinfo.com::a738c3b6-005b-4b20-bc1a-c071833bb260" providerId="AD" clId="Web-{1E350F60-DFB5-32BB-8E84-B30849E45561}" dt="2023-12-21T16:41:47.243" v="794" actId="1076"/>
        <pc:sldMkLst>
          <pc:docMk/>
          <pc:sldMk cId="0" sldId="372"/>
        </pc:sldMkLst>
        <pc:spChg chg="mod">
          <ac:chgData name="Stephane Autreaux" userId="S::stephane.autreaux@supinfo.com::a738c3b6-005b-4b20-bc1a-c071833bb260" providerId="AD" clId="Web-{1E350F60-DFB5-32BB-8E84-B30849E45561}" dt="2023-12-21T16:41:31.163" v="779" actId="20577"/>
          <ac:spMkLst>
            <pc:docMk/>
            <pc:sldMk cId="0" sldId="372"/>
            <ac:spMk id="884" creationId="{00000000-0000-0000-0000-000000000000}"/>
          </ac:spMkLst>
        </pc:spChg>
        <pc:spChg chg="mod">
          <ac:chgData name="Stephane Autreaux" userId="S::stephane.autreaux@supinfo.com::a738c3b6-005b-4b20-bc1a-c071833bb260" providerId="AD" clId="Web-{1E350F60-DFB5-32BB-8E84-B30849E45561}" dt="2023-12-21T16:41:47.243" v="794" actId="1076"/>
          <ac:spMkLst>
            <pc:docMk/>
            <pc:sldMk cId="0" sldId="372"/>
            <ac:spMk id="886" creationId="{00000000-0000-0000-0000-000000000000}"/>
          </ac:spMkLst>
        </pc:spChg>
      </pc:sldChg>
      <pc:sldChg chg="modSp">
        <pc:chgData name="Stephane Autreaux" userId="S::stephane.autreaux@supinfo.com::a738c3b6-005b-4b20-bc1a-c071833bb260" providerId="AD" clId="Web-{1E350F60-DFB5-32BB-8E84-B30849E45561}" dt="2023-12-21T16:41:59.695" v="796" actId="14100"/>
        <pc:sldMkLst>
          <pc:docMk/>
          <pc:sldMk cId="0" sldId="373"/>
        </pc:sldMkLst>
        <pc:spChg chg="mod">
          <ac:chgData name="Stephane Autreaux" userId="S::stephane.autreaux@supinfo.com::a738c3b6-005b-4b20-bc1a-c071833bb260" providerId="AD" clId="Web-{1E350F60-DFB5-32BB-8E84-B30849E45561}" dt="2023-12-21T16:41:59.695" v="796" actId="14100"/>
          <ac:spMkLst>
            <pc:docMk/>
            <pc:sldMk cId="0" sldId="373"/>
            <ac:spMk id="892" creationId="{00000000-0000-0000-0000-000000000000}"/>
          </ac:spMkLst>
        </pc:spChg>
      </pc:sldChg>
      <pc:sldChg chg="del">
        <pc:chgData name="Stephane Autreaux" userId="S::stephane.autreaux@supinfo.com::a738c3b6-005b-4b20-bc1a-c071833bb260" providerId="AD" clId="Web-{1E350F60-DFB5-32BB-8E84-B30849E45561}" dt="2023-12-21T16:42:05.274" v="797"/>
        <pc:sldMkLst>
          <pc:docMk/>
          <pc:sldMk cId="0" sldId="374"/>
        </pc:sldMkLst>
      </pc:sldChg>
      <pc:sldChg chg="del">
        <pc:chgData name="Stephane Autreaux" userId="S::stephane.autreaux@supinfo.com::a738c3b6-005b-4b20-bc1a-c071833bb260" providerId="AD" clId="Web-{1E350F60-DFB5-32BB-8E84-B30849E45561}" dt="2023-12-21T16:42:06.195" v="798"/>
        <pc:sldMkLst>
          <pc:docMk/>
          <pc:sldMk cId="0" sldId="375"/>
        </pc:sldMkLst>
      </pc:sldChg>
      <pc:sldChg chg="del">
        <pc:chgData name="Stephane Autreaux" userId="S::stephane.autreaux@supinfo.com::a738c3b6-005b-4b20-bc1a-c071833bb260" providerId="AD" clId="Web-{1E350F60-DFB5-32BB-8E84-B30849E45561}" dt="2023-12-21T16:42:07.180" v="799"/>
        <pc:sldMkLst>
          <pc:docMk/>
          <pc:sldMk cId="0" sldId="376"/>
        </pc:sldMkLst>
      </pc:sldChg>
      <pc:sldChg chg="del">
        <pc:chgData name="Stephane Autreaux" userId="S::stephane.autreaux@supinfo.com::a738c3b6-005b-4b20-bc1a-c071833bb260" providerId="AD" clId="Web-{1E350F60-DFB5-32BB-8E84-B30849E45561}" dt="2023-12-21T16:42:11.274" v="800"/>
        <pc:sldMkLst>
          <pc:docMk/>
          <pc:sldMk cId="0" sldId="377"/>
        </pc:sldMkLst>
      </pc:sldChg>
      <pc:sldChg chg="modSp">
        <pc:chgData name="Stephane Autreaux" userId="S::stephane.autreaux@supinfo.com::a738c3b6-005b-4b20-bc1a-c071833bb260" providerId="AD" clId="Web-{1E350F60-DFB5-32BB-8E84-B30849E45561}" dt="2023-12-21T16:42:20.118" v="803" actId="20577"/>
        <pc:sldMkLst>
          <pc:docMk/>
          <pc:sldMk cId="0" sldId="378"/>
        </pc:sldMkLst>
        <pc:spChg chg="mod">
          <ac:chgData name="Stephane Autreaux" userId="S::stephane.autreaux@supinfo.com::a738c3b6-005b-4b20-bc1a-c071833bb260" providerId="AD" clId="Web-{1E350F60-DFB5-32BB-8E84-B30849E45561}" dt="2023-12-21T16:42:20.118" v="803" actId="20577"/>
          <ac:spMkLst>
            <pc:docMk/>
            <pc:sldMk cId="0" sldId="378"/>
            <ac:spMk id="927" creationId="{00000000-0000-0000-0000-000000000000}"/>
          </ac:spMkLst>
        </pc:spChg>
      </pc:sldChg>
      <pc:sldChg chg="modSp">
        <pc:chgData name="Stephane Autreaux" userId="S::stephane.autreaux@supinfo.com::a738c3b6-005b-4b20-bc1a-c071833bb260" providerId="AD" clId="Web-{1E350F60-DFB5-32BB-8E84-B30849E45561}" dt="2023-12-21T16:42:58.198" v="840" actId="20577"/>
        <pc:sldMkLst>
          <pc:docMk/>
          <pc:sldMk cId="0" sldId="379"/>
        </pc:sldMkLst>
        <pc:spChg chg="mod">
          <ac:chgData name="Stephane Autreaux" userId="S::stephane.autreaux@supinfo.com::a738c3b6-005b-4b20-bc1a-c071833bb260" providerId="AD" clId="Web-{1E350F60-DFB5-32BB-8E84-B30849E45561}" dt="2023-12-21T16:42:34.837" v="808" actId="1076"/>
          <ac:spMkLst>
            <pc:docMk/>
            <pc:sldMk cId="0" sldId="379"/>
            <ac:spMk id="932" creationId="{00000000-0000-0000-0000-000000000000}"/>
          </ac:spMkLst>
        </pc:spChg>
        <pc:spChg chg="mod">
          <ac:chgData name="Stephane Autreaux" userId="S::stephane.autreaux@supinfo.com::a738c3b6-005b-4b20-bc1a-c071833bb260" providerId="AD" clId="Web-{1E350F60-DFB5-32BB-8E84-B30849E45561}" dt="2023-12-21T16:42:58.198" v="840" actId="20577"/>
          <ac:spMkLst>
            <pc:docMk/>
            <pc:sldMk cId="0" sldId="379"/>
            <ac:spMk id="933" creationId="{00000000-0000-0000-0000-000000000000}"/>
          </ac:spMkLst>
        </pc:spChg>
      </pc:sldChg>
      <pc:sldChg chg="modSp">
        <pc:chgData name="Stephane Autreaux" userId="S::stephane.autreaux@supinfo.com::a738c3b6-005b-4b20-bc1a-c071833bb260" providerId="AD" clId="Web-{1E350F60-DFB5-32BB-8E84-B30849E45561}" dt="2023-12-21T16:43:08.433" v="841" actId="20577"/>
        <pc:sldMkLst>
          <pc:docMk/>
          <pc:sldMk cId="0" sldId="380"/>
        </pc:sldMkLst>
        <pc:spChg chg="mod">
          <ac:chgData name="Stephane Autreaux" userId="S::stephane.autreaux@supinfo.com::a738c3b6-005b-4b20-bc1a-c071833bb260" providerId="AD" clId="Web-{1E350F60-DFB5-32BB-8E84-B30849E45561}" dt="2023-12-21T16:43:08.433" v="841" actId="20577"/>
          <ac:spMkLst>
            <pc:docMk/>
            <pc:sldMk cId="0" sldId="380"/>
            <ac:spMk id="939" creationId="{00000000-0000-0000-0000-000000000000}"/>
          </ac:spMkLst>
        </pc:spChg>
      </pc:sldChg>
      <pc:sldChg chg="del">
        <pc:chgData name="Stephane Autreaux" userId="S::stephane.autreaux@supinfo.com::a738c3b6-005b-4b20-bc1a-c071833bb260" providerId="AD" clId="Web-{1E350F60-DFB5-32BB-8E84-B30849E45561}" dt="2023-12-21T16:43:39.184" v="842"/>
        <pc:sldMkLst>
          <pc:docMk/>
          <pc:sldMk cId="0" sldId="381"/>
        </pc:sldMkLst>
      </pc:sldChg>
      <pc:sldChg chg="modSp">
        <pc:chgData name="Stephane Autreaux" userId="S::stephane.autreaux@supinfo.com::a738c3b6-005b-4b20-bc1a-c071833bb260" providerId="AD" clId="Web-{1E350F60-DFB5-32BB-8E84-B30849E45561}" dt="2023-12-21T16:43:46.481" v="844" actId="20577"/>
        <pc:sldMkLst>
          <pc:docMk/>
          <pc:sldMk cId="0" sldId="382"/>
        </pc:sldMkLst>
        <pc:spChg chg="mod">
          <ac:chgData name="Stephane Autreaux" userId="S::stephane.autreaux@supinfo.com::a738c3b6-005b-4b20-bc1a-c071833bb260" providerId="AD" clId="Web-{1E350F60-DFB5-32BB-8E84-B30849E45561}" dt="2023-12-21T16:43:46.481" v="844" actId="20577"/>
          <ac:spMkLst>
            <pc:docMk/>
            <pc:sldMk cId="0" sldId="382"/>
            <ac:spMk id="953" creationId="{00000000-0000-0000-0000-000000000000}"/>
          </ac:spMkLst>
        </pc:spChg>
      </pc:sldChg>
      <pc:sldChg chg="modSp">
        <pc:chgData name="Stephane Autreaux" userId="S::stephane.autreaux@supinfo.com::a738c3b6-005b-4b20-bc1a-c071833bb260" providerId="AD" clId="Web-{1E350F60-DFB5-32BB-8E84-B30849E45561}" dt="2023-12-21T16:44:31.827" v="861" actId="20577"/>
        <pc:sldMkLst>
          <pc:docMk/>
          <pc:sldMk cId="0" sldId="383"/>
        </pc:sldMkLst>
        <pc:spChg chg="mod">
          <ac:chgData name="Stephane Autreaux" userId="S::stephane.autreaux@supinfo.com::a738c3b6-005b-4b20-bc1a-c071833bb260" providerId="AD" clId="Web-{1E350F60-DFB5-32BB-8E84-B30849E45561}" dt="2023-12-21T16:44:24.092" v="856" actId="1076"/>
          <ac:spMkLst>
            <pc:docMk/>
            <pc:sldMk cId="0" sldId="383"/>
            <ac:spMk id="958" creationId="{00000000-0000-0000-0000-000000000000}"/>
          </ac:spMkLst>
        </pc:spChg>
        <pc:spChg chg="mod">
          <ac:chgData name="Stephane Autreaux" userId="S::stephane.autreaux@supinfo.com::a738c3b6-005b-4b20-bc1a-c071833bb260" providerId="AD" clId="Web-{1E350F60-DFB5-32BB-8E84-B30849E45561}" dt="2023-12-21T16:44:31.827" v="861" actId="20577"/>
          <ac:spMkLst>
            <pc:docMk/>
            <pc:sldMk cId="0" sldId="383"/>
            <ac:spMk id="959" creationId="{00000000-0000-0000-0000-000000000000}"/>
          </ac:spMkLst>
        </pc:spChg>
      </pc:sldChg>
      <pc:sldChg chg="addSp delSp modSp">
        <pc:chgData name="Stephane Autreaux" userId="S::stephane.autreaux@supinfo.com::a738c3b6-005b-4b20-bc1a-c071833bb260" providerId="AD" clId="Web-{1E350F60-DFB5-32BB-8E84-B30849E45561}" dt="2023-12-21T16:44:52.640" v="864"/>
        <pc:sldMkLst>
          <pc:docMk/>
          <pc:sldMk cId="0" sldId="384"/>
        </pc:sldMkLst>
        <pc:spChg chg="add del mod">
          <ac:chgData name="Stephane Autreaux" userId="S::stephane.autreaux@supinfo.com::a738c3b6-005b-4b20-bc1a-c071833bb260" providerId="AD" clId="Web-{1E350F60-DFB5-32BB-8E84-B30849E45561}" dt="2023-12-21T16:44:52.640" v="864"/>
          <ac:spMkLst>
            <pc:docMk/>
            <pc:sldMk cId="0" sldId="384"/>
            <ac:spMk id="3" creationId="{6FAC5FF3-70DD-E790-39FB-EA943F4E18F1}"/>
          </ac:spMkLst>
        </pc:spChg>
        <pc:spChg chg="add">
          <ac:chgData name="Stephane Autreaux" userId="S::stephane.autreaux@supinfo.com::a738c3b6-005b-4b20-bc1a-c071833bb260" providerId="AD" clId="Web-{1E350F60-DFB5-32BB-8E84-B30849E45561}" dt="2023-12-21T16:44:48.187" v="863"/>
          <ac:spMkLst>
            <pc:docMk/>
            <pc:sldMk cId="0" sldId="384"/>
            <ac:spMk id="5" creationId="{17E74CB6-0CEE-E489-B60C-BF81716E1AD5}"/>
          </ac:spMkLst>
        </pc:spChg>
        <pc:spChg chg="del">
          <ac:chgData name="Stephane Autreaux" userId="S::stephane.autreaux@supinfo.com::a738c3b6-005b-4b20-bc1a-c071833bb260" providerId="AD" clId="Web-{1E350F60-DFB5-32BB-8E84-B30849E45561}" dt="2023-12-21T16:44:47.968" v="862"/>
          <ac:spMkLst>
            <pc:docMk/>
            <pc:sldMk cId="0" sldId="384"/>
            <ac:spMk id="964" creationId="{00000000-0000-0000-0000-000000000000}"/>
          </ac:spMkLst>
        </pc:spChg>
      </pc:sldChg>
      <pc:sldChg chg="modSp">
        <pc:chgData name="Stephane Autreaux" userId="S::stephane.autreaux@supinfo.com::a738c3b6-005b-4b20-bc1a-c071833bb260" providerId="AD" clId="Web-{1E350F60-DFB5-32BB-8E84-B30849E45561}" dt="2023-12-21T16:45:02.141" v="865" actId="20577"/>
        <pc:sldMkLst>
          <pc:docMk/>
          <pc:sldMk cId="0" sldId="385"/>
        </pc:sldMkLst>
        <pc:spChg chg="mod">
          <ac:chgData name="Stephane Autreaux" userId="S::stephane.autreaux@supinfo.com::a738c3b6-005b-4b20-bc1a-c071833bb260" providerId="AD" clId="Web-{1E350F60-DFB5-32BB-8E84-B30849E45561}" dt="2023-12-21T16:45:02.141" v="865" actId="20577"/>
          <ac:spMkLst>
            <pc:docMk/>
            <pc:sldMk cId="0" sldId="385"/>
            <ac:spMk id="971" creationId="{00000000-0000-0000-0000-000000000000}"/>
          </ac:spMkLst>
        </pc:spChg>
      </pc:sldChg>
      <pc:sldChg chg="del">
        <pc:chgData name="Stephane Autreaux" userId="S::stephane.autreaux@supinfo.com::a738c3b6-005b-4b20-bc1a-c071833bb260" providerId="AD" clId="Web-{1E350F60-DFB5-32BB-8E84-B30849E45561}" dt="2023-12-21T16:45:10.282" v="866"/>
        <pc:sldMkLst>
          <pc:docMk/>
          <pc:sldMk cId="0" sldId="386"/>
        </pc:sldMkLst>
      </pc:sldChg>
      <pc:sldChg chg="modSp">
        <pc:chgData name="Stephane Autreaux" userId="S::stephane.autreaux@supinfo.com::a738c3b6-005b-4b20-bc1a-c071833bb260" providerId="AD" clId="Web-{1E350F60-DFB5-32BB-8E84-B30849E45561}" dt="2023-12-21T16:45:33.486" v="871" actId="1076"/>
        <pc:sldMkLst>
          <pc:docMk/>
          <pc:sldMk cId="0" sldId="387"/>
        </pc:sldMkLst>
        <pc:spChg chg="mod">
          <ac:chgData name="Stephane Autreaux" userId="S::stephane.autreaux@supinfo.com::a738c3b6-005b-4b20-bc1a-c071833bb260" providerId="AD" clId="Web-{1E350F60-DFB5-32BB-8E84-B30849E45561}" dt="2023-12-21T16:45:24.095" v="870" actId="20577"/>
          <ac:spMkLst>
            <pc:docMk/>
            <pc:sldMk cId="0" sldId="387"/>
            <ac:spMk id="984" creationId="{00000000-0000-0000-0000-000000000000}"/>
          </ac:spMkLst>
        </pc:spChg>
        <pc:spChg chg="mod">
          <ac:chgData name="Stephane Autreaux" userId="S::stephane.autreaux@supinfo.com::a738c3b6-005b-4b20-bc1a-c071833bb260" providerId="AD" clId="Web-{1E350F60-DFB5-32BB-8E84-B30849E45561}" dt="2023-12-21T16:45:33.486" v="871" actId="1076"/>
          <ac:spMkLst>
            <pc:docMk/>
            <pc:sldMk cId="0" sldId="387"/>
            <ac:spMk id="985" creationId="{00000000-0000-0000-0000-000000000000}"/>
          </ac:spMkLst>
        </pc:spChg>
      </pc:sldChg>
      <pc:sldChg chg="modSp">
        <pc:chgData name="Stephane Autreaux" userId="S::stephane.autreaux@supinfo.com::a738c3b6-005b-4b20-bc1a-c071833bb260" providerId="AD" clId="Web-{1E350F60-DFB5-32BB-8E84-B30849E45561}" dt="2023-12-21T16:45:41.799" v="872" actId="20577"/>
        <pc:sldMkLst>
          <pc:docMk/>
          <pc:sldMk cId="0" sldId="388"/>
        </pc:sldMkLst>
        <pc:spChg chg="mod">
          <ac:chgData name="Stephane Autreaux" userId="S::stephane.autreaux@supinfo.com::a738c3b6-005b-4b20-bc1a-c071833bb260" providerId="AD" clId="Web-{1E350F60-DFB5-32BB-8E84-B30849E45561}" dt="2023-12-21T16:45:41.799" v="872" actId="20577"/>
          <ac:spMkLst>
            <pc:docMk/>
            <pc:sldMk cId="0" sldId="388"/>
            <ac:spMk id="990" creationId="{00000000-0000-0000-0000-000000000000}"/>
          </ac:spMkLst>
        </pc:spChg>
      </pc:sldChg>
      <pc:sldChg chg="modSp">
        <pc:chgData name="Stephane Autreaux" userId="S::stephane.autreaux@supinfo.com::a738c3b6-005b-4b20-bc1a-c071833bb260" providerId="AD" clId="Web-{1E350F60-DFB5-32BB-8E84-B30849E45561}" dt="2023-12-21T16:45:54.877" v="877" actId="20577"/>
        <pc:sldMkLst>
          <pc:docMk/>
          <pc:sldMk cId="0" sldId="389"/>
        </pc:sldMkLst>
        <pc:spChg chg="mod">
          <ac:chgData name="Stephane Autreaux" userId="S::stephane.autreaux@supinfo.com::a738c3b6-005b-4b20-bc1a-c071833bb260" providerId="AD" clId="Web-{1E350F60-DFB5-32BB-8E84-B30849E45561}" dt="2023-12-21T16:45:46.393" v="873" actId="20577"/>
          <ac:spMkLst>
            <pc:docMk/>
            <pc:sldMk cId="0" sldId="389"/>
            <ac:spMk id="996" creationId="{00000000-0000-0000-0000-000000000000}"/>
          </ac:spMkLst>
        </pc:spChg>
        <pc:spChg chg="mod">
          <ac:chgData name="Stephane Autreaux" userId="S::stephane.autreaux@supinfo.com::a738c3b6-005b-4b20-bc1a-c071833bb260" providerId="AD" clId="Web-{1E350F60-DFB5-32BB-8E84-B30849E45561}" dt="2023-12-21T16:45:54.877" v="877" actId="20577"/>
          <ac:spMkLst>
            <pc:docMk/>
            <pc:sldMk cId="0" sldId="389"/>
            <ac:spMk id="997" creationId="{00000000-0000-0000-0000-000000000000}"/>
          </ac:spMkLst>
        </pc:spChg>
      </pc:sldChg>
      <pc:sldChg chg="modSp">
        <pc:chgData name="Stephane Autreaux" userId="S::stephane.autreaux@supinfo.com::a738c3b6-005b-4b20-bc1a-c071833bb260" providerId="AD" clId="Web-{1E350F60-DFB5-32BB-8E84-B30849E45561}" dt="2023-12-21T16:46:04.800" v="878" actId="20577"/>
        <pc:sldMkLst>
          <pc:docMk/>
          <pc:sldMk cId="0" sldId="390"/>
        </pc:sldMkLst>
        <pc:spChg chg="mod">
          <ac:chgData name="Stephane Autreaux" userId="S::stephane.autreaux@supinfo.com::a738c3b6-005b-4b20-bc1a-c071833bb260" providerId="AD" clId="Web-{1E350F60-DFB5-32BB-8E84-B30849E45561}" dt="2023-12-21T16:46:04.800" v="878" actId="20577"/>
          <ac:spMkLst>
            <pc:docMk/>
            <pc:sldMk cId="0" sldId="390"/>
            <ac:spMk id="1003" creationId="{00000000-0000-0000-0000-000000000000}"/>
          </ac:spMkLst>
        </pc:spChg>
      </pc:sldChg>
      <pc:sldChg chg="del">
        <pc:chgData name="Stephane Autreaux" userId="S::stephane.autreaux@supinfo.com::a738c3b6-005b-4b20-bc1a-c071833bb260" providerId="AD" clId="Web-{1E350F60-DFB5-32BB-8E84-B30849E45561}" dt="2023-12-21T16:46:11.800" v="879"/>
        <pc:sldMkLst>
          <pc:docMk/>
          <pc:sldMk cId="0" sldId="391"/>
        </pc:sldMkLst>
      </pc:sldChg>
      <pc:sldChg chg="modSp">
        <pc:chgData name="Stephane Autreaux" userId="S::stephane.autreaux@supinfo.com::a738c3b6-005b-4b20-bc1a-c071833bb260" providerId="AD" clId="Web-{1E350F60-DFB5-32BB-8E84-B30849E45561}" dt="2023-12-21T16:46:21.597" v="882" actId="20577"/>
        <pc:sldMkLst>
          <pc:docMk/>
          <pc:sldMk cId="0" sldId="392"/>
        </pc:sldMkLst>
        <pc:spChg chg="mod">
          <ac:chgData name="Stephane Autreaux" userId="S::stephane.autreaux@supinfo.com::a738c3b6-005b-4b20-bc1a-c071833bb260" providerId="AD" clId="Web-{1E350F60-DFB5-32BB-8E84-B30849E45561}" dt="2023-12-21T16:46:15.878" v="880" actId="20577"/>
          <ac:spMkLst>
            <pc:docMk/>
            <pc:sldMk cId="0" sldId="392"/>
            <ac:spMk id="1016" creationId="{00000000-0000-0000-0000-000000000000}"/>
          </ac:spMkLst>
        </pc:spChg>
        <pc:spChg chg="mod">
          <ac:chgData name="Stephane Autreaux" userId="S::stephane.autreaux@supinfo.com::a738c3b6-005b-4b20-bc1a-c071833bb260" providerId="AD" clId="Web-{1E350F60-DFB5-32BB-8E84-B30849E45561}" dt="2023-12-21T16:46:21.597" v="882" actId="20577"/>
          <ac:spMkLst>
            <pc:docMk/>
            <pc:sldMk cId="0" sldId="392"/>
            <ac:spMk id="1017" creationId="{00000000-0000-0000-0000-000000000000}"/>
          </ac:spMkLst>
        </pc:spChg>
      </pc:sldChg>
      <pc:sldChg chg="modSp">
        <pc:chgData name="Stephane Autreaux" userId="S::stephane.autreaux@supinfo.com::a738c3b6-005b-4b20-bc1a-c071833bb260" providerId="AD" clId="Web-{1E350F60-DFB5-32BB-8E84-B30849E45561}" dt="2023-12-21T16:46:29.256" v="883" actId="20577"/>
        <pc:sldMkLst>
          <pc:docMk/>
          <pc:sldMk cId="0" sldId="393"/>
        </pc:sldMkLst>
        <pc:spChg chg="mod">
          <ac:chgData name="Stephane Autreaux" userId="S::stephane.autreaux@supinfo.com::a738c3b6-005b-4b20-bc1a-c071833bb260" providerId="AD" clId="Web-{1E350F60-DFB5-32BB-8E84-B30849E45561}" dt="2023-12-21T16:46:29.256" v="883" actId="20577"/>
          <ac:spMkLst>
            <pc:docMk/>
            <pc:sldMk cId="0" sldId="393"/>
            <ac:spMk id="1023" creationId="{00000000-0000-0000-0000-000000000000}"/>
          </ac:spMkLst>
        </pc:spChg>
      </pc:sldChg>
      <pc:sldChg chg="del">
        <pc:chgData name="Stephane Autreaux" userId="S::stephane.autreaux@supinfo.com::a738c3b6-005b-4b20-bc1a-c071833bb260" providerId="AD" clId="Web-{1E350F60-DFB5-32BB-8E84-B30849E45561}" dt="2023-12-21T16:46:33.490" v="884"/>
        <pc:sldMkLst>
          <pc:docMk/>
          <pc:sldMk cId="0" sldId="394"/>
        </pc:sldMkLst>
      </pc:sldChg>
      <pc:sldChg chg="modSp">
        <pc:chgData name="Stephane Autreaux" userId="S::stephane.autreaux@supinfo.com::a738c3b6-005b-4b20-bc1a-c071833bb260" providerId="AD" clId="Web-{1E350F60-DFB5-32BB-8E84-B30849E45561}" dt="2023-12-21T16:46:50.458" v="885" actId="20577"/>
        <pc:sldMkLst>
          <pc:docMk/>
          <pc:sldMk cId="0" sldId="395"/>
        </pc:sldMkLst>
        <pc:spChg chg="mod">
          <ac:chgData name="Stephane Autreaux" userId="S::stephane.autreaux@supinfo.com::a738c3b6-005b-4b20-bc1a-c071833bb260" providerId="AD" clId="Web-{1E350F60-DFB5-32BB-8E84-B30849E45561}" dt="2023-12-21T16:46:50.458" v="885" actId="20577"/>
          <ac:spMkLst>
            <pc:docMk/>
            <pc:sldMk cId="0" sldId="395"/>
            <ac:spMk id="1036" creationId="{00000000-0000-0000-0000-000000000000}"/>
          </ac:spMkLst>
        </pc:spChg>
      </pc:sldChg>
      <pc:sldChg chg="modSp">
        <pc:chgData name="Stephane Autreaux" userId="S::stephane.autreaux@supinfo.com::a738c3b6-005b-4b20-bc1a-c071833bb260" providerId="AD" clId="Web-{1E350F60-DFB5-32BB-8E84-B30849E45561}" dt="2023-12-21T16:47:04.146" v="888" actId="20577"/>
        <pc:sldMkLst>
          <pc:docMk/>
          <pc:sldMk cId="0" sldId="396"/>
        </pc:sldMkLst>
        <pc:spChg chg="mod">
          <ac:chgData name="Stephane Autreaux" userId="S::stephane.autreaux@supinfo.com::a738c3b6-005b-4b20-bc1a-c071833bb260" providerId="AD" clId="Web-{1E350F60-DFB5-32BB-8E84-B30849E45561}" dt="2023-12-21T16:47:04.146" v="888" actId="20577"/>
          <ac:spMkLst>
            <pc:docMk/>
            <pc:sldMk cId="0" sldId="396"/>
            <ac:spMk id="1042" creationId="{00000000-0000-0000-0000-000000000000}"/>
          </ac:spMkLst>
        </pc:spChg>
        <pc:spChg chg="mod">
          <ac:chgData name="Stephane Autreaux" userId="S::stephane.autreaux@supinfo.com::a738c3b6-005b-4b20-bc1a-c071833bb260" providerId="AD" clId="Web-{1E350F60-DFB5-32BB-8E84-B30849E45561}" dt="2023-12-21T16:47:01.208" v="887" actId="20577"/>
          <ac:spMkLst>
            <pc:docMk/>
            <pc:sldMk cId="0" sldId="396"/>
            <ac:spMk id="1043" creationId="{00000000-0000-0000-0000-000000000000}"/>
          </ac:spMkLst>
        </pc:spChg>
      </pc:sldChg>
      <pc:sldChg chg="modSp">
        <pc:chgData name="Stephane Autreaux" userId="S::stephane.autreaux@supinfo.com::a738c3b6-005b-4b20-bc1a-c071833bb260" providerId="AD" clId="Web-{1E350F60-DFB5-32BB-8E84-B30849E45561}" dt="2023-12-21T16:47:20.334" v="889" actId="20577"/>
        <pc:sldMkLst>
          <pc:docMk/>
          <pc:sldMk cId="0" sldId="397"/>
        </pc:sldMkLst>
        <pc:spChg chg="mod">
          <ac:chgData name="Stephane Autreaux" userId="S::stephane.autreaux@supinfo.com::a738c3b6-005b-4b20-bc1a-c071833bb260" providerId="AD" clId="Web-{1E350F60-DFB5-32BB-8E84-B30849E45561}" dt="2023-12-21T16:47:20.334" v="889" actId="20577"/>
          <ac:spMkLst>
            <pc:docMk/>
            <pc:sldMk cId="0" sldId="397"/>
            <ac:spMk id="1049" creationId="{00000000-0000-0000-0000-000000000000}"/>
          </ac:spMkLst>
        </pc:spChg>
      </pc:sldChg>
      <pc:sldChg chg="del">
        <pc:chgData name="Stephane Autreaux" userId="S::stephane.autreaux@supinfo.com::a738c3b6-005b-4b20-bc1a-c071833bb260" providerId="AD" clId="Web-{1E350F60-DFB5-32BB-8E84-B30849E45561}" dt="2023-12-21T16:47:23.412" v="890"/>
        <pc:sldMkLst>
          <pc:docMk/>
          <pc:sldMk cId="0" sldId="398"/>
        </pc:sldMkLst>
      </pc:sldChg>
      <pc:sldChg chg="modSp">
        <pc:chgData name="Stephane Autreaux" userId="S::stephane.autreaux@supinfo.com::a738c3b6-005b-4b20-bc1a-c071833bb260" providerId="AD" clId="Web-{1E350F60-DFB5-32BB-8E84-B30849E45561}" dt="2023-12-21T16:47:41.413" v="893" actId="20577"/>
        <pc:sldMkLst>
          <pc:docMk/>
          <pc:sldMk cId="0" sldId="399"/>
        </pc:sldMkLst>
        <pc:spChg chg="mod">
          <ac:chgData name="Stephane Autreaux" userId="S::stephane.autreaux@supinfo.com::a738c3b6-005b-4b20-bc1a-c071833bb260" providerId="AD" clId="Web-{1E350F60-DFB5-32BB-8E84-B30849E45561}" dt="2023-12-21T16:47:34.147" v="891" actId="20577"/>
          <ac:spMkLst>
            <pc:docMk/>
            <pc:sldMk cId="0" sldId="399"/>
            <ac:spMk id="1062" creationId="{00000000-0000-0000-0000-000000000000}"/>
          </ac:spMkLst>
        </pc:spChg>
        <pc:spChg chg="mod">
          <ac:chgData name="Stephane Autreaux" userId="S::stephane.autreaux@supinfo.com::a738c3b6-005b-4b20-bc1a-c071833bb260" providerId="AD" clId="Web-{1E350F60-DFB5-32BB-8E84-B30849E45561}" dt="2023-12-21T16:47:41.413" v="893" actId="20577"/>
          <ac:spMkLst>
            <pc:docMk/>
            <pc:sldMk cId="0" sldId="399"/>
            <ac:spMk id="1063" creationId="{00000000-0000-0000-0000-000000000000}"/>
          </ac:spMkLst>
        </pc:spChg>
      </pc:sldChg>
      <pc:sldChg chg="modSp">
        <pc:chgData name="Stephane Autreaux" userId="S::stephane.autreaux@supinfo.com::a738c3b6-005b-4b20-bc1a-c071833bb260" providerId="AD" clId="Web-{1E350F60-DFB5-32BB-8E84-B30849E45561}" dt="2023-12-21T16:48:28.681" v="895" actId="20577"/>
        <pc:sldMkLst>
          <pc:docMk/>
          <pc:sldMk cId="0" sldId="400"/>
        </pc:sldMkLst>
        <pc:spChg chg="mod">
          <ac:chgData name="Stephane Autreaux" userId="S::stephane.autreaux@supinfo.com::a738c3b6-005b-4b20-bc1a-c071833bb260" providerId="AD" clId="Web-{1E350F60-DFB5-32BB-8E84-B30849E45561}" dt="2023-12-21T16:48:28.681" v="895" actId="20577"/>
          <ac:spMkLst>
            <pc:docMk/>
            <pc:sldMk cId="0" sldId="400"/>
            <ac:spMk id="1069" creationId="{00000000-0000-0000-0000-000000000000}"/>
          </ac:spMkLst>
        </pc:spChg>
      </pc:sldChg>
      <pc:sldChg chg="modSp">
        <pc:chgData name="Stephane Autreaux" userId="S::stephane.autreaux@supinfo.com::a738c3b6-005b-4b20-bc1a-c071833bb260" providerId="AD" clId="Web-{1E350F60-DFB5-32BB-8E84-B30849E45561}" dt="2023-12-21T16:48:32.447" v="896" actId="20577"/>
        <pc:sldMkLst>
          <pc:docMk/>
          <pc:sldMk cId="0" sldId="401"/>
        </pc:sldMkLst>
        <pc:spChg chg="mod">
          <ac:chgData name="Stephane Autreaux" userId="S::stephane.autreaux@supinfo.com::a738c3b6-005b-4b20-bc1a-c071833bb260" providerId="AD" clId="Web-{1E350F60-DFB5-32BB-8E84-B30849E45561}" dt="2023-12-21T16:48:32.447" v="896" actId="20577"/>
          <ac:spMkLst>
            <pc:docMk/>
            <pc:sldMk cId="0" sldId="401"/>
            <ac:spMk id="1074" creationId="{00000000-0000-0000-0000-000000000000}"/>
          </ac:spMkLst>
        </pc:spChg>
      </pc:sldChg>
      <pc:sldChg chg="modSp">
        <pc:chgData name="Stephane Autreaux" userId="S::stephane.autreaux@supinfo.com::a738c3b6-005b-4b20-bc1a-c071833bb260" providerId="AD" clId="Web-{1E350F60-DFB5-32BB-8E84-B30849E45561}" dt="2023-12-21T16:48:40.338" v="897" actId="20577"/>
        <pc:sldMkLst>
          <pc:docMk/>
          <pc:sldMk cId="0" sldId="402"/>
        </pc:sldMkLst>
        <pc:spChg chg="mod">
          <ac:chgData name="Stephane Autreaux" userId="S::stephane.autreaux@supinfo.com::a738c3b6-005b-4b20-bc1a-c071833bb260" providerId="AD" clId="Web-{1E350F60-DFB5-32BB-8E84-B30849E45561}" dt="2023-12-21T16:48:40.338" v="897" actId="20577"/>
          <ac:spMkLst>
            <pc:docMk/>
            <pc:sldMk cId="0" sldId="402"/>
            <ac:spMk id="1080" creationId="{00000000-0000-0000-0000-000000000000}"/>
          </ac:spMkLst>
        </pc:spChg>
      </pc:sldChg>
      <pc:sldChg chg="modSp">
        <pc:chgData name="Stephane Autreaux" userId="S::stephane.autreaux@supinfo.com::a738c3b6-005b-4b20-bc1a-c071833bb260" providerId="AD" clId="Web-{1E350F60-DFB5-32BB-8E84-B30849E45561}" dt="2023-12-21T16:48:47.025" v="898" actId="20577"/>
        <pc:sldMkLst>
          <pc:docMk/>
          <pc:sldMk cId="0" sldId="403"/>
        </pc:sldMkLst>
        <pc:spChg chg="mod">
          <ac:chgData name="Stephane Autreaux" userId="S::stephane.autreaux@supinfo.com::a738c3b6-005b-4b20-bc1a-c071833bb260" providerId="AD" clId="Web-{1E350F60-DFB5-32BB-8E84-B30849E45561}" dt="2023-12-21T16:48:47.025" v="898" actId="20577"/>
          <ac:spMkLst>
            <pc:docMk/>
            <pc:sldMk cId="0" sldId="403"/>
            <ac:spMk id="1086" creationId="{00000000-0000-0000-0000-000000000000}"/>
          </ac:spMkLst>
        </pc:spChg>
      </pc:sldChg>
      <pc:sldChg chg="modSp">
        <pc:chgData name="Stephane Autreaux" userId="S::stephane.autreaux@supinfo.com::a738c3b6-005b-4b20-bc1a-c071833bb260" providerId="AD" clId="Web-{1E350F60-DFB5-32BB-8E84-B30849E45561}" dt="2023-12-21T16:49:34.107" v="907" actId="20577"/>
        <pc:sldMkLst>
          <pc:docMk/>
          <pc:sldMk cId="0" sldId="404"/>
        </pc:sldMkLst>
        <pc:spChg chg="mod">
          <ac:chgData name="Stephane Autreaux" userId="S::stephane.autreaux@supinfo.com::a738c3b6-005b-4b20-bc1a-c071833bb260" providerId="AD" clId="Web-{1E350F60-DFB5-32BB-8E84-B30849E45561}" dt="2023-12-21T16:49:34.107" v="907" actId="20577"/>
          <ac:spMkLst>
            <pc:docMk/>
            <pc:sldMk cId="0" sldId="404"/>
            <ac:spMk id="1093" creationId="{00000000-0000-0000-0000-000000000000}"/>
          </ac:spMkLst>
        </pc:spChg>
        <pc:spChg chg="mod">
          <ac:chgData name="Stephane Autreaux" userId="S::stephane.autreaux@supinfo.com::a738c3b6-005b-4b20-bc1a-c071833bb260" providerId="AD" clId="Web-{1E350F60-DFB5-32BB-8E84-B30849E45561}" dt="2023-12-21T16:49:03.057" v="904" actId="20577"/>
          <ac:spMkLst>
            <pc:docMk/>
            <pc:sldMk cId="0" sldId="404"/>
            <ac:spMk id="1095" creationId="{00000000-0000-0000-0000-000000000000}"/>
          </ac:spMkLst>
        </pc:spChg>
      </pc:sldChg>
      <pc:sldChg chg="modSp">
        <pc:chgData name="Stephane Autreaux" userId="S::stephane.autreaux@supinfo.com::a738c3b6-005b-4b20-bc1a-c071833bb260" providerId="AD" clId="Web-{1E350F60-DFB5-32BB-8E84-B30849E45561}" dt="2023-12-21T16:50:13.170" v="917" actId="14100"/>
        <pc:sldMkLst>
          <pc:docMk/>
          <pc:sldMk cId="0" sldId="405"/>
        </pc:sldMkLst>
        <pc:spChg chg="mod">
          <ac:chgData name="Stephane Autreaux" userId="S::stephane.autreaux@supinfo.com::a738c3b6-005b-4b20-bc1a-c071833bb260" providerId="AD" clId="Web-{1E350F60-DFB5-32BB-8E84-B30849E45561}" dt="2023-12-21T16:50:13.170" v="917" actId="14100"/>
          <ac:spMkLst>
            <pc:docMk/>
            <pc:sldMk cId="0" sldId="405"/>
            <ac:spMk id="1101" creationId="{00000000-0000-0000-0000-000000000000}"/>
          </ac:spMkLst>
        </pc:spChg>
        <pc:spChg chg="mod">
          <ac:chgData name="Stephane Autreaux" userId="S::stephane.autreaux@supinfo.com::a738c3b6-005b-4b20-bc1a-c071833bb260" providerId="AD" clId="Web-{1E350F60-DFB5-32BB-8E84-B30849E45561}" dt="2023-12-21T16:49:56.888" v="912" actId="20577"/>
          <ac:spMkLst>
            <pc:docMk/>
            <pc:sldMk cId="0" sldId="405"/>
            <ac:spMk id="1102" creationId="{00000000-0000-0000-0000-000000000000}"/>
          </ac:spMkLst>
        </pc:spChg>
      </pc:sldChg>
      <pc:sldChg chg="modSp">
        <pc:chgData name="Stephane Autreaux" userId="S::stephane.autreaux@supinfo.com::a738c3b6-005b-4b20-bc1a-c071833bb260" providerId="AD" clId="Web-{1E350F60-DFB5-32BB-8E84-B30849E45561}" dt="2023-12-21T16:50:48.593" v="924" actId="20577"/>
        <pc:sldMkLst>
          <pc:docMk/>
          <pc:sldMk cId="0" sldId="406"/>
        </pc:sldMkLst>
        <pc:spChg chg="mod">
          <ac:chgData name="Stephane Autreaux" userId="S::stephane.autreaux@supinfo.com::a738c3b6-005b-4b20-bc1a-c071833bb260" providerId="AD" clId="Web-{1E350F60-DFB5-32BB-8E84-B30849E45561}" dt="2023-12-21T16:50:44.499" v="921" actId="1076"/>
          <ac:spMkLst>
            <pc:docMk/>
            <pc:sldMk cId="0" sldId="406"/>
            <ac:spMk id="1108" creationId="{00000000-0000-0000-0000-000000000000}"/>
          </ac:spMkLst>
        </pc:spChg>
        <pc:spChg chg="mod">
          <ac:chgData name="Stephane Autreaux" userId="S::stephane.autreaux@supinfo.com::a738c3b6-005b-4b20-bc1a-c071833bb260" providerId="AD" clId="Web-{1E350F60-DFB5-32BB-8E84-B30849E45561}" dt="2023-12-21T16:50:48.593" v="924" actId="20577"/>
          <ac:spMkLst>
            <pc:docMk/>
            <pc:sldMk cId="0" sldId="406"/>
            <ac:spMk id="1109" creationId="{00000000-0000-0000-0000-000000000000}"/>
          </ac:spMkLst>
        </pc:spChg>
      </pc:sldChg>
      <pc:sldChg chg="del">
        <pc:chgData name="Stephane Autreaux" userId="S::stephane.autreaux@supinfo.com::a738c3b6-005b-4b20-bc1a-c071833bb260" providerId="AD" clId="Web-{1E350F60-DFB5-32BB-8E84-B30849E45561}" dt="2023-12-21T16:50:56.188" v="925"/>
        <pc:sldMkLst>
          <pc:docMk/>
          <pc:sldMk cId="0" sldId="407"/>
        </pc:sldMkLst>
      </pc:sldChg>
      <pc:sldChg chg="del">
        <pc:chgData name="Stephane Autreaux" userId="S::stephane.autreaux@supinfo.com::a738c3b6-005b-4b20-bc1a-c071833bb260" providerId="AD" clId="Web-{1E350F60-DFB5-32BB-8E84-B30849E45561}" dt="2023-12-21T16:50:57.328" v="926"/>
        <pc:sldMkLst>
          <pc:docMk/>
          <pc:sldMk cId="0" sldId="408"/>
        </pc:sldMkLst>
      </pc:sldChg>
      <pc:sldChg chg="del">
        <pc:chgData name="Stephane Autreaux" userId="S::stephane.autreaux@supinfo.com::a738c3b6-005b-4b20-bc1a-c071833bb260" providerId="AD" clId="Web-{1E350F60-DFB5-32BB-8E84-B30849E45561}" dt="2023-12-21T16:50:58.953" v="927"/>
        <pc:sldMkLst>
          <pc:docMk/>
          <pc:sldMk cId="0" sldId="409"/>
        </pc:sldMkLst>
      </pc:sldChg>
      <pc:sldChg chg="modSp">
        <pc:chgData name="Stephane Autreaux" userId="S::stephane.autreaux@supinfo.com::a738c3b6-005b-4b20-bc1a-c071833bb260" providerId="AD" clId="Web-{1E350F60-DFB5-32BB-8E84-B30849E45561}" dt="2023-12-21T16:51:02.562" v="928" actId="20577"/>
        <pc:sldMkLst>
          <pc:docMk/>
          <pc:sldMk cId="0" sldId="410"/>
        </pc:sldMkLst>
        <pc:spChg chg="mod">
          <ac:chgData name="Stephane Autreaux" userId="S::stephane.autreaux@supinfo.com::a738c3b6-005b-4b20-bc1a-c071833bb260" providerId="AD" clId="Web-{1E350F60-DFB5-32BB-8E84-B30849E45561}" dt="2023-12-21T16:51:02.562" v="928" actId="20577"/>
          <ac:spMkLst>
            <pc:docMk/>
            <pc:sldMk cId="0" sldId="410"/>
            <ac:spMk id="1135" creationId="{00000000-0000-0000-0000-000000000000}"/>
          </ac:spMkLst>
        </pc:spChg>
      </pc:sldChg>
      <pc:sldChg chg="modSp">
        <pc:chgData name="Stephane Autreaux" userId="S::stephane.autreaux@supinfo.com::a738c3b6-005b-4b20-bc1a-c071833bb260" providerId="AD" clId="Web-{1E350F60-DFB5-32BB-8E84-B30849E45561}" dt="2023-12-21T16:51:10.532" v="929" actId="20577"/>
        <pc:sldMkLst>
          <pc:docMk/>
          <pc:sldMk cId="0" sldId="411"/>
        </pc:sldMkLst>
        <pc:spChg chg="mod">
          <ac:chgData name="Stephane Autreaux" userId="S::stephane.autreaux@supinfo.com::a738c3b6-005b-4b20-bc1a-c071833bb260" providerId="AD" clId="Web-{1E350F60-DFB5-32BB-8E84-B30849E45561}" dt="2023-12-21T16:51:10.532" v="929" actId="20577"/>
          <ac:spMkLst>
            <pc:docMk/>
            <pc:sldMk cId="0" sldId="411"/>
            <ac:spMk id="1142" creationId="{00000000-0000-0000-0000-000000000000}"/>
          </ac:spMkLst>
        </pc:spChg>
      </pc:sldChg>
      <pc:sldChg chg="del">
        <pc:chgData name="Stephane Autreaux" userId="S::stephane.autreaux@supinfo.com::a738c3b6-005b-4b20-bc1a-c071833bb260" providerId="AD" clId="Web-{1E350F60-DFB5-32BB-8E84-B30849E45561}" dt="2023-12-21T16:51:13.032" v="930"/>
        <pc:sldMkLst>
          <pc:docMk/>
          <pc:sldMk cId="0" sldId="412"/>
        </pc:sldMkLst>
      </pc:sldChg>
      <pc:sldChg chg="modSp">
        <pc:chgData name="Stephane Autreaux" userId="S::stephane.autreaux@supinfo.com::a738c3b6-005b-4b20-bc1a-c071833bb260" providerId="AD" clId="Web-{1E350F60-DFB5-32BB-8E84-B30849E45561}" dt="2023-12-21T16:51:20.016" v="933" actId="20577"/>
        <pc:sldMkLst>
          <pc:docMk/>
          <pc:sldMk cId="0" sldId="413"/>
        </pc:sldMkLst>
        <pc:spChg chg="mod">
          <ac:chgData name="Stephane Autreaux" userId="S::stephane.autreaux@supinfo.com::a738c3b6-005b-4b20-bc1a-c071833bb260" providerId="AD" clId="Web-{1E350F60-DFB5-32BB-8E84-B30849E45561}" dt="2023-12-21T16:51:20.016" v="933" actId="20577"/>
          <ac:spMkLst>
            <pc:docMk/>
            <pc:sldMk cId="0" sldId="413"/>
            <ac:spMk id="1156" creationId="{00000000-0000-0000-0000-000000000000}"/>
          </ac:spMkLst>
        </pc:spChg>
      </pc:sldChg>
      <pc:sldChg chg="modSp">
        <pc:chgData name="Stephane Autreaux" userId="S::stephane.autreaux@supinfo.com::a738c3b6-005b-4b20-bc1a-c071833bb260" providerId="AD" clId="Web-{1E350F60-DFB5-32BB-8E84-B30849E45561}" dt="2023-12-21T16:51:29.892" v="936" actId="20577"/>
        <pc:sldMkLst>
          <pc:docMk/>
          <pc:sldMk cId="0" sldId="414"/>
        </pc:sldMkLst>
        <pc:spChg chg="mod">
          <ac:chgData name="Stephane Autreaux" userId="S::stephane.autreaux@supinfo.com::a738c3b6-005b-4b20-bc1a-c071833bb260" providerId="AD" clId="Web-{1E350F60-DFB5-32BB-8E84-B30849E45561}" dt="2023-12-21T16:51:26.126" v="934" actId="20577"/>
          <ac:spMkLst>
            <pc:docMk/>
            <pc:sldMk cId="0" sldId="414"/>
            <ac:spMk id="1161" creationId="{00000000-0000-0000-0000-000000000000}"/>
          </ac:spMkLst>
        </pc:spChg>
        <pc:spChg chg="mod">
          <ac:chgData name="Stephane Autreaux" userId="S::stephane.autreaux@supinfo.com::a738c3b6-005b-4b20-bc1a-c071833bb260" providerId="AD" clId="Web-{1E350F60-DFB5-32BB-8E84-B30849E45561}" dt="2023-12-21T16:51:29.892" v="936" actId="20577"/>
          <ac:spMkLst>
            <pc:docMk/>
            <pc:sldMk cId="0" sldId="414"/>
            <ac:spMk id="1162" creationId="{00000000-0000-0000-0000-000000000000}"/>
          </ac:spMkLst>
        </pc:spChg>
      </pc:sldChg>
      <pc:sldChg chg="modSp">
        <pc:chgData name="Stephane Autreaux" userId="S::stephane.autreaux@supinfo.com::a738c3b6-005b-4b20-bc1a-c071833bb260" providerId="AD" clId="Web-{1E350F60-DFB5-32BB-8E84-B30849E45561}" dt="2023-12-21T16:52:22.894" v="983" actId="20577"/>
        <pc:sldMkLst>
          <pc:docMk/>
          <pc:sldMk cId="0" sldId="415"/>
        </pc:sldMkLst>
        <pc:spChg chg="mod">
          <ac:chgData name="Stephane Autreaux" userId="S::stephane.autreaux@supinfo.com::a738c3b6-005b-4b20-bc1a-c071833bb260" providerId="AD" clId="Web-{1E350F60-DFB5-32BB-8E84-B30849E45561}" dt="2023-12-21T16:52:11.784" v="975" actId="20577"/>
          <ac:spMkLst>
            <pc:docMk/>
            <pc:sldMk cId="0" sldId="415"/>
            <ac:spMk id="1167" creationId="{00000000-0000-0000-0000-000000000000}"/>
          </ac:spMkLst>
        </pc:spChg>
        <pc:spChg chg="mod">
          <ac:chgData name="Stephane Autreaux" userId="S::stephane.autreaux@supinfo.com::a738c3b6-005b-4b20-bc1a-c071833bb260" providerId="AD" clId="Web-{1E350F60-DFB5-32BB-8E84-B30849E45561}" dt="2023-12-21T16:52:22.894" v="983" actId="20577"/>
          <ac:spMkLst>
            <pc:docMk/>
            <pc:sldMk cId="0" sldId="415"/>
            <ac:spMk id="1168" creationId="{00000000-0000-0000-0000-000000000000}"/>
          </ac:spMkLst>
        </pc:spChg>
      </pc:sldChg>
      <pc:sldChg chg="modSp modNotes">
        <pc:chgData name="Stephane Autreaux" userId="S::stephane.autreaux@supinfo.com::a738c3b6-005b-4b20-bc1a-c071833bb260" providerId="AD" clId="Web-{1E350F60-DFB5-32BB-8E84-B30849E45561}" dt="2023-12-21T16:57:28.689" v="1101"/>
        <pc:sldMkLst>
          <pc:docMk/>
          <pc:sldMk cId="0" sldId="416"/>
        </pc:sldMkLst>
        <pc:spChg chg="mod">
          <ac:chgData name="Stephane Autreaux" userId="S::stephane.autreaux@supinfo.com::a738c3b6-005b-4b20-bc1a-c071833bb260" providerId="AD" clId="Web-{1E350F60-DFB5-32BB-8E84-B30849E45561}" dt="2023-12-21T16:52:38.082" v="984" actId="20577"/>
          <ac:spMkLst>
            <pc:docMk/>
            <pc:sldMk cId="0" sldId="416"/>
            <ac:spMk id="1174" creationId="{00000000-0000-0000-0000-000000000000}"/>
          </ac:spMkLst>
        </pc:spChg>
        <pc:spChg chg="mod">
          <ac:chgData name="Stephane Autreaux" userId="S::stephane.autreaux@supinfo.com::a738c3b6-005b-4b20-bc1a-c071833bb260" providerId="AD" clId="Web-{1E350F60-DFB5-32BB-8E84-B30849E45561}" dt="2023-12-21T16:52:48.583" v="991" actId="20577"/>
          <ac:spMkLst>
            <pc:docMk/>
            <pc:sldMk cId="0" sldId="416"/>
            <ac:spMk id="1175" creationId="{00000000-0000-0000-0000-000000000000}"/>
          </ac:spMkLst>
        </pc:spChg>
      </pc:sldChg>
      <pc:sldChg chg="modSp modNotes">
        <pc:chgData name="Stephane Autreaux" userId="S::stephane.autreaux@supinfo.com::a738c3b6-005b-4b20-bc1a-c071833bb260" providerId="AD" clId="Web-{1E350F60-DFB5-32BB-8E84-B30849E45561}" dt="2023-12-22T10:46:34.611" v="1211" actId="20577"/>
        <pc:sldMkLst>
          <pc:docMk/>
          <pc:sldMk cId="0" sldId="417"/>
        </pc:sldMkLst>
        <pc:spChg chg="mod">
          <ac:chgData name="Stephane Autreaux" userId="S::stephane.autreaux@supinfo.com::a738c3b6-005b-4b20-bc1a-c071833bb260" providerId="AD" clId="Web-{1E350F60-DFB5-32BB-8E84-B30849E45561}" dt="2023-12-21T16:52:56.708" v="992" actId="20577"/>
          <ac:spMkLst>
            <pc:docMk/>
            <pc:sldMk cId="0" sldId="417"/>
            <ac:spMk id="1181" creationId="{00000000-0000-0000-0000-000000000000}"/>
          </ac:spMkLst>
        </pc:spChg>
        <pc:spChg chg="mod">
          <ac:chgData name="Stephane Autreaux" userId="S::stephane.autreaux@supinfo.com::a738c3b6-005b-4b20-bc1a-c071833bb260" providerId="AD" clId="Web-{1E350F60-DFB5-32BB-8E84-B30849E45561}" dt="2023-12-22T10:46:34.611" v="1211" actId="20577"/>
          <ac:spMkLst>
            <pc:docMk/>
            <pc:sldMk cId="0" sldId="417"/>
            <ac:spMk id="1182" creationId="{00000000-0000-0000-0000-000000000000}"/>
          </ac:spMkLst>
        </pc:spChg>
      </pc:sldChg>
      <pc:sldChg chg="addSp delSp modSp modNotes">
        <pc:chgData name="Stephane Autreaux" userId="S::stephane.autreaux@supinfo.com::a738c3b6-005b-4b20-bc1a-c071833bb260" providerId="AD" clId="Web-{1E350F60-DFB5-32BB-8E84-B30849E45561}" dt="2023-12-22T10:44:24.152" v="1134"/>
        <pc:sldMkLst>
          <pc:docMk/>
          <pc:sldMk cId="0" sldId="418"/>
        </pc:sldMkLst>
        <pc:spChg chg="add mod">
          <ac:chgData name="Stephane Autreaux" userId="S::stephane.autreaux@supinfo.com::a738c3b6-005b-4b20-bc1a-c071833bb260" providerId="AD" clId="Web-{1E350F60-DFB5-32BB-8E84-B30849E45561}" dt="2023-12-21T16:55:00.588" v="1052" actId="1076"/>
          <ac:spMkLst>
            <pc:docMk/>
            <pc:sldMk cId="0" sldId="418"/>
            <ac:spMk id="3" creationId="{C944646F-333A-8CEE-A102-C894D60B918C}"/>
          </ac:spMkLst>
        </pc:spChg>
        <pc:spChg chg="add">
          <ac:chgData name="Stephane Autreaux" userId="S::stephane.autreaux@supinfo.com::a738c3b6-005b-4b20-bc1a-c071833bb260" providerId="AD" clId="Web-{1E350F60-DFB5-32BB-8E84-B30849E45561}" dt="2023-12-21T16:55:15.105" v="1053"/>
          <ac:spMkLst>
            <pc:docMk/>
            <pc:sldMk cId="0" sldId="418"/>
            <ac:spMk id="4" creationId="{5D53D649-FD25-046A-74EC-E19C1CCDA0BA}"/>
          </ac:spMkLst>
        </pc:spChg>
        <pc:spChg chg="add mod">
          <ac:chgData name="Stephane Autreaux" userId="S::stephane.autreaux@supinfo.com::a738c3b6-005b-4b20-bc1a-c071833bb260" providerId="AD" clId="Web-{1E350F60-DFB5-32BB-8E84-B30849E45561}" dt="2023-12-21T16:55:29.840" v="1059" actId="1076"/>
          <ac:spMkLst>
            <pc:docMk/>
            <pc:sldMk cId="0" sldId="418"/>
            <ac:spMk id="6" creationId="{2D7CE397-884E-E5EC-E060-0F72F0011D69}"/>
          </ac:spMkLst>
        </pc:spChg>
        <pc:spChg chg="add del">
          <ac:chgData name="Stephane Autreaux" userId="S::stephane.autreaux@supinfo.com::a738c3b6-005b-4b20-bc1a-c071833bb260" providerId="AD" clId="Web-{1E350F60-DFB5-32BB-8E84-B30849E45561}" dt="2023-12-21T16:55:38.184" v="1061"/>
          <ac:spMkLst>
            <pc:docMk/>
            <pc:sldMk cId="0" sldId="418"/>
            <ac:spMk id="7" creationId="{5FF21406-FC15-53CD-E94C-2363AF997A97}"/>
          </ac:spMkLst>
        </pc:spChg>
        <pc:spChg chg="add mod">
          <ac:chgData name="Stephane Autreaux" userId="S::stephane.autreaux@supinfo.com::a738c3b6-005b-4b20-bc1a-c071833bb260" providerId="AD" clId="Web-{1E350F60-DFB5-32BB-8E84-B30849E45561}" dt="2023-12-21T16:56:49.734" v="1087" actId="1076"/>
          <ac:spMkLst>
            <pc:docMk/>
            <pc:sldMk cId="0" sldId="418"/>
            <ac:spMk id="8" creationId="{86EEB7EC-6D5B-725A-73C0-2AD8533E2F51}"/>
          </ac:spMkLst>
        </pc:spChg>
        <pc:spChg chg="add mod">
          <ac:chgData name="Stephane Autreaux" userId="S::stephane.autreaux@supinfo.com::a738c3b6-005b-4b20-bc1a-c071833bb260" providerId="AD" clId="Web-{1E350F60-DFB5-32BB-8E84-B30849E45561}" dt="2023-12-21T16:56:53.296" v="1088" actId="1076"/>
          <ac:spMkLst>
            <pc:docMk/>
            <pc:sldMk cId="0" sldId="418"/>
            <ac:spMk id="9" creationId="{50B90EA1-CD26-6222-43AE-64BA69836F05}"/>
          </ac:spMkLst>
        </pc:spChg>
        <pc:spChg chg="mod">
          <ac:chgData name="Stephane Autreaux" userId="S::stephane.autreaux@supinfo.com::a738c3b6-005b-4b20-bc1a-c071833bb260" providerId="AD" clId="Web-{1E350F60-DFB5-32BB-8E84-B30849E45561}" dt="2023-12-21T16:53:06.599" v="993" actId="20577"/>
          <ac:spMkLst>
            <pc:docMk/>
            <pc:sldMk cId="0" sldId="418"/>
            <ac:spMk id="1188" creationId="{00000000-0000-0000-0000-000000000000}"/>
          </ac:spMkLst>
        </pc:spChg>
        <pc:spChg chg="mod">
          <ac:chgData name="Stephane Autreaux" userId="S::stephane.autreaux@supinfo.com::a738c3b6-005b-4b20-bc1a-c071833bb260" providerId="AD" clId="Web-{1E350F60-DFB5-32BB-8E84-B30849E45561}" dt="2023-12-21T16:57:07.828" v="1099" actId="20577"/>
          <ac:spMkLst>
            <pc:docMk/>
            <pc:sldMk cId="0" sldId="418"/>
            <ac:spMk id="1189" creationId="{00000000-0000-0000-0000-000000000000}"/>
          </ac:spMkLst>
        </pc:spChg>
        <pc:picChg chg="add mod">
          <ac:chgData name="Stephane Autreaux" userId="S::stephane.autreaux@supinfo.com::a738c3b6-005b-4b20-bc1a-c071833bb260" providerId="AD" clId="Web-{1E350F60-DFB5-32BB-8E84-B30849E45561}" dt="2023-12-21T16:54:56.635" v="1051" actId="1076"/>
          <ac:picMkLst>
            <pc:docMk/>
            <pc:sldMk cId="0" sldId="418"/>
            <ac:picMk id="2" creationId="{2F215328-02DD-8193-D8DA-B553284D8F4E}"/>
          </ac:picMkLst>
        </pc:picChg>
        <pc:picChg chg="add del mod">
          <ac:chgData name="Stephane Autreaux" userId="S::stephane.autreaux@supinfo.com::a738c3b6-005b-4b20-bc1a-c071833bb260" providerId="AD" clId="Web-{1E350F60-DFB5-32BB-8E84-B30849E45561}" dt="2023-12-21T16:55:19.370" v="1055"/>
          <ac:picMkLst>
            <pc:docMk/>
            <pc:sldMk cId="0" sldId="418"/>
            <ac:picMk id="5" creationId="{40FA2A4D-8FA0-D36F-10F1-39779C0D6506}"/>
          </ac:picMkLst>
        </pc:picChg>
        <pc:picChg chg="del mod">
          <ac:chgData name="Stephane Autreaux" userId="S::stephane.autreaux@supinfo.com::a738c3b6-005b-4b20-bc1a-c071833bb260" providerId="AD" clId="Web-{1E350F60-DFB5-32BB-8E84-B30849E45561}" dt="2023-12-21T16:54:51.979" v="1049"/>
          <ac:picMkLst>
            <pc:docMk/>
            <pc:sldMk cId="0" sldId="418"/>
            <ac:picMk id="1190" creationId="{00000000-0000-0000-0000-000000000000}"/>
          </ac:picMkLst>
        </pc:picChg>
      </pc:sldChg>
      <pc:sldChg chg="addSp delSp modSp modNotes">
        <pc:chgData name="Stephane Autreaux" userId="S::stephane.autreaux@supinfo.com::a738c3b6-005b-4b20-bc1a-c071833bb260" providerId="AD" clId="Web-{1E350F60-DFB5-32BB-8E84-B30849E45561}" dt="2023-12-22T10:47:10.065" v="1233"/>
        <pc:sldMkLst>
          <pc:docMk/>
          <pc:sldMk cId="0" sldId="419"/>
        </pc:sldMkLst>
        <pc:spChg chg="mod">
          <ac:chgData name="Stephane Autreaux" userId="S::stephane.autreaux@supinfo.com::a738c3b6-005b-4b20-bc1a-c071833bb260" providerId="AD" clId="Web-{1E350F60-DFB5-32BB-8E84-B30849E45561}" dt="2023-12-22T10:44:09.246" v="1113" actId="20577"/>
          <ac:spMkLst>
            <pc:docMk/>
            <pc:sldMk cId="0" sldId="419"/>
            <ac:spMk id="1196" creationId="{00000000-0000-0000-0000-000000000000}"/>
          </ac:spMkLst>
        </pc:spChg>
        <pc:spChg chg="mod">
          <ac:chgData name="Stephane Autreaux" userId="S::stephane.autreaux@supinfo.com::a738c3b6-005b-4b20-bc1a-c071833bb260" providerId="AD" clId="Web-{1E350F60-DFB5-32BB-8E84-B30849E45561}" dt="2023-12-22T10:45:43.374" v="1195" actId="20577"/>
          <ac:spMkLst>
            <pc:docMk/>
            <pc:sldMk cId="0" sldId="419"/>
            <ac:spMk id="1197" creationId="{00000000-0000-0000-0000-000000000000}"/>
          </ac:spMkLst>
        </pc:spChg>
        <pc:picChg chg="add mod">
          <ac:chgData name="Stephane Autreaux" userId="S::stephane.autreaux@supinfo.com::a738c3b6-005b-4b20-bc1a-c071833bb260" providerId="AD" clId="Web-{1E350F60-DFB5-32BB-8E84-B30849E45561}" dt="2023-12-22T10:43:50.510" v="1105" actId="1076"/>
          <ac:picMkLst>
            <pc:docMk/>
            <pc:sldMk cId="0" sldId="419"/>
            <ac:picMk id="2" creationId="{A688FEA1-1163-E25E-0414-3595243D2E7E}"/>
          </ac:picMkLst>
        </pc:picChg>
        <pc:picChg chg="del">
          <ac:chgData name="Stephane Autreaux" userId="S::stephane.autreaux@supinfo.com::a738c3b6-005b-4b20-bc1a-c071833bb260" providerId="AD" clId="Web-{1E350F60-DFB5-32BB-8E84-B30849E45561}" dt="2023-12-22T10:43:43.807" v="1102"/>
          <ac:picMkLst>
            <pc:docMk/>
            <pc:sldMk cId="0" sldId="419"/>
            <ac:picMk id="1198" creationId="{00000000-0000-0000-0000-000000000000}"/>
          </ac:picMkLst>
        </pc:picChg>
      </pc:sldChg>
      <pc:sldChg chg="modSp">
        <pc:chgData name="Stephane Autreaux" userId="S::stephane.autreaux@supinfo.com::a738c3b6-005b-4b20-bc1a-c071833bb260" providerId="AD" clId="Web-{1E350F60-DFB5-32BB-8E84-B30849E45561}" dt="2023-12-22T10:47:36.332" v="1238" actId="20577"/>
        <pc:sldMkLst>
          <pc:docMk/>
          <pc:sldMk cId="0" sldId="420"/>
        </pc:sldMkLst>
        <pc:spChg chg="mod">
          <ac:chgData name="Stephane Autreaux" userId="S::stephane.autreaux@supinfo.com::a738c3b6-005b-4b20-bc1a-c071833bb260" providerId="AD" clId="Web-{1E350F60-DFB5-32BB-8E84-B30849E45561}" dt="2023-12-22T10:47:36.332" v="1238" actId="20577"/>
          <ac:spMkLst>
            <pc:docMk/>
            <pc:sldMk cId="0" sldId="420"/>
            <ac:spMk id="1203" creationId="{00000000-0000-0000-0000-000000000000}"/>
          </ac:spMkLst>
        </pc:spChg>
        <pc:spChg chg="mod">
          <ac:chgData name="Stephane Autreaux" userId="S::stephane.autreaux@supinfo.com::a738c3b6-005b-4b20-bc1a-c071833bb260" providerId="AD" clId="Web-{1E350F60-DFB5-32BB-8E84-B30849E45561}" dt="2023-12-22T10:47:18.909" v="1234" actId="1076"/>
          <ac:spMkLst>
            <pc:docMk/>
            <pc:sldMk cId="0" sldId="420"/>
            <ac:spMk id="1204" creationId="{00000000-0000-0000-0000-000000000000}"/>
          </ac:spMkLst>
        </pc:spChg>
      </pc:sldChg>
      <pc:sldChg chg="modSp">
        <pc:chgData name="Stephane Autreaux" userId="S::stephane.autreaux@supinfo.com::a738c3b6-005b-4b20-bc1a-c071833bb260" providerId="AD" clId="Web-{1E350F60-DFB5-32BB-8E84-B30849E45561}" dt="2023-12-22T10:48:05.302" v="1240" actId="20577"/>
        <pc:sldMkLst>
          <pc:docMk/>
          <pc:sldMk cId="0" sldId="431"/>
        </pc:sldMkLst>
        <pc:spChg chg="mod">
          <ac:chgData name="Stephane Autreaux" userId="S::stephane.autreaux@supinfo.com::a738c3b6-005b-4b20-bc1a-c071833bb260" providerId="AD" clId="Web-{1E350F60-DFB5-32BB-8E84-B30849E45561}" dt="2023-12-22T10:48:05.302" v="1240" actId="20577"/>
          <ac:spMkLst>
            <pc:docMk/>
            <pc:sldMk cId="0" sldId="431"/>
            <ac:spMk id="1289" creationId="{00000000-0000-0000-0000-000000000000}"/>
          </ac:spMkLst>
        </pc:spChg>
      </pc:sldChg>
      <pc:sldChg chg="modSp">
        <pc:chgData name="Stephane Autreaux" userId="S::stephane.autreaux@supinfo.com::a738c3b6-005b-4b20-bc1a-c071833bb260" providerId="AD" clId="Web-{1E350F60-DFB5-32BB-8E84-B30849E45561}" dt="2023-12-22T10:50:03.447" v="1274" actId="20577"/>
        <pc:sldMkLst>
          <pc:docMk/>
          <pc:sldMk cId="0" sldId="432"/>
        </pc:sldMkLst>
        <pc:spChg chg="mod">
          <ac:chgData name="Stephane Autreaux" userId="S::stephane.autreaux@supinfo.com::a738c3b6-005b-4b20-bc1a-c071833bb260" providerId="AD" clId="Web-{1E350F60-DFB5-32BB-8E84-B30849E45561}" dt="2023-12-22T10:50:03.447" v="1274" actId="20577"/>
          <ac:spMkLst>
            <pc:docMk/>
            <pc:sldMk cId="0" sldId="432"/>
            <ac:spMk id="1295" creationId="{00000000-0000-0000-0000-000000000000}"/>
          </ac:spMkLst>
        </pc:spChg>
        <pc:spChg chg="mod">
          <ac:chgData name="Stephane Autreaux" userId="S::stephane.autreaux@supinfo.com::a738c3b6-005b-4b20-bc1a-c071833bb260" providerId="AD" clId="Web-{1E350F60-DFB5-32BB-8E84-B30849E45561}" dt="2023-12-22T10:49:37.431" v="1273" actId="20577"/>
          <ac:spMkLst>
            <pc:docMk/>
            <pc:sldMk cId="0" sldId="432"/>
            <ac:spMk id="1296" creationId="{00000000-0000-0000-0000-000000000000}"/>
          </ac:spMkLst>
        </pc:spChg>
      </pc:sldChg>
      <pc:sldChg chg="del">
        <pc:chgData name="Stephane Autreaux" userId="S::stephane.autreaux@supinfo.com::a738c3b6-005b-4b20-bc1a-c071833bb260" providerId="AD" clId="Web-{1E350F60-DFB5-32BB-8E84-B30849E45561}" dt="2023-12-22T10:50:26.526" v="1275"/>
        <pc:sldMkLst>
          <pc:docMk/>
          <pc:sldMk cId="0" sldId="438"/>
        </pc:sldMkLst>
      </pc:sldChg>
      <pc:sldChg chg="modSp">
        <pc:chgData name="Stephane Autreaux" userId="S::stephane.autreaux@supinfo.com::a738c3b6-005b-4b20-bc1a-c071833bb260" providerId="AD" clId="Web-{1E350F60-DFB5-32BB-8E84-B30849E45561}" dt="2023-12-21T16:37:06.854" v="714" actId="20577"/>
        <pc:sldMkLst>
          <pc:docMk/>
          <pc:sldMk cId="895279647" sldId="439"/>
        </pc:sldMkLst>
        <pc:spChg chg="mod">
          <ac:chgData name="Stephane Autreaux" userId="S::stephane.autreaux@supinfo.com::a738c3b6-005b-4b20-bc1a-c071833bb260" providerId="AD" clId="Web-{1E350F60-DFB5-32BB-8E84-B30849E45561}" dt="2023-12-21T16:37:06.854" v="714" actId="20577"/>
          <ac:spMkLst>
            <pc:docMk/>
            <pc:sldMk cId="895279647" sldId="439"/>
            <ac:spMk id="724" creationId="{00000000-0000-0000-0000-000000000000}"/>
          </ac:spMkLst>
        </pc:spChg>
      </pc:sldChg>
      <pc:sldChg chg="del">
        <pc:chgData name="Stephane Autreaux" userId="S::stephane.autreaux@supinfo.com::a738c3b6-005b-4b20-bc1a-c071833bb260" providerId="AD" clId="Web-{1E350F60-DFB5-32BB-8E84-B30849E45561}" dt="2023-12-21T15:40:12.334" v="392"/>
        <pc:sldMkLst>
          <pc:docMk/>
          <pc:sldMk cId="2118762015" sldId="440"/>
        </pc:sldMkLst>
      </pc:sldChg>
      <pc:sldChg chg="modSp">
        <pc:chgData name="Stephane Autreaux" userId="S::stephane.autreaux@supinfo.com::a738c3b6-005b-4b20-bc1a-c071833bb260" providerId="AD" clId="Web-{1E350F60-DFB5-32BB-8E84-B30849E45561}" dt="2023-12-21T15:40:29.460" v="396" actId="20577"/>
        <pc:sldMkLst>
          <pc:docMk/>
          <pc:sldMk cId="2030357324" sldId="441"/>
        </pc:sldMkLst>
        <pc:spChg chg="mod">
          <ac:chgData name="Stephane Autreaux" userId="S::stephane.autreaux@supinfo.com::a738c3b6-005b-4b20-bc1a-c071833bb260" providerId="AD" clId="Web-{1E350F60-DFB5-32BB-8E84-B30849E45561}" dt="2023-12-21T15:40:21.288" v="393" actId="20577"/>
          <ac:spMkLst>
            <pc:docMk/>
            <pc:sldMk cId="2030357324" sldId="441"/>
            <ac:spMk id="428" creationId="{00000000-0000-0000-0000-000000000000}"/>
          </ac:spMkLst>
        </pc:spChg>
        <pc:spChg chg="mod">
          <ac:chgData name="Stephane Autreaux" userId="S::stephane.autreaux@supinfo.com::a738c3b6-005b-4b20-bc1a-c071833bb260" providerId="AD" clId="Web-{1E350F60-DFB5-32BB-8E84-B30849E45561}" dt="2023-12-21T15:40:29.460" v="396" actId="20577"/>
          <ac:spMkLst>
            <pc:docMk/>
            <pc:sldMk cId="2030357324" sldId="441"/>
            <ac:spMk id="429" creationId="{00000000-0000-0000-0000-000000000000}"/>
          </ac:spMkLst>
        </pc:spChg>
      </pc:sldChg>
      <pc:sldChg chg="modSp">
        <pc:chgData name="Stephane Autreaux" userId="S::stephane.autreaux@supinfo.com::a738c3b6-005b-4b20-bc1a-c071833bb260" providerId="AD" clId="Web-{1E350F60-DFB5-32BB-8E84-B30849E45561}" dt="2023-12-21T15:40:40.586" v="398" actId="20577"/>
        <pc:sldMkLst>
          <pc:docMk/>
          <pc:sldMk cId="1663728213" sldId="442"/>
        </pc:sldMkLst>
        <pc:spChg chg="mod">
          <ac:chgData name="Stephane Autreaux" userId="S::stephane.autreaux@supinfo.com::a738c3b6-005b-4b20-bc1a-c071833bb260" providerId="AD" clId="Web-{1E350F60-DFB5-32BB-8E84-B30849E45561}" dt="2023-12-21T15:40:40.586" v="398" actId="20577"/>
          <ac:spMkLst>
            <pc:docMk/>
            <pc:sldMk cId="1663728213" sldId="442"/>
            <ac:spMk id="422" creationId="{00000000-0000-0000-0000-000000000000}"/>
          </ac:spMkLst>
        </pc:spChg>
      </pc:sldChg>
      <pc:sldChg chg="modSp add replId">
        <pc:chgData name="Stephane Autreaux" userId="S::stephane.autreaux@supinfo.com::a738c3b6-005b-4b20-bc1a-c071833bb260" providerId="AD" clId="Web-{1E350F60-DFB5-32BB-8E84-B30849E45561}" dt="2023-12-21T16:39:26.485" v="747" actId="20577"/>
        <pc:sldMkLst>
          <pc:docMk/>
          <pc:sldMk cId="2337388251" sldId="443"/>
        </pc:sldMkLst>
        <pc:spChg chg="mod">
          <ac:chgData name="Stephane Autreaux" userId="S::stephane.autreaux@supinfo.com::a738c3b6-005b-4b20-bc1a-c071833bb260" providerId="AD" clId="Web-{1E350F60-DFB5-32BB-8E84-B30849E45561}" dt="2023-12-21T16:39:26.485" v="747" actId="20577"/>
          <ac:spMkLst>
            <pc:docMk/>
            <pc:sldMk cId="2337388251" sldId="443"/>
            <ac:spMk id="801" creationId="{CF51112F-F0EC-A6E3-F103-699A1F3B8FFC}"/>
          </ac:spMkLst>
        </pc:spChg>
      </pc:sldChg>
      <pc:sldChg chg="del">
        <pc:chgData name="Stephane Autreaux" userId="S::stephane.autreaux@supinfo.com::a738c3b6-005b-4b20-bc1a-c071833bb260" providerId="AD" clId="Web-{1E350F60-DFB5-32BB-8E84-B30849E45561}" dt="2023-12-21T15:40:56.696" v="399"/>
        <pc:sldMkLst>
          <pc:docMk/>
          <pc:sldMk cId="4058565649" sldId="444"/>
        </pc:sldMkLst>
      </pc:sldChg>
    </pc:docChg>
  </pc:docChgLst>
  <pc:docChgLst>
    <pc:chgData name="Stephane Autreaux" userId="S::stephane.autreaux@supinfo.com::a738c3b6-005b-4b20-bc1a-c071833bb260" providerId="AD" clId="Web-{853924BF-C0D6-13C7-20E4-E6093957372E}"/>
    <pc:docChg chg="delSld modSld">
      <pc:chgData name="Stephane Autreaux" userId="S::stephane.autreaux@supinfo.com::a738c3b6-005b-4b20-bc1a-c071833bb260" providerId="AD" clId="Web-{853924BF-C0D6-13C7-20E4-E6093957372E}" dt="2024-01-04T09:37:04.892" v="134"/>
      <pc:docMkLst>
        <pc:docMk/>
      </pc:docMkLst>
      <pc:sldChg chg="modSp">
        <pc:chgData name="Stephane Autreaux" userId="S::stephane.autreaux@supinfo.com::a738c3b6-005b-4b20-bc1a-c071833bb260" providerId="AD" clId="Web-{853924BF-C0D6-13C7-20E4-E6093957372E}" dt="2024-01-04T09:27:48.741" v="87" actId="20577"/>
        <pc:sldMkLst>
          <pc:docMk/>
          <pc:sldMk cId="3396329844" sldId="299"/>
        </pc:sldMkLst>
        <pc:spChg chg="mod">
          <ac:chgData name="Stephane Autreaux" userId="S::stephane.autreaux@supinfo.com::a738c3b6-005b-4b20-bc1a-c071833bb260" providerId="AD" clId="Web-{853924BF-C0D6-13C7-20E4-E6093957372E}" dt="2024-01-04T09:27:48.741" v="87" actId="20577"/>
          <ac:spMkLst>
            <pc:docMk/>
            <pc:sldMk cId="3396329844" sldId="299"/>
            <ac:spMk id="107" creationId="{00000000-0000-0000-0000-000000000000}"/>
          </ac:spMkLst>
        </pc:spChg>
      </pc:sldChg>
      <pc:sldChg chg="del">
        <pc:chgData name="Stephane Autreaux" userId="S::stephane.autreaux@supinfo.com::a738c3b6-005b-4b20-bc1a-c071833bb260" providerId="AD" clId="Web-{853924BF-C0D6-13C7-20E4-E6093957372E}" dt="2024-01-04T09:37:04.767" v="88"/>
        <pc:sldMkLst>
          <pc:docMk/>
          <pc:sldMk cId="2888004943" sldId="307"/>
        </pc:sldMkLst>
      </pc:sldChg>
      <pc:sldChg chg="del">
        <pc:chgData name="Stephane Autreaux" userId="S::stephane.autreaux@supinfo.com::a738c3b6-005b-4b20-bc1a-c071833bb260" providerId="AD" clId="Web-{853924BF-C0D6-13C7-20E4-E6093957372E}" dt="2024-01-04T09:37:04.892" v="134"/>
        <pc:sldMkLst>
          <pc:docMk/>
          <pc:sldMk cId="0" sldId="371"/>
        </pc:sldMkLst>
      </pc:sldChg>
      <pc:sldChg chg="del">
        <pc:chgData name="Stephane Autreaux" userId="S::stephane.autreaux@supinfo.com::a738c3b6-005b-4b20-bc1a-c071833bb260" providerId="AD" clId="Web-{853924BF-C0D6-13C7-20E4-E6093957372E}" dt="2024-01-04T09:37:04.892" v="133"/>
        <pc:sldMkLst>
          <pc:docMk/>
          <pc:sldMk cId="0" sldId="372"/>
        </pc:sldMkLst>
      </pc:sldChg>
      <pc:sldChg chg="del">
        <pc:chgData name="Stephane Autreaux" userId="S::stephane.autreaux@supinfo.com::a738c3b6-005b-4b20-bc1a-c071833bb260" providerId="AD" clId="Web-{853924BF-C0D6-13C7-20E4-E6093957372E}" dt="2024-01-04T09:37:04.892" v="132"/>
        <pc:sldMkLst>
          <pc:docMk/>
          <pc:sldMk cId="0" sldId="373"/>
        </pc:sldMkLst>
      </pc:sldChg>
      <pc:sldChg chg="del">
        <pc:chgData name="Stephane Autreaux" userId="S::stephane.autreaux@supinfo.com::a738c3b6-005b-4b20-bc1a-c071833bb260" providerId="AD" clId="Web-{853924BF-C0D6-13C7-20E4-E6093957372E}" dt="2024-01-04T09:37:04.892" v="131"/>
        <pc:sldMkLst>
          <pc:docMk/>
          <pc:sldMk cId="0" sldId="378"/>
        </pc:sldMkLst>
      </pc:sldChg>
      <pc:sldChg chg="del">
        <pc:chgData name="Stephane Autreaux" userId="S::stephane.autreaux@supinfo.com::a738c3b6-005b-4b20-bc1a-c071833bb260" providerId="AD" clId="Web-{853924BF-C0D6-13C7-20E4-E6093957372E}" dt="2024-01-04T09:37:04.892" v="130"/>
        <pc:sldMkLst>
          <pc:docMk/>
          <pc:sldMk cId="0" sldId="379"/>
        </pc:sldMkLst>
      </pc:sldChg>
      <pc:sldChg chg="del">
        <pc:chgData name="Stephane Autreaux" userId="S::stephane.autreaux@supinfo.com::a738c3b6-005b-4b20-bc1a-c071833bb260" providerId="AD" clId="Web-{853924BF-C0D6-13C7-20E4-E6093957372E}" dt="2024-01-04T09:37:04.892" v="129"/>
        <pc:sldMkLst>
          <pc:docMk/>
          <pc:sldMk cId="0" sldId="380"/>
        </pc:sldMkLst>
      </pc:sldChg>
      <pc:sldChg chg="del">
        <pc:chgData name="Stephane Autreaux" userId="S::stephane.autreaux@supinfo.com::a738c3b6-005b-4b20-bc1a-c071833bb260" providerId="AD" clId="Web-{853924BF-C0D6-13C7-20E4-E6093957372E}" dt="2024-01-04T09:37:04.892" v="128"/>
        <pc:sldMkLst>
          <pc:docMk/>
          <pc:sldMk cId="0" sldId="382"/>
        </pc:sldMkLst>
      </pc:sldChg>
      <pc:sldChg chg="del">
        <pc:chgData name="Stephane Autreaux" userId="S::stephane.autreaux@supinfo.com::a738c3b6-005b-4b20-bc1a-c071833bb260" providerId="AD" clId="Web-{853924BF-C0D6-13C7-20E4-E6093957372E}" dt="2024-01-04T09:37:04.892" v="127"/>
        <pc:sldMkLst>
          <pc:docMk/>
          <pc:sldMk cId="0" sldId="383"/>
        </pc:sldMkLst>
      </pc:sldChg>
      <pc:sldChg chg="del">
        <pc:chgData name="Stephane Autreaux" userId="S::stephane.autreaux@supinfo.com::a738c3b6-005b-4b20-bc1a-c071833bb260" providerId="AD" clId="Web-{853924BF-C0D6-13C7-20E4-E6093957372E}" dt="2024-01-04T09:37:04.876" v="126"/>
        <pc:sldMkLst>
          <pc:docMk/>
          <pc:sldMk cId="0" sldId="384"/>
        </pc:sldMkLst>
      </pc:sldChg>
      <pc:sldChg chg="del">
        <pc:chgData name="Stephane Autreaux" userId="S::stephane.autreaux@supinfo.com::a738c3b6-005b-4b20-bc1a-c071833bb260" providerId="AD" clId="Web-{853924BF-C0D6-13C7-20E4-E6093957372E}" dt="2024-01-04T09:37:04.876" v="125"/>
        <pc:sldMkLst>
          <pc:docMk/>
          <pc:sldMk cId="0" sldId="385"/>
        </pc:sldMkLst>
      </pc:sldChg>
      <pc:sldChg chg="del">
        <pc:chgData name="Stephane Autreaux" userId="S::stephane.autreaux@supinfo.com::a738c3b6-005b-4b20-bc1a-c071833bb260" providerId="AD" clId="Web-{853924BF-C0D6-13C7-20E4-E6093957372E}" dt="2024-01-04T09:37:04.876" v="124"/>
        <pc:sldMkLst>
          <pc:docMk/>
          <pc:sldMk cId="0" sldId="387"/>
        </pc:sldMkLst>
      </pc:sldChg>
      <pc:sldChg chg="del">
        <pc:chgData name="Stephane Autreaux" userId="S::stephane.autreaux@supinfo.com::a738c3b6-005b-4b20-bc1a-c071833bb260" providerId="AD" clId="Web-{853924BF-C0D6-13C7-20E4-E6093957372E}" dt="2024-01-04T09:37:04.876" v="123"/>
        <pc:sldMkLst>
          <pc:docMk/>
          <pc:sldMk cId="0" sldId="388"/>
        </pc:sldMkLst>
      </pc:sldChg>
      <pc:sldChg chg="del">
        <pc:chgData name="Stephane Autreaux" userId="S::stephane.autreaux@supinfo.com::a738c3b6-005b-4b20-bc1a-c071833bb260" providerId="AD" clId="Web-{853924BF-C0D6-13C7-20E4-E6093957372E}" dt="2024-01-04T09:37:04.876" v="122"/>
        <pc:sldMkLst>
          <pc:docMk/>
          <pc:sldMk cId="0" sldId="389"/>
        </pc:sldMkLst>
      </pc:sldChg>
      <pc:sldChg chg="del">
        <pc:chgData name="Stephane Autreaux" userId="S::stephane.autreaux@supinfo.com::a738c3b6-005b-4b20-bc1a-c071833bb260" providerId="AD" clId="Web-{853924BF-C0D6-13C7-20E4-E6093957372E}" dt="2024-01-04T09:37:04.876" v="121"/>
        <pc:sldMkLst>
          <pc:docMk/>
          <pc:sldMk cId="0" sldId="390"/>
        </pc:sldMkLst>
      </pc:sldChg>
      <pc:sldChg chg="del">
        <pc:chgData name="Stephane Autreaux" userId="S::stephane.autreaux@supinfo.com::a738c3b6-005b-4b20-bc1a-c071833bb260" providerId="AD" clId="Web-{853924BF-C0D6-13C7-20E4-E6093957372E}" dt="2024-01-04T09:37:04.876" v="120"/>
        <pc:sldMkLst>
          <pc:docMk/>
          <pc:sldMk cId="0" sldId="392"/>
        </pc:sldMkLst>
      </pc:sldChg>
      <pc:sldChg chg="del">
        <pc:chgData name="Stephane Autreaux" userId="S::stephane.autreaux@supinfo.com::a738c3b6-005b-4b20-bc1a-c071833bb260" providerId="AD" clId="Web-{853924BF-C0D6-13C7-20E4-E6093957372E}" dt="2024-01-04T09:37:04.876" v="119"/>
        <pc:sldMkLst>
          <pc:docMk/>
          <pc:sldMk cId="0" sldId="393"/>
        </pc:sldMkLst>
      </pc:sldChg>
      <pc:sldChg chg="del">
        <pc:chgData name="Stephane Autreaux" userId="S::stephane.autreaux@supinfo.com::a738c3b6-005b-4b20-bc1a-c071833bb260" providerId="AD" clId="Web-{853924BF-C0D6-13C7-20E4-E6093957372E}" dt="2024-01-04T09:37:04.876" v="118"/>
        <pc:sldMkLst>
          <pc:docMk/>
          <pc:sldMk cId="0" sldId="395"/>
        </pc:sldMkLst>
      </pc:sldChg>
      <pc:sldChg chg="del">
        <pc:chgData name="Stephane Autreaux" userId="S::stephane.autreaux@supinfo.com::a738c3b6-005b-4b20-bc1a-c071833bb260" providerId="AD" clId="Web-{853924BF-C0D6-13C7-20E4-E6093957372E}" dt="2024-01-04T09:37:04.876" v="117"/>
        <pc:sldMkLst>
          <pc:docMk/>
          <pc:sldMk cId="0" sldId="396"/>
        </pc:sldMkLst>
      </pc:sldChg>
      <pc:sldChg chg="del">
        <pc:chgData name="Stephane Autreaux" userId="S::stephane.autreaux@supinfo.com::a738c3b6-005b-4b20-bc1a-c071833bb260" providerId="AD" clId="Web-{853924BF-C0D6-13C7-20E4-E6093957372E}" dt="2024-01-04T09:37:04.876" v="116"/>
        <pc:sldMkLst>
          <pc:docMk/>
          <pc:sldMk cId="0" sldId="397"/>
        </pc:sldMkLst>
      </pc:sldChg>
      <pc:sldChg chg="del">
        <pc:chgData name="Stephane Autreaux" userId="S::stephane.autreaux@supinfo.com::a738c3b6-005b-4b20-bc1a-c071833bb260" providerId="AD" clId="Web-{853924BF-C0D6-13C7-20E4-E6093957372E}" dt="2024-01-04T09:37:04.876" v="115"/>
        <pc:sldMkLst>
          <pc:docMk/>
          <pc:sldMk cId="0" sldId="399"/>
        </pc:sldMkLst>
      </pc:sldChg>
      <pc:sldChg chg="del">
        <pc:chgData name="Stephane Autreaux" userId="S::stephane.autreaux@supinfo.com::a738c3b6-005b-4b20-bc1a-c071833bb260" providerId="AD" clId="Web-{853924BF-C0D6-13C7-20E4-E6093957372E}" dt="2024-01-04T09:37:04.876" v="114"/>
        <pc:sldMkLst>
          <pc:docMk/>
          <pc:sldMk cId="0" sldId="400"/>
        </pc:sldMkLst>
      </pc:sldChg>
      <pc:sldChg chg="del">
        <pc:chgData name="Stephane Autreaux" userId="S::stephane.autreaux@supinfo.com::a738c3b6-005b-4b20-bc1a-c071833bb260" providerId="AD" clId="Web-{853924BF-C0D6-13C7-20E4-E6093957372E}" dt="2024-01-04T09:37:04.860" v="113"/>
        <pc:sldMkLst>
          <pc:docMk/>
          <pc:sldMk cId="0" sldId="401"/>
        </pc:sldMkLst>
      </pc:sldChg>
      <pc:sldChg chg="del">
        <pc:chgData name="Stephane Autreaux" userId="S::stephane.autreaux@supinfo.com::a738c3b6-005b-4b20-bc1a-c071833bb260" providerId="AD" clId="Web-{853924BF-C0D6-13C7-20E4-E6093957372E}" dt="2024-01-04T09:37:04.860" v="112"/>
        <pc:sldMkLst>
          <pc:docMk/>
          <pc:sldMk cId="0" sldId="402"/>
        </pc:sldMkLst>
      </pc:sldChg>
      <pc:sldChg chg="del">
        <pc:chgData name="Stephane Autreaux" userId="S::stephane.autreaux@supinfo.com::a738c3b6-005b-4b20-bc1a-c071833bb260" providerId="AD" clId="Web-{853924BF-C0D6-13C7-20E4-E6093957372E}" dt="2024-01-04T09:37:04.860" v="111"/>
        <pc:sldMkLst>
          <pc:docMk/>
          <pc:sldMk cId="0" sldId="403"/>
        </pc:sldMkLst>
      </pc:sldChg>
      <pc:sldChg chg="del">
        <pc:chgData name="Stephane Autreaux" userId="S::stephane.autreaux@supinfo.com::a738c3b6-005b-4b20-bc1a-c071833bb260" providerId="AD" clId="Web-{853924BF-C0D6-13C7-20E4-E6093957372E}" dt="2024-01-04T09:37:04.860" v="110"/>
        <pc:sldMkLst>
          <pc:docMk/>
          <pc:sldMk cId="0" sldId="404"/>
        </pc:sldMkLst>
      </pc:sldChg>
      <pc:sldChg chg="del">
        <pc:chgData name="Stephane Autreaux" userId="S::stephane.autreaux@supinfo.com::a738c3b6-005b-4b20-bc1a-c071833bb260" providerId="AD" clId="Web-{853924BF-C0D6-13C7-20E4-E6093957372E}" dt="2024-01-04T09:37:04.860" v="109"/>
        <pc:sldMkLst>
          <pc:docMk/>
          <pc:sldMk cId="0" sldId="405"/>
        </pc:sldMkLst>
      </pc:sldChg>
      <pc:sldChg chg="del">
        <pc:chgData name="Stephane Autreaux" userId="S::stephane.autreaux@supinfo.com::a738c3b6-005b-4b20-bc1a-c071833bb260" providerId="AD" clId="Web-{853924BF-C0D6-13C7-20E4-E6093957372E}" dt="2024-01-04T09:37:04.860" v="108"/>
        <pc:sldMkLst>
          <pc:docMk/>
          <pc:sldMk cId="0" sldId="406"/>
        </pc:sldMkLst>
      </pc:sldChg>
      <pc:sldChg chg="del">
        <pc:chgData name="Stephane Autreaux" userId="S::stephane.autreaux@supinfo.com::a738c3b6-005b-4b20-bc1a-c071833bb260" providerId="AD" clId="Web-{853924BF-C0D6-13C7-20E4-E6093957372E}" dt="2024-01-04T09:37:04.860" v="107"/>
        <pc:sldMkLst>
          <pc:docMk/>
          <pc:sldMk cId="0" sldId="410"/>
        </pc:sldMkLst>
      </pc:sldChg>
      <pc:sldChg chg="del">
        <pc:chgData name="Stephane Autreaux" userId="S::stephane.autreaux@supinfo.com::a738c3b6-005b-4b20-bc1a-c071833bb260" providerId="AD" clId="Web-{853924BF-C0D6-13C7-20E4-E6093957372E}" dt="2024-01-04T09:37:04.860" v="106"/>
        <pc:sldMkLst>
          <pc:docMk/>
          <pc:sldMk cId="0" sldId="411"/>
        </pc:sldMkLst>
      </pc:sldChg>
      <pc:sldChg chg="del">
        <pc:chgData name="Stephane Autreaux" userId="S::stephane.autreaux@supinfo.com::a738c3b6-005b-4b20-bc1a-c071833bb260" providerId="AD" clId="Web-{853924BF-C0D6-13C7-20E4-E6093957372E}" dt="2024-01-04T09:37:04.860" v="105"/>
        <pc:sldMkLst>
          <pc:docMk/>
          <pc:sldMk cId="0" sldId="413"/>
        </pc:sldMkLst>
      </pc:sldChg>
      <pc:sldChg chg="del">
        <pc:chgData name="Stephane Autreaux" userId="S::stephane.autreaux@supinfo.com::a738c3b6-005b-4b20-bc1a-c071833bb260" providerId="AD" clId="Web-{853924BF-C0D6-13C7-20E4-E6093957372E}" dt="2024-01-04T09:37:04.860" v="104"/>
        <pc:sldMkLst>
          <pc:docMk/>
          <pc:sldMk cId="0" sldId="414"/>
        </pc:sldMkLst>
      </pc:sldChg>
      <pc:sldChg chg="del">
        <pc:chgData name="Stephane Autreaux" userId="S::stephane.autreaux@supinfo.com::a738c3b6-005b-4b20-bc1a-c071833bb260" providerId="AD" clId="Web-{853924BF-C0D6-13C7-20E4-E6093957372E}" dt="2024-01-04T09:37:04.860" v="103"/>
        <pc:sldMkLst>
          <pc:docMk/>
          <pc:sldMk cId="0" sldId="415"/>
        </pc:sldMkLst>
      </pc:sldChg>
      <pc:sldChg chg="del">
        <pc:chgData name="Stephane Autreaux" userId="S::stephane.autreaux@supinfo.com::a738c3b6-005b-4b20-bc1a-c071833bb260" providerId="AD" clId="Web-{853924BF-C0D6-13C7-20E4-E6093957372E}" dt="2024-01-04T09:37:04.860" v="102"/>
        <pc:sldMkLst>
          <pc:docMk/>
          <pc:sldMk cId="0" sldId="416"/>
        </pc:sldMkLst>
      </pc:sldChg>
      <pc:sldChg chg="del">
        <pc:chgData name="Stephane Autreaux" userId="S::stephane.autreaux@supinfo.com::a738c3b6-005b-4b20-bc1a-c071833bb260" providerId="AD" clId="Web-{853924BF-C0D6-13C7-20E4-E6093957372E}" dt="2024-01-04T09:37:04.845" v="101"/>
        <pc:sldMkLst>
          <pc:docMk/>
          <pc:sldMk cId="0" sldId="417"/>
        </pc:sldMkLst>
      </pc:sldChg>
      <pc:sldChg chg="del">
        <pc:chgData name="Stephane Autreaux" userId="S::stephane.autreaux@supinfo.com::a738c3b6-005b-4b20-bc1a-c071833bb260" providerId="AD" clId="Web-{853924BF-C0D6-13C7-20E4-E6093957372E}" dt="2024-01-04T09:37:04.845" v="100"/>
        <pc:sldMkLst>
          <pc:docMk/>
          <pc:sldMk cId="0" sldId="418"/>
        </pc:sldMkLst>
      </pc:sldChg>
      <pc:sldChg chg="del">
        <pc:chgData name="Stephane Autreaux" userId="S::stephane.autreaux@supinfo.com::a738c3b6-005b-4b20-bc1a-c071833bb260" providerId="AD" clId="Web-{853924BF-C0D6-13C7-20E4-E6093957372E}" dt="2024-01-04T09:37:04.814" v="99"/>
        <pc:sldMkLst>
          <pc:docMk/>
          <pc:sldMk cId="0" sldId="419"/>
        </pc:sldMkLst>
      </pc:sldChg>
      <pc:sldChg chg="del">
        <pc:chgData name="Stephane Autreaux" userId="S::stephane.autreaux@supinfo.com::a738c3b6-005b-4b20-bc1a-c071833bb260" providerId="AD" clId="Web-{853924BF-C0D6-13C7-20E4-E6093957372E}" dt="2024-01-04T09:37:04.782" v="98"/>
        <pc:sldMkLst>
          <pc:docMk/>
          <pc:sldMk cId="0" sldId="420"/>
        </pc:sldMkLst>
      </pc:sldChg>
      <pc:sldChg chg="del">
        <pc:chgData name="Stephane Autreaux" userId="S::stephane.autreaux@supinfo.com::a738c3b6-005b-4b20-bc1a-c071833bb260" providerId="AD" clId="Web-{853924BF-C0D6-13C7-20E4-E6093957372E}" dt="2024-01-04T09:37:04.782" v="97"/>
        <pc:sldMkLst>
          <pc:docMk/>
          <pc:sldMk cId="0" sldId="421"/>
        </pc:sldMkLst>
      </pc:sldChg>
      <pc:sldChg chg="del">
        <pc:chgData name="Stephane Autreaux" userId="S::stephane.autreaux@supinfo.com::a738c3b6-005b-4b20-bc1a-c071833bb260" providerId="AD" clId="Web-{853924BF-C0D6-13C7-20E4-E6093957372E}" dt="2024-01-04T09:37:04.782" v="96"/>
        <pc:sldMkLst>
          <pc:docMk/>
          <pc:sldMk cId="0" sldId="422"/>
        </pc:sldMkLst>
      </pc:sldChg>
      <pc:sldChg chg="del">
        <pc:chgData name="Stephane Autreaux" userId="S::stephane.autreaux@supinfo.com::a738c3b6-005b-4b20-bc1a-c071833bb260" providerId="AD" clId="Web-{853924BF-C0D6-13C7-20E4-E6093957372E}" dt="2024-01-04T09:37:04.782" v="95"/>
        <pc:sldMkLst>
          <pc:docMk/>
          <pc:sldMk cId="0" sldId="427"/>
        </pc:sldMkLst>
      </pc:sldChg>
      <pc:sldChg chg="del">
        <pc:chgData name="Stephane Autreaux" userId="S::stephane.autreaux@supinfo.com::a738c3b6-005b-4b20-bc1a-c071833bb260" providerId="AD" clId="Web-{853924BF-C0D6-13C7-20E4-E6093957372E}" dt="2024-01-04T09:37:04.767" v="94"/>
        <pc:sldMkLst>
          <pc:docMk/>
          <pc:sldMk cId="0" sldId="428"/>
        </pc:sldMkLst>
      </pc:sldChg>
      <pc:sldChg chg="del">
        <pc:chgData name="Stephane Autreaux" userId="S::stephane.autreaux@supinfo.com::a738c3b6-005b-4b20-bc1a-c071833bb260" providerId="AD" clId="Web-{853924BF-C0D6-13C7-20E4-E6093957372E}" dt="2024-01-04T09:37:04.767" v="93"/>
        <pc:sldMkLst>
          <pc:docMk/>
          <pc:sldMk cId="0" sldId="429"/>
        </pc:sldMkLst>
      </pc:sldChg>
      <pc:sldChg chg="del">
        <pc:chgData name="Stephane Autreaux" userId="S::stephane.autreaux@supinfo.com::a738c3b6-005b-4b20-bc1a-c071833bb260" providerId="AD" clId="Web-{853924BF-C0D6-13C7-20E4-E6093957372E}" dt="2024-01-04T09:37:04.767" v="92"/>
        <pc:sldMkLst>
          <pc:docMk/>
          <pc:sldMk cId="0" sldId="431"/>
        </pc:sldMkLst>
      </pc:sldChg>
      <pc:sldChg chg="del">
        <pc:chgData name="Stephane Autreaux" userId="S::stephane.autreaux@supinfo.com::a738c3b6-005b-4b20-bc1a-c071833bb260" providerId="AD" clId="Web-{853924BF-C0D6-13C7-20E4-E6093957372E}" dt="2024-01-04T09:37:04.767" v="91"/>
        <pc:sldMkLst>
          <pc:docMk/>
          <pc:sldMk cId="0" sldId="432"/>
        </pc:sldMkLst>
      </pc:sldChg>
      <pc:sldChg chg="del">
        <pc:chgData name="Stephane Autreaux" userId="S::stephane.autreaux@supinfo.com::a738c3b6-005b-4b20-bc1a-c071833bb260" providerId="AD" clId="Web-{853924BF-C0D6-13C7-20E4-E6093957372E}" dt="2024-01-04T09:37:04.767" v="90"/>
        <pc:sldMkLst>
          <pc:docMk/>
          <pc:sldMk cId="0" sldId="433"/>
        </pc:sldMkLst>
      </pc:sldChg>
      <pc:sldChg chg="del">
        <pc:chgData name="Stephane Autreaux" userId="S::stephane.autreaux@supinfo.com::a738c3b6-005b-4b20-bc1a-c071833bb260" providerId="AD" clId="Web-{853924BF-C0D6-13C7-20E4-E6093957372E}" dt="2024-01-04T09:37:04.767" v="89"/>
        <pc:sldMkLst>
          <pc:docMk/>
          <pc:sldMk cId="0" sldId="436"/>
        </pc:sldMkLst>
      </pc:sldChg>
    </pc:docChg>
  </pc:docChgLst>
  <pc:docChgLst>
    <pc:chgData name="Stephane Autreaux" userId="S::stephane.autreaux@supinfo.com::a738c3b6-005b-4b20-bc1a-c071833bb260" providerId="AD" clId="Web-{7408D0D3-A3D2-6A26-F66D-16A8735C8B7F}"/>
    <pc:docChg chg="addSld modSld sldOrd">
      <pc:chgData name="Stephane Autreaux" userId="S::stephane.autreaux@supinfo.com::a738c3b6-005b-4b20-bc1a-c071833bb260" providerId="AD" clId="Web-{7408D0D3-A3D2-6A26-F66D-16A8735C8B7F}" dt="2023-11-20T10:13:39.140" v="82" actId="20577"/>
      <pc:docMkLst>
        <pc:docMk/>
      </pc:docMkLst>
      <pc:sldChg chg="ord">
        <pc:chgData name="Stephane Autreaux" userId="S::stephane.autreaux@supinfo.com::a738c3b6-005b-4b20-bc1a-c071833bb260" providerId="AD" clId="Web-{7408D0D3-A3D2-6A26-F66D-16A8735C8B7F}" dt="2023-11-20T10:05:42.198" v="49"/>
        <pc:sldMkLst>
          <pc:docMk/>
          <pc:sldMk cId="3913697785" sldId="257"/>
        </pc:sldMkLst>
      </pc:sldChg>
      <pc:sldChg chg="modSp">
        <pc:chgData name="Stephane Autreaux" userId="S::stephane.autreaux@supinfo.com::a738c3b6-005b-4b20-bc1a-c071833bb260" providerId="AD" clId="Web-{7408D0D3-A3D2-6A26-F66D-16A8735C8B7F}" dt="2023-11-20T10:13:39.140" v="82" actId="20577"/>
        <pc:sldMkLst>
          <pc:docMk/>
          <pc:sldMk cId="2191245293" sldId="282"/>
        </pc:sldMkLst>
        <pc:spChg chg="mod">
          <ac:chgData name="Stephane Autreaux" userId="S::stephane.autreaux@supinfo.com::a738c3b6-005b-4b20-bc1a-c071833bb260" providerId="AD" clId="Web-{7408D0D3-A3D2-6A26-F66D-16A8735C8B7F}" dt="2023-11-20T10:13:39.140" v="82" actId="20577"/>
          <ac:spMkLst>
            <pc:docMk/>
            <pc:sldMk cId="2191245293" sldId="282"/>
            <ac:spMk id="198" creationId="{00000000-0000-0000-0000-000000000000}"/>
          </ac:spMkLst>
        </pc:spChg>
      </pc:sldChg>
      <pc:sldChg chg="modSp">
        <pc:chgData name="Stephane Autreaux" userId="S::stephane.autreaux@supinfo.com::a738c3b6-005b-4b20-bc1a-c071833bb260" providerId="AD" clId="Web-{7408D0D3-A3D2-6A26-F66D-16A8735C8B7F}" dt="2023-11-20T10:01:01.717" v="2" actId="20577"/>
        <pc:sldMkLst>
          <pc:docMk/>
          <pc:sldMk cId="821848997" sldId="302"/>
        </pc:sldMkLst>
        <pc:spChg chg="mod">
          <ac:chgData name="Stephane Autreaux" userId="S::stephane.autreaux@supinfo.com::a738c3b6-005b-4b20-bc1a-c071833bb260" providerId="AD" clId="Web-{7408D0D3-A3D2-6A26-F66D-16A8735C8B7F}" dt="2023-11-20T10:01:01.717" v="2" actId="20577"/>
          <ac:spMkLst>
            <pc:docMk/>
            <pc:sldMk cId="821848997" sldId="302"/>
            <ac:spMk id="229" creationId="{00000000-0000-0000-0000-000000000000}"/>
          </ac:spMkLst>
        </pc:spChg>
      </pc:sldChg>
      <pc:sldChg chg="modSp">
        <pc:chgData name="Stephane Autreaux" userId="S::stephane.autreaux@supinfo.com::a738c3b6-005b-4b20-bc1a-c071833bb260" providerId="AD" clId="Web-{7408D0D3-A3D2-6A26-F66D-16A8735C8B7F}" dt="2023-11-20T10:01:09.342" v="3"/>
        <pc:sldMkLst>
          <pc:docMk/>
          <pc:sldMk cId="1177053780" sldId="303"/>
        </pc:sldMkLst>
        <pc:spChg chg="mod">
          <ac:chgData name="Stephane Autreaux" userId="S::stephane.autreaux@supinfo.com::a738c3b6-005b-4b20-bc1a-c071833bb260" providerId="AD" clId="Web-{7408D0D3-A3D2-6A26-F66D-16A8735C8B7F}" dt="2023-11-20T10:01:09.342" v="3"/>
          <ac:spMkLst>
            <pc:docMk/>
            <pc:sldMk cId="1177053780" sldId="303"/>
            <ac:spMk id="229" creationId="{00000000-0000-0000-0000-000000000000}"/>
          </ac:spMkLst>
        </pc:spChg>
      </pc:sldChg>
      <pc:sldChg chg="modSp add replId">
        <pc:chgData name="Stephane Autreaux" userId="S::stephane.autreaux@supinfo.com::a738c3b6-005b-4b20-bc1a-c071833bb260" providerId="AD" clId="Web-{7408D0D3-A3D2-6A26-F66D-16A8735C8B7F}" dt="2023-11-20T10:03:36.849" v="43" actId="20577"/>
        <pc:sldMkLst>
          <pc:docMk/>
          <pc:sldMk cId="1451420627" sldId="306"/>
        </pc:sldMkLst>
        <pc:spChg chg="mod">
          <ac:chgData name="Stephane Autreaux" userId="S::stephane.autreaux@supinfo.com::a738c3b6-005b-4b20-bc1a-c071833bb260" providerId="AD" clId="Web-{7408D0D3-A3D2-6A26-F66D-16A8735C8B7F}" dt="2023-11-20T10:03:36.849" v="43" actId="20577"/>
          <ac:spMkLst>
            <pc:docMk/>
            <pc:sldMk cId="1451420627" sldId="306"/>
            <ac:spMk id="229" creationId="{00000000-0000-0000-0000-000000000000}"/>
          </ac:spMkLst>
        </pc:spChg>
      </pc:sldChg>
      <pc:sldChg chg="modSp add ord">
        <pc:chgData name="Stephane Autreaux" userId="S::stephane.autreaux@supinfo.com::a738c3b6-005b-4b20-bc1a-c071833bb260" providerId="AD" clId="Web-{7408D0D3-A3D2-6A26-F66D-16A8735C8B7F}" dt="2023-11-20T10:06:18.840" v="73" actId="20577"/>
        <pc:sldMkLst>
          <pc:docMk/>
          <pc:sldMk cId="2888004943" sldId="307"/>
        </pc:sldMkLst>
        <pc:spChg chg="mod">
          <ac:chgData name="Stephane Autreaux" userId="S::stephane.autreaux@supinfo.com::a738c3b6-005b-4b20-bc1a-c071833bb260" providerId="AD" clId="Web-{7408D0D3-A3D2-6A26-F66D-16A8735C8B7F}" dt="2023-11-20T10:06:18.840" v="73" actId="20577"/>
          <ac:spMkLst>
            <pc:docMk/>
            <pc:sldMk cId="2888004943" sldId="307"/>
            <ac:spMk id="146" creationId="{00000000-0000-0000-0000-000000000000}"/>
          </ac:spMkLst>
        </pc:spChg>
      </pc:sldChg>
    </pc:docChg>
  </pc:docChgLst>
  <pc:docChgLst>
    <pc:chgData name="Stephane Autreaux" userId="S::stephane.autreaux@supinfo.com::a738c3b6-005b-4b20-bc1a-c071833bb260" providerId="AD" clId="Web-{81311A47-3585-38E0-7CCF-4EB66BF57C4F}"/>
    <pc:docChg chg="addSld modSld sldOrd">
      <pc:chgData name="Stephane Autreaux" userId="S::stephane.autreaux@supinfo.com::a738c3b6-005b-4b20-bc1a-c071833bb260" providerId="AD" clId="Web-{81311A47-3585-38E0-7CCF-4EB66BF57C4F}" dt="2023-11-02T17:18:56.220" v="9" actId="20577"/>
      <pc:docMkLst>
        <pc:docMk/>
      </pc:docMkLst>
      <pc:sldChg chg="modSp">
        <pc:chgData name="Stephane Autreaux" userId="S::stephane.autreaux@supinfo.com::a738c3b6-005b-4b20-bc1a-c071833bb260" providerId="AD" clId="Web-{81311A47-3585-38E0-7CCF-4EB66BF57C4F}" dt="2023-11-02T17:18:56.220" v="9" actId="20577"/>
        <pc:sldMkLst>
          <pc:docMk/>
          <pc:sldMk cId="3913697785" sldId="257"/>
        </pc:sldMkLst>
        <pc:spChg chg="mod">
          <ac:chgData name="Stephane Autreaux" userId="S::stephane.autreaux@supinfo.com::a738c3b6-005b-4b20-bc1a-c071833bb260" providerId="AD" clId="Web-{81311A47-3585-38E0-7CCF-4EB66BF57C4F}" dt="2023-11-02T17:18:56.220" v="9" actId="20577"/>
          <ac:spMkLst>
            <pc:docMk/>
            <pc:sldMk cId="3913697785" sldId="257"/>
            <ac:spMk id="99" creationId="{00000000-0000-0000-0000-000000000000}"/>
          </ac:spMkLst>
        </pc:spChg>
      </pc:sldChg>
      <pc:sldChg chg="modSp">
        <pc:chgData name="Stephane Autreaux" userId="S::stephane.autreaux@supinfo.com::a738c3b6-005b-4b20-bc1a-c071833bb260" providerId="AD" clId="Web-{81311A47-3585-38E0-7CCF-4EB66BF57C4F}" dt="2023-11-02T17:18:35.657" v="1" actId="20577"/>
        <pc:sldMkLst>
          <pc:docMk/>
          <pc:sldMk cId="1753943669" sldId="292"/>
        </pc:sldMkLst>
        <pc:spChg chg="mod">
          <ac:chgData name="Stephane Autreaux" userId="S::stephane.autreaux@supinfo.com::a738c3b6-005b-4b20-bc1a-c071833bb260" providerId="AD" clId="Web-{81311A47-3585-38E0-7CCF-4EB66BF57C4F}" dt="2023-11-02T17:18:35.657" v="1" actId="20577"/>
          <ac:spMkLst>
            <pc:docMk/>
            <pc:sldMk cId="1753943669" sldId="292"/>
            <ac:spMk id="139" creationId="{00000000-0000-0000-0000-000000000000}"/>
          </ac:spMkLst>
        </pc:spChg>
      </pc:sldChg>
      <pc:sldChg chg="add ord">
        <pc:chgData name="Stephane Autreaux" userId="S::stephane.autreaux@supinfo.com::a738c3b6-005b-4b20-bc1a-c071833bb260" providerId="AD" clId="Web-{81311A47-3585-38E0-7CCF-4EB66BF57C4F}" dt="2023-11-02T17:18:46.892" v="5"/>
        <pc:sldMkLst>
          <pc:docMk/>
          <pc:sldMk cId="3396329844" sldId="299"/>
        </pc:sldMkLst>
      </pc:sldChg>
      <pc:sldChg chg="add ord">
        <pc:chgData name="Stephane Autreaux" userId="S::stephane.autreaux@supinfo.com::a738c3b6-005b-4b20-bc1a-c071833bb260" providerId="AD" clId="Web-{81311A47-3585-38E0-7CCF-4EB66BF57C4F}" dt="2023-11-02T17:18:46.892" v="6"/>
        <pc:sldMkLst>
          <pc:docMk/>
          <pc:sldMk cId="3286804108" sldId="300"/>
        </pc:sldMkLst>
      </pc:sldChg>
      <pc:sldChg chg="add ord">
        <pc:chgData name="Stephane Autreaux" userId="S::stephane.autreaux@supinfo.com::a738c3b6-005b-4b20-bc1a-c071833bb260" providerId="AD" clId="Web-{81311A47-3585-38E0-7CCF-4EB66BF57C4F}" dt="2023-11-02T17:18:46.892" v="7"/>
        <pc:sldMkLst>
          <pc:docMk/>
          <pc:sldMk cId="1632397161" sldId="301"/>
        </pc:sldMkLst>
      </pc:sldChg>
    </pc:docChg>
  </pc:docChgLst>
  <pc:docChgLst>
    <pc:chgData name="Stephane Autreaux" userId="S::stephane.autreaux@supinfo.com::a738c3b6-005b-4b20-bc1a-c071833bb260" providerId="AD" clId="Web-{B5E6D33B-D2FF-F662-9860-49929477894B}"/>
    <pc:docChg chg="delSld modSld">
      <pc:chgData name="Stephane Autreaux" userId="S::stephane.autreaux@supinfo.com::a738c3b6-005b-4b20-bc1a-c071833bb260" providerId="AD" clId="Web-{B5E6D33B-D2FF-F662-9860-49929477894B}" dt="2023-12-22T15:48:03.565" v="52"/>
      <pc:docMkLst>
        <pc:docMk/>
      </pc:docMkLst>
      <pc:sldChg chg="modSp">
        <pc:chgData name="Stephane Autreaux" userId="S::stephane.autreaux@supinfo.com::a738c3b6-005b-4b20-bc1a-c071833bb260" providerId="AD" clId="Web-{B5E6D33B-D2FF-F662-9860-49929477894B}" dt="2023-12-22T15:27:24.579" v="29" actId="1076"/>
        <pc:sldMkLst>
          <pc:docMk/>
          <pc:sldMk cId="0" sldId="421"/>
        </pc:sldMkLst>
        <pc:spChg chg="mod">
          <ac:chgData name="Stephane Autreaux" userId="S::stephane.autreaux@supinfo.com::a738c3b6-005b-4b20-bc1a-c071833bb260" providerId="AD" clId="Web-{B5E6D33B-D2FF-F662-9860-49929477894B}" dt="2023-12-22T15:26:40.983" v="21" actId="1076"/>
          <ac:spMkLst>
            <pc:docMk/>
            <pc:sldMk cId="0" sldId="421"/>
            <ac:spMk id="1209" creationId="{00000000-0000-0000-0000-000000000000}"/>
          </ac:spMkLst>
        </pc:spChg>
        <pc:spChg chg="mod">
          <ac:chgData name="Stephane Autreaux" userId="S::stephane.autreaux@supinfo.com::a738c3b6-005b-4b20-bc1a-c071833bb260" providerId="AD" clId="Web-{B5E6D33B-D2FF-F662-9860-49929477894B}" dt="2023-12-22T15:27:24.579" v="29" actId="1076"/>
          <ac:spMkLst>
            <pc:docMk/>
            <pc:sldMk cId="0" sldId="421"/>
            <ac:spMk id="1210" creationId="{00000000-0000-0000-0000-000000000000}"/>
          </ac:spMkLst>
        </pc:spChg>
      </pc:sldChg>
      <pc:sldChg chg="modSp">
        <pc:chgData name="Stephane Autreaux" userId="S::stephane.autreaux@supinfo.com::a738c3b6-005b-4b20-bc1a-c071833bb260" providerId="AD" clId="Web-{B5E6D33B-D2FF-F662-9860-49929477894B}" dt="2023-12-22T15:27:52.595" v="32" actId="20577"/>
        <pc:sldMkLst>
          <pc:docMk/>
          <pc:sldMk cId="0" sldId="422"/>
        </pc:sldMkLst>
        <pc:spChg chg="mod">
          <ac:chgData name="Stephane Autreaux" userId="S::stephane.autreaux@supinfo.com::a738c3b6-005b-4b20-bc1a-c071833bb260" providerId="AD" clId="Web-{B5E6D33B-D2FF-F662-9860-49929477894B}" dt="2023-12-22T15:27:45.876" v="30" actId="20577"/>
          <ac:spMkLst>
            <pc:docMk/>
            <pc:sldMk cId="0" sldId="422"/>
            <ac:spMk id="1216" creationId="{00000000-0000-0000-0000-000000000000}"/>
          </ac:spMkLst>
        </pc:spChg>
        <pc:spChg chg="mod">
          <ac:chgData name="Stephane Autreaux" userId="S::stephane.autreaux@supinfo.com::a738c3b6-005b-4b20-bc1a-c071833bb260" providerId="AD" clId="Web-{B5E6D33B-D2FF-F662-9860-49929477894B}" dt="2023-12-22T15:27:52.595" v="32" actId="20577"/>
          <ac:spMkLst>
            <pc:docMk/>
            <pc:sldMk cId="0" sldId="422"/>
            <ac:spMk id="1217" creationId="{00000000-0000-0000-0000-000000000000}"/>
          </ac:spMkLst>
        </pc:spChg>
      </pc:sldChg>
      <pc:sldChg chg="del">
        <pc:chgData name="Stephane Autreaux" userId="S::stephane.autreaux@supinfo.com::a738c3b6-005b-4b20-bc1a-c071833bb260" providerId="AD" clId="Web-{B5E6D33B-D2FF-F662-9860-49929477894B}" dt="2023-12-22T15:27:59.392" v="33"/>
        <pc:sldMkLst>
          <pc:docMk/>
          <pc:sldMk cId="0" sldId="423"/>
        </pc:sldMkLst>
      </pc:sldChg>
      <pc:sldChg chg="del">
        <pc:chgData name="Stephane Autreaux" userId="S::stephane.autreaux@supinfo.com::a738c3b6-005b-4b20-bc1a-c071833bb260" providerId="AD" clId="Web-{B5E6D33B-D2FF-F662-9860-49929477894B}" dt="2023-12-22T15:28:00.361" v="34"/>
        <pc:sldMkLst>
          <pc:docMk/>
          <pc:sldMk cId="0" sldId="424"/>
        </pc:sldMkLst>
      </pc:sldChg>
      <pc:sldChg chg="del">
        <pc:chgData name="Stephane Autreaux" userId="S::stephane.autreaux@supinfo.com::a738c3b6-005b-4b20-bc1a-c071833bb260" providerId="AD" clId="Web-{B5E6D33B-D2FF-F662-9860-49929477894B}" dt="2023-12-22T15:28:01.111" v="35"/>
        <pc:sldMkLst>
          <pc:docMk/>
          <pc:sldMk cId="0" sldId="425"/>
        </pc:sldMkLst>
      </pc:sldChg>
      <pc:sldChg chg="del">
        <pc:chgData name="Stephane Autreaux" userId="S::stephane.autreaux@supinfo.com::a738c3b6-005b-4b20-bc1a-c071833bb260" providerId="AD" clId="Web-{B5E6D33B-D2FF-F662-9860-49929477894B}" dt="2023-12-22T15:28:02.158" v="36"/>
        <pc:sldMkLst>
          <pc:docMk/>
          <pc:sldMk cId="0" sldId="426"/>
        </pc:sldMkLst>
      </pc:sldChg>
      <pc:sldChg chg="modSp">
        <pc:chgData name="Stephane Autreaux" userId="S::stephane.autreaux@supinfo.com::a738c3b6-005b-4b20-bc1a-c071833bb260" providerId="AD" clId="Web-{B5E6D33B-D2FF-F662-9860-49929477894B}" dt="2023-12-22T15:28:10.049" v="37" actId="20577"/>
        <pc:sldMkLst>
          <pc:docMk/>
          <pc:sldMk cId="0" sldId="427"/>
        </pc:sldMkLst>
        <pc:spChg chg="mod">
          <ac:chgData name="Stephane Autreaux" userId="S::stephane.autreaux@supinfo.com::a738c3b6-005b-4b20-bc1a-c071833bb260" providerId="AD" clId="Web-{B5E6D33B-D2FF-F662-9860-49929477894B}" dt="2023-12-22T15:28:10.049" v="37" actId="20577"/>
          <ac:spMkLst>
            <pc:docMk/>
            <pc:sldMk cId="0" sldId="427"/>
            <ac:spMk id="1260" creationId="{00000000-0000-0000-0000-000000000000}"/>
          </ac:spMkLst>
        </pc:spChg>
      </pc:sldChg>
      <pc:sldChg chg="modSp">
        <pc:chgData name="Stephane Autreaux" userId="S::stephane.autreaux@supinfo.com::a738c3b6-005b-4b20-bc1a-c071833bb260" providerId="AD" clId="Web-{B5E6D33B-D2FF-F662-9860-49929477894B}" dt="2023-12-22T15:47:38.501" v="40" actId="20577"/>
        <pc:sldMkLst>
          <pc:docMk/>
          <pc:sldMk cId="0" sldId="428"/>
        </pc:sldMkLst>
        <pc:spChg chg="mod">
          <ac:chgData name="Stephane Autreaux" userId="S::stephane.autreaux@supinfo.com::a738c3b6-005b-4b20-bc1a-c071833bb260" providerId="AD" clId="Web-{B5E6D33B-D2FF-F662-9860-49929477894B}" dt="2023-12-22T15:47:38.501" v="40" actId="20577"/>
          <ac:spMkLst>
            <pc:docMk/>
            <pc:sldMk cId="0" sldId="428"/>
            <ac:spMk id="1269" creationId="{00000000-0000-0000-0000-000000000000}"/>
          </ac:spMkLst>
        </pc:spChg>
      </pc:sldChg>
      <pc:sldChg chg="modSp modNotes">
        <pc:chgData name="Stephane Autreaux" userId="S::stephane.autreaux@supinfo.com::a738c3b6-005b-4b20-bc1a-c071833bb260" providerId="AD" clId="Web-{B5E6D33B-D2FF-F662-9860-49929477894B}" dt="2023-12-22T15:47:58.299" v="51" actId="20577"/>
        <pc:sldMkLst>
          <pc:docMk/>
          <pc:sldMk cId="0" sldId="429"/>
        </pc:sldMkLst>
        <pc:spChg chg="mod">
          <ac:chgData name="Stephane Autreaux" userId="S::stephane.autreaux@supinfo.com::a738c3b6-005b-4b20-bc1a-c071833bb260" providerId="AD" clId="Web-{B5E6D33B-D2FF-F662-9860-49929477894B}" dt="2023-12-22T15:47:58.299" v="51" actId="20577"/>
          <ac:spMkLst>
            <pc:docMk/>
            <pc:sldMk cId="0" sldId="429"/>
            <ac:spMk id="1274" creationId="{00000000-0000-0000-0000-000000000000}"/>
          </ac:spMkLst>
        </pc:spChg>
      </pc:sldChg>
      <pc:sldChg chg="del">
        <pc:chgData name="Stephane Autreaux" userId="S::stephane.autreaux@supinfo.com::a738c3b6-005b-4b20-bc1a-c071833bb260" providerId="AD" clId="Web-{B5E6D33B-D2FF-F662-9860-49929477894B}" dt="2023-12-22T15:48:03.565" v="52"/>
        <pc:sldMkLst>
          <pc:docMk/>
          <pc:sldMk cId="0" sldId="430"/>
        </pc:sldMkLst>
      </pc:sldChg>
      <pc:sldChg chg="modSp">
        <pc:chgData name="Stephane Autreaux" userId="S::stephane.autreaux@supinfo.com::a738c3b6-005b-4b20-bc1a-c071833bb260" providerId="AD" clId="Web-{B5E6D33B-D2FF-F662-9860-49929477894B}" dt="2023-12-22T15:25:53.122" v="16" actId="20577"/>
        <pc:sldMkLst>
          <pc:docMk/>
          <pc:sldMk cId="0" sldId="433"/>
        </pc:sldMkLst>
        <pc:spChg chg="mod">
          <ac:chgData name="Stephane Autreaux" userId="S::stephane.autreaux@supinfo.com::a738c3b6-005b-4b20-bc1a-c071833bb260" providerId="AD" clId="Web-{B5E6D33B-D2FF-F662-9860-49929477894B}" dt="2023-12-22T15:25:53.122" v="16" actId="20577"/>
          <ac:spMkLst>
            <pc:docMk/>
            <pc:sldMk cId="0" sldId="433"/>
            <ac:spMk id="1302" creationId="{00000000-0000-0000-0000-000000000000}"/>
          </ac:spMkLst>
        </pc:spChg>
        <pc:spChg chg="mod">
          <ac:chgData name="Stephane Autreaux" userId="S::stephane.autreaux@supinfo.com::a738c3b6-005b-4b20-bc1a-c071833bb260" providerId="AD" clId="Web-{B5E6D33B-D2FF-F662-9860-49929477894B}" dt="2023-12-22T15:25:40.950" v="14" actId="20577"/>
          <ac:spMkLst>
            <pc:docMk/>
            <pc:sldMk cId="0" sldId="433"/>
            <ac:spMk id="1303" creationId="{00000000-0000-0000-0000-000000000000}"/>
          </ac:spMkLst>
        </pc:spChg>
      </pc:sldChg>
      <pc:sldChg chg="del">
        <pc:chgData name="Stephane Autreaux" userId="S::stephane.autreaux@supinfo.com::a738c3b6-005b-4b20-bc1a-c071833bb260" providerId="AD" clId="Web-{B5E6D33B-D2FF-F662-9860-49929477894B}" dt="2023-12-22T15:25:25.215" v="4"/>
        <pc:sldMkLst>
          <pc:docMk/>
          <pc:sldMk cId="0" sldId="434"/>
        </pc:sldMkLst>
      </pc:sldChg>
      <pc:sldChg chg="del">
        <pc:chgData name="Stephane Autreaux" userId="S::stephane.autreaux@supinfo.com::a738c3b6-005b-4b20-bc1a-c071833bb260" providerId="AD" clId="Web-{B5E6D33B-D2FF-F662-9860-49929477894B}" dt="2023-12-22T15:25:24.027" v="3"/>
        <pc:sldMkLst>
          <pc:docMk/>
          <pc:sldMk cId="0" sldId="435"/>
        </pc:sldMkLst>
      </pc:sldChg>
      <pc:sldChg chg="modSp">
        <pc:chgData name="Stephane Autreaux" userId="S::stephane.autreaux@supinfo.com::a738c3b6-005b-4b20-bc1a-c071833bb260" providerId="AD" clId="Web-{B5E6D33B-D2FF-F662-9860-49929477894B}" dt="2023-12-22T15:25:00.542" v="2" actId="1076"/>
        <pc:sldMkLst>
          <pc:docMk/>
          <pc:sldMk cId="0" sldId="436"/>
        </pc:sldMkLst>
        <pc:spChg chg="mod">
          <ac:chgData name="Stephane Autreaux" userId="S::stephane.autreaux@supinfo.com::a738c3b6-005b-4b20-bc1a-c071833bb260" providerId="AD" clId="Web-{B5E6D33B-D2FF-F662-9860-49929477894B}" dt="2023-12-22T15:25:00.542" v="2" actId="1076"/>
          <ac:spMkLst>
            <pc:docMk/>
            <pc:sldMk cId="0" sldId="436"/>
            <ac:spMk id="1328" creationId="{00000000-0000-0000-0000-000000000000}"/>
          </ac:spMkLst>
        </pc:spChg>
      </pc:sldChg>
      <pc:sldChg chg="del">
        <pc:chgData name="Stephane Autreaux" userId="S::stephane.autreaux@supinfo.com::a738c3b6-005b-4b20-bc1a-c071833bb260" providerId="AD" clId="Web-{B5E6D33B-D2FF-F662-9860-49929477894B}" dt="2023-12-22T14:39:15.192" v="0"/>
        <pc:sldMkLst>
          <pc:docMk/>
          <pc:sldMk cId="0" sldId="437"/>
        </pc:sldMkLst>
      </pc:sldChg>
    </pc:docChg>
  </pc:docChgLst>
  <pc:docChgLst>
    <pc:chgData name="Stephane Autreaux" userId="S::stephane.autreaux@supinfo.com::a738c3b6-005b-4b20-bc1a-c071833bb260" providerId="AD" clId="Web-{EED15EB9-E624-770B-7124-4EC1A082FA4D}"/>
    <pc:docChg chg="addSld delSld modSld">
      <pc:chgData name="Stephane Autreaux" userId="S::stephane.autreaux@supinfo.com::a738c3b6-005b-4b20-bc1a-c071833bb260" providerId="AD" clId="Web-{EED15EB9-E624-770B-7124-4EC1A082FA4D}" dt="2023-12-21T13:55:05.319" v="275"/>
      <pc:docMkLst>
        <pc:docMk/>
      </pc:docMkLst>
      <pc:sldChg chg="modSp">
        <pc:chgData name="Stephane Autreaux" userId="S::stephane.autreaux@supinfo.com::a738c3b6-005b-4b20-bc1a-c071833bb260" providerId="AD" clId="Web-{EED15EB9-E624-770B-7124-4EC1A082FA4D}" dt="2023-12-21T13:45:19.983" v="60" actId="20577"/>
        <pc:sldMkLst>
          <pc:docMk/>
          <pc:sldMk cId="0" sldId="284"/>
        </pc:sldMkLst>
        <pc:spChg chg="mod">
          <ac:chgData name="Stephane Autreaux" userId="S::stephane.autreaux@supinfo.com::a738c3b6-005b-4b20-bc1a-c071833bb260" providerId="AD" clId="Web-{EED15EB9-E624-770B-7124-4EC1A082FA4D}" dt="2023-12-21T13:45:19.983" v="60" actId="20577"/>
          <ac:spMkLst>
            <pc:docMk/>
            <pc:sldMk cId="0" sldId="284"/>
            <ac:spMk id="277" creationId="{00000000-0000-0000-0000-000000000000}"/>
          </ac:spMkLst>
        </pc:spChg>
      </pc:sldChg>
      <pc:sldChg chg="modSp">
        <pc:chgData name="Stephane Autreaux" userId="S::stephane.autreaux@supinfo.com::a738c3b6-005b-4b20-bc1a-c071833bb260" providerId="AD" clId="Web-{EED15EB9-E624-770B-7124-4EC1A082FA4D}" dt="2023-12-21T13:42:18.273" v="3" actId="20577"/>
        <pc:sldMkLst>
          <pc:docMk/>
          <pc:sldMk cId="3286804108" sldId="300"/>
        </pc:sldMkLst>
        <pc:spChg chg="mod">
          <ac:chgData name="Stephane Autreaux" userId="S::stephane.autreaux@supinfo.com::a738c3b6-005b-4b20-bc1a-c071833bb260" providerId="AD" clId="Web-{EED15EB9-E624-770B-7124-4EC1A082FA4D}" dt="2023-12-21T13:42:18.273" v="3" actId="20577"/>
          <ac:spMkLst>
            <pc:docMk/>
            <pc:sldMk cId="3286804108" sldId="300"/>
            <ac:spMk id="107" creationId="{00000000-0000-0000-0000-000000000000}"/>
          </ac:spMkLst>
        </pc:spChg>
      </pc:sldChg>
      <pc:sldChg chg="modSp">
        <pc:chgData name="Stephane Autreaux" userId="S::stephane.autreaux@supinfo.com::a738c3b6-005b-4b20-bc1a-c071833bb260" providerId="AD" clId="Web-{EED15EB9-E624-770B-7124-4EC1A082FA4D}" dt="2023-12-21T13:45:45.969" v="79" actId="20577"/>
        <pc:sldMkLst>
          <pc:docMk/>
          <pc:sldMk cId="821848997" sldId="302"/>
        </pc:sldMkLst>
        <pc:spChg chg="mod">
          <ac:chgData name="Stephane Autreaux" userId="S::stephane.autreaux@supinfo.com::a738c3b6-005b-4b20-bc1a-c071833bb260" providerId="AD" clId="Web-{EED15EB9-E624-770B-7124-4EC1A082FA4D}" dt="2023-12-21T13:45:45.969" v="79" actId="20577"/>
          <ac:spMkLst>
            <pc:docMk/>
            <pc:sldMk cId="821848997" sldId="302"/>
            <ac:spMk id="228" creationId="{00000000-0000-0000-0000-000000000000}"/>
          </ac:spMkLst>
        </pc:spChg>
      </pc:sldChg>
      <pc:sldChg chg="modSp">
        <pc:chgData name="Stephane Autreaux" userId="S::stephane.autreaux@supinfo.com::a738c3b6-005b-4b20-bc1a-c071833bb260" providerId="AD" clId="Web-{EED15EB9-E624-770B-7124-4EC1A082FA4D}" dt="2023-12-21T13:47:19.082" v="93" actId="20577"/>
        <pc:sldMkLst>
          <pc:docMk/>
          <pc:sldMk cId="1177053780" sldId="303"/>
        </pc:sldMkLst>
        <pc:spChg chg="mod">
          <ac:chgData name="Stephane Autreaux" userId="S::stephane.autreaux@supinfo.com::a738c3b6-005b-4b20-bc1a-c071833bb260" providerId="AD" clId="Web-{EED15EB9-E624-770B-7124-4EC1A082FA4D}" dt="2023-12-21T13:47:19.082" v="93" actId="20577"/>
          <ac:spMkLst>
            <pc:docMk/>
            <pc:sldMk cId="1177053780" sldId="303"/>
            <ac:spMk id="229" creationId="{00000000-0000-0000-0000-000000000000}"/>
          </ac:spMkLst>
        </pc:spChg>
      </pc:sldChg>
      <pc:sldChg chg="add del">
        <pc:chgData name="Stephane Autreaux" userId="S::stephane.autreaux@supinfo.com::a738c3b6-005b-4b20-bc1a-c071833bb260" providerId="AD" clId="Web-{EED15EB9-E624-770B-7124-4EC1A082FA4D}" dt="2023-12-21T13:50:36.136" v="231"/>
        <pc:sldMkLst>
          <pc:docMk/>
          <pc:sldMk cId="0" sldId="305"/>
        </pc:sldMkLst>
      </pc:sldChg>
      <pc:sldChg chg="addSp delSp modSp add">
        <pc:chgData name="Stephane Autreaux" userId="S::stephane.autreaux@supinfo.com::a738c3b6-005b-4b20-bc1a-c071833bb260" providerId="AD" clId="Web-{EED15EB9-E624-770B-7124-4EC1A082FA4D}" dt="2023-12-21T13:55:05.319" v="275"/>
        <pc:sldMkLst>
          <pc:docMk/>
          <pc:sldMk cId="0" sldId="309"/>
        </pc:sldMkLst>
        <pc:spChg chg="add mod">
          <ac:chgData name="Stephane Autreaux" userId="S::stephane.autreaux@supinfo.com::a738c3b6-005b-4b20-bc1a-c071833bb260" providerId="AD" clId="Web-{EED15EB9-E624-770B-7124-4EC1A082FA4D}" dt="2023-12-21T13:53:29.581" v="258" actId="20577"/>
          <ac:spMkLst>
            <pc:docMk/>
            <pc:sldMk cId="0" sldId="309"/>
            <ac:spMk id="2" creationId="{98CEEE7B-DAE6-E732-DD80-6966940B0376}"/>
          </ac:spMkLst>
        </pc:spChg>
        <pc:spChg chg="add del mod">
          <ac:chgData name="Stephane Autreaux" userId="S::stephane.autreaux@supinfo.com::a738c3b6-005b-4b20-bc1a-c071833bb260" providerId="AD" clId="Web-{EED15EB9-E624-770B-7124-4EC1A082FA4D}" dt="2023-12-21T13:53:07.049" v="254"/>
          <ac:spMkLst>
            <pc:docMk/>
            <pc:sldMk cId="0" sldId="309"/>
            <ac:spMk id="3" creationId="{89014DC0-8716-5345-2CA1-32AB365F9FBB}"/>
          </ac:spMkLst>
        </pc:spChg>
        <pc:spChg chg="add mod">
          <ac:chgData name="Stephane Autreaux" userId="S::stephane.autreaux@supinfo.com::a738c3b6-005b-4b20-bc1a-c071833bb260" providerId="AD" clId="Web-{EED15EB9-E624-770B-7124-4EC1A082FA4D}" dt="2023-12-21T13:53:11.564" v="256" actId="1076"/>
          <ac:spMkLst>
            <pc:docMk/>
            <pc:sldMk cId="0" sldId="309"/>
            <ac:spMk id="4" creationId="{3AC808BE-FAC7-1EB4-CDAA-C04FE7724897}"/>
          </ac:spMkLst>
        </pc:spChg>
        <pc:spChg chg="add mod">
          <ac:chgData name="Stephane Autreaux" userId="S::stephane.autreaux@supinfo.com::a738c3b6-005b-4b20-bc1a-c071833bb260" providerId="AD" clId="Web-{EED15EB9-E624-770B-7124-4EC1A082FA4D}" dt="2023-12-21T13:53:56.941" v="266" actId="20577"/>
          <ac:spMkLst>
            <pc:docMk/>
            <pc:sldMk cId="0" sldId="309"/>
            <ac:spMk id="5" creationId="{1209A72D-A7DD-0E1C-52CB-1167F1D8D62E}"/>
          </ac:spMkLst>
        </pc:spChg>
        <pc:spChg chg="add mod">
          <ac:chgData name="Stephane Autreaux" userId="S::stephane.autreaux@supinfo.com::a738c3b6-005b-4b20-bc1a-c071833bb260" providerId="AD" clId="Web-{EED15EB9-E624-770B-7124-4EC1A082FA4D}" dt="2023-12-21T13:54:10.348" v="268" actId="1076"/>
          <ac:spMkLst>
            <pc:docMk/>
            <pc:sldMk cId="0" sldId="309"/>
            <ac:spMk id="6" creationId="{CA133706-1CFC-7514-BA11-D2CE3E79CD93}"/>
          </ac:spMkLst>
        </pc:spChg>
        <pc:spChg chg="add mod">
          <ac:chgData name="Stephane Autreaux" userId="S::stephane.autreaux@supinfo.com::a738c3b6-005b-4b20-bc1a-c071833bb260" providerId="AD" clId="Web-{EED15EB9-E624-770B-7124-4EC1A082FA4D}" dt="2023-12-21T13:55:01.131" v="273" actId="1076"/>
          <ac:spMkLst>
            <pc:docMk/>
            <pc:sldMk cId="0" sldId="309"/>
            <ac:spMk id="7" creationId="{C10BFF94-6DE8-F861-CAF3-782BF9DC5F56}"/>
          </ac:spMkLst>
        </pc:spChg>
        <pc:spChg chg="add mod">
          <ac:chgData name="Stephane Autreaux" userId="S::stephane.autreaux@supinfo.com::a738c3b6-005b-4b20-bc1a-c071833bb260" providerId="AD" clId="Web-{EED15EB9-E624-770B-7124-4EC1A082FA4D}" dt="2023-12-21T13:55:03.756" v="274" actId="1076"/>
          <ac:spMkLst>
            <pc:docMk/>
            <pc:sldMk cId="0" sldId="309"/>
            <ac:spMk id="8" creationId="{B950D102-8F2A-FEF8-024D-1399F5EF7406}"/>
          </ac:spMkLst>
        </pc:spChg>
        <pc:spChg chg="add">
          <ac:chgData name="Stephane Autreaux" userId="S::stephane.autreaux@supinfo.com::a738c3b6-005b-4b20-bc1a-c071833bb260" providerId="AD" clId="Web-{EED15EB9-E624-770B-7124-4EC1A082FA4D}" dt="2023-12-21T13:55:05.319" v="275"/>
          <ac:spMkLst>
            <pc:docMk/>
            <pc:sldMk cId="0" sldId="309"/>
            <ac:spMk id="9" creationId="{40AA1FBC-BFAF-4B14-981C-19ABB7D03BE0}"/>
          </ac:spMkLst>
        </pc:spChg>
        <pc:picChg chg="mod">
          <ac:chgData name="Stephane Autreaux" userId="S::stephane.autreaux@supinfo.com::a738c3b6-005b-4b20-bc1a-c071833bb260" providerId="AD" clId="Web-{EED15EB9-E624-770B-7124-4EC1A082FA4D}" dt="2023-12-21T13:52:39.251" v="246" actId="1076"/>
          <ac:picMkLst>
            <pc:docMk/>
            <pc:sldMk cId="0" sldId="309"/>
            <ac:picMk id="443" creationId="{00000000-0000-0000-0000-000000000000}"/>
          </ac:picMkLst>
        </pc:picChg>
      </pc:sldChg>
      <pc:sldChg chg="add">
        <pc:chgData name="Stephane Autreaux" userId="S::stephane.autreaux@supinfo.com::a738c3b6-005b-4b20-bc1a-c071833bb260" providerId="AD" clId="Web-{EED15EB9-E624-770B-7124-4EC1A082FA4D}" dt="2023-12-21T13:49:39.509" v="222"/>
        <pc:sldMkLst>
          <pc:docMk/>
          <pc:sldMk cId="0" sldId="310"/>
        </pc:sldMkLst>
      </pc:sldChg>
      <pc:sldChg chg="add">
        <pc:chgData name="Stephane Autreaux" userId="S::stephane.autreaux@supinfo.com::a738c3b6-005b-4b20-bc1a-c071833bb260" providerId="AD" clId="Web-{EED15EB9-E624-770B-7124-4EC1A082FA4D}" dt="2023-12-21T13:49:39.290" v="221"/>
        <pc:sldMkLst>
          <pc:docMk/>
          <pc:sldMk cId="0" sldId="311"/>
        </pc:sldMkLst>
      </pc:sldChg>
      <pc:sldChg chg="add">
        <pc:chgData name="Stephane Autreaux" userId="S::stephane.autreaux@supinfo.com::a738c3b6-005b-4b20-bc1a-c071833bb260" providerId="AD" clId="Web-{EED15EB9-E624-770B-7124-4EC1A082FA4D}" dt="2023-12-21T13:49:39.181" v="220"/>
        <pc:sldMkLst>
          <pc:docMk/>
          <pc:sldMk cId="0" sldId="312"/>
        </pc:sldMkLst>
      </pc:sldChg>
      <pc:sldChg chg="add">
        <pc:chgData name="Stephane Autreaux" userId="S::stephane.autreaux@supinfo.com::a738c3b6-005b-4b20-bc1a-c071833bb260" providerId="AD" clId="Web-{EED15EB9-E624-770B-7124-4EC1A082FA4D}" dt="2023-12-21T13:49:39.119" v="219"/>
        <pc:sldMkLst>
          <pc:docMk/>
          <pc:sldMk cId="0" sldId="313"/>
        </pc:sldMkLst>
      </pc:sldChg>
      <pc:sldChg chg="add">
        <pc:chgData name="Stephane Autreaux" userId="S::stephane.autreaux@supinfo.com::a738c3b6-005b-4b20-bc1a-c071833bb260" providerId="AD" clId="Web-{EED15EB9-E624-770B-7124-4EC1A082FA4D}" dt="2023-12-21T13:49:39.056" v="218"/>
        <pc:sldMkLst>
          <pc:docMk/>
          <pc:sldMk cId="0" sldId="314"/>
        </pc:sldMkLst>
      </pc:sldChg>
      <pc:sldChg chg="add">
        <pc:chgData name="Stephane Autreaux" userId="S::stephane.autreaux@supinfo.com::a738c3b6-005b-4b20-bc1a-c071833bb260" providerId="AD" clId="Web-{EED15EB9-E624-770B-7124-4EC1A082FA4D}" dt="2023-12-21T13:49:38.993" v="217"/>
        <pc:sldMkLst>
          <pc:docMk/>
          <pc:sldMk cId="0" sldId="315"/>
        </pc:sldMkLst>
      </pc:sldChg>
      <pc:sldChg chg="add">
        <pc:chgData name="Stephane Autreaux" userId="S::stephane.autreaux@supinfo.com::a738c3b6-005b-4b20-bc1a-c071833bb260" providerId="AD" clId="Web-{EED15EB9-E624-770B-7124-4EC1A082FA4D}" dt="2023-12-21T13:49:38.931" v="216"/>
        <pc:sldMkLst>
          <pc:docMk/>
          <pc:sldMk cId="0" sldId="316"/>
        </pc:sldMkLst>
      </pc:sldChg>
      <pc:sldChg chg="add">
        <pc:chgData name="Stephane Autreaux" userId="S::stephane.autreaux@supinfo.com::a738c3b6-005b-4b20-bc1a-c071833bb260" providerId="AD" clId="Web-{EED15EB9-E624-770B-7124-4EC1A082FA4D}" dt="2023-12-21T13:49:38.853" v="215"/>
        <pc:sldMkLst>
          <pc:docMk/>
          <pc:sldMk cId="0" sldId="317"/>
        </pc:sldMkLst>
      </pc:sldChg>
      <pc:sldChg chg="add">
        <pc:chgData name="Stephane Autreaux" userId="S::stephane.autreaux@supinfo.com::a738c3b6-005b-4b20-bc1a-c071833bb260" providerId="AD" clId="Web-{EED15EB9-E624-770B-7124-4EC1A082FA4D}" dt="2023-12-21T13:49:38.806" v="214"/>
        <pc:sldMkLst>
          <pc:docMk/>
          <pc:sldMk cId="0" sldId="318"/>
        </pc:sldMkLst>
      </pc:sldChg>
      <pc:sldChg chg="add">
        <pc:chgData name="Stephane Autreaux" userId="S::stephane.autreaux@supinfo.com::a738c3b6-005b-4b20-bc1a-c071833bb260" providerId="AD" clId="Web-{EED15EB9-E624-770B-7124-4EC1A082FA4D}" dt="2023-12-21T13:49:38.743" v="213"/>
        <pc:sldMkLst>
          <pc:docMk/>
          <pc:sldMk cId="0" sldId="319"/>
        </pc:sldMkLst>
      </pc:sldChg>
      <pc:sldChg chg="add">
        <pc:chgData name="Stephane Autreaux" userId="S::stephane.autreaux@supinfo.com::a738c3b6-005b-4b20-bc1a-c071833bb260" providerId="AD" clId="Web-{EED15EB9-E624-770B-7124-4EC1A082FA4D}" dt="2023-12-21T13:49:38.681" v="212"/>
        <pc:sldMkLst>
          <pc:docMk/>
          <pc:sldMk cId="0" sldId="320"/>
        </pc:sldMkLst>
      </pc:sldChg>
      <pc:sldChg chg="add">
        <pc:chgData name="Stephane Autreaux" userId="S::stephane.autreaux@supinfo.com::a738c3b6-005b-4b20-bc1a-c071833bb260" providerId="AD" clId="Web-{EED15EB9-E624-770B-7124-4EC1A082FA4D}" dt="2023-12-21T13:49:38.618" v="211"/>
        <pc:sldMkLst>
          <pc:docMk/>
          <pc:sldMk cId="0" sldId="321"/>
        </pc:sldMkLst>
      </pc:sldChg>
      <pc:sldChg chg="add">
        <pc:chgData name="Stephane Autreaux" userId="S::stephane.autreaux@supinfo.com::a738c3b6-005b-4b20-bc1a-c071833bb260" providerId="AD" clId="Web-{EED15EB9-E624-770B-7124-4EC1A082FA4D}" dt="2023-12-21T13:49:38.572" v="210"/>
        <pc:sldMkLst>
          <pc:docMk/>
          <pc:sldMk cId="0" sldId="322"/>
        </pc:sldMkLst>
      </pc:sldChg>
      <pc:sldChg chg="add">
        <pc:chgData name="Stephane Autreaux" userId="S::stephane.autreaux@supinfo.com::a738c3b6-005b-4b20-bc1a-c071833bb260" providerId="AD" clId="Web-{EED15EB9-E624-770B-7124-4EC1A082FA4D}" dt="2023-12-21T13:49:38.525" v="209"/>
        <pc:sldMkLst>
          <pc:docMk/>
          <pc:sldMk cId="0" sldId="323"/>
        </pc:sldMkLst>
      </pc:sldChg>
      <pc:sldChg chg="add">
        <pc:chgData name="Stephane Autreaux" userId="S::stephane.autreaux@supinfo.com::a738c3b6-005b-4b20-bc1a-c071833bb260" providerId="AD" clId="Web-{EED15EB9-E624-770B-7124-4EC1A082FA4D}" dt="2023-12-21T13:49:38.447" v="208"/>
        <pc:sldMkLst>
          <pc:docMk/>
          <pc:sldMk cId="0" sldId="324"/>
        </pc:sldMkLst>
      </pc:sldChg>
      <pc:sldChg chg="add">
        <pc:chgData name="Stephane Autreaux" userId="S::stephane.autreaux@supinfo.com::a738c3b6-005b-4b20-bc1a-c071833bb260" providerId="AD" clId="Web-{EED15EB9-E624-770B-7124-4EC1A082FA4D}" dt="2023-12-21T13:49:38.400" v="207"/>
        <pc:sldMkLst>
          <pc:docMk/>
          <pc:sldMk cId="0" sldId="325"/>
        </pc:sldMkLst>
      </pc:sldChg>
      <pc:sldChg chg="add">
        <pc:chgData name="Stephane Autreaux" userId="S::stephane.autreaux@supinfo.com::a738c3b6-005b-4b20-bc1a-c071833bb260" providerId="AD" clId="Web-{EED15EB9-E624-770B-7124-4EC1A082FA4D}" dt="2023-12-21T13:49:38.353" v="206"/>
        <pc:sldMkLst>
          <pc:docMk/>
          <pc:sldMk cId="0" sldId="326"/>
        </pc:sldMkLst>
      </pc:sldChg>
      <pc:sldChg chg="add">
        <pc:chgData name="Stephane Autreaux" userId="S::stephane.autreaux@supinfo.com::a738c3b6-005b-4b20-bc1a-c071833bb260" providerId="AD" clId="Web-{EED15EB9-E624-770B-7124-4EC1A082FA4D}" dt="2023-12-21T13:49:38.306" v="205"/>
        <pc:sldMkLst>
          <pc:docMk/>
          <pc:sldMk cId="0" sldId="327"/>
        </pc:sldMkLst>
      </pc:sldChg>
      <pc:sldChg chg="add">
        <pc:chgData name="Stephane Autreaux" userId="S::stephane.autreaux@supinfo.com::a738c3b6-005b-4b20-bc1a-c071833bb260" providerId="AD" clId="Web-{EED15EB9-E624-770B-7124-4EC1A082FA4D}" dt="2023-12-21T13:49:38.259" v="204"/>
        <pc:sldMkLst>
          <pc:docMk/>
          <pc:sldMk cId="0" sldId="328"/>
        </pc:sldMkLst>
      </pc:sldChg>
      <pc:sldChg chg="add">
        <pc:chgData name="Stephane Autreaux" userId="S::stephane.autreaux@supinfo.com::a738c3b6-005b-4b20-bc1a-c071833bb260" providerId="AD" clId="Web-{EED15EB9-E624-770B-7124-4EC1A082FA4D}" dt="2023-12-21T13:49:38.212" v="203"/>
        <pc:sldMkLst>
          <pc:docMk/>
          <pc:sldMk cId="0" sldId="329"/>
        </pc:sldMkLst>
      </pc:sldChg>
      <pc:sldChg chg="add">
        <pc:chgData name="Stephane Autreaux" userId="S::stephane.autreaux@supinfo.com::a738c3b6-005b-4b20-bc1a-c071833bb260" providerId="AD" clId="Web-{EED15EB9-E624-770B-7124-4EC1A082FA4D}" dt="2023-12-21T13:49:38.150" v="202"/>
        <pc:sldMkLst>
          <pc:docMk/>
          <pc:sldMk cId="0" sldId="330"/>
        </pc:sldMkLst>
      </pc:sldChg>
      <pc:sldChg chg="add">
        <pc:chgData name="Stephane Autreaux" userId="S::stephane.autreaux@supinfo.com::a738c3b6-005b-4b20-bc1a-c071833bb260" providerId="AD" clId="Web-{EED15EB9-E624-770B-7124-4EC1A082FA4D}" dt="2023-12-21T13:49:38.072" v="201"/>
        <pc:sldMkLst>
          <pc:docMk/>
          <pc:sldMk cId="0" sldId="331"/>
        </pc:sldMkLst>
      </pc:sldChg>
      <pc:sldChg chg="add">
        <pc:chgData name="Stephane Autreaux" userId="S::stephane.autreaux@supinfo.com::a738c3b6-005b-4b20-bc1a-c071833bb260" providerId="AD" clId="Web-{EED15EB9-E624-770B-7124-4EC1A082FA4D}" dt="2023-12-21T13:49:38.009" v="200"/>
        <pc:sldMkLst>
          <pc:docMk/>
          <pc:sldMk cId="0" sldId="332"/>
        </pc:sldMkLst>
      </pc:sldChg>
      <pc:sldChg chg="add">
        <pc:chgData name="Stephane Autreaux" userId="S::stephane.autreaux@supinfo.com::a738c3b6-005b-4b20-bc1a-c071833bb260" providerId="AD" clId="Web-{EED15EB9-E624-770B-7124-4EC1A082FA4D}" dt="2023-12-21T13:49:37.947" v="199"/>
        <pc:sldMkLst>
          <pc:docMk/>
          <pc:sldMk cId="0" sldId="333"/>
        </pc:sldMkLst>
      </pc:sldChg>
      <pc:sldChg chg="add">
        <pc:chgData name="Stephane Autreaux" userId="S::stephane.autreaux@supinfo.com::a738c3b6-005b-4b20-bc1a-c071833bb260" providerId="AD" clId="Web-{EED15EB9-E624-770B-7124-4EC1A082FA4D}" dt="2023-12-21T13:49:37.915" v="198"/>
        <pc:sldMkLst>
          <pc:docMk/>
          <pc:sldMk cId="0" sldId="334"/>
        </pc:sldMkLst>
      </pc:sldChg>
      <pc:sldChg chg="add">
        <pc:chgData name="Stephane Autreaux" userId="S::stephane.autreaux@supinfo.com::a738c3b6-005b-4b20-bc1a-c071833bb260" providerId="AD" clId="Web-{EED15EB9-E624-770B-7124-4EC1A082FA4D}" dt="2023-12-21T13:49:37.853" v="197"/>
        <pc:sldMkLst>
          <pc:docMk/>
          <pc:sldMk cId="0" sldId="335"/>
        </pc:sldMkLst>
      </pc:sldChg>
      <pc:sldChg chg="add">
        <pc:chgData name="Stephane Autreaux" userId="S::stephane.autreaux@supinfo.com::a738c3b6-005b-4b20-bc1a-c071833bb260" providerId="AD" clId="Web-{EED15EB9-E624-770B-7124-4EC1A082FA4D}" dt="2023-12-21T13:49:37.806" v="196"/>
        <pc:sldMkLst>
          <pc:docMk/>
          <pc:sldMk cId="0" sldId="336"/>
        </pc:sldMkLst>
      </pc:sldChg>
      <pc:sldChg chg="add">
        <pc:chgData name="Stephane Autreaux" userId="S::stephane.autreaux@supinfo.com::a738c3b6-005b-4b20-bc1a-c071833bb260" providerId="AD" clId="Web-{EED15EB9-E624-770B-7124-4EC1A082FA4D}" dt="2023-12-21T13:49:37.743" v="195"/>
        <pc:sldMkLst>
          <pc:docMk/>
          <pc:sldMk cId="0" sldId="337"/>
        </pc:sldMkLst>
      </pc:sldChg>
      <pc:sldChg chg="add">
        <pc:chgData name="Stephane Autreaux" userId="S::stephane.autreaux@supinfo.com::a738c3b6-005b-4b20-bc1a-c071833bb260" providerId="AD" clId="Web-{EED15EB9-E624-770B-7124-4EC1A082FA4D}" dt="2023-12-21T13:49:37.697" v="194"/>
        <pc:sldMkLst>
          <pc:docMk/>
          <pc:sldMk cId="0" sldId="338"/>
        </pc:sldMkLst>
      </pc:sldChg>
      <pc:sldChg chg="add">
        <pc:chgData name="Stephane Autreaux" userId="S::stephane.autreaux@supinfo.com::a738c3b6-005b-4b20-bc1a-c071833bb260" providerId="AD" clId="Web-{EED15EB9-E624-770B-7124-4EC1A082FA4D}" dt="2023-12-21T13:49:37.650" v="193"/>
        <pc:sldMkLst>
          <pc:docMk/>
          <pc:sldMk cId="0" sldId="339"/>
        </pc:sldMkLst>
      </pc:sldChg>
      <pc:sldChg chg="add">
        <pc:chgData name="Stephane Autreaux" userId="S::stephane.autreaux@supinfo.com::a738c3b6-005b-4b20-bc1a-c071833bb260" providerId="AD" clId="Web-{EED15EB9-E624-770B-7124-4EC1A082FA4D}" dt="2023-12-21T13:49:37.587" v="192"/>
        <pc:sldMkLst>
          <pc:docMk/>
          <pc:sldMk cId="0" sldId="340"/>
        </pc:sldMkLst>
      </pc:sldChg>
      <pc:sldChg chg="add">
        <pc:chgData name="Stephane Autreaux" userId="S::stephane.autreaux@supinfo.com::a738c3b6-005b-4b20-bc1a-c071833bb260" providerId="AD" clId="Web-{EED15EB9-E624-770B-7124-4EC1A082FA4D}" dt="2023-12-21T13:49:37.540" v="191"/>
        <pc:sldMkLst>
          <pc:docMk/>
          <pc:sldMk cId="0" sldId="341"/>
        </pc:sldMkLst>
      </pc:sldChg>
      <pc:sldChg chg="add">
        <pc:chgData name="Stephane Autreaux" userId="S::stephane.autreaux@supinfo.com::a738c3b6-005b-4b20-bc1a-c071833bb260" providerId="AD" clId="Web-{EED15EB9-E624-770B-7124-4EC1A082FA4D}" dt="2023-12-21T13:49:37.493" v="190"/>
        <pc:sldMkLst>
          <pc:docMk/>
          <pc:sldMk cId="0" sldId="342"/>
        </pc:sldMkLst>
      </pc:sldChg>
      <pc:sldChg chg="add">
        <pc:chgData name="Stephane Autreaux" userId="S::stephane.autreaux@supinfo.com::a738c3b6-005b-4b20-bc1a-c071833bb260" providerId="AD" clId="Web-{EED15EB9-E624-770B-7124-4EC1A082FA4D}" dt="2023-12-21T13:49:37.431" v="189"/>
        <pc:sldMkLst>
          <pc:docMk/>
          <pc:sldMk cId="0" sldId="343"/>
        </pc:sldMkLst>
      </pc:sldChg>
      <pc:sldChg chg="add">
        <pc:chgData name="Stephane Autreaux" userId="S::stephane.autreaux@supinfo.com::a738c3b6-005b-4b20-bc1a-c071833bb260" providerId="AD" clId="Web-{EED15EB9-E624-770B-7124-4EC1A082FA4D}" dt="2023-12-21T13:49:37.368" v="188"/>
        <pc:sldMkLst>
          <pc:docMk/>
          <pc:sldMk cId="0" sldId="344"/>
        </pc:sldMkLst>
      </pc:sldChg>
      <pc:sldChg chg="add">
        <pc:chgData name="Stephane Autreaux" userId="S::stephane.autreaux@supinfo.com::a738c3b6-005b-4b20-bc1a-c071833bb260" providerId="AD" clId="Web-{EED15EB9-E624-770B-7124-4EC1A082FA4D}" dt="2023-12-21T13:49:37.322" v="187"/>
        <pc:sldMkLst>
          <pc:docMk/>
          <pc:sldMk cId="0" sldId="345"/>
        </pc:sldMkLst>
      </pc:sldChg>
      <pc:sldChg chg="add">
        <pc:chgData name="Stephane Autreaux" userId="S::stephane.autreaux@supinfo.com::a738c3b6-005b-4b20-bc1a-c071833bb260" providerId="AD" clId="Web-{EED15EB9-E624-770B-7124-4EC1A082FA4D}" dt="2023-12-21T13:49:37.259" v="186"/>
        <pc:sldMkLst>
          <pc:docMk/>
          <pc:sldMk cId="0" sldId="346"/>
        </pc:sldMkLst>
      </pc:sldChg>
      <pc:sldChg chg="add">
        <pc:chgData name="Stephane Autreaux" userId="S::stephane.autreaux@supinfo.com::a738c3b6-005b-4b20-bc1a-c071833bb260" providerId="AD" clId="Web-{EED15EB9-E624-770B-7124-4EC1A082FA4D}" dt="2023-12-21T13:49:37.181" v="185"/>
        <pc:sldMkLst>
          <pc:docMk/>
          <pc:sldMk cId="0" sldId="347"/>
        </pc:sldMkLst>
      </pc:sldChg>
      <pc:sldChg chg="add">
        <pc:chgData name="Stephane Autreaux" userId="S::stephane.autreaux@supinfo.com::a738c3b6-005b-4b20-bc1a-c071833bb260" providerId="AD" clId="Web-{EED15EB9-E624-770B-7124-4EC1A082FA4D}" dt="2023-12-21T13:49:37.150" v="184"/>
        <pc:sldMkLst>
          <pc:docMk/>
          <pc:sldMk cId="0" sldId="348"/>
        </pc:sldMkLst>
      </pc:sldChg>
      <pc:sldChg chg="add">
        <pc:chgData name="Stephane Autreaux" userId="S::stephane.autreaux@supinfo.com::a738c3b6-005b-4b20-bc1a-c071833bb260" providerId="AD" clId="Web-{EED15EB9-E624-770B-7124-4EC1A082FA4D}" dt="2023-12-21T13:49:37.040" v="182"/>
        <pc:sldMkLst>
          <pc:docMk/>
          <pc:sldMk cId="0" sldId="350"/>
        </pc:sldMkLst>
      </pc:sldChg>
      <pc:sldChg chg="add">
        <pc:chgData name="Stephane Autreaux" userId="S::stephane.autreaux@supinfo.com::a738c3b6-005b-4b20-bc1a-c071833bb260" providerId="AD" clId="Web-{EED15EB9-E624-770B-7124-4EC1A082FA4D}" dt="2023-12-21T13:49:36.962" v="181"/>
        <pc:sldMkLst>
          <pc:docMk/>
          <pc:sldMk cId="0" sldId="351"/>
        </pc:sldMkLst>
      </pc:sldChg>
      <pc:sldChg chg="add">
        <pc:chgData name="Stephane Autreaux" userId="S::stephane.autreaux@supinfo.com::a738c3b6-005b-4b20-bc1a-c071833bb260" providerId="AD" clId="Web-{EED15EB9-E624-770B-7124-4EC1A082FA4D}" dt="2023-12-21T13:49:36.931" v="180"/>
        <pc:sldMkLst>
          <pc:docMk/>
          <pc:sldMk cId="0" sldId="352"/>
        </pc:sldMkLst>
      </pc:sldChg>
      <pc:sldChg chg="add">
        <pc:chgData name="Stephane Autreaux" userId="S::stephane.autreaux@supinfo.com::a738c3b6-005b-4b20-bc1a-c071833bb260" providerId="AD" clId="Web-{EED15EB9-E624-770B-7124-4EC1A082FA4D}" dt="2023-12-21T13:49:36.853" v="179"/>
        <pc:sldMkLst>
          <pc:docMk/>
          <pc:sldMk cId="0" sldId="353"/>
        </pc:sldMkLst>
      </pc:sldChg>
      <pc:sldChg chg="add">
        <pc:chgData name="Stephane Autreaux" userId="S::stephane.autreaux@supinfo.com::a738c3b6-005b-4b20-bc1a-c071833bb260" providerId="AD" clId="Web-{EED15EB9-E624-770B-7124-4EC1A082FA4D}" dt="2023-12-21T13:49:36.790" v="178"/>
        <pc:sldMkLst>
          <pc:docMk/>
          <pc:sldMk cId="0" sldId="354"/>
        </pc:sldMkLst>
      </pc:sldChg>
      <pc:sldChg chg="add">
        <pc:chgData name="Stephane Autreaux" userId="S::stephane.autreaux@supinfo.com::a738c3b6-005b-4b20-bc1a-c071833bb260" providerId="AD" clId="Web-{EED15EB9-E624-770B-7124-4EC1A082FA4D}" dt="2023-12-21T13:49:36.743" v="177"/>
        <pc:sldMkLst>
          <pc:docMk/>
          <pc:sldMk cId="0" sldId="355"/>
        </pc:sldMkLst>
      </pc:sldChg>
      <pc:sldChg chg="add">
        <pc:chgData name="Stephane Autreaux" userId="S::stephane.autreaux@supinfo.com::a738c3b6-005b-4b20-bc1a-c071833bb260" providerId="AD" clId="Web-{EED15EB9-E624-770B-7124-4EC1A082FA4D}" dt="2023-12-21T13:49:36.697" v="176"/>
        <pc:sldMkLst>
          <pc:docMk/>
          <pc:sldMk cId="0" sldId="356"/>
        </pc:sldMkLst>
      </pc:sldChg>
      <pc:sldChg chg="add">
        <pc:chgData name="Stephane Autreaux" userId="S::stephane.autreaux@supinfo.com::a738c3b6-005b-4b20-bc1a-c071833bb260" providerId="AD" clId="Web-{EED15EB9-E624-770B-7124-4EC1A082FA4D}" dt="2023-12-21T13:49:36.650" v="175"/>
        <pc:sldMkLst>
          <pc:docMk/>
          <pc:sldMk cId="0" sldId="357"/>
        </pc:sldMkLst>
      </pc:sldChg>
      <pc:sldChg chg="add">
        <pc:chgData name="Stephane Autreaux" userId="S::stephane.autreaux@supinfo.com::a738c3b6-005b-4b20-bc1a-c071833bb260" providerId="AD" clId="Web-{EED15EB9-E624-770B-7124-4EC1A082FA4D}" dt="2023-12-21T13:49:36.603" v="174"/>
        <pc:sldMkLst>
          <pc:docMk/>
          <pc:sldMk cId="0" sldId="358"/>
        </pc:sldMkLst>
      </pc:sldChg>
      <pc:sldChg chg="add">
        <pc:chgData name="Stephane Autreaux" userId="S::stephane.autreaux@supinfo.com::a738c3b6-005b-4b20-bc1a-c071833bb260" providerId="AD" clId="Web-{EED15EB9-E624-770B-7124-4EC1A082FA4D}" dt="2023-12-21T13:49:36.540" v="173"/>
        <pc:sldMkLst>
          <pc:docMk/>
          <pc:sldMk cId="0" sldId="359"/>
        </pc:sldMkLst>
      </pc:sldChg>
      <pc:sldChg chg="add">
        <pc:chgData name="Stephane Autreaux" userId="S::stephane.autreaux@supinfo.com::a738c3b6-005b-4b20-bc1a-c071833bb260" providerId="AD" clId="Web-{EED15EB9-E624-770B-7124-4EC1A082FA4D}" dt="2023-12-21T13:49:36.478" v="172"/>
        <pc:sldMkLst>
          <pc:docMk/>
          <pc:sldMk cId="0" sldId="360"/>
        </pc:sldMkLst>
      </pc:sldChg>
      <pc:sldChg chg="add">
        <pc:chgData name="Stephane Autreaux" userId="S::stephane.autreaux@supinfo.com::a738c3b6-005b-4b20-bc1a-c071833bb260" providerId="AD" clId="Web-{EED15EB9-E624-770B-7124-4EC1A082FA4D}" dt="2023-12-21T13:49:36.447" v="171"/>
        <pc:sldMkLst>
          <pc:docMk/>
          <pc:sldMk cId="0" sldId="361"/>
        </pc:sldMkLst>
      </pc:sldChg>
      <pc:sldChg chg="add">
        <pc:chgData name="Stephane Autreaux" userId="S::stephane.autreaux@supinfo.com::a738c3b6-005b-4b20-bc1a-c071833bb260" providerId="AD" clId="Web-{EED15EB9-E624-770B-7124-4EC1A082FA4D}" dt="2023-12-21T13:49:36.400" v="170"/>
        <pc:sldMkLst>
          <pc:docMk/>
          <pc:sldMk cId="0" sldId="362"/>
        </pc:sldMkLst>
      </pc:sldChg>
      <pc:sldChg chg="add">
        <pc:chgData name="Stephane Autreaux" userId="S::stephane.autreaux@supinfo.com::a738c3b6-005b-4b20-bc1a-c071833bb260" providerId="AD" clId="Web-{EED15EB9-E624-770B-7124-4EC1A082FA4D}" dt="2023-12-21T13:49:36.353" v="169"/>
        <pc:sldMkLst>
          <pc:docMk/>
          <pc:sldMk cId="0" sldId="363"/>
        </pc:sldMkLst>
      </pc:sldChg>
      <pc:sldChg chg="add">
        <pc:chgData name="Stephane Autreaux" userId="S::stephane.autreaux@supinfo.com::a738c3b6-005b-4b20-bc1a-c071833bb260" providerId="AD" clId="Web-{EED15EB9-E624-770B-7124-4EC1A082FA4D}" dt="2023-12-21T13:49:36.275" v="168"/>
        <pc:sldMkLst>
          <pc:docMk/>
          <pc:sldMk cId="0" sldId="364"/>
        </pc:sldMkLst>
      </pc:sldChg>
      <pc:sldChg chg="add">
        <pc:chgData name="Stephane Autreaux" userId="S::stephane.autreaux@supinfo.com::a738c3b6-005b-4b20-bc1a-c071833bb260" providerId="AD" clId="Web-{EED15EB9-E624-770B-7124-4EC1A082FA4D}" dt="2023-12-21T13:49:36.228" v="167"/>
        <pc:sldMkLst>
          <pc:docMk/>
          <pc:sldMk cId="0" sldId="365"/>
        </pc:sldMkLst>
      </pc:sldChg>
      <pc:sldChg chg="add">
        <pc:chgData name="Stephane Autreaux" userId="S::stephane.autreaux@supinfo.com::a738c3b6-005b-4b20-bc1a-c071833bb260" providerId="AD" clId="Web-{EED15EB9-E624-770B-7124-4EC1A082FA4D}" dt="2023-12-21T13:49:36.165" v="166"/>
        <pc:sldMkLst>
          <pc:docMk/>
          <pc:sldMk cId="0" sldId="366"/>
        </pc:sldMkLst>
      </pc:sldChg>
      <pc:sldChg chg="add">
        <pc:chgData name="Stephane Autreaux" userId="S::stephane.autreaux@supinfo.com::a738c3b6-005b-4b20-bc1a-c071833bb260" providerId="AD" clId="Web-{EED15EB9-E624-770B-7124-4EC1A082FA4D}" dt="2023-12-21T13:49:36.118" v="165"/>
        <pc:sldMkLst>
          <pc:docMk/>
          <pc:sldMk cId="0" sldId="367"/>
        </pc:sldMkLst>
      </pc:sldChg>
      <pc:sldChg chg="add">
        <pc:chgData name="Stephane Autreaux" userId="S::stephane.autreaux@supinfo.com::a738c3b6-005b-4b20-bc1a-c071833bb260" providerId="AD" clId="Web-{EED15EB9-E624-770B-7124-4EC1A082FA4D}" dt="2023-12-21T13:49:36.040" v="164"/>
        <pc:sldMkLst>
          <pc:docMk/>
          <pc:sldMk cId="0" sldId="368"/>
        </pc:sldMkLst>
      </pc:sldChg>
      <pc:sldChg chg="add">
        <pc:chgData name="Stephane Autreaux" userId="S::stephane.autreaux@supinfo.com::a738c3b6-005b-4b20-bc1a-c071833bb260" providerId="AD" clId="Web-{EED15EB9-E624-770B-7124-4EC1A082FA4D}" dt="2023-12-21T13:49:35.993" v="163"/>
        <pc:sldMkLst>
          <pc:docMk/>
          <pc:sldMk cId="0" sldId="369"/>
        </pc:sldMkLst>
      </pc:sldChg>
      <pc:sldChg chg="add">
        <pc:chgData name="Stephane Autreaux" userId="S::stephane.autreaux@supinfo.com::a738c3b6-005b-4b20-bc1a-c071833bb260" providerId="AD" clId="Web-{EED15EB9-E624-770B-7124-4EC1A082FA4D}" dt="2023-12-21T13:49:35.931" v="162"/>
        <pc:sldMkLst>
          <pc:docMk/>
          <pc:sldMk cId="0" sldId="370"/>
        </pc:sldMkLst>
      </pc:sldChg>
      <pc:sldChg chg="add">
        <pc:chgData name="Stephane Autreaux" userId="S::stephane.autreaux@supinfo.com::a738c3b6-005b-4b20-bc1a-c071833bb260" providerId="AD" clId="Web-{EED15EB9-E624-770B-7124-4EC1A082FA4D}" dt="2023-12-21T13:49:35.884" v="161"/>
        <pc:sldMkLst>
          <pc:docMk/>
          <pc:sldMk cId="0" sldId="371"/>
        </pc:sldMkLst>
      </pc:sldChg>
      <pc:sldChg chg="add">
        <pc:chgData name="Stephane Autreaux" userId="S::stephane.autreaux@supinfo.com::a738c3b6-005b-4b20-bc1a-c071833bb260" providerId="AD" clId="Web-{EED15EB9-E624-770B-7124-4EC1A082FA4D}" dt="2023-12-21T13:49:35.853" v="160"/>
        <pc:sldMkLst>
          <pc:docMk/>
          <pc:sldMk cId="0" sldId="372"/>
        </pc:sldMkLst>
      </pc:sldChg>
      <pc:sldChg chg="add">
        <pc:chgData name="Stephane Autreaux" userId="S::stephane.autreaux@supinfo.com::a738c3b6-005b-4b20-bc1a-c071833bb260" providerId="AD" clId="Web-{EED15EB9-E624-770B-7124-4EC1A082FA4D}" dt="2023-12-21T13:49:35.759" v="159"/>
        <pc:sldMkLst>
          <pc:docMk/>
          <pc:sldMk cId="0" sldId="373"/>
        </pc:sldMkLst>
      </pc:sldChg>
      <pc:sldChg chg="add">
        <pc:chgData name="Stephane Autreaux" userId="S::stephane.autreaux@supinfo.com::a738c3b6-005b-4b20-bc1a-c071833bb260" providerId="AD" clId="Web-{EED15EB9-E624-770B-7124-4EC1A082FA4D}" dt="2023-12-21T13:49:35.696" v="158"/>
        <pc:sldMkLst>
          <pc:docMk/>
          <pc:sldMk cId="0" sldId="374"/>
        </pc:sldMkLst>
      </pc:sldChg>
      <pc:sldChg chg="add">
        <pc:chgData name="Stephane Autreaux" userId="S::stephane.autreaux@supinfo.com::a738c3b6-005b-4b20-bc1a-c071833bb260" providerId="AD" clId="Web-{EED15EB9-E624-770B-7124-4EC1A082FA4D}" dt="2023-12-21T13:49:35.587" v="157"/>
        <pc:sldMkLst>
          <pc:docMk/>
          <pc:sldMk cId="0" sldId="375"/>
        </pc:sldMkLst>
      </pc:sldChg>
      <pc:sldChg chg="add">
        <pc:chgData name="Stephane Autreaux" userId="S::stephane.autreaux@supinfo.com::a738c3b6-005b-4b20-bc1a-c071833bb260" providerId="AD" clId="Web-{EED15EB9-E624-770B-7124-4EC1A082FA4D}" dt="2023-12-21T13:49:35.525" v="156"/>
        <pc:sldMkLst>
          <pc:docMk/>
          <pc:sldMk cId="0" sldId="376"/>
        </pc:sldMkLst>
      </pc:sldChg>
      <pc:sldChg chg="add">
        <pc:chgData name="Stephane Autreaux" userId="S::stephane.autreaux@supinfo.com::a738c3b6-005b-4b20-bc1a-c071833bb260" providerId="AD" clId="Web-{EED15EB9-E624-770B-7124-4EC1A082FA4D}" dt="2023-12-21T13:49:35.478" v="155"/>
        <pc:sldMkLst>
          <pc:docMk/>
          <pc:sldMk cId="0" sldId="377"/>
        </pc:sldMkLst>
      </pc:sldChg>
      <pc:sldChg chg="add">
        <pc:chgData name="Stephane Autreaux" userId="S::stephane.autreaux@supinfo.com::a738c3b6-005b-4b20-bc1a-c071833bb260" providerId="AD" clId="Web-{EED15EB9-E624-770B-7124-4EC1A082FA4D}" dt="2023-12-21T13:49:35.415" v="154"/>
        <pc:sldMkLst>
          <pc:docMk/>
          <pc:sldMk cId="0" sldId="378"/>
        </pc:sldMkLst>
      </pc:sldChg>
      <pc:sldChg chg="add">
        <pc:chgData name="Stephane Autreaux" userId="S::stephane.autreaux@supinfo.com::a738c3b6-005b-4b20-bc1a-c071833bb260" providerId="AD" clId="Web-{EED15EB9-E624-770B-7124-4EC1A082FA4D}" dt="2023-12-21T13:49:35.384" v="153"/>
        <pc:sldMkLst>
          <pc:docMk/>
          <pc:sldMk cId="0" sldId="379"/>
        </pc:sldMkLst>
      </pc:sldChg>
      <pc:sldChg chg="add">
        <pc:chgData name="Stephane Autreaux" userId="S::stephane.autreaux@supinfo.com::a738c3b6-005b-4b20-bc1a-c071833bb260" providerId="AD" clId="Web-{EED15EB9-E624-770B-7124-4EC1A082FA4D}" dt="2023-12-21T13:49:35.337" v="152"/>
        <pc:sldMkLst>
          <pc:docMk/>
          <pc:sldMk cId="0" sldId="380"/>
        </pc:sldMkLst>
      </pc:sldChg>
      <pc:sldChg chg="add">
        <pc:chgData name="Stephane Autreaux" userId="S::stephane.autreaux@supinfo.com::a738c3b6-005b-4b20-bc1a-c071833bb260" providerId="AD" clId="Web-{EED15EB9-E624-770B-7124-4EC1A082FA4D}" dt="2023-12-21T13:49:35.290" v="151"/>
        <pc:sldMkLst>
          <pc:docMk/>
          <pc:sldMk cId="0" sldId="381"/>
        </pc:sldMkLst>
      </pc:sldChg>
      <pc:sldChg chg="add">
        <pc:chgData name="Stephane Autreaux" userId="S::stephane.autreaux@supinfo.com::a738c3b6-005b-4b20-bc1a-c071833bb260" providerId="AD" clId="Web-{EED15EB9-E624-770B-7124-4EC1A082FA4D}" dt="2023-12-21T13:49:35.243" v="150"/>
        <pc:sldMkLst>
          <pc:docMk/>
          <pc:sldMk cId="0" sldId="382"/>
        </pc:sldMkLst>
      </pc:sldChg>
      <pc:sldChg chg="add">
        <pc:chgData name="Stephane Autreaux" userId="S::stephane.autreaux@supinfo.com::a738c3b6-005b-4b20-bc1a-c071833bb260" providerId="AD" clId="Web-{EED15EB9-E624-770B-7124-4EC1A082FA4D}" dt="2023-12-21T13:49:35.212" v="149"/>
        <pc:sldMkLst>
          <pc:docMk/>
          <pc:sldMk cId="0" sldId="383"/>
        </pc:sldMkLst>
      </pc:sldChg>
      <pc:sldChg chg="add">
        <pc:chgData name="Stephane Autreaux" userId="S::stephane.autreaux@supinfo.com::a738c3b6-005b-4b20-bc1a-c071833bb260" providerId="AD" clId="Web-{EED15EB9-E624-770B-7124-4EC1A082FA4D}" dt="2023-12-21T13:49:35.165" v="148"/>
        <pc:sldMkLst>
          <pc:docMk/>
          <pc:sldMk cId="0" sldId="384"/>
        </pc:sldMkLst>
      </pc:sldChg>
      <pc:sldChg chg="add">
        <pc:chgData name="Stephane Autreaux" userId="S::stephane.autreaux@supinfo.com::a738c3b6-005b-4b20-bc1a-c071833bb260" providerId="AD" clId="Web-{EED15EB9-E624-770B-7124-4EC1A082FA4D}" dt="2023-12-21T13:49:35.103" v="147"/>
        <pc:sldMkLst>
          <pc:docMk/>
          <pc:sldMk cId="0" sldId="385"/>
        </pc:sldMkLst>
      </pc:sldChg>
      <pc:sldChg chg="add">
        <pc:chgData name="Stephane Autreaux" userId="S::stephane.autreaux@supinfo.com::a738c3b6-005b-4b20-bc1a-c071833bb260" providerId="AD" clId="Web-{EED15EB9-E624-770B-7124-4EC1A082FA4D}" dt="2023-12-21T13:49:35.040" v="146"/>
        <pc:sldMkLst>
          <pc:docMk/>
          <pc:sldMk cId="0" sldId="386"/>
        </pc:sldMkLst>
      </pc:sldChg>
      <pc:sldChg chg="add">
        <pc:chgData name="Stephane Autreaux" userId="S::stephane.autreaux@supinfo.com::a738c3b6-005b-4b20-bc1a-c071833bb260" providerId="AD" clId="Web-{EED15EB9-E624-770B-7124-4EC1A082FA4D}" dt="2023-12-21T13:49:34.978" v="145"/>
        <pc:sldMkLst>
          <pc:docMk/>
          <pc:sldMk cId="0" sldId="387"/>
        </pc:sldMkLst>
      </pc:sldChg>
      <pc:sldChg chg="add">
        <pc:chgData name="Stephane Autreaux" userId="S::stephane.autreaux@supinfo.com::a738c3b6-005b-4b20-bc1a-c071833bb260" providerId="AD" clId="Web-{EED15EB9-E624-770B-7124-4EC1A082FA4D}" dt="2023-12-21T13:49:34.946" v="144"/>
        <pc:sldMkLst>
          <pc:docMk/>
          <pc:sldMk cId="0" sldId="388"/>
        </pc:sldMkLst>
      </pc:sldChg>
      <pc:sldChg chg="add">
        <pc:chgData name="Stephane Autreaux" userId="S::stephane.autreaux@supinfo.com::a738c3b6-005b-4b20-bc1a-c071833bb260" providerId="AD" clId="Web-{EED15EB9-E624-770B-7124-4EC1A082FA4D}" dt="2023-12-21T13:49:34.884" v="143"/>
        <pc:sldMkLst>
          <pc:docMk/>
          <pc:sldMk cId="0" sldId="389"/>
        </pc:sldMkLst>
      </pc:sldChg>
      <pc:sldChg chg="add">
        <pc:chgData name="Stephane Autreaux" userId="S::stephane.autreaux@supinfo.com::a738c3b6-005b-4b20-bc1a-c071833bb260" providerId="AD" clId="Web-{EED15EB9-E624-770B-7124-4EC1A082FA4D}" dt="2023-12-21T13:49:34.837" v="142"/>
        <pc:sldMkLst>
          <pc:docMk/>
          <pc:sldMk cId="0" sldId="390"/>
        </pc:sldMkLst>
      </pc:sldChg>
      <pc:sldChg chg="add">
        <pc:chgData name="Stephane Autreaux" userId="S::stephane.autreaux@supinfo.com::a738c3b6-005b-4b20-bc1a-c071833bb260" providerId="AD" clId="Web-{EED15EB9-E624-770B-7124-4EC1A082FA4D}" dt="2023-12-21T13:49:34.790" v="141"/>
        <pc:sldMkLst>
          <pc:docMk/>
          <pc:sldMk cId="0" sldId="391"/>
        </pc:sldMkLst>
      </pc:sldChg>
      <pc:sldChg chg="add">
        <pc:chgData name="Stephane Autreaux" userId="S::stephane.autreaux@supinfo.com::a738c3b6-005b-4b20-bc1a-c071833bb260" providerId="AD" clId="Web-{EED15EB9-E624-770B-7124-4EC1A082FA4D}" dt="2023-12-21T13:49:34.743" v="140"/>
        <pc:sldMkLst>
          <pc:docMk/>
          <pc:sldMk cId="0" sldId="392"/>
        </pc:sldMkLst>
      </pc:sldChg>
      <pc:sldChg chg="add">
        <pc:chgData name="Stephane Autreaux" userId="S::stephane.autreaux@supinfo.com::a738c3b6-005b-4b20-bc1a-c071833bb260" providerId="AD" clId="Web-{EED15EB9-E624-770B-7124-4EC1A082FA4D}" dt="2023-12-21T13:49:34.696" v="139"/>
        <pc:sldMkLst>
          <pc:docMk/>
          <pc:sldMk cId="0" sldId="393"/>
        </pc:sldMkLst>
      </pc:sldChg>
      <pc:sldChg chg="add">
        <pc:chgData name="Stephane Autreaux" userId="S::stephane.autreaux@supinfo.com::a738c3b6-005b-4b20-bc1a-c071833bb260" providerId="AD" clId="Web-{EED15EB9-E624-770B-7124-4EC1A082FA4D}" dt="2023-12-21T13:49:34.650" v="138"/>
        <pc:sldMkLst>
          <pc:docMk/>
          <pc:sldMk cId="0" sldId="394"/>
        </pc:sldMkLst>
      </pc:sldChg>
      <pc:sldChg chg="add">
        <pc:chgData name="Stephane Autreaux" userId="S::stephane.autreaux@supinfo.com::a738c3b6-005b-4b20-bc1a-c071833bb260" providerId="AD" clId="Web-{EED15EB9-E624-770B-7124-4EC1A082FA4D}" dt="2023-12-21T13:49:34.603" v="137"/>
        <pc:sldMkLst>
          <pc:docMk/>
          <pc:sldMk cId="0" sldId="395"/>
        </pc:sldMkLst>
      </pc:sldChg>
      <pc:sldChg chg="add">
        <pc:chgData name="Stephane Autreaux" userId="S::stephane.autreaux@supinfo.com::a738c3b6-005b-4b20-bc1a-c071833bb260" providerId="AD" clId="Web-{EED15EB9-E624-770B-7124-4EC1A082FA4D}" dt="2023-12-21T13:49:34.556" v="136"/>
        <pc:sldMkLst>
          <pc:docMk/>
          <pc:sldMk cId="0" sldId="396"/>
        </pc:sldMkLst>
      </pc:sldChg>
      <pc:sldChg chg="add">
        <pc:chgData name="Stephane Autreaux" userId="S::stephane.autreaux@supinfo.com::a738c3b6-005b-4b20-bc1a-c071833bb260" providerId="AD" clId="Web-{EED15EB9-E624-770B-7124-4EC1A082FA4D}" dt="2023-12-21T13:49:34.509" v="135"/>
        <pc:sldMkLst>
          <pc:docMk/>
          <pc:sldMk cId="0" sldId="397"/>
        </pc:sldMkLst>
      </pc:sldChg>
      <pc:sldChg chg="add">
        <pc:chgData name="Stephane Autreaux" userId="S::stephane.autreaux@supinfo.com::a738c3b6-005b-4b20-bc1a-c071833bb260" providerId="AD" clId="Web-{EED15EB9-E624-770B-7124-4EC1A082FA4D}" dt="2023-12-21T13:49:34.462" v="134"/>
        <pc:sldMkLst>
          <pc:docMk/>
          <pc:sldMk cId="0" sldId="398"/>
        </pc:sldMkLst>
      </pc:sldChg>
      <pc:sldChg chg="add">
        <pc:chgData name="Stephane Autreaux" userId="S::stephane.autreaux@supinfo.com::a738c3b6-005b-4b20-bc1a-c071833bb260" providerId="AD" clId="Web-{EED15EB9-E624-770B-7124-4EC1A082FA4D}" dt="2023-12-21T13:49:34.415" v="133"/>
        <pc:sldMkLst>
          <pc:docMk/>
          <pc:sldMk cId="0" sldId="399"/>
        </pc:sldMkLst>
      </pc:sldChg>
      <pc:sldChg chg="add">
        <pc:chgData name="Stephane Autreaux" userId="S::stephane.autreaux@supinfo.com::a738c3b6-005b-4b20-bc1a-c071833bb260" providerId="AD" clId="Web-{EED15EB9-E624-770B-7124-4EC1A082FA4D}" dt="2023-12-21T13:49:34.368" v="132"/>
        <pc:sldMkLst>
          <pc:docMk/>
          <pc:sldMk cId="0" sldId="400"/>
        </pc:sldMkLst>
      </pc:sldChg>
      <pc:sldChg chg="add">
        <pc:chgData name="Stephane Autreaux" userId="S::stephane.autreaux@supinfo.com::a738c3b6-005b-4b20-bc1a-c071833bb260" providerId="AD" clId="Web-{EED15EB9-E624-770B-7124-4EC1A082FA4D}" dt="2023-12-21T13:49:34.337" v="131"/>
        <pc:sldMkLst>
          <pc:docMk/>
          <pc:sldMk cId="0" sldId="401"/>
        </pc:sldMkLst>
      </pc:sldChg>
      <pc:sldChg chg="add">
        <pc:chgData name="Stephane Autreaux" userId="S::stephane.autreaux@supinfo.com::a738c3b6-005b-4b20-bc1a-c071833bb260" providerId="AD" clId="Web-{EED15EB9-E624-770B-7124-4EC1A082FA4D}" dt="2023-12-21T13:49:34.290" v="130"/>
        <pc:sldMkLst>
          <pc:docMk/>
          <pc:sldMk cId="0" sldId="402"/>
        </pc:sldMkLst>
      </pc:sldChg>
      <pc:sldChg chg="add">
        <pc:chgData name="Stephane Autreaux" userId="S::stephane.autreaux@supinfo.com::a738c3b6-005b-4b20-bc1a-c071833bb260" providerId="AD" clId="Web-{EED15EB9-E624-770B-7124-4EC1A082FA4D}" dt="2023-12-21T13:49:34.228" v="129"/>
        <pc:sldMkLst>
          <pc:docMk/>
          <pc:sldMk cId="0" sldId="403"/>
        </pc:sldMkLst>
      </pc:sldChg>
      <pc:sldChg chg="add">
        <pc:chgData name="Stephane Autreaux" userId="S::stephane.autreaux@supinfo.com::a738c3b6-005b-4b20-bc1a-c071833bb260" providerId="AD" clId="Web-{EED15EB9-E624-770B-7124-4EC1A082FA4D}" dt="2023-12-21T13:49:34.181" v="128"/>
        <pc:sldMkLst>
          <pc:docMk/>
          <pc:sldMk cId="0" sldId="404"/>
        </pc:sldMkLst>
      </pc:sldChg>
      <pc:sldChg chg="add">
        <pc:chgData name="Stephane Autreaux" userId="S::stephane.autreaux@supinfo.com::a738c3b6-005b-4b20-bc1a-c071833bb260" providerId="AD" clId="Web-{EED15EB9-E624-770B-7124-4EC1A082FA4D}" dt="2023-12-21T13:49:34.103" v="127"/>
        <pc:sldMkLst>
          <pc:docMk/>
          <pc:sldMk cId="0" sldId="405"/>
        </pc:sldMkLst>
      </pc:sldChg>
      <pc:sldChg chg="add">
        <pc:chgData name="Stephane Autreaux" userId="S::stephane.autreaux@supinfo.com::a738c3b6-005b-4b20-bc1a-c071833bb260" providerId="AD" clId="Web-{EED15EB9-E624-770B-7124-4EC1A082FA4D}" dt="2023-12-21T13:49:34.056" v="126"/>
        <pc:sldMkLst>
          <pc:docMk/>
          <pc:sldMk cId="0" sldId="406"/>
        </pc:sldMkLst>
      </pc:sldChg>
      <pc:sldChg chg="add">
        <pc:chgData name="Stephane Autreaux" userId="S::stephane.autreaux@supinfo.com::a738c3b6-005b-4b20-bc1a-c071833bb260" providerId="AD" clId="Web-{EED15EB9-E624-770B-7124-4EC1A082FA4D}" dt="2023-12-21T13:49:33.994" v="125"/>
        <pc:sldMkLst>
          <pc:docMk/>
          <pc:sldMk cId="0" sldId="407"/>
        </pc:sldMkLst>
      </pc:sldChg>
      <pc:sldChg chg="add">
        <pc:chgData name="Stephane Autreaux" userId="S::stephane.autreaux@supinfo.com::a738c3b6-005b-4b20-bc1a-c071833bb260" providerId="AD" clId="Web-{EED15EB9-E624-770B-7124-4EC1A082FA4D}" dt="2023-12-21T13:49:33.931" v="124"/>
        <pc:sldMkLst>
          <pc:docMk/>
          <pc:sldMk cId="0" sldId="408"/>
        </pc:sldMkLst>
      </pc:sldChg>
      <pc:sldChg chg="add">
        <pc:chgData name="Stephane Autreaux" userId="S::stephane.autreaux@supinfo.com::a738c3b6-005b-4b20-bc1a-c071833bb260" providerId="AD" clId="Web-{EED15EB9-E624-770B-7124-4EC1A082FA4D}" dt="2023-12-21T13:49:33.868" v="123"/>
        <pc:sldMkLst>
          <pc:docMk/>
          <pc:sldMk cId="0" sldId="409"/>
        </pc:sldMkLst>
      </pc:sldChg>
      <pc:sldChg chg="add">
        <pc:chgData name="Stephane Autreaux" userId="S::stephane.autreaux@supinfo.com::a738c3b6-005b-4b20-bc1a-c071833bb260" providerId="AD" clId="Web-{EED15EB9-E624-770B-7124-4EC1A082FA4D}" dt="2023-12-21T13:49:33.806" v="122"/>
        <pc:sldMkLst>
          <pc:docMk/>
          <pc:sldMk cId="0" sldId="410"/>
        </pc:sldMkLst>
      </pc:sldChg>
      <pc:sldChg chg="add">
        <pc:chgData name="Stephane Autreaux" userId="S::stephane.autreaux@supinfo.com::a738c3b6-005b-4b20-bc1a-c071833bb260" providerId="AD" clId="Web-{EED15EB9-E624-770B-7124-4EC1A082FA4D}" dt="2023-12-21T13:49:33.759" v="121"/>
        <pc:sldMkLst>
          <pc:docMk/>
          <pc:sldMk cId="0" sldId="411"/>
        </pc:sldMkLst>
      </pc:sldChg>
      <pc:sldChg chg="add">
        <pc:chgData name="Stephane Autreaux" userId="S::stephane.autreaux@supinfo.com::a738c3b6-005b-4b20-bc1a-c071833bb260" providerId="AD" clId="Web-{EED15EB9-E624-770B-7124-4EC1A082FA4D}" dt="2023-12-21T13:49:33.712" v="120"/>
        <pc:sldMkLst>
          <pc:docMk/>
          <pc:sldMk cId="0" sldId="412"/>
        </pc:sldMkLst>
      </pc:sldChg>
      <pc:sldChg chg="add">
        <pc:chgData name="Stephane Autreaux" userId="S::stephane.autreaux@supinfo.com::a738c3b6-005b-4b20-bc1a-c071833bb260" providerId="AD" clId="Web-{EED15EB9-E624-770B-7124-4EC1A082FA4D}" dt="2023-12-21T13:49:33.650" v="119"/>
        <pc:sldMkLst>
          <pc:docMk/>
          <pc:sldMk cId="0" sldId="413"/>
        </pc:sldMkLst>
      </pc:sldChg>
      <pc:sldChg chg="add">
        <pc:chgData name="Stephane Autreaux" userId="S::stephane.autreaux@supinfo.com::a738c3b6-005b-4b20-bc1a-c071833bb260" providerId="AD" clId="Web-{EED15EB9-E624-770B-7124-4EC1A082FA4D}" dt="2023-12-21T13:49:33.618" v="118"/>
        <pc:sldMkLst>
          <pc:docMk/>
          <pc:sldMk cId="0" sldId="414"/>
        </pc:sldMkLst>
      </pc:sldChg>
      <pc:sldChg chg="add">
        <pc:chgData name="Stephane Autreaux" userId="S::stephane.autreaux@supinfo.com::a738c3b6-005b-4b20-bc1a-c071833bb260" providerId="AD" clId="Web-{EED15EB9-E624-770B-7124-4EC1A082FA4D}" dt="2023-12-21T13:49:33.571" v="117"/>
        <pc:sldMkLst>
          <pc:docMk/>
          <pc:sldMk cId="0" sldId="415"/>
        </pc:sldMkLst>
      </pc:sldChg>
      <pc:sldChg chg="add">
        <pc:chgData name="Stephane Autreaux" userId="S::stephane.autreaux@supinfo.com::a738c3b6-005b-4b20-bc1a-c071833bb260" providerId="AD" clId="Web-{EED15EB9-E624-770B-7124-4EC1A082FA4D}" dt="2023-12-21T13:49:33.525" v="116"/>
        <pc:sldMkLst>
          <pc:docMk/>
          <pc:sldMk cId="0" sldId="416"/>
        </pc:sldMkLst>
      </pc:sldChg>
      <pc:sldChg chg="add">
        <pc:chgData name="Stephane Autreaux" userId="S::stephane.autreaux@supinfo.com::a738c3b6-005b-4b20-bc1a-c071833bb260" providerId="AD" clId="Web-{EED15EB9-E624-770B-7124-4EC1A082FA4D}" dt="2023-12-21T13:49:33.462" v="115"/>
        <pc:sldMkLst>
          <pc:docMk/>
          <pc:sldMk cId="0" sldId="417"/>
        </pc:sldMkLst>
      </pc:sldChg>
      <pc:sldChg chg="add">
        <pc:chgData name="Stephane Autreaux" userId="S::stephane.autreaux@supinfo.com::a738c3b6-005b-4b20-bc1a-c071833bb260" providerId="AD" clId="Web-{EED15EB9-E624-770B-7124-4EC1A082FA4D}" dt="2023-12-21T13:49:33.415" v="114"/>
        <pc:sldMkLst>
          <pc:docMk/>
          <pc:sldMk cId="0" sldId="418"/>
        </pc:sldMkLst>
      </pc:sldChg>
      <pc:sldChg chg="add">
        <pc:chgData name="Stephane Autreaux" userId="S::stephane.autreaux@supinfo.com::a738c3b6-005b-4b20-bc1a-c071833bb260" providerId="AD" clId="Web-{EED15EB9-E624-770B-7124-4EC1A082FA4D}" dt="2023-12-21T13:49:33.337" v="113"/>
        <pc:sldMkLst>
          <pc:docMk/>
          <pc:sldMk cId="0" sldId="419"/>
        </pc:sldMkLst>
      </pc:sldChg>
      <pc:sldChg chg="add">
        <pc:chgData name="Stephane Autreaux" userId="S::stephane.autreaux@supinfo.com::a738c3b6-005b-4b20-bc1a-c071833bb260" providerId="AD" clId="Web-{EED15EB9-E624-770B-7124-4EC1A082FA4D}" dt="2023-12-21T13:49:33.275" v="112"/>
        <pc:sldMkLst>
          <pc:docMk/>
          <pc:sldMk cId="0" sldId="420"/>
        </pc:sldMkLst>
      </pc:sldChg>
      <pc:sldChg chg="add">
        <pc:chgData name="Stephane Autreaux" userId="S::stephane.autreaux@supinfo.com::a738c3b6-005b-4b20-bc1a-c071833bb260" providerId="AD" clId="Web-{EED15EB9-E624-770B-7124-4EC1A082FA4D}" dt="2023-12-21T13:49:33.228" v="111"/>
        <pc:sldMkLst>
          <pc:docMk/>
          <pc:sldMk cId="0" sldId="421"/>
        </pc:sldMkLst>
      </pc:sldChg>
      <pc:sldChg chg="add">
        <pc:chgData name="Stephane Autreaux" userId="S::stephane.autreaux@supinfo.com::a738c3b6-005b-4b20-bc1a-c071833bb260" providerId="AD" clId="Web-{EED15EB9-E624-770B-7124-4EC1A082FA4D}" dt="2023-12-21T13:49:33.181" v="110"/>
        <pc:sldMkLst>
          <pc:docMk/>
          <pc:sldMk cId="0" sldId="422"/>
        </pc:sldMkLst>
      </pc:sldChg>
      <pc:sldChg chg="add">
        <pc:chgData name="Stephane Autreaux" userId="S::stephane.autreaux@supinfo.com::a738c3b6-005b-4b20-bc1a-c071833bb260" providerId="AD" clId="Web-{EED15EB9-E624-770B-7124-4EC1A082FA4D}" dt="2023-12-21T13:49:33.118" v="109"/>
        <pc:sldMkLst>
          <pc:docMk/>
          <pc:sldMk cId="0" sldId="423"/>
        </pc:sldMkLst>
      </pc:sldChg>
      <pc:sldChg chg="add">
        <pc:chgData name="Stephane Autreaux" userId="S::stephane.autreaux@supinfo.com::a738c3b6-005b-4b20-bc1a-c071833bb260" providerId="AD" clId="Web-{EED15EB9-E624-770B-7124-4EC1A082FA4D}" dt="2023-12-21T13:49:33.009" v="108"/>
        <pc:sldMkLst>
          <pc:docMk/>
          <pc:sldMk cId="0" sldId="424"/>
        </pc:sldMkLst>
      </pc:sldChg>
      <pc:sldChg chg="add">
        <pc:chgData name="Stephane Autreaux" userId="S::stephane.autreaux@supinfo.com::a738c3b6-005b-4b20-bc1a-c071833bb260" providerId="AD" clId="Web-{EED15EB9-E624-770B-7124-4EC1A082FA4D}" dt="2023-12-21T13:49:32.946" v="107"/>
        <pc:sldMkLst>
          <pc:docMk/>
          <pc:sldMk cId="0" sldId="425"/>
        </pc:sldMkLst>
      </pc:sldChg>
      <pc:sldChg chg="add">
        <pc:chgData name="Stephane Autreaux" userId="S::stephane.autreaux@supinfo.com::a738c3b6-005b-4b20-bc1a-c071833bb260" providerId="AD" clId="Web-{EED15EB9-E624-770B-7124-4EC1A082FA4D}" dt="2023-12-21T13:49:32.790" v="106"/>
        <pc:sldMkLst>
          <pc:docMk/>
          <pc:sldMk cId="0" sldId="426"/>
        </pc:sldMkLst>
      </pc:sldChg>
      <pc:sldChg chg="add">
        <pc:chgData name="Stephane Autreaux" userId="S::stephane.autreaux@supinfo.com::a738c3b6-005b-4b20-bc1a-c071833bb260" providerId="AD" clId="Web-{EED15EB9-E624-770B-7124-4EC1A082FA4D}" dt="2023-12-21T13:49:32.728" v="105"/>
        <pc:sldMkLst>
          <pc:docMk/>
          <pc:sldMk cId="0" sldId="427"/>
        </pc:sldMkLst>
      </pc:sldChg>
      <pc:sldChg chg="add">
        <pc:chgData name="Stephane Autreaux" userId="S::stephane.autreaux@supinfo.com::a738c3b6-005b-4b20-bc1a-c071833bb260" providerId="AD" clId="Web-{EED15EB9-E624-770B-7124-4EC1A082FA4D}" dt="2023-12-21T13:49:32.665" v="104"/>
        <pc:sldMkLst>
          <pc:docMk/>
          <pc:sldMk cId="0" sldId="428"/>
        </pc:sldMkLst>
      </pc:sldChg>
      <pc:sldChg chg="add">
        <pc:chgData name="Stephane Autreaux" userId="S::stephane.autreaux@supinfo.com::a738c3b6-005b-4b20-bc1a-c071833bb260" providerId="AD" clId="Web-{EED15EB9-E624-770B-7124-4EC1A082FA4D}" dt="2023-12-21T13:49:32.603" v="103"/>
        <pc:sldMkLst>
          <pc:docMk/>
          <pc:sldMk cId="0" sldId="429"/>
        </pc:sldMkLst>
      </pc:sldChg>
      <pc:sldChg chg="add">
        <pc:chgData name="Stephane Autreaux" userId="S::stephane.autreaux@supinfo.com::a738c3b6-005b-4b20-bc1a-c071833bb260" providerId="AD" clId="Web-{EED15EB9-E624-770B-7124-4EC1A082FA4D}" dt="2023-12-21T13:49:32.524" v="102"/>
        <pc:sldMkLst>
          <pc:docMk/>
          <pc:sldMk cId="0" sldId="430"/>
        </pc:sldMkLst>
      </pc:sldChg>
      <pc:sldChg chg="add">
        <pc:chgData name="Stephane Autreaux" userId="S::stephane.autreaux@supinfo.com::a738c3b6-005b-4b20-bc1a-c071833bb260" providerId="AD" clId="Web-{EED15EB9-E624-770B-7124-4EC1A082FA4D}" dt="2023-12-21T13:49:32.493" v="101"/>
        <pc:sldMkLst>
          <pc:docMk/>
          <pc:sldMk cId="0" sldId="431"/>
        </pc:sldMkLst>
      </pc:sldChg>
      <pc:sldChg chg="add">
        <pc:chgData name="Stephane Autreaux" userId="S::stephane.autreaux@supinfo.com::a738c3b6-005b-4b20-bc1a-c071833bb260" providerId="AD" clId="Web-{EED15EB9-E624-770B-7124-4EC1A082FA4D}" dt="2023-12-21T13:49:32.462" v="100"/>
        <pc:sldMkLst>
          <pc:docMk/>
          <pc:sldMk cId="0" sldId="432"/>
        </pc:sldMkLst>
      </pc:sldChg>
      <pc:sldChg chg="add">
        <pc:chgData name="Stephane Autreaux" userId="S::stephane.autreaux@supinfo.com::a738c3b6-005b-4b20-bc1a-c071833bb260" providerId="AD" clId="Web-{EED15EB9-E624-770B-7124-4EC1A082FA4D}" dt="2023-12-21T13:49:32.399" v="99"/>
        <pc:sldMkLst>
          <pc:docMk/>
          <pc:sldMk cId="0" sldId="433"/>
        </pc:sldMkLst>
      </pc:sldChg>
      <pc:sldChg chg="add">
        <pc:chgData name="Stephane Autreaux" userId="S::stephane.autreaux@supinfo.com::a738c3b6-005b-4b20-bc1a-c071833bb260" providerId="AD" clId="Web-{EED15EB9-E624-770B-7124-4EC1A082FA4D}" dt="2023-12-21T13:49:32.321" v="98"/>
        <pc:sldMkLst>
          <pc:docMk/>
          <pc:sldMk cId="0" sldId="434"/>
        </pc:sldMkLst>
      </pc:sldChg>
      <pc:sldChg chg="add">
        <pc:chgData name="Stephane Autreaux" userId="S::stephane.autreaux@supinfo.com::a738c3b6-005b-4b20-bc1a-c071833bb260" providerId="AD" clId="Web-{EED15EB9-E624-770B-7124-4EC1A082FA4D}" dt="2023-12-21T13:49:32.181" v="97"/>
        <pc:sldMkLst>
          <pc:docMk/>
          <pc:sldMk cId="0" sldId="435"/>
        </pc:sldMkLst>
      </pc:sldChg>
      <pc:sldChg chg="add">
        <pc:chgData name="Stephane Autreaux" userId="S::stephane.autreaux@supinfo.com::a738c3b6-005b-4b20-bc1a-c071833bb260" providerId="AD" clId="Web-{EED15EB9-E624-770B-7124-4EC1A082FA4D}" dt="2023-12-21T13:49:32.118" v="96"/>
        <pc:sldMkLst>
          <pc:docMk/>
          <pc:sldMk cId="0" sldId="436"/>
        </pc:sldMkLst>
      </pc:sldChg>
      <pc:sldChg chg="add">
        <pc:chgData name="Stephane Autreaux" userId="S::stephane.autreaux@supinfo.com::a738c3b6-005b-4b20-bc1a-c071833bb260" providerId="AD" clId="Web-{EED15EB9-E624-770B-7124-4EC1A082FA4D}" dt="2023-12-21T13:49:32.071" v="95"/>
        <pc:sldMkLst>
          <pc:docMk/>
          <pc:sldMk cId="0" sldId="437"/>
        </pc:sldMkLst>
      </pc:sldChg>
      <pc:sldChg chg="add">
        <pc:chgData name="Stephane Autreaux" userId="S::stephane.autreaux@supinfo.com::a738c3b6-005b-4b20-bc1a-c071833bb260" providerId="AD" clId="Web-{EED15EB9-E624-770B-7124-4EC1A082FA4D}" dt="2023-12-21T13:49:32.009" v="94"/>
        <pc:sldMkLst>
          <pc:docMk/>
          <pc:sldMk cId="0" sldId="438"/>
        </pc:sldMkLst>
      </pc:sldChg>
      <pc:sldChg chg="add">
        <pc:chgData name="Stephane Autreaux" userId="S::stephane.autreaux@supinfo.com::a738c3b6-005b-4b20-bc1a-c071833bb260" providerId="AD" clId="Web-{EED15EB9-E624-770B-7124-4EC1A082FA4D}" dt="2023-12-21T13:49:37.103" v="183"/>
        <pc:sldMkLst>
          <pc:docMk/>
          <pc:sldMk cId="895279647" sldId="439"/>
        </pc:sldMkLst>
      </pc:sldChg>
      <pc:sldChg chg="modSp add">
        <pc:chgData name="Stephane Autreaux" userId="S::stephane.autreaux@supinfo.com::a738c3b6-005b-4b20-bc1a-c071833bb260" providerId="AD" clId="Web-{EED15EB9-E624-770B-7124-4EC1A082FA4D}" dt="2023-12-21T13:51:59.546" v="241" actId="20577"/>
        <pc:sldMkLst>
          <pc:docMk/>
          <pc:sldMk cId="2118762015" sldId="440"/>
        </pc:sldMkLst>
        <pc:spChg chg="mod">
          <ac:chgData name="Stephane Autreaux" userId="S::stephane.autreaux@supinfo.com::a738c3b6-005b-4b20-bc1a-c071833bb260" providerId="AD" clId="Web-{EED15EB9-E624-770B-7124-4EC1A082FA4D}" dt="2023-12-21T13:51:56.343" v="240" actId="20577"/>
          <ac:spMkLst>
            <pc:docMk/>
            <pc:sldMk cId="2118762015" sldId="440"/>
            <ac:spMk id="435" creationId="{00000000-0000-0000-0000-000000000000}"/>
          </ac:spMkLst>
        </pc:spChg>
        <pc:spChg chg="mod">
          <ac:chgData name="Stephane Autreaux" userId="S::stephane.autreaux@supinfo.com::a738c3b6-005b-4b20-bc1a-c071833bb260" providerId="AD" clId="Web-{EED15EB9-E624-770B-7124-4EC1A082FA4D}" dt="2023-12-21T13:51:59.546" v="241" actId="20577"/>
          <ac:spMkLst>
            <pc:docMk/>
            <pc:sldMk cId="2118762015" sldId="440"/>
            <ac:spMk id="436" creationId="{00000000-0000-0000-0000-000000000000}"/>
          </ac:spMkLst>
        </pc:spChg>
      </pc:sldChg>
      <pc:sldChg chg="modSp add">
        <pc:chgData name="Stephane Autreaux" userId="S::stephane.autreaux@supinfo.com::a738c3b6-005b-4b20-bc1a-c071833bb260" providerId="AD" clId="Web-{EED15EB9-E624-770B-7124-4EC1A082FA4D}" dt="2023-12-21T13:51:30.623" v="236" actId="1076"/>
        <pc:sldMkLst>
          <pc:docMk/>
          <pc:sldMk cId="2030357324" sldId="441"/>
        </pc:sldMkLst>
        <pc:spChg chg="mod">
          <ac:chgData name="Stephane Autreaux" userId="S::stephane.autreaux@supinfo.com::a738c3b6-005b-4b20-bc1a-c071833bb260" providerId="AD" clId="Web-{EED15EB9-E624-770B-7124-4EC1A082FA4D}" dt="2023-12-21T13:51:30.623" v="236" actId="1076"/>
          <ac:spMkLst>
            <pc:docMk/>
            <pc:sldMk cId="2030357324" sldId="441"/>
            <ac:spMk id="428" creationId="{00000000-0000-0000-0000-000000000000}"/>
          </ac:spMkLst>
        </pc:spChg>
        <pc:spChg chg="mod">
          <ac:chgData name="Stephane Autreaux" userId="S::stephane.autreaux@supinfo.com::a738c3b6-005b-4b20-bc1a-c071833bb260" providerId="AD" clId="Web-{EED15EB9-E624-770B-7124-4EC1A082FA4D}" dt="2023-12-21T13:51:29.982" v="235" actId="1076"/>
          <ac:spMkLst>
            <pc:docMk/>
            <pc:sldMk cId="2030357324" sldId="441"/>
            <ac:spMk id="429" creationId="{00000000-0000-0000-0000-000000000000}"/>
          </ac:spMkLst>
        </pc:spChg>
      </pc:sldChg>
      <pc:sldChg chg="modSp add">
        <pc:chgData name="Stephane Autreaux" userId="S::stephane.autreaux@supinfo.com::a738c3b6-005b-4b20-bc1a-c071833bb260" providerId="AD" clId="Web-{EED15EB9-E624-770B-7124-4EC1A082FA4D}" dt="2023-12-21T13:51:17.560" v="234" actId="20577"/>
        <pc:sldMkLst>
          <pc:docMk/>
          <pc:sldMk cId="1663728213" sldId="442"/>
        </pc:sldMkLst>
        <pc:spChg chg="mod">
          <ac:chgData name="Stephane Autreaux" userId="S::stephane.autreaux@supinfo.com::a738c3b6-005b-4b20-bc1a-c071833bb260" providerId="AD" clId="Web-{EED15EB9-E624-770B-7124-4EC1A082FA4D}" dt="2023-12-21T13:51:17.560" v="234" actId="20577"/>
          <ac:spMkLst>
            <pc:docMk/>
            <pc:sldMk cId="1663728213" sldId="442"/>
            <ac:spMk id="422" creationId="{00000000-0000-0000-0000-000000000000}"/>
          </ac:spMkLst>
        </pc:spChg>
        <pc:spChg chg="mod">
          <ac:chgData name="Stephane Autreaux" userId="S::stephane.autreaux@supinfo.com::a738c3b6-005b-4b20-bc1a-c071833bb260" providerId="AD" clId="Web-{EED15EB9-E624-770B-7124-4EC1A082FA4D}" dt="2023-12-21T13:51:08.278" v="233" actId="20577"/>
          <ac:spMkLst>
            <pc:docMk/>
            <pc:sldMk cId="1663728213" sldId="442"/>
            <ac:spMk id="423" creationId="{00000000-0000-0000-0000-000000000000}"/>
          </ac:spMkLst>
        </pc:spChg>
      </pc:sldChg>
      <pc:sldChg chg="add del">
        <pc:chgData name="Stephane Autreaux" userId="S::stephane.autreaux@supinfo.com::a738c3b6-005b-4b20-bc1a-c071833bb260" providerId="AD" clId="Web-{EED15EB9-E624-770B-7124-4EC1A082FA4D}" dt="2023-12-21T13:50:24.027" v="230"/>
        <pc:sldMkLst>
          <pc:docMk/>
          <pc:sldMk cId="3296330534" sldId="443"/>
        </pc:sldMkLst>
      </pc:sldChg>
      <pc:sldChg chg="add">
        <pc:chgData name="Stephane Autreaux" userId="S::stephane.autreaux@supinfo.com::a738c3b6-005b-4b20-bc1a-c071833bb260" providerId="AD" clId="Web-{EED15EB9-E624-770B-7124-4EC1A082FA4D}" dt="2023-12-21T13:49:39.994" v="229"/>
        <pc:sldMkLst>
          <pc:docMk/>
          <pc:sldMk cId="4058565649" sldId="444"/>
        </pc:sldMkLst>
      </pc:sldChg>
    </pc:docChg>
  </pc:docChgLst>
  <pc:docChgLst>
    <pc:chgData name="Stephane Autreaux" userId="S::stephane.autreaux@supinfo.com::a738c3b6-005b-4b20-bc1a-c071833bb260" providerId="AD" clId="Web-{85DF4BE4-153B-E61C-67D1-87F1BF740900}"/>
    <pc:docChg chg="addSld delSld modSld">
      <pc:chgData name="Stephane Autreaux" userId="S::stephane.autreaux@supinfo.com::a738c3b6-005b-4b20-bc1a-c071833bb260" providerId="AD" clId="Web-{85DF4BE4-153B-E61C-67D1-87F1BF740900}" dt="2023-12-19T14:14:43.444" v="47" actId="20577"/>
      <pc:docMkLst>
        <pc:docMk/>
      </pc:docMkLst>
      <pc:sldChg chg="modSp">
        <pc:chgData name="Stephane Autreaux" userId="S::stephane.autreaux@supinfo.com::a738c3b6-005b-4b20-bc1a-c071833bb260" providerId="AD" clId="Web-{85DF4BE4-153B-E61C-67D1-87F1BF740900}" dt="2023-12-18T11:46:45.874" v="2" actId="20577"/>
        <pc:sldMkLst>
          <pc:docMk/>
          <pc:sldMk cId="2191245293" sldId="282"/>
        </pc:sldMkLst>
        <pc:spChg chg="mod">
          <ac:chgData name="Stephane Autreaux" userId="S::stephane.autreaux@supinfo.com::a738c3b6-005b-4b20-bc1a-c071833bb260" providerId="AD" clId="Web-{85DF4BE4-153B-E61C-67D1-87F1BF740900}" dt="2023-12-18T11:46:45.874" v="2" actId="20577"/>
          <ac:spMkLst>
            <pc:docMk/>
            <pc:sldMk cId="2191245293" sldId="282"/>
            <ac:spMk id="198" creationId="{00000000-0000-0000-0000-000000000000}"/>
          </ac:spMkLst>
        </pc:spChg>
      </pc:sldChg>
      <pc:sldChg chg="modSp add">
        <pc:chgData name="Stephane Autreaux" userId="S::stephane.autreaux@supinfo.com::a738c3b6-005b-4b20-bc1a-c071833bb260" providerId="AD" clId="Web-{85DF4BE4-153B-E61C-67D1-87F1BF740900}" dt="2023-12-19T14:14:43.444" v="47" actId="20577"/>
        <pc:sldMkLst>
          <pc:docMk/>
          <pc:sldMk cId="0" sldId="284"/>
        </pc:sldMkLst>
        <pc:spChg chg="mod">
          <ac:chgData name="Stephane Autreaux" userId="S::stephane.autreaux@supinfo.com::a738c3b6-005b-4b20-bc1a-c071833bb260" providerId="AD" clId="Web-{85DF4BE4-153B-E61C-67D1-87F1BF740900}" dt="2023-12-19T14:14:23.115" v="42" actId="20577"/>
          <ac:spMkLst>
            <pc:docMk/>
            <pc:sldMk cId="0" sldId="284"/>
            <ac:spMk id="276" creationId="{00000000-0000-0000-0000-000000000000}"/>
          </ac:spMkLst>
        </pc:spChg>
        <pc:spChg chg="mod">
          <ac:chgData name="Stephane Autreaux" userId="S::stephane.autreaux@supinfo.com::a738c3b6-005b-4b20-bc1a-c071833bb260" providerId="AD" clId="Web-{85DF4BE4-153B-E61C-67D1-87F1BF740900}" dt="2023-12-19T14:14:43.444" v="47" actId="20577"/>
          <ac:spMkLst>
            <pc:docMk/>
            <pc:sldMk cId="0" sldId="284"/>
            <ac:spMk id="277" creationId="{00000000-0000-0000-0000-000000000000}"/>
          </ac:spMkLst>
        </pc:spChg>
      </pc:sldChg>
      <pc:sldChg chg="del">
        <pc:chgData name="Stephane Autreaux" userId="S::stephane.autreaux@supinfo.com::a738c3b6-005b-4b20-bc1a-c071833bb260" providerId="AD" clId="Web-{85DF4BE4-153B-E61C-67D1-87F1BF740900}" dt="2023-12-18T11:46:23.374" v="0"/>
        <pc:sldMkLst>
          <pc:docMk/>
          <pc:sldMk cId="3836729161" sldId="309"/>
        </pc:sldMkLst>
      </pc:sldChg>
      <pc:sldChg chg="modSp add">
        <pc:chgData name="Stephane Autreaux" userId="S::stephane.autreaux@supinfo.com::a738c3b6-005b-4b20-bc1a-c071833bb260" providerId="AD" clId="Web-{85DF4BE4-153B-E61C-67D1-87F1BF740900}" dt="2023-12-19T14:12:02.815" v="16" actId="20577"/>
        <pc:sldMkLst>
          <pc:docMk/>
          <pc:sldMk cId="1118838424" sldId="349"/>
        </pc:sldMkLst>
        <pc:spChg chg="mod">
          <ac:chgData name="Stephane Autreaux" userId="S::stephane.autreaux@supinfo.com::a738c3b6-005b-4b20-bc1a-c071833bb260" providerId="AD" clId="Web-{85DF4BE4-153B-E61C-67D1-87F1BF740900}" dt="2023-12-19T14:12:02.815" v="16" actId="20577"/>
          <ac:spMkLst>
            <pc:docMk/>
            <pc:sldMk cId="1118838424" sldId="349"/>
            <ac:spMk id="100" creationId="{2015A2C7-1727-2FC5-81A5-0A091F10CEEB}"/>
          </ac:spMkLst>
        </pc:spChg>
      </pc:sldChg>
    </pc:docChg>
  </pc:docChgLst>
  <pc:docChgLst>
    <pc:chgData name="Stephane Autreaux" userId="S::stephane.autreaux@supinfo.com::a738c3b6-005b-4b20-bc1a-c071833bb260" providerId="AD" clId="Web-{1E830914-E872-14EB-3B1C-BDEEA5660B27}"/>
    <pc:docChg chg="modSld">
      <pc:chgData name="Stephane Autreaux" userId="S::stephane.autreaux@supinfo.com::a738c3b6-005b-4b20-bc1a-c071833bb260" providerId="AD" clId="Web-{1E830914-E872-14EB-3B1C-BDEEA5660B27}" dt="2023-11-06T16:36:02.402" v="56" actId="20577"/>
      <pc:docMkLst>
        <pc:docMk/>
      </pc:docMkLst>
      <pc:sldChg chg="modSp">
        <pc:chgData name="Stephane Autreaux" userId="S::stephane.autreaux@supinfo.com::a738c3b6-005b-4b20-bc1a-c071833bb260" providerId="AD" clId="Web-{1E830914-E872-14EB-3B1C-BDEEA5660B27}" dt="2023-11-06T16:36:02.402" v="56" actId="20577"/>
        <pc:sldMkLst>
          <pc:docMk/>
          <pc:sldMk cId="4209753812" sldId="291"/>
        </pc:sldMkLst>
        <pc:spChg chg="mod">
          <ac:chgData name="Stephane Autreaux" userId="S::stephane.autreaux@supinfo.com::a738c3b6-005b-4b20-bc1a-c071833bb260" providerId="AD" clId="Web-{1E830914-E872-14EB-3B1C-BDEEA5660B27}" dt="2023-11-06T16:36:00.027" v="55" actId="20577"/>
          <ac:spMkLst>
            <pc:docMk/>
            <pc:sldMk cId="4209753812" sldId="291"/>
            <ac:spMk id="228" creationId="{00000000-0000-0000-0000-000000000000}"/>
          </ac:spMkLst>
        </pc:spChg>
        <pc:spChg chg="mod">
          <ac:chgData name="Stephane Autreaux" userId="S::stephane.autreaux@supinfo.com::a738c3b6-005b-4b20-bc1a-c071833bb260" providerId="AD" clId="Web-{1E830914-E872-14EB-3B1C-BDEEA5660B27}" dt="2023-11-06T16:36:02.402" v="56" actId="20577"/>
          <ac:spMkLst>
            <pc:docMk/>
            <pc:sldMk cId="4209753812" sldId="291"/>
            <ac:spMk id="229" creationId="{00000000-0000-0000-0000-000000000000}"/>
          </ac:spMkLst>
        </pc:spChg>
      </pc:sldChg>
      <pc:sldChg chg="modSp">
        <pc:chgData name="Stephane Autreaux" userId="S::stephane.autreaux@supinfo.com::a738c3b6-005b-4b20-bc1a-c071833bb260" providerId="AD" clId="Web-{1E830914-E872-14EB-3B1C-BDEEA5660B27}" dt="2023-11-06T16:30:41.111" v="28" actId="20577"/>
        <pc:sldMkLst>
          <pc:docMk/>
          <pc:sldMk cId="1753943669" sldId="292"/>
        </pc:sldMkLst>
        <pc:spChg chg="mod">
          <ac:chgData name="Stephane Autreaux" userId="S::stephane.autreaux@supinfo.com::a738c3b6-005b-4b20-bc1a-c071833bb260" providerId="AD" clId="Web-{1E830914-E872-14EB-3B1C-BDEEA5660B27}" dt="2023-11-06T16:30:41.111" v="28" actId="20577"/>
          <ac:spMkLst>
            <pc:docMk/>
            <pc:sldMk cId="1753943669" sldId="292"/>
            <ac:spMk id="14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https://www.pinpng.com/download/hiRwhb_people-talking-png-we-re-listening-clipart-transparent/</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a:t>
            </a:fld>
            <a:endParaRPr/>
          </a:p>
        </p:txBody>
      </p:sp>
    </p:spTree>
    <p:extLst>
      <p:ext uri="{BB962C8B-B14F-4D97-AF65-F5344CB8AC3E}">
        <p14:creationId xmlns:p14="http://schemas.microsoft.com/office/powerpoint/2010/main" val="3256444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https://www.pngegg.com/fr/png-eigjp/</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a:t>
            </a:fld>
            <a:endParaRPr/>
          </a:p>
        </p:txBody>
      </p:sp>
    </p:spTree>
    <p:extLst>
      <p:ext uri="{BB962C8B-B14F-4D97-AF65-F5344CB8AC3E}">
        <p14:creationId xmlns:p14="http://schemas.microsoft.com/office/powerpoint/2010/main" val="17148977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r>
              <a:rPr lang="en-US"/>
              <a:t>Source image : https://www.pinpng.com/download/hiRwhb_people-talking-png-we-re-listening-clipart-transparent/</a:t>
            </a:r>
          </a:p>
        </p:txBody>
      </p:sp>
      <p:sp>
        <p:nvSpPr>
          <p:cNvPr id="104" name="Google Shape;10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a:t>
            </a:fld>
            <a:endParaRPr/>
          </a:p>
        </p:txBody>
      </p:sp>
    </p:spTree>
    <p:extLst>
      <p:ext uri="{BB962C8B-B14F-4D97-AF65-F5344CB8AC3E}">
        <p14:creationId xmlns:p14="http://schemas.microsoft.com/office/powerpoint/2010/main" val="1602961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E4E7675-A0A7-737E-A414-C80A67D87E7D}"/>
            </a:ext>
          </a:extLst>
        </p:cNvPr>
        <p:cNvGrpSpPr/>
        <p:nvPr/>
      </p:nvGrpSpPr>
      <p:grpSpPr>
        <a:xfrm>
          <a:off x="0" y="0"/>
          <a:ext cx="0" cy="0"/>
          <a:chOff x="0" y="0"/>
          <a:chExt cx="0" cy="0"/>
        </a:xfrm>
      </p:grpSpPr>
      <p:sp>
        <p:nvSpPr>
          <p:cNvPr id="96" name="Google Shape;96;p1:notes">
            <a:extLst>
              <a:ext uri="{FF2B5EF4-FFF2-40B4-BE49-F238E27FC236}">
                <a16:creationId xmlns:a16="http://schemas.microsoft.com/office/drawing/2014/main" id="{DE1642B7-0682-AD5E-4A9E-7BFA3D846FA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a:extLst>
              <a:ext uri="{FF2B5EF4-FFF2-40B4-BE49-F238E27FC236}">
                <a16:creationId xmlns:a16="http://schemas.microsoft.com/office/drawing/2014/main" id="{36F359A0-1FB0-85EF-34FC-75BB4AE88B6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689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2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4" name="Google Shape;274;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endParaRPr lang="fr-FR"/>
          </a:p>
        </p:txBody>
      </p:sp>
      <p:sp>
        <p:nvSpPr>
          <p:cNvPr id="226" name="Google Shape;22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8</a:t>
            </a:fld>
            <a:endParaRPr/>
          </a:p>
        </p:txBody>
      </p:sp>
    </p:spTree>
    <p:extLst>
      <p:ext uri="{BB962C8B-B14F-4D97-AF65-F5344CB8AC3E}">
        <p14:creationId xmlns:p14="http://schemas.microsoft.com/office/powerpoint/2010/main" val="2433154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endParaRPr lang="fr-FR"/>
          </a:p>
        </p:txBody>
      </p:sp>
      <p:sp>
        <p:nvSpPr>
          <p:cNvPr id="226" name="Google Shape;22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9</a:t>
            </a:fld>
            <a:endParaRPr/>
          </a:p>
        </p:txBody>
      </p:sp>
    </p:spTree>
    <p:extLst>
      <p:ext uri="{BB962C8B-B14F-4D97-AF65-F5344CB8AC3E}">
        <p14:creationId xmlns:p14="http://schemas.microsoft.com/office/powerpoint/2010/main" val="25187196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endParaRPr lang="fr-FR"/>
          </a:p>
        </p:txBody>
      </p:sp>
      <p:sp>
        <p:nvSpPr>
          <p:cNvPr id="226" name="Google Shape;22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10</a:t>
            </a:fld>
            <a:endParaRPr/>
          </a:p>
        </p:txBody>
      </p:sp>
    </p:spTree>
    <p:extLst>
      <p:ext uri="{BB962C8B-B14F-4D97-AF65-F5344CB8AC3E}">
        <p14:creationId xmlns:p14="http://schemas.microsoft.com/office/powerpoint/2010/main" val="13365328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endParaRPr lang="fr-FR"/>
          </a:p>
        </p:txBody>
      </p:sp>
      <p:sp>
        <p:nvSpPr>
          <p:cNvPr id="226" name="Google Shape;22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11</a:t>
            </a:fld>
            <a:endParaRPr/>
          </a:p>
        </p:txBody>
      </p:sp>
    </p:spTree>
    <p:extLst>
      <p:ext uri="{BB962C8B-B14F-4D97-AF65-F5344CB8AC3E}">
        <p14:creationId xmlns:p14="http://schemas.microsoft.com/office/powerpoint/2010/main" val="1830242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5" name="Google Shape;225;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indent="0"/>
            <a:endParaRPr lang="fr-FR"/>
          </a:p>
        </p:txBody>
      </p:sp>
      <p:sp>
        <p:nvSpPr>
          <p:cNvPr id="226" name="Google Shape;226;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12</a:t>
            </a:fld>
            <a:endParaRPr/>
          </a:p>
        </p:txBody>
      </p:sp>
    </p:spTree>
    <p:extLst>
      <p:ext uri="{BB962C8B-B14F-4D97-AF65-F5344CB8AC3E}">
        <p14:creationId xmlns:p14="http://schemas.microsoft.com/office/powerpoint/2010/main" val="2696636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lang="fr-FR"/>
          </a:p>
        </p:txBody>
      </p:sp>
      <p:sp>
        <p:nvSpPr>
          <p:cNvPr id="195" name="Google Shape;195;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13</a:t>
            </a:fld>
            <a:endParaRPr/>
          </a:p>
        </p:txBody>
      </p:sp>
    </p:spTree>
    <p:extLst>
      <p:ext uri="{BB962C8B-B14F-4D97-AF65-F5344CB8AC3E}">
        <p14:creationId xmlns:p14="http://schemas.microsoft.com/office/powerpoint/2010/main" val="29305410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0" name="Google Shape;420;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5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6" name="Google Shape;426;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9" name="Google Shape;439;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6" name="Google Shape;446;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9" name="Google Shape;459;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a:extLst>
            <a:ext uri="{FF2B5EF4-FFF2-40B4-BE49-F238E27FC236}">
              <a16:creationId xmlns:a16="http://schemas.microsoft.com/office/drawing/2014/main" id="{A2478D32-952B-4CFB-DC9B-B5B76053B859}"/>
            </a:ext>
          </a:extLst>
        </p:cNvPr>
        <p:cNvGrpSpPr/>
        <p:nvPr/>
      </p:nvGrpSpPr>
      <p:grpSpPr>
        <a:xfrm>
          <a:off x="0" y="0"/>
          <a:ext cx="0" cy="0"/>
          <a:chOff x="0" y="0"/>
          <a:chExt cx="0" cy="0"/>
        </a:xfrm>
      </p:grpSpPr>
      <p:sp>
        <p:nvSpPr>
          <p:cNvPr id="797" name="Google Shape;797;p105:notes">
            <a:extLst>
              <a:ext uri="{FF2B5EF4-FFF2-40B4-BE49-F238E27FC236}">
                <a16:creationId xmlns:a16="http://schemas.microsoft.com/office/drawing/2014/main" id="{999517B5-D879-CB3B-361F-566B397F033D}"/>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8" name="Google Shape;798;p105:notes">
            <a:extLst>
              <a:ext uri="{FF2B5EF4-FFF2-40B4-BE49-F238E27FC236}">
                <a16:creationId xmlns:a16="http://schemas.microsoft.com/office/drawing/2014/main" id="{26911A52-4D2C-EECF-423E-AC6FAD333A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660210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4"/>
        <p:cNvGrpSpPr/>
        <p:nvPr/>
      </p:nvGrpSpPr>
      <p:grpSpPr>
        <a:xfrm>
          <a:off x="0" y="0"/>
          <a:ext cx="0" cy="0"/>
          <a:chOff x="0" y="0"/>
          <a:chExt cx="0" cy="0"/>
        </a:xfrm>
      </p:grpSpPr>
      <p:sp>
        <p:nvSpPr>
          <p:cNvPr id="465" name="Google Shape;465;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6" name="Google Shape;466;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7" name="Google Shape;467;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9" name="Google Shape;489;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2" name="Google Shape;50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8" name="Google Shape;508;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9" name="Google Shape;509;p6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2" name="Google Shape;522;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8" name="Google Shape;528;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4" name="Google Shape;534;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5" name="Google Shape;535;p6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6"/>
        <p:cNvGrpSpPr/>
        <p:nvPr/>
      </p:nvGrpSpPr>
      <p:grpSpPr>
        <a:xfrm>
          <a:off x="0" y="0"/>
          <a:ext cx="0" cy="0"/>
          <a:chOff x="0" y="0"/>
          <a:chExt cx="0" cy="0"/>
        </a:xfrm>
      </p:grpSpPr>
      <p:sp>
        <p:nvSpPr>
          <p:cNvPr id="547" name="Google Shape;547;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8" name="Google Shape;548;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9" name="Google Shape;549;p6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27</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2" name="Google Shape;562;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3" name="Google Shape;563;p7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6" name="Google Shape;576;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0"/>
        <p:cNvGrpSpPr/>
        <p:nvPr/>
      </p:nvGrpSpPr>
      <p:grpSpPr>
        <a:xfrm>
          <a:off x="0" y="0"/>
          <a:ext cx="0" cy="0"/>
          <a:chOff x="0" y="0"/>
          <a:chExt cx="0" cy="0"/>
        </a:xfrm>
      </p:grpSpPr>
      <p:sp>
        <p:nvSpPr>
          <p:cNvPr id="581" name="Google Shape;581;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2" name="Google Shape;582;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7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6" name="Google Shape;596;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7" name="Google Shape;597;p7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Google Shape;609;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0" name="Google Shape;610;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1" name="Google Shape;611;p7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4" name="Google Shape;624;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5" name="Google Shape;625;p8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8" name="Google Shape;638;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4" name="Google Shape;644;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645" name="Google Shape;645;p8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666" name="Google Shape;666;p8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9" name="Google Shape;679;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680" name="Google Shape;680;p8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694" name="Google Shape;694;p9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7" name="Google Shape;707;p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708" name="Google Shape;708;p9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1" name="Google Shape;721;p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722" name="Google Shape;722;p9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2" name="Google Shape;742;p9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3" name="Google Shape;743;p9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1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3" name="Google Shape;763;p10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764" name="Google Shape;764;p10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p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p10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778" name="Google Shape;778;p10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10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8" name="Google Shape;798;p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Google Shape;803;p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4" name="Google Shape;804;p10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805" name="Google Shape;805;p10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9"/>
        <p:cNvGrpSpPr/>
        <p:nvPr/>
      </p:nvGrpSpPr>
      <p:grpSpPr>
        <a:xfrm>
          <a:off x="0" y="0"/>
          <a:ext cx="0" cy="0"/>
          <a:chOff x="0" y="0"/>
          <a:chExt cx="0" cy="0"/>
        </a:xfrm>
      </p:grpSpPr>
      <p:sp>
        <p:nvSpPr>
          <p:cNvPr id="810" name="Google Shape;810;p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1" name="Google Shape;811;p10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812" name="Google Shape;812;p10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5"/>
        <p:cNvGrpSpPr/>
        <p:nvPr/>
      </p:nvGrpSpPr>
      <p:grpSpPr>
        <a:xfrm>
          <a:off x="0" y="0"/>
          <a:ext cx="0" cy="0"/>
          <a:chOff x="0" y="0"/>
          <a:chExt cx="0" cy="0"/>
        </a:xfrm>
      </p:grpSpPr>
      <p:sp>
        <p:nvSpPr>
          <p:cNvPr id="826" name="Google Shape;826;p10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27" name="Google Shape;827;p10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828" name="Google Shape;828;p10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9"/>
        <p:cNvGrpSpPr/>
        <p:nvPr/>
      </p:nvGrpSpPr>
      <p:grpSpPr>
        <a:xfrm>
          <a:off x="0" y="0"/>
          <a:ext cx="0" cy="0"/>
          <a:chOff x="0" y="0"/>
          <a:chExt cx="0" cy="0"/>
        </a:xfrm>
      </p:grpSpPr>
      <p:sp>
        <p:nvSpPr>
          <p:cNvPr id="840" name="Google Shape;840;p1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1" name="Google Shape;841;p1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842" name="Google Shape;842;p1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48</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p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p1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856" name="Google Shape;856;p1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7"/>
        <p:cNvGrpSpPr/>
        <p:nvPr/>
      </p:nvGrpSpPr>
      <p:grpSpPr>
        <a:xfrm>
          <a:off x="0" y="0"/>
          <a:ext cx="0" cy="0"/>
          <a:chOff x="0" y="0"/>
          <a:chExt cx="0" cy="0"/>
        </a:xfrm>
      </p:grpSpPr>
      <p:sp>
        <p:nvSpPr>
          <p:cNvPr id="868" name="Google Shape;868;p1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9" name="Google Shape;869;p1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Noto Sans Symbols"/>
              <a:buNone/>
            </a:pPr>
            <a:endParaRPr/>
          </a:p>
        </p:txBody>
      </p:sp>
      <p:sp>
        <p:nvSpPr>
          <p:cNvPr id="870" name="Google Shape;870;p1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fr-FR"/>
              <a:t>50</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35585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Diapositive de titre" type="title">
  <p:cSld name="TITLE">
    <p:spTree>
      <p:nvGrpSpPr>
        <p:cNvPr id="1" name="Shape 17"/>
        <p:cNvGrpSpPr/>
        <p:nvPr/>
      </p:nvGrpSpPr>
      <p:grpSpPr>
        <a:xfrm>
          <a:off x="0" y="0"/>
          <a:ext cx="0" cy="0"/>
          <a:chOff x="0" y="0"/>
          <a:chExt cx="0" cy="0"/>
        </a:xfrm>
      </p:grpSpPr>
      <p:sp>
        <p:nvSpPr>
          <p:cNvPr id="18" name="Google Shape;18;p19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97"/>
          <p:cNvSpPr txBox="1">
            <a:spLocks noGrp="1"/>
          </p:cNvSpPr>
          <p:nvPr>
            <p:ph type="subTitle" idx="1"/>
          </p:nvPr>
        </p:nvSpPr>
        <p:spPr>
          <a:xfrm>
            <a:off x="457200" y="4800600"/>
            <a:ext cx="6858000" cy="9144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chemeClr val="dk2"/>
              </a:buClr>
              <a:buSzPts val="2000"/>
              <a:buNone/>
              <a:defRPr b="0" cap="none">
                <a:solidFill>
                  <a:schemeClr val="dk2"/>
                </a:solidFill>
                <a:latin typeface="Arial Black"/>
                <a:ea typeface="Arial Black"/>
                <a:cs typeface="Arial Black"/>
                <a:sym typeface="Arial Black"/>
              </a:defRPr>
            </a:lvl1pPr>
            <a:lvl2pPr lvl="1" algn="ctr">
              <a:spcBef>
                <a:spcPts val="600"/>
              </a:spcBef>
              <a:spcAft>
                <a:spcPts val="0"/>
              </a:spcAft>
              <a:buSzPts val="2000"/>
              <a:buNone/>
              <a:defRPr>
                <a:solidFill>
                  <a:srgbClr val="888888"/>
                </a:solidFill>
              </a:defRPr>
            </a:lvl2pPr>
            <a:lvl3pPr lvl="2" algn="ctr">
              <a:spcBef>
                <a:spcPts val="360"/>
              </a:spcBef>
              <a:spcAft>
                <a:spcPts val="0"/>
              </a:spcAft>
              <a:buSzPts val="18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60"/>
              </a:spcBef>
              <a:spcAft>
                <a:spcPts val="0"/>
              </a:spcAft>
              <a:buSzPts val="1800"/>
              <a:buNone/>
              <a:defRPr>
                <a:solidFill>
                  <a:srgbClr val="888888"/>
                </a:solidFill>
              </a:defRPr>
            </a:lvl5pPr>
            <a:lvl6pPr lvl="5" algn="ctr">
              <a:spcBef>
                <a:spcPts val="320"/>
              </a:spcBef>
              <a:spcAft>
                <a:spcPts val="0"/>
              </a:spcAft>
              <a:buSzPts val="1600"/>
              <a:buNone/>
              <a:defRPr>
                <a:solidFill>
                  <a:srgbClr val="888888"/>
                </a:solidFill>
              </a:defRPr>
            </a:lvl6pPr>
            <a:lvl7pPr lvl="6" algn="ctr">
              <a:spcBef>
                <a:spcPts val="320"/>
              </a:spcBef>
              <a:spcAft>
                <a:spcPts val="0"/>
              </a:spcAft>
              <a:buSzPts val="1600"/>
              <a:buNone/>
              <a:defRPr>
                <a:solidFill>
                  <a:srgbClr val="888888"/>
                </a:solidFill>
              </a:defRPr>
            </a:lvl7pPr>
            <a:lvl8pPr lvl="7" algn="ctr">
              <a:spcBef>
                <a:spcPts val="320"/>
              </a:spcBef>
              <a:spcAft>
                <a:spcPts val="0"/>
              </a:spcAft>
              <a:buSzPts val="1600"/>
              <a:buNone/>
              <a:defRPr>
                <a:solidFill>
                  <a:srgbClr val="888888"/>
                </a:solidFill>
              </a:defRPr>
            </a:lvl8pPr>
            <a:lvl9pPr lvl="8" algn="ctr">
              <a:spcBef>
                <a:spcPts val="320"/>
              </a:spcBef>
              <a:spcAft>
                <a:spcPts val="0"/>
              </a:spcAft>
              <a:buSzPts val="1600"/>
              <a:buNone/>
              <a:defRPr>
                <a:solidFill>
                  <a:srgbClr val="888888"/>
                </a:solidFill>
              </a:defRPr>
            </a:lvl9pPr>
          </a:lstStyle>
          <a:p>
            <a:endParaRPr/>
          </a:p>
        </p:txBody>
      </p:sp>
      <p:sp>
        <p:nvSpPr>
          <p:cNvPr id="20" name="Google Shape;20;p19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9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97"/>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3" name="Google Shape;23;p197"/>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24" name="Google Shape;24;p19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1" i="0" u="none" strike="noStrike" cap="none">
                <a:solidFill>
                  <a:schemeClr val="dk1"/>
                </a:solidFill>
                <a:latin typeface="Arial"/>
                <a:ea typeface="Arial"/>
                <a:cs typeface="Arial"/>
                <a:sym typeface="Arial"/>
              </a:defRPr>
            </a:lvl1pPr>
            <a:lvl2pPr marL="0" lvl="1" indent="0" algn="l">
              <a:spcBef>
                <a:spcPts val="0"/>
              </a:spcBef>
              <a:buNone/>
              <a:defRPr sz="2400" b="1" i="0" u="none" strike="noStrike" cap="none">
                <a:solidFill>
                  <a:schemeClr val="dk1"/>
                </a:solidFill>
                <a:latin typeface="Arial"/>
                <a:ea typeface="Arial"/>
                <a:cs typeface="Arial"/>
                <a:sym typeface="Arial"/>
              </a:defRPr>
            </a:lvl2pPr>
            <a:lvl3pPr marL="0" lvl="2" indent="0" algn="l">
              <a:spcBef>
                <a:spcPts val="0"/>
              </a:spcBef>
              <a:buNone/>
              <a:defRPr sz="2400" b="1" i="0" u="none" strike="noStrike" cap="none">
                <a:solidFill>
                  <a:schemeClr val="dk1"/>
                </a:solidFill>
                <a:latin typeface="Arial"/>
                <a:ea typeface="Arial"/>
                <a:cs typeface="Arial"/>
                <a:sym typeface="Arial"/>
              </a:defRPr>
            </a:lvl3pPr>
            <a:lvl4pPr marL="0" lvl="3" indent="0" algn="l">
              <a:spcBef>
                <a:spcPts val="0"/>
              </a:spcBef>
              <a:buNone/>
              <a:defRPr sz="2400" b="1" i="0" u="none" strike="noStrike" cap="none">
                <a:solidFill>
                  <a:schemeClr val="dk1"/>
                </a:solidFill>
                <a:latin typeface="Arial"/>
                <a:ea typeface="Arial"/>
                <a:cs typeface="Arial"/>
                <a:sym typeface="Arial"/>
              </a:defRPr>
            </a:lvl4pPr>
            <a:lvl5pPr marL="0" lvl="4" indent="0" algn="l">
              <a:spcBef>
                <a:spcPts val="0"/>
              </a:spcBef>
              <a:buNone/>
              <a:defRPr sz="2400" b="1" i="0" u="none" strike="noStrike" cap="none">
                <a:solidFill>
                  <a:schemeClr val="dk1"/>
                </a:solidFill>
                <a:latin typeface="Arial"/>
                <a:ea typeface="Arial"/>
                <a:cs typeface="Arial"/>
                <a:sym typeface="Arial"/>
              </a:defRPr>
            </a:lvl5pPr>
            <a:lvl6pPr marL="0" lvl="5" indent="0" algn="l">
              <a:spcBef>
                <a:spcPts val="0"/>
              </a:spcBef>
              <a:buNone/>
              <a:defRPr sz="2400" b="1" i="0" u="none" strike="noStrike" cap="none">
                <a:solidFill>
                  <a:schemeClr val="dk1"/>
                </a:solidFill>
                <a:latin typeface="Arial"/>
                <a:ea typeface="Arial"/>
                <a:cs typeface="Arial"/>
                <a:sym typeface="Arial"/>
              </a:defRPr>
            </a:lvl6pPr>
            <a:lvl7pPr marL="0" lvl="6" indent="0" algn="l">
              <a:spcBef>
                <a:spcPts val="0"/>
              </a:spcBef>
              <a:buNone/>
              <a:defRPr sz="2400" b="1" i="0" u="none" strike="noStrike" cap="none">
                <a:solidFill>
                  <a:schemeClr val="dk1"/>
                </a:solidFill>
                <a:latin typeface="Arial"/>
                <a:ea typeface="Arial"/>
                <a:cs typeface="Arial"/>
                <a:sym typeface="Arial"/>
              </a:defRPr>
            </a:lvl7pPr>
            <a:lvl8pPr marL="0" lvl="7" indent="0" algn="l">
              <a:spcBef>
                <a:spcPts val="0"/>
              </a:spcBef>
              <a:buNone/>
              <a:defRPr sz="2400" b="1" i="0" u="none" strike="noStrike" cap="none">
                <a:solidFill>
                  <a:schemeClr val="dk1"/>
                </a:solidFill>
                <a:latin typeface="Arial"/>
                <a:ea typeface="Arial"/>
                <a:cs typeface="Arial"/>
                <a:sym typeface="Arial"/>
              </a:defRPr>
            </a:lvl8pPr>
            <a:lvl9pPr marL="0" lvl="8" indent="0" algn="l">
              <a:spcBef>
                <a:spcPts val="0"/>
              </a:spcBef>
              <a:buNone/>
              <a:defRPr sz="24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25"/>
        <p:cNvGrpSpPr/>
        <p:nvPr/>
      </p:nvGrpSpPr>
      <p:grpSpPr>
        <a:xfrm>
          <a:off x="0" y="0"/>
          <a:ext cx="0" cy="0"/>
          <a:chOff x="0" y="0"/>
          <a:chExt cx="0" cy="0"/>
        </a:xfrm>
      </p:grpSpPr>
      <p:sp>
        <p:nvSpPr>
          <p:cNvPr id="26" name="Google Shape;26;p198"/>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98"/>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28" name="Google Shape;28;p19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9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9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1C_Titre seul bleu foncé">
  <p:cSld name="1C_Titre seul bleu foncé">
    <p:spTree>
      <p:nvGrpSpPr>
        <p:cNvPr id="1" name="Shape 31"/>
        <p:cNvGrpSpPr/>
        <p:nvPr/>
      </p:nvGrpSpPr>
      <p:grpSpPr>
        <a:xfrm>
          <a:off x="0" y="0"/>
          <a:ext cx="0" cy="0"/>
          <a:chOff x="0" y="0"/>
          <a:chExt cx="0" cy="0"/>
        </a:xfrm>
      </p:grpSpPr>
      <p:sp>
        <p:nvSpPr>
          <p:cNvPr id="32" name="Google Shape;32;p199"/>
          <p:cNvSpPr txBox="1">
            <a:spLocks noGrp="1"/>
          </p:cNvSpPr>
          <p:nvPr>
            <p:ph type="title"/>
          </p:nvPr>
        </p:nvSpPr>
        <p:spPr>
          <a:xfrm>
            <a:off x="816868" y="274641"/>
            <a:ext cx="7869933" cy="826029"/>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2600"/>
              <a:buFont typeface="Arial Black"/>
              <a:buNone/>
              <a:defRPr sz="2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99"/>
          <p:cNvSpPr txBox="1">
            <a:spLocks noGrp="1"/>
          </p:cNvSpPr>
          <p:nvPr>
            <p:ph type="dt" idx="10"/>
          </p:nvPr>
        </p:nvSpPr>
        <p:spPr>
          <a:xfrm>
            <a:off x="457200" y="6172201"/>
            <a:ext cx="3429000" cy="304800"/>
          </a:xfrm>
          <a:prstGeom prst="rect">
            <a:avLst/>
          </a:prstGeom>
          <a:noFill/>
          <a:ln>
            <a:noFill/>
          </a:ln>
        </p:spPr>
        <p:txBody>
          <a:bodyPr spcFirstLastPara="1" wrap="square" lIns="171775" tIns="45700" rIns="91425" bIns="0" anchor="b" anchorCtr="0">
            <a:noAutofit/>
          </a:bodyPr>
          <a:lstStyle>
            <a:lvl1pPr lvl="0" algn="l">
              <a:spcBef>
                <a:spcPts val="0"/>
              </a:spcBef>
              <a:spcAft>
                <a:spcPts val="0"/>
              </a:spcAft>
              <a:buSzPts val="1400"/>
              <a:buNone/>
              <a:defRPr sz="1000">
                <a:solidFill>
                  <a:srgbClr val="5051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199"/>
          <p:cNvSpPr txBox="1">
            <a:spLocks noGrp="1"/>
          </p:cNvSpPr>
          <p:nvPr>
            <p:ph type="ftr" idx="11"/>
          </p:nvPr>
        </p:nvSpPr>
        <p:spPr>
          <a:xfrm>
            <a:off x="457200" y="6492875"/>
            <a:ext cx="3429000" cy="283845"/>
          </a:xfrm>
          <a:prstGeom prst="rect">
            <a:avLst/>
          </a:prstGeom>
          <a:noFill/>
          <a:ln>
            <a:noFill/>
          </a:ln>
        </p:spPr>
        <p:txBody>
          <a:bodyPr spcFirstLastPara="1" wrap="square" lIns="87250" tIns="43625" rIns="87250" bIns="43625" anchor="t" anchorCtr="0">
            <a:noAutofit/>
          </a:bodyPr>
          <a:lstStyle>
            <a:lvl1pPr lvl="0" algn="l">
              <a:spcBef>
                <a:spcPts val="0"/>
              </a:spcBef>
              <a:spcAft>
                <a:spcPts val="0"/>
              </a:spcAft>
              <a:buSzPts val="1400"/>
              <a:buNone/>
              <a:defRPr>
                <a:solidFill>
                  <a:srgbClr val="505150"/>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99"/>
          <p:cNvSpPr txBox="1">
            <a:spLocks noGrp="1"/>
          </p:cNvSpPr>
          <p:nvPr>
            <p:ph type="sldNum" idx="12"/>
          </p:nvPr>
        </p:nvSpPr>
        <p:spPr>
          <a:xfrm rot="-5400000">
            <a:off x="8227377" y="5885497"/>
            <a:ext cx="1315721" cy="365125"/>
          </a:xfrm>
          <a:prstGeom prst="rect">
            <a:avLst/>
          </a:prstGeom>
          <a:noFill/>
          <a:ln>
            <a:noFill/>
          </a:ln>
        </p:spPr>
        <p:txBody>
          <a:bodyPr spcFirstLastPara="1" wrap="square" lIns="87250" tIns="43625" rIns="87250" bIns="43625" anchor="ctr" anchorCtr="0">
            <a:noAutofit/>
          </a:bodyPr>
          <a:lstStyle>
            <a:lvl1pPr marL="0" marR="0" lvl="0" indent="0" algn="l">
              <a:spcBef>
                <a:spcPts val="0"/>
              </a:spcBef>
              <a:buNone/>
              <a:defRPr sz="2400" b="1">
                <a:solidFill>
                  <a:srgbClr val="505150"/>
                </a:solidFill>
                <a:latin typeface="Arial"/>
                <a:ea typeface="Arial"/>
                <a:cs typeface="Arial"/>
                <a:sym typeface="Arial"/>
              </a:defRPr>
            </a:lvl1pPr>
            <a:lvl2pPr marL="0" marR="0" lvl="1" indent="0" algn="l">
              <a:spcBef>
                <a:spcPts val="0"/>
              </a:spcBef>
              <a:buNone/>
              <a:defRPr sz="2400" b="1">
                <a:solidFill>
                  <a:srgbClr val="505150"/>
                </a:solidFill>
                <a:latin typeface="Arial"/>
                <a:ea typeface="Arial"/>
                <a:cs typeface="Arial"/>
                <a:sym typeface="Arial"/>
              </a:defRPr>
            </a:lvl2pPr>
            <a:lvl3pPr marL="0" marR="0" lvl="2" indent="0" algn="l">
              <a:spcBef>
                <a:spcPts val="0"/>
              </a:spcBef>
              <a:buNone/>
              <a:defRPr sz="2400" b="1">
                <a:solidFill>
                  <a:srgbClr val="505150"/>
                </a:solidFill>
                <a:latin typeface="Arial"/>
                <a:ea typeface="Arial"/>
                <a:cs typeface="Arial"/>
                <a:sym typeface="Arial"/>
              </a:defRPr>
            </a:lvl3pPr>
            <a:lvl4pPr marL="0" marR="0" lvl="3" indent="0" algn="l">
              <a:spcBef>
                <a:spcPts val="0"/>
              </a:spcBef>
              <a:buNone/>
              <a:defRPr sz="2400" b="1">
                <a:solidFill>
                  <a:srgbClr val="505150"/>
                </a:solidFill>
                <a:latin typeface="Arial"/>
                <a:ea typeface="Arial"/>
                <a:cs typeface="Arial"/>
                <a:sym typeface="Arial"/>
              </a:defRPr>
            </a:lvl4pPr>
            <a:lvl5pPr marL="0" marR="0" lvl="4" indent="0" algn="l">
              <a:spcBef>
                <a:spcPts val="0"/>
              </a:spcBef>
              <a:buNone/>
              <a:defRPr sz="2400" b="1">
                <a:solidFill>
                  <a:srgbClr val="505150"/>
                </a:solidFill>
                <a:latin typeface="Arial"/>
                <a:ea typeface="Arial"/>
                <a:cs typeface="Arial"/>
                <a:sym typeface="Arial"/>
              </a:defRPr>
            </a:lvl5pPr>
            <a:lvl6pPr marL="0" marR="0" lvl="5" indent="0" algn="l">
              <a:spcBef>
                <a:spcPts val="0"/>
              </a:spcBef>
              <a:buNone/>
              <a:defRPr sz="2400" b="1">
                <a:solidFill>
                  <a:srgbClr val="505150"/>
                </a:solidFill>
                <a:latin typeface="Arial"/>
                <a:ea typeface="Arial"/>
                <a:cs typeface="Arial"/>
                <a:sym typeface="Arial"/>
              </a:defRPr>
            </a:lvl6pPr>
            <a:lvl7pPr marL="0" marR="0" lvl="6" indent="0" algn="l">
              <a:spcBef>
                <a:spcPts val="0"/>
              </a:spcBef>
              <a:buNone/>
              <a:defRPr sz="2400" b="1">
                <a:solidFill>
                  <a:srgbClr val="505150"/>
                </a:solidFill>
                <a:latin typeface="Arial"/>
                <a:ea typeface="Arial"/>
                <a:cs typeface="Arial"/>
                <a:sym typeface="Arial"/>
              </a:defRPr>
            </a:lvl7pPr>
            <a:lvl8pPr marL="0" marR="0" lvl="7" indent="0" algn="l">
              <a:spcBef>
                <a:spcPts val="0"/>
              </a:spcBef>
              <a:buNone/>
              <a:defRPr sz="2400" b="1">
                <a:solidFill>
                  <a:srgbClr val="505150"/>
                </a:solidFill>
                <a:latin typeface="Arial"/>
                <a:ea typeface="Arial"/>
                <a:cs typeface="Arial"/>
                <a:sym typeface="Arial"/>
              </a:defRPr>
            </a:lvl8pPr>
            <a:lvl9pPr marL="0" marR="0" lvl="8" indent="0" algn="l">
              <a:spcBef>
                <a:spcPts val="0"/>
              </a:spcBef>
              <a:buNone/>
              <a:defRPr sz="2400" b="1">
                <a:solidFill>
                  <a:srgbClr val="505150"/>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36"/>
        <p:cNvGrpSpPr/>
        <p:nvPr/>
      </p:nvGrpSpPr>
      <p:grpSpPr>
        <a:xfrm>
          <a:off x="0" y="0"/>
          <a:ext cx="0" cy="0"/>
          <a:chOff x="0" y="0"/>
          <a:chExt cx="0" cy="0"/>
        </a:xfrm>
      </p:grpSpPr>
      <p:sp>
        <p:nvSpPr>
          <p:cNvPr id="37" name="Google Shape;37;p200"/>
          <p:cNvSpPr txBox="1">
            <a:spLocks noGrp="1"/>
          </p:cNvSpPr>
          <p:nvPr>
            <p:ph type="title"/>
          </p:nvPr>
        </p:nvSpPr>
        <p:spPr>
          <a:xfrm>
            <a:off x="457200" y="1447800"/>
            <a:ext cx="7772400" cy="43211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chemeClr val="dk1"/>
              </a:buClr>
              <a:buSzPts val="8800"/>
              <a:buFont typeface="Arial Black"/>
              <a:buNone/>
              <a:defRPr sz="8800" b="0" cap="none">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00"/>
          <p:cNvSpPr txBox="1">
            <a:spLocks noGrp="1"/>
          </p:cNvSpPr>
          <p:nvPr>
            <p:ph type="body" idx="1"/>
          </p:nvPr>
        </p:nvSpPr>
        <p:spPr>
          <a:xfrm>
            <a:off x="457200" y="228601"/>
            <a:ext cx="7772400" cy="10668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chemeClr val="dk2"/>
              </a:buClr>
              <a:buSzPts val="2000"/>
              <a:buNone/>
              <a:defRPr sz="2000" b="0" cap="none">
                <a:solidFill>
                  <a:schemeClr val="dk2"/>
                </a:solidFill>
                <a:latin typeface="Arial Black"/>
                <a:ea typeface="Arial Black"/>
                <a:cs typeface="Arial Black"/>
                <a:sym typeface="Arial Black"/>
              </a:defRPr>
            </a:lvl1pPr>
            <a:lvl2pPr marL="914400" lvl="1" indent="-228600" algn="l">
              <a:spcBef>
                <a:spcPts val="600"/>
              </a:spcBef>
              <a:spcAft>
                <a:spcPts val="0"/>
              </a:spcAft>
              <a:buSzPts val="1800"/>
              <a:buNone/>
              <a:defRPr sz="1800">
                <a:solidFill>
                  <a:srgbClr val="888888"/>
                </a:solidFill>
              </a:defRPr>
            </a:lvl2pPr>
            <a:lvl3pPr marL="1371600" lvl="2" indent="-228600" algn="l">
              <a:spcBef>
                <a:spcPts val="320"/>
              </a:spcBef>
              <a:spcAft>
                <a:spcPts val="0"/>
              </a:spcAft>
              <a:buSzPts val="1600"/>
              <a:buNone/>
              <a:defRPr sz="1600">
                <a:solidFill>
                  <a:srgbClr val="888888"/>
                </a:solidFill>
              </a:defRPr>
            </a:lvl3pPr>
            <a:lvl4pPr marL="1828800" lvl="3" indent="-228600" algn="l">
              <a:spcBef>
                <a:spcPts val="280"/>
              </a:spcBef>
              <a:spcAft>
                <a:spcPts val="0"/>
              </a:spcAft>
              <a:buSzPts val="1400"/>
              <a:buNone/>
              <a:defRPr sz="1400">
                <a:solidFill>
                  <a:srgbClr val="888888"/>
                </a:solidFill>
              </a:defRPr>
            </a:lvl4pPr>
            <a:lvl5pPr marL="2286000" lvl="4" indent="-228600" algn="l">
              <a:spcBef>
                <a:spcPts val="280"/>
              </a:spcBef>
              <a:spcAft>
                <a:spcPts val="0"/>
              </a:spcAft>
              <a:buSzPts val="1400"/>
              <a:buNone/>
              <a:defRPr sz="1400">
                <a:solidFill>
                  <a:srgbClr val="888888"/>
                </a:solidFill>
              </a:defRPr>
            </a:lvl5pPr>
            <a:lvl6pPr marL="2743200" lvl="5" indent="-228600" algn="l">
              <a:spcBef>
                <a:spcPts val="280"/>
              </a:spcBef>
              <a:spcAft>
                <a:spcPts val="0"/>
              </a:spcAft>
              <a:buSzPts val="1400"/>
              <a:buNone/>
              <a:defRPr sz="1400">
                <a:solidFill>
                  <a:srgbClr val="888888"/>
                </a:solidFill>
              </a:defRPr>
            </a:lvl6pPr>
            <a:lvl7pPr marL="3200400" lvl="6" indent="-228600" algn="l">
              <a:spcBef>
                <a:spcPts val="280"/>
              </a:spcBef>
              <a:spcAft>
                <a:spcPts val="0"/>
              </a:spcAft>
              <a:buSzPts val="1400"/>
              <a:buNone/>
              <a:defRPr sz="1400">
                <a:solidFill>
                  <a:srgbClr val="888888"/>
                </a:solidFill>
              </a:defRPr>
            </a:lvl7pPr>
            <a:lvl8pPr marL="3657600" lvl="7" indent="-228600" algn="l">
              <a:spcBef>
                <a:spcPts val="280"/>
              </a:spcBef>
              <a:spcAft>
                <a:spcPts val="0"/>
              </a:spcAft>
              <a:buSzPts val="1400"/>
              <a:buNone/>
              <a:defRPr sz="1400">
                <a:solidFill>
                  <a:srgbClr val="888888"/>
                </a:solidFill>
              </a:defRPr>
            </a:lvl8pPr>
            <a:lvl9pPr marL="4114800" lvl="8" indent="-228600" algn="l">
              <a:spcBef>
                <a:spcPts val="280"/>
              </a:spcBef>
              <a:spcAft>
                <a:spcPts val="0"/>
              </a:spcAft>
              <a:buSzPts val="1400"/>
              <a:buNone/>
              <a:defRPr sz="1400">
                <a:solidFill>
                  <a:srgbClr val="888888"/>
                </a:solidFill>
              </a:defRPr>
            </a:lvl9pPr>
          </a:lstStyle>
          <a:p>
            <a:endParaRPr/>
          </a:p>
        </p:txBody>
      </p:sp>
      <p:sp>
        <p:nvSpPr>
          <p:cNvPr id="39" name="Google Shape;39;p200"/>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00"/>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
        <p:nvSpPr>
          <p:cNvPr id="41" name="Google Shape;41;p200"/>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42"/>
        <p:cNvGrpSpPr/>
        <p:nvPr/>
      </p:nvGrpSpPr>
      <p:grpSpPr>
        <a:xfrm>
          <a:off x="0" y="0"/>
          <a:ext cx="0" cy="0"/>
          <a:chOff x="0" y="0"/>
          <a:chExt cx="0" cy="0"/>
        </a:xfrm>
      </p:grpSpPr>
      <p:sp>
        <p:nvSpPr>
          <p:cNvPr id="43" name="Google Shape;43;p201"/>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201"/>
          <p:cNvSpPr txBox="1">
            <a:spLocks noGrp="1"/>
          </p:cNvSpPr>
          <p:nvPr>
            <p:ph type="body" idx="1"/>
          </p:nvPr>
        </p:nvSpPr>
        <p:spPr>
          <a:xfrm>
            <a:off x="163068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381000" algn="l">
              <a:spcBef>
                <a:spcPts val="60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45" name="Google Shape;45;p201"/>
          <p:cNvSpPr txBox="1">
            <a:spLocks noGrp="1"/>
          </p:cNvSpPr>
          <p:nvPr>
            <p:ph type="body" idx="2"/>
          </p:nvPr>
        </p:nvSpPr>
        <p:spPr>
          <a:xfrm>
            <a:off x="5090160" y="1574800"/>
            <a:ext cx="3291840" cy="4525963"/>
          </a:xfrm>
          <a:prstGeom prst="rect">
            <a:avLst/>
          </a:prstGeom>
          <a:noFill/>
          <a:ln>
            <a:noFill/>
          </a:ln>
        </p:spPr>
        <p:txBody>
          <a:bodyPr spcFirstLastPara="1" wrap="square" lIns="91425" tIns="45700" rIns="91425" bIns="45700" anchor="t" anchorCtr="0">
            <a:normAutofit/>
          </a:bodyPr>
          <a:lstStyle>
            <a:lvl1pPr marL="457200" lvl="0" indent="-228600" algn="l">
              <a:spcBef>
                <a:spcPts val="560"/>
              </a:spcBef>
              <a:spcAft>
                <a:spcPts val="0"/>
              </a:spcAft>
              <a:buClr>
                <a:schemeClr val="dk1"/>
              </a:buClr>
              <a:buSzPts val="2800"/>
              <a:buNone/>
              <a:defRPr sz="2800"/>
            </a:lvl1pPr>
            <a:lvl2pPr marL="914400" lvl="1" indent="-381000" algn="l">
              <a:spcBef>
                <a:spcPts val="60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360"/>
              </a:spcBef>
              <a:spcAft>
                <a:spcPts val="0"/>
              </a:spcAft>
              <a:buSzPts val="1800"/>
              <a:buChar char="•"/>
              <a:defRPr sz="1800"/>
            </a:lvl5pPr>
            <a:lvl6pPr marL="2743200" lvl="5" indent="-342900" algn="l">
              <a:spcBef>
                <a:spcPts val="360"/>
              </a:spcBef>
              <a:spcAft>
                <a:spcPts val="0"/>
              </a:spcAft>
              <a:buSzPts val="1800"/>
              <a:buChar char="•"/>
              <a:defRPr sz="1800"/>
            </a:lvl6pPr>
            <a:lvl7pPr marL="3200400" lvl="6" indent="-342900" algn="l">
              <a:spcBef>
                <a:spcPts val="360"/>
              </a:spcBef>
              <a:spcAft>
                <a:spcPts val="0"/>
              </a:spcAft>
              <a:buSzPts val="1800"/>
              <a:buChar char="•"/>
              <a:defRPr sz="1800"/>
            </a:lvl7pPr>
            <a:lvl8pPr marL="3657600" lvl="7" indent="-342900" algn="l">
              <a:spcBef>
                <a:spcPts val="360"/>
              </a:spcBef>
              <a:spcAft>
                <a:spcPts val="0"/>
              </a:spcAft>
              <a:buSzPts val="1800"/>
              <a:buChar char="•"/>
              <a:defRPr sz="1800"/>
            </a:lvl8pPr>
            <a:lvl9pPr marL="4114800" lvl="8" indent="-342900" algn="l">
              <a:spcBef>
                <a:spcPts val="360"/>
              </a:spcBef>
              <a:spcAft>
                <a:spcPts val="0"/>
              </a:spcAft>
              <a:buSzPts val="1800"/>
              <a:buChar char="•"/>
              <a:defRPr sz="1800"/>
            </a:lvl9pPr>
          </a:lstStyle>
          <a:p>
            <a:endParaRPr/>
          </a:p>
        </p:txBody>
      </p:sp>
      <p:sp>
        <p:nvSpPr>
          <p:cNvPr id="46" name="Google Shape;46;p201"/>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01"/>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1"/>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49"/>
        <p:cNvGrpSpPr/>
        <p:nvPr/>
      </p:nvGrpSpPr>
      <p:grpSpPr>
        <a:xfrm>
          <a:off x="0" y="0"/>
          <a:ext cx="0" cy="0"/>
          <a:chOff x="0" y="0"/>
          <a:chExt cx="0" cy="0"/>
        </a:xfrm>
      </p:grpSpPr>
      <p:sp>
        <p:nvSpPr>
          <p:cNvPr id="50" name="Google Shape;50;p202"/>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3600"/>
              <a:buFont typeface="Arial Black"/>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202"/>
          <p:cNvSpPr txBox="1">
            <a:spLocks noGrp="1"/>
          </p:cNvSpPr>
          <p:nvPr>
            <p:ph type="body" idx="1"/>
          </p:nvPr>
        </p:nvSpPr>
        <p:spPr>
          <a:xfrm>
            <a:off x="1627632"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spcBef>
                <a:spcPts val="6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2" name="Google Shape;52;p202"/>
          <p:cNvSpPr txBox="1">
            <a:spLocks noGrp="1"/>
          </p:cNvSpPr>
          <p:nvPr>
            <p:ph type="body" idx="2"/>
          </p:nvPr>
        </p:nvSpPr>
        <p:spPr>
          <a:xfrm>
            <a:off x="1627632"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355600" algn="l">
              <a:spcBef>
                <a:spcPts val="6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3" name="Google Shape;53;p202"/>
          <p:cNvSpPr txBox="1">
            <a:spLocks noGrp="1"/>
          </p:cNvSpPr>
          <p:nvPr>
            <p:ph type="body" idx="3"/>
          </p:nvPr>
        </p:nvSpPr>
        <p:spPr>
          <a:xfrm>
            <a:off x="5093208" y="1572768"/>
            <a:ext cx="3291840" cy="639762"/>
          </a:xfrm>
          <a:prstGeom prst="rect">
            <a:avLst/>
          </a:prstGeom>
          <a:noFill/>
          <a:ln>
            <a:noFill/>
          </a:ln>
        </p:spPr>
        <p:txBody>
          <a:bodyPr spcFirstLastPara="1" wrap="square" lIns="91425" tIns="45700" rIns="91425" bIns="45700" anchor="b" anchorCtr="0">
            <a:noAutofit/>
          </a:bodyPr>
          <a:lstStyle>
            <a:lvl1pPr marL="457200" lvl="0" indent="-228600" algn="l">
              <a:spcBef>
                <a:spcPts val="360"/>
              </a:spcBef>
              <a:spcAft>
                <a:spcPts val="0"/>
              </a:spcAft>
              <a:buClr>
                <a:schemeClr val="dk1"/>
              </a:buClr>
              <a:buSzPts val="1800"/>
              <a:buNone/>
              <a:defRPr sz="1800" b="0" cap="none">
                <a:solidFill>
                  <a:schemeClr val="dk1"/>
                </a:solidFill>
                <a:latin typeface="Arial Black"/>
                <a:ea typeface="Arial Black"/>
                <a:cs typeface="Arial Black"/>
                <a:sym typeface="Arial Black"/>
              </a:defRPr>
            </a:lvl1pPr>
            <a:lvl2pPr marL="914400" lvl="1" indent="-228600" algn="l">
              <a:spcBef>
                <a:spcPts val="6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320"/>
              </a:spcBef>
              <a:spcAft>
                <a:spcPts val="0"/>
              </a:spcAft>
              <a:buSzPts val="1600"/>
              <a:buNone/>
              <a:defRPr sz="1600" b="1"/>
            </a:lvl5pPr>
            <a:lvl6pPr marL="2743200" lvl="5" indent="-228600" algn="l">
              <a:spcBef>
                <a:spcPts val="320"/>
              </a:spcBef>
              <a:spcAft>
                <a:spcPts val="0"/>
              </a:spcAft>
              <a:buSzPts val="1600"/>
              <a:buNone/>
              <a:defRPr sz="1600" b="1"/>
            </a:lvl6pPr>
            <a:lvl7pPr marL="3200400" lvl="6" indent="-228600" algn="l">
              <a:spcBef>
                <a:spcPts val="320"/>
              </a:spcBef>
              <a:spcAft>
                <a:spcPts val="0"/>
              </a:spcAft>
              <a:buSzPts val="1600"/>
              <a:buNone/>
              <a:defRPr sz="1600" b="1"/>
            </a:lvl7pPr>
            <a:lvl8pPr marL="3657600" lvl="7" indent="-228600" algn="l">
              <a:spcBef>
                <a:spcPts val="320"/>
              </a:spcBef>
              <a:spcAft>
                <a:spcPts val="0"/>
              </a:spcAft>
              <a:buSzPts val="1600"/>
              <a:buNone/>
              <a:defRPr sz="1600" b="1"/>
            </a:lvl8pPr>
            <a:lvl9pPr marL="4114800" lvl="8" indent="-228600" algn="l">
              <a:spcBef>
                <a:spcPts val="320"/>
              </a:spcBef>
              <a:spcAft>
                <a:spcPts val="0"/>
              </a:spcAft>
              <a:buSzPts val="1600"/>
              <a:buNone/>
              <a:defRPr sz="1600" b="1"/>
            </a:lvl9pPr>
          </a:lstStyle>
          <a:p>
            <a:endParaRPr/>
          </a:p>
        </p:txBody>
      </p:sp>
      <p:sp>
        <p:nvSpPr>
          <p:cNvPr id="54" name="Google Shape;54;p202"/>
          <p:cNvSpPr txBox="1">
            <a:spLocks noGrp="1"/>
          </p:cNvSpPr>
          <p:nvPr>
            <p:ph type="body" idx="4"/>
          </p:nvPr>
        </p:nvSpPr>
        <p:spPr>
          <a:xfrm>
            <a:off x="5093208" y="2259366"/>
            <a:ext cx="3291840" cy="3840480"/>
          </a:xfrm>
          <a:prstGeom prst="rect">
            <a:avLst/>
          </a:prstGeom>
          <a:noFill/>
          <a:ln>
            <a:noFill/>
          </a:ln>
        </p:spPr>
        <p:txBody>
          <a:bodyPr spcFirstLastPara="1" wrap="square" lIns="91425" tIns="45700" rIns="91425" bIns="45700" anchor="t" anchorCtr="0">
            <a:normAutofit/>
          </a:bodyPr>
          <a:lstStyle>
            <a:lvl1pPr marL="457200" lvl="0" indent="-228600" algn="l">
              <a:spcBef>
                <a:spcPts val="480"/>
              </a:spcBef>
              <a:spcAft>
                <a:spcPts val="0"/>
              </a:spcAft>
              <a:buClr>
                <a:schemeClr val="dk1"/>
              </a:buClr>
              <a:buSzPts val="2400"/>
              <a:buNone/>
              <a:defRPr sz="2400"/>
            </a:lvl1pPr>
            <a:lvl2pPr marL="914400" lvl="1" indent="-355600" algn="l">
              <a:spcBef>
                <a:spcPts val="6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320"/>
              </a:spcBef>
              <a:spcAft>
                <a:spcPts val="0"/>
              </a:spcAft>
              <a:buSzPts val="1600"/>
              <a:buChar char="•"/>
              <a:defRPr sz="1600"/>
            </a:lvl5pPr>
            <a:lvl6pPr marL="2743200" lvl="5" indent="-330200" algn="l">
              <a:spcBef>
                <a:spcPts val="320"/>
              </a:spcBef>
              <a:spcAft>
                <a:spcPts val="0"/>
              </a:spcAft>
              <a:buSzPts val="1600"/>
              <a:buChar char="•"/>
              <a:defRPr sz="1600"/>
            </a:lvl6pPr>
            <a:lvl7pPr marL="3200400" lvl="6" indent="-330200" algn="l">
              <a:spcBef>
                <a:spcPts val="320"/>
              </a:spcBef>
              <a:spcAft>
                <a:spcPts val="0"/>
              </a:spcAft>
              <a:buSzPts val="1600"/>
              <a:buChar char="•"/>
              <a:defRPr sz="1600"/>
            </a:lvl7pPr>
            <a:lvl8pPr marL="3657600" lvl="7" indent="-330200" algn="l">
              <a:spcBef>
                <a:spcPts val="320"/>
              </a:spcBef>
              <a:spcAft>
                <a:spcPts val="0"/>
              </a:spcAft>
              <a:buSzPts val="1600"/>
              <a:buChar char="•"/>
              <a:defRPr sz="1600"/>
            </a:lvl8pPr>
            <a:lvl9pPr marL="4114800" lvl="8" indent="-330200" algn="l">
              <a:spcBef>
                <a:spcPts val="320"/>
              </a:spcBef>
              <a:spcAft>
                <a:spcPts val="0"/>
              </a:spcAft>
              <a:buSzPts val="1600"/>
              <a:buChar char="•"/>
              <a:defRPr sz="1600"/>
            </a:lvl9pPr>
          </a:lstStyle>
          <a:p>
            <a:endParaRPr/>
          </a:p>
        </p:txBody>
      </p:sp>
      <p:sp>
        <p:nvSpPr>
          <p:cNvPr id="55" name="Google Shape;55;p202"/>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2"/>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2"/>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58"/>
        <p:cNvGrpSpPr/>
        <p:nvPr/>
      </p:nvGrpSpPr>
      <p:grpSpPr>
        <a:xfrm>
          <a:off x="0" y="0"/>
          <a:ext cx="0" cy="0"/>
          <a:chOff x="0" y="0"/>
          <a:chExt cx="0" cy="0"/>
        </a:xfrm>
      </p:grpSpPr>
      <p:sp>
        <p:nvSpPr>
          <p:cNvPr id="59" name="Google Shape;59;p203"/>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03"/>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203"/>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03"/>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63"/>
        <p:cNvGrpSpPr/>
        <p:nvPr/>
      </p:nvGrpSpPr>
      <p:grpSpPr>
        <a:xfrm>
          <a:off x="0" y="0"/>
          <a:ext cx="0" cy="0"/>
          <a:chOff x="0" y="0"/>
          <a:chExt cx="0" cy="0"/>
        </a:xfrm>
      </p:grpSpPr>
      <p:sp>
        <p:nvSpPr>
          <p:cNvPr id="64" name="Google Shape;64;p204"/>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04"/>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04"/>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67"/>
        <p:cNvGrpSpPr/>
        <p:nvPr/>
      </p:nvGrpSpPr>
      <p:grpSpPr>
        <a:xfrm>
          <a:off x="0" y="0"/>
          <a:ext cx="0" cy="0"/>
          <a:chOff x="0" y="0"/>
          <a:chExt cx="0" cy="0"/>
        </a:xfrm>
      </p:grpSpPr>
      <p:sp>
        <p:nvSpPr>
          <p:cNvPr id="68" name="Google Shape;68;p205"/>
          <p:cNvSpPr txBox="1">
            <a:spLocks noGrp="1"/>
          </p:cNvSpPr>
          <p:nvPr>
            <p:ph type="body" idx="1"/>
          </p:nvPr>
        </p:nvSpPr>
        <p:spPr>
          <a:xfrm>
            <a:off x="3575050" y="1600200"/>
            <a:ext cx="5111750" cy="4480560"/>
          </a:xfrm>
          <a:prstGeom prst="rect">
            <a:avLst/>
          </a:prstGeom>
          <a:noFill/>
          <a:ln>
            <a:noFill/>
          </a:ln>
        </p:spPr>
        <p:txBody>
          <a:bodyPr spcFirstLastPara="1" wrap="square" lIns="91425" tIns="45700" rIns="91425" bIns="45700" anchor="t" anchorCtr="0">
            <a:normAutofit/>
          </a:bodyPr>
          <a:lstStyle>
            <a:lvl1pPr marL="457200" lvl="0" indent="-228600" algn="l">
              <a:spcBef>
                <a:spcPts val="640"/>
              </a:spcBef>
              <a:spcAft>
                <a:spcPts val="0"/>
              </a:spcAft>
              <a:buClr>
                <a:schemeClr val="dk1"/>
              </a:buClr>
              <a:buSzPts val="3200"/>
              <a:buNone/>
              <a:defRPr sz="3200"/>
            </a:lvl1pPr>
            <a:lvl2pPr marL="914400" lvl="1" indent="-406400" algn="l">
              <a:spcBef>
                <a:spcPts val="60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400"/>
              </a:spcBef>
              <a:spcAft>
                <a:spcPts val="0"/>
              </a:spcAft>
              <a:buSzPts val="2000"/>
              <a:buChar char="•"/>
              <a:defRPr sz="2000"/>
            </a:lvl5pPr>
            <a:lvl6pPr marL="2743200" lvl="5" indent="-355600" algn="l">
              <a:spcBef>
                <a:spcPts val="400"/>
              </a:spcBef>
              <a:spcAft>
                <a:spcPts val="0"/>
              </a:spcAft>
              <a:buSzPts val="2000"/>
              <a:buChar char="•"/>
              <a:defRPr sz="2000"/>
            </a:lvl6pPr>
            <a:lvl7pPr marL="3200400" lvl="6" indent="-355600" algn="l">
              <a:spcBef>
                <a:spcPts val="400"/>
              </a:spcBef>
              <a:spcAft>
                <a:spcPts val="0"/>
              </a:spcAft>
              <a:buSzPts val="2000"/>
              <a:buChar char="•"/>
              <a:defRPr sz="2000"/>
            </a:lvl7pPr>
            <a:lvl8pPr marL="3657600" lvl="7" indent="-355600" algn="l">
              <a:spcBef>
                <a:spcPts val="400"/>
              </a:spcBef>
              <a:spcAft>
                <a:spcPts val="0"/>
              </a:spcAft>
              <a:buSzPts val="2000"/>
              <a:buChar char="•"/>
              <a:defRPr sz="2000"/>
            </a:lvl8pPr>
            <a:lvl9pPr marL="4114800" lvl="8" indent="-355600" algn="l">
              <a:spcBef>
                <a:spcPts val="400"/>
              </a:spcBef>
              <a:spcAft>
                <a:spcPts val="0"/>
              </a:spcAft>
              <a:buSzPts val="2000"/>
              <a:buChar char="•"/>
              <a:defRPr sz="2000"/>
            </a:lvl9pPr>
          </a:lstStyle>
          <a:p>
            <a:endParaRPr/>
          </a:p>
        </p:txBody>
      </p:sp>
      <p:sp>
        <p:nvSpPr>
          <p:cNvPr id="69" name="Google Shape;69;p205"/>
          <p:cNvSpPr txBox="1">
            <a:spLocks noGrp="1"/>
          </p:cNvSpPr>
          <p:nvPr>
            <p:ph type="body" idx="2"/>
          </p:nvPr>
        </p:nvSpPr>
        <p:spPr>
          <a:xfrm>
            <a:off x="457200" y="1600200"/>
            <a:ext cx="3008313" cy="448056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70" name="Google Shape;70;p205"/>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05"/>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05"/>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
        <p:nvSpPr>
          <p:cNvPr id="73" name="Google Shape;73;p205"/>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Image avec légende" type="picTx">
  <p:cSld name="PICTURE_WITH_CAPTION_TEXT">
    <p:spTree>
      <p:nvGrpSpPr>
        <p:cNvPr id="1" name="Shape 74"/>
        <p:cNvGrpSpPr/>
        <p:nvPr/>
      </p:nvGrpSpPr>
      <p:grpSpPr>
        <a:xfrm>
          <a:off x="0" y="0"/>
          <a:ext cx="0" cy="0"/>
          <a:chOff x="0" y="0"/>
          <a:chExt cx="0" cy="0"/>
        </a:xfrm>
      </p:grpSpPr>
      <p:sp>
        <p:nvSpPr>
          <p:cNvPr id="75" name="Google Shape;75;p206"/>
          <p:cNvSpPr/>
          <p:nvPr/>
        </p:nvSpPr>
        <p:spPr>
          <a:xfrm>
            <a:off x="9001124" y="4846320"/>
            <a:ext cx="142876" cy="201168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76" name="Google Shape;76;p206"/>
          <p:cNvSpPr>
            <a:spLocks noGrp="1"/>
          </p:cNvSpPr>
          <p:nvPr>
            <p:ph type="pic" idx="2"/>
          </p:nvPr>
        </p:nvSpPr>
        <p:spPr>
          <a:xfrm>
            <a:off x="-1" y="0"/>
            <a:ext cx="9000877" cy="4846320"/>
          </a:xfrm>
          <a:prstGeom prst="rect">
            <a:avLst/>
          </a:prstGeom>
          <a:solidFill>
            <a:srgbClr val="BFBFBF"/>
          </a:solidFill>
          <a:ln>
            <a:noFill/>
          </a:ln>
        </p:spPr>
      </p:sp>
      <p:sp>
        <p:nvSpPr>
          <p:cNvPr id="77" name="Google Shape;77;p206"/>
          <p:cNvSpPr txBox="1">
            <a:spLocks noGrp="1"/>
          </p:cNvSpPr>
          <p:nvPr>
            <p:ph type="body" idx="1"/>
          </p:nvPr>
        </p:nvSpPr>
        <p:spPr>
          <a:xfrm>
            <a:off x="457200" y="5715000"/>
            <a:ext cx="8153400" cy="457200"/>
          </a:xfrm>
          <a:prstGeom prst="rect">
            <a:avLst/>
          </a:prstGeom>
          <a:noFill/>
          <a:ln>
            <a:noFill/>
          </a:ln>
        </p:spPr>
        <p:txBody>
          <a:bodyPr spcFirstLastPara="1" wrap="square" lIns="91425" tIns="45700" rIns="91425" bIns="45700" anchor="t" anchorCtr="0">
            <a:normAutofit/>
          </a:bodyPr>
          <a:lstStyle>
            <a:lvl1pPr marL="457200" lvl="0" indent="-228600" algn="l">
              <a:spcBef>
                <a:spcPts val="320"/>
              </a:spcBef>
              <a:spcAft>
                <a:spcPts val="0"/>
              </a:spcAft>
              <a:buClr>
                <a:schemeClr val="dk1"/>
              </a:buClr>
              <a:buSzPts val="1600"/>
              <a:buNone/>
              <a:defRPr sz="1600"/>
            </a:lvl1pPr>
            <a:lvl2pPr marL="914400" lvl="1" indent="-228600" algn="l">
              <a:spcBef>
                <a:spcPts val="60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180"/>
              </a:spcBef>
              <a:spcAft>
                <a:spcPts val="0"/>
              </a:spcAft>
              <a:buSzPts val="900"/>
              <a:buNone/>
              <a:defRPr sz="900"/>
            </a:lvl5pPr>
            <a:lvl6pPr marL="2743200" lvl="5" indent="-228600" algn="l">
              <a:spcBef>
                <a:spcPts val="180"/>
              </a:spcBef>
              <a:spcAft>
                <a:spcPts val="0"/>
              </a:spcAft>
              <a:buSzPts val="900"/>
              <a:buNone/>
              <a:defRPr sz="900"/>
            </a:lvl6pPr>
            <a:lvl7pPr marL="3200400" lvl="6" indent="-228600" algn="l">
              <a:spcBef>
                <a:spcPts val="180"/>
              </a:spcBef>
              <a:spcAft>
                <a:spcPts val="0"/>
              </a:spcAft>
              <a:buSzPts val="900"/>
              <a:buNone/>
              <a:defRPr sz="900"/>
            </a:lvl7pPr>
            <a:lvl8pPr marL="3657600" lvl="7" indent="-228600" algn="l">
              <a:spcBef>
                <a:spcPts val="180"/>
              </a:spcBef>
              <a:spcAft>
                <a:spcPts val="0"/>
              </a:spcAft>
              <a:buSzPts val="900"/>
              <a:buNone/>
              <a:defRPr sz="900"/>
            </a:lvl8pPr>
            <a:lvl9pPr marL="4114800" lvl="8" indent="-228600" algn="l">
              <a:spcBef>
                <a:spcPts val="180"/>
              </a:spcBef>
              <a:spcAft>
                <a:spcPts val="0"/>
              </a:spcAft>
              <a:buSzPts val="900"/>
              <a:buNone/>
              <a:defRPr sz="900"/>
            </a:lvl9pPr>
          </a:lstStyle>
          <a:p>
            <a:endParaRPr/>
          </a:p>
        </p:txBody>
      </p:sp>
      <p:sp>
        <p:nvSpPr>
          <p:cNvPr id="78" name="Google Shape;78;p20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0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0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2400" b="1">
                <a:solidFill>
                  <a:schemeClr val="dk1"/>
                </a:solidFill>
                <a:latin typeface="Arial"/>
                <a:ea typeface="Arial"/>
                <a:cs typeface="Arial"/>
                <a:sym typeface="Arial"/>
              </a:defRPr>
            </a:lvl1pPr>
            <a:lvl2pPr marL="0" lvl="1" indent="0" algn="l">
              <a:spcBef>
                <a:spcPts val="0"/>
              </a:spcBef>
              <a:buNone/>
              <a:defRPr sz="2400" b="1">
                <a:solidFill>
                  <a:schemeClr val="dk1"/>
                </a:solidFill>
                <a:latin typeface="Arial"/>
                <a:ea typeface="Arial"/>
                <a:cs typeface="Arial"/>
                <a:sym typeface="Arial"/>
              </a:defRPr>
            </a:lvl2pPr>
            <a:lvl3pPr marL="0" lvl="2" indent="0" algn="l">
              <a:spcBef>
                <a:spcPts val="0"/>
              </a:spcBef>
              <a:buNone/>
              <a:defRPr sz="2400" b="1">
                <a:solidFill>
                  <a:schemeClr val="dk1"/>
                </a:solidFill>
                <a:latin typeface="Arial"/>
                <a:ea typeface="Arial"/>
                <a:cs typeface="Arial"/>
                <a:sym typeface="Arial"/>
              </a:defRPr>
            </a:lvl3pPr>
            <a:lvl4pPr marL="0" lvl="3" indent="0" algn="l">
              <a:spcBef>
                <a:spcPts val="0"/>
              </a:spcBef>
              <a:buNone/>
              <a:defRPr sz="2400" b="1">
                <a:solidFill>
                  <a:schemeClr val="dk1"/>
                </a:solidFill>
                <a:latin typeface="Arial"/>
                <a:ea typeface="Arial"/>
                <a:cs typeface="Arial"/>
                <a:sym typeface="Arial"/>
              </a:defRPr>
            </a:lvl4pPr>
            <a:lvl5pPr marL="0" lvl="4" indent="0" algn="l">
              <a:spcBef>
                <a:spcPts val="0"/>
              </a:spcBef>
              <a:buNone/>
              <a:defRPr sz="2400" b="1">
                <a:solidFill>
                  <a:schemeClr val="dk1"/>
                </a:solidFill>
                <a:latin typeface="Arial"/>
                <a:ea typeface="Arial"/>
                <a:cs typeface="Arial"/>
                <a:sym typeface="Arial"/>
              </a:defRPr>
            </a:lvl5pPr>
            <a:lvl6pPr marL="0" lvl="5" indent="0" algn="l">
              <a:spcBef>
                <a:spcPts val="0"/>
              </a:spcBef>
              <a:buNone/>
              <a:defRPr sz="2400" b="1">
                <a:solidFill>
                  <a:schemeClr val="dk1"/>
                </a:solidFill>
                <a:latin typeface="Arial"/>
                <a:ea typeface="Arial"/>
                <a:cs typeface="Arial"/>
                <a:sym typeface="Arial"/>
              </a:defRPr>
            </a:lvl6pPr>
            <a:lvl7pPr marL="0" lvl="6" indent="0" algn="l">
              <a:spcBef>
                <a:spcPts val="0"/>
              </a:spcBef>
              <a:buNone/>
              <a:defRPr sz="2400" b="1">
                <a:solidFill>
                  <a:schemeClr val="dk1"/>
                </a:solidFill>
                <a:latin typeface="Arial"/>
                <a:ea typeface="Arial"/>
                <a:cs typeface="Arial"/>
                <a:sym typeface="Arial"/>
              </a:defRPr>
            </a:lvl7pPr>
            <a:lvl8pPr marL="0" lvl="7" indent="0" algn="l">
              <a:spcBef>
                <a:spcPts val="0"/>
              </a:spcBef>
              <a:buNone/>
              <a:defRPr sz="2400" b="1">
                <a:solidFill>
                  <a:schemeClr val="dk1"/>
                </a:solidFill>
                <a:latin typeface="Arial"/>
                <a:ea typeface="Arial"/>
                <a:cs typeface="Arial"/>
                <a:sym typeface="Arial"/>
              </a:defRPr>
            </a:lvl8pPr>
            <a:lvl9pPr marL="0" lvl="8" indent="0" algn="l">
              <a:spcBef>
                <a:spcPts val="0"/>
              </a:spcBef>
              <a:buNone/>
              <a:defRPr sz="2400" b="1">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
        <p:nvSpPr>
          <p:cNvPr id="81" name="Google Shape;81;p206"/>
          <p:cNvSpPr txBox="1">
            <a:spLocks noGrp="1"/>
          </p:cNvSpPr>
          <p:nvPr>
            <p:ph type="title"/>
          </p:nvPr>
        </p:nvSpPr>
        <p:spPr>
          <a:xfrm>
            <a:off x="457200" y="4953000"/>
            <a:ext cx="8153400" cy="7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2"/>
              </a:buClr>
              <a:buSzPts val="3200"/>
              <a:buFont typeface="Arial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206"/>
          <p:cNvSpPr/>
          <p:nvPr/>
        </p:nvSpPr>
        <p:spPr>
          <a:xfrm>
            <a:off x="9001124" y="0"/>
            <a:ext cx="142876" cy="484632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83"/>
        <p:cNvGrpSpPr/>
        <p:nvPr/>
      </p:nvGrpSpPr>
      <p:grpSpPr>
        <a:xfrm>
          <a:off x="0" y="0"/>
          <a:ext cx="0" cy="0"/>
          <a:chOff x="0" y="0"/>
          <a:chExt cx="0" cy="0"/>
        </a:xfrm>
      </p:grpSpPr>
      <p:sp>
        <p:nvSpPr>
          <p:cNvPr id="84" name="Google Shape;84;p207"/>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207"/>
          <p:cNvSpPr txBox="1">
            <a:spLocks noGrp="1"/>
          </p:cNvSpPr>
          <p:nvPr>
            <p:ph type="body" idx="1"/>
          </p:nvPr>
        </p:nvSpPr>
        <p:spPr>
          <a:xfrm rot="5400000">
            <a:off x="2080419" y="129382"/>
            <a:ext cx="4373563" cy="7620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86" name="Google Shape;86;p207"/>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207"/>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207"/>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89"/>
        <p:cNvGrpSpPr/>
        <p:nvPr/>
      </p:nvGrpSpPr>
      <p:grpSpPr>
        <a:xfrm>
          <a:off x="0" y="0"/>
          <a:ext cx="0" cy="0"/>
          <a:chOff x="0" y="0"/>
          <a:chExt cx="0" cy="0"/>
        </a:xfrm>
      </p:grpSpPr>
      <p:sp>
        <p:nvSpPr>
          <p:cNvPr id="90" name="Google Shape;90;p208"/>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08"/>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a:lvl1pPr>
            <a:lvl2pPr marL="914400" lvl="1" indent="-342900" algn="l">
              <a:spcBef>
                <a:spcPts val="60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spcBef>
                <a:spcPts val="360"/>
              </a:spcBef>
              <a:spcAft>
                <a:spcPts val="0"/>
              </a:spcAft>
              <a:buSzPts val="1800"/>
              <a:buChar char="•"/>
              <a:defRPr/>
            </a:lvl6pPr>
            <a:lvl7pPr marL="3200400" lvl="6" indent="-342900" algn="l">
              <a:spcBef>
                <a:spcPts val="360"/>
              </a:spcBef>
              <a:spcAft>
                <a:spcPts val="0"/>
              </a:spcAft>
              <a:buSzPts val="1800"/>
              <a:buChar char="•"/>
              <a:defRPr/>
            </a:lvl7pPr>
            <a:lvl8pPr marL="3657600" lvl="7" indent="-342900" algn="l">
              <a:spcBef>
                <a:spcPts val="360"/>
              </a:spcBef>
              <a:spcAft>
                <a:spcPts val="0"/>
              </a:spcAft>
              <a:buSzPts val="1800"/>
              <a:buChar char="•"/>
              <a:defRPr/>
            </a:lvl8pPr>
            <a:lvl9pPr marL="4114800" lvl="8" indent="-342900" algn="l">
              <a:spcBef>
                <a:spcPts val="360"/>
              </a:spcBef>
              <a:spcAft>
                <a:spcPts val="0"/>
              </a:spcAft>
              <a:buSzPts val="1800"/>
              <a:buChar char="•"/>
              <a:defRPr/>
            </a:lvl9pPr>
          </a:lstStyle>
          <a:p>
            <a:endParaRPr/>
          </a:p>
        </p:txBody>
      </p:sp>
      <p:sp>
        <p:nvSpPr>
          <p:cNvPr id="92" name="Google Shape;92;p208"/>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08"/>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208"/>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fr-FR"/>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96"/>
          <p:cNvSpPr txBox="1">
            <a:spLocks noGrp="1"/>
          </p:cNvSpPr>
          <p:nvPr>
            <p:ph type="title"/>
          </p:nvPr>
        </p:nvSpPr>
        <p:spPr>
          <a:xfrm>
            <a:off x="457200" y="152718"/>
            <a:ext cx="5791200" cy="1371600"/>
          </a:xfrm>
          <a:prstGeom prst="rect">
            <a:avLst/>
          </a:prstGeom>
          <a:noFill/>
          <a:ln>
            <a:noFill/>
          </a:ln>
        </p:spPr>
        <p:txBody>
          <a:bodyPr spcFirstLastPara="1" wrap="square" lIns="91425" tIns="45700" rIns="91425" bIns="45700" anchor="b" anchorCtr="0">
            <a:normAutofit/>
          </a:bodyPr>
          <a:lstStyle>
            <a:lvl1pPr marR="0" lvl="0" algn="l" rtl="0">
              <a:spcBef>
                <a:spcPts val="0"/>
              </a:spcBef>
              <a:spcAft>
                <a:spcPts val="0"/>
              </a:spcAft>
              <a:buClr>
                <a:schemeClr val="dk2"/>
              </a:buClr>
              <a:buSzPts val="3600"/>
              <a:buFont typeface="Arial Black"/>
              <a:buNone/>
              <a:defRPr sz="3600" b="0" i="0" u="none" strike="noStrike" cap="none">
                <a:solidFill>
                  <a:schemeClr val="dk2"/>
                </a:solidFill>
                <a:latin typeface="Arial Black"/>
                <a:ea typeface="Arial Black"/>
                <a:cs typeface="Arial Black"/>
                <a:sym typeface="Arial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96"/>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400"/>
              </a:spcBef>
              <a:spcAft>
                <a:spcPts val="0"/>
              </a:spcAft>
              <a:buClr>
                <a:schemeClr val="dk1"/>
              </a:buClr>
              <a:buSzPts val="2000"/>
              <a:buFont typeface="Arial"/>
              <a:buNone/>
              <a:defRPr sz="2000" b="1" i="0" u="none" strike="noStrike" cap="none">
                <a:solidFill>
                  <a:schemeClr val="dk1"/>
                </a:solidFill>
                <a:latin typeface="Arial"/>
                <a:ea typeface="Arial"/>
                <a:cs typeface="Arial"/>
                <a:sym typeface="Arial"/>
              </a:defRPr>
            </a:lvl1pPr>
            <a:lvl2pPr marL="914400" marR="0" lvl="1" indent="-355600" algn="l" rtl="0">
              <a:spcBef>
                <a:spcPts val="600"/>
              </a:spcBef>
              <a:spcAft>
                <a:spcPts val="0"/>
              </a:spcAft>
              <a:buClr>
                <a:schemeClr val="dk2"/>
              </a:buClr>
              <a:buSzPts val="2000"/>
              <a:buFont typeface="Arial"/>
              <a:buChar char="•"/>
              <a:defRPr sz="20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2"/>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6pPr>
            <a:lvl7pPr marL="3200400" marR="0" lvl="6"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7pPr>
            <a:lvl8pPr marL="3657600" marR="0" lvl="7"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8pPr>
            <a:lvl9pPr marL="4114800" marR="0" lvl="8" indent="-330200" algn="l" rtl="0">
              <a:spcBef>
                <a:spcPts val="320"/>
              </a:spcBef>
              <a:spcAft>
                <a:spcPts val="0"/>
              </a:spcAft>
              <a:buClr>
                <a:schemeClr val="dk2"/>
              </a:buClr>
              <a:buSzPts val="16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12" name="Google Shape;12;p196"/>
          <p:cNvSpPr txBox="1">
            <a:spLocks noGrp="1"/>
          </p:cNvSpPr>
          <p:nvPr>
            <p:ph type="dt" idx="10"/>
          </p:nvPr>
        </p:nvSpPr>
        <p:spPr>
          <a:xfrm>
            <a:off x="457200" y="6172201"/>
            <a:ext cx="3429000" cy="304800"/>
          </a:xfrm>
          <a:prstGeom prst="rect">
            <a:avLst/>
          </a:prstGeom>
          <a:noFill/>
          <a:ln>
            <a:noFill/>
          </a:ln>
        </p:spPr>
        <p:txBody>
          <a:bodyPr spcFirstLastPara="1" wrap="square" lIns="91425" tIns="45700" rIns="91425" bIns="0" anchor="b"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96"/>
          <p:cNvSpPr txBox="1">
            <a:spLocks noGrp="1"/>
          </p:cNvSpPr>
          <p:nvPr>
            <p:ph type="ftr" idx="11"/>
          </p:nvPr>
        </p:nvSpPr>
        <p:spPr>
          <a:xfrm>
            <a:off x="457200" y="6492875"/>
            <a:ext cx="3429000" cy="28384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96"/>
          <p:cNvSpPr txBox="1">
            <a:spLocks noGrp="1"/>
          </p:cNvSpPr>
          <p:nvPr>
            <p:ph type="sldNum" idx="12"/>
          </p:nvPr>
        </p:nvSpPr>
        <p:spPr>
          <a:xfrm rot="-5400000">
            <a:off x="8227377" y="5885497"/>
            <a:ext cx="1315721" cy="365125"/>
          </a:xfrm>
          <a:prstGeom prst="rect">
            <a:avLst/>
          </a:prstGeom>
          <a:noFill/>
          <a:ln>
            <a:noFill/>
          </a:ln>
        </p:spPr>
        <p:txBody>
          <a:bodyPr spcFirstLastPara="1" wrap="square" lIns="91425" tIns="45700" rIns="91425" bIns="45700" anchor="ctr" anchorCtr="0">
            <a:noAutofit/>
          </a:bodyPr>
          <a:lstStyle>
            <a:lvl1pPr marL="0" marR="0" lvl="0" indent="0" algn="l" rtl="0">
              <a:spcBef>
                <a:spcPts val="0"/>
              </a:spcBef>
              <a:buNone/>
              <a:defRPr sz="2400" b="1" i="0" u="none" strike="noStrike" cap="none">
                <a:solidFill>
                  <a:schemeClr val="dk2"/>
                </a:solidFill>
                <a:latin typeface="Arial"/>
                <a:ea typeface="Arial"/>
                <a:cs typeface="Arial"/>
                <a:sym typeface="Arial"/>
              </a:defRPr>
            </a:lvl1pPr>
            <a:lvl2pPr marL="0" marR="0" lvl="1" indent="0" algn="l" rtl="0">
              <a:spcBef>
                <a:spcPts val="0"/>
              </a:spcBef>
              <a:buNone/>
              <a:defRPr sz="2400" b="1" i="0" u="none" strike="noStrike" cap="none">
                <a:solidFill>
                  <a:schemeClr val="dk2"/>
                </a:solidFill>
                <a:latin typeface="Arial"/>
                <a:ea typeface="Arial"/>
                <a:cs typeface="Arial"/>
                <a:sym typeface="Arial"/>
              </a:defRPr>
            </a:lvl2pPr>
            <a:lvl3pPr marL="0" marR="0" lvl="2" indent="0" algn="l" rtl="0">
              <a:spcBef>
                <a:spcPts val="0"/>
              </a:spcBef>
              <a:buNone/>
              <a:defRPr sz="2400" b="1" i="0" u="none" strike="noStrike" cap="none">
                <a:solidFill>
                  <a:schemeClr val="dk2"/>
                </a:solidFill>
                <a:latin typeface="Arial"/>
                <a:ea typeface="Arial"/>
                <a:cs typeface="Arial"/>
                <a:sym typeface="Arial"/>
              </a:defRPr>
            </a:lvl3pPr>
            <a:lvl4pPr marL="0" marR="0" lvl="3" indent="0" algn="l" rtl="0">
              <a:spcBef>
                <a:spcPts val="0"/>
              </a:spcBef>
              <a:buNone/>
              <a:defRPr sz="2400" b="1" i="0" u="none" strike="noStrike" cap="none">
                <a:solidFill>
                  <a:schemeClr val="dk2"/>
                </a:solidFill>
                <a:latin typeface="Arial"/>
                <a:ea typeface="Arial"/>
                <a:cs typeface="Arial"/>
                <a:sym typeface="Arial"/>
              </a:defRPr>
            </a:lvl4pPr>
            <a:lvl5pPr marL="0" marR="0" lvl="4" indent="0" algn="l" rtl="0">
              <a:spcBef>
                <a:spcPts val="0"/>
              </a:spcBef>
              <a:buNone/>
              <a:defRPr sz="2400" b="1" i="0" u="none" strike="noStrike" cap="none">
                <a:solidFill>
                  <a:schemeClr val="dk2"/>
                </a:solidFill>
                <a:latin typeface="Arial"/>
                <a:ea typeface="Arial"/>
                <a:cs typeface="Arial"/>
                <a:sym typeface="Arial"/>
              </a:defRPr>
            </a:lvl5pPr>
            <a:lvl6pPr marL="0" marR="0" lvl="5" indent="0" algn="l" rtl="0">
              <a:spcBef>
                <a:spcPts val="0"/>
              </a:spcBef>
              <a:buNone/>
              <a:defRPr sz="2400" b="1" i="0" u="none" strike="noStrike" cap="none">
                <a:solidFill>
                  <a:schemeClr val="dk2"/>
                </a:solidFill>
                <a:latin typeface="Arial"/>
                <a:ea typeface="Arial"/>
                <a:cs typeface="Arial"/>
                <a:sym typeface="Arial"/>
              </a:defRPr>
            </a:lvl6pPr>
            <a:lvl7pPr marL="0" marR="0" lvl="6" indent="0" algn="l" rtl="0">
              <a:spcBef>
                <a:spcPts val="0"/>
              </a:spcBef>
              <a:buNone/>
              <a:defRPr sz="2400" b="1" i="0" u="none" strike="noStrike" cap="none">
                <a:solidFill>
                  <a:schemeClr val="dk2"/>
                </a:solidFill>
                <a:latin typeface="Arial"/>
                <a:ea typeface="Arial"/>
                <a:cs typeface="Arial"/>
                <a:sym typeface="Arial"/>
              </a:defRPr>
            </a:lvl7pPr>
            <a:lvl8pPr marL="0" marR="0" lvl="7" indent="0" algn="l" rtl="0">
              <a:spcBef>
                <a:spcPts val="0"/>
              </a:spcBef>
              <a:buNone/>
              <a:defRPr sz="2400" b="1" i="0" u="none" strike="noStrike" cap="none">
                <a:solidFill>
                  <a:schemeClr val="dk2"/>
                </a:solidFill>
                <a:latin typeface="Arial"/>
                <a:ea typeface="Arial"/>
                <a:cs typeface="Arial"/>
                <a:sym typeface="Arial"/>
              </a:defRPr>
            </a:lvl8pPr>
            <a:lvl9pPr marL="0" marR="0" lvl="8" indent="0" algn="l" rtl="0">
              <a:spcBef>
                <a:spcPts val="0"/>
              </a:spcBef>
              <a:buNone/>
              <a:defRPr sz="2400" b="1" i="0" u="none" strike="noStrike" cap="none">
                <a:solidFill>
                  <a:schemeClr val="dk2"/>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fr-FR"/>
              <a:t>‹N°›</a:t>
            </a:fld>
            <a:endParaRPr/>
          </a:p>
        </p:txBody>
      </p:sp>
      <p:sp>
        <p:nvSpPr>
          <p:cNvPr id="15" name="Google Shape;15;p196"/>
          <p:cNvSpPr/>
          <p:nvPr/>
        </p:nvSpPr>
        <p:spPr>
          <a:xfrm>
            <a:off x="9001124" y="0"/>
            <a:ext cx="142876" cy="1371600"/>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6" name="Google Shape;16;p196"/>
          <p:cNvSpPr/>
          <p:nvPr/>
        </p:nvSpPr>
        <p:spPr>
          <a:xfrm>
            <a:off x="9001124" y="1371600"/>
            <a:ext cx="142876" cy="5486400"/>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dirty="0"/>
              <a:t>MODULE 3NSQL</a:t>
            </a:r>
            <a:endParaRPr lang="en-US" dirty="0"/>
          </a:p>
        </p:txBody>
      </p:sp>
      <p:sp>
        <p:nvSpPr>
          <p:cNvPr id="100" name="Google Shape;100;p1"/>
          <p:cNvSpPr txBox="1">
            <a:spLocks noGrp="1"/>
          </p:cNvSpPr>
          <p:nvPr>
            <p:ph type="subTitle" idx="1"/>
          </p:nvPr>
        </p:nvSpPr>
        <p:spPr>
          <a:xfrm>
            <a:off x="-2000" y="3198967"/>
            <a:ext cx="9147690" cy="914400"/>
          </a:xfrm>
          <a:prstGeom prst="rect">
            <a:avLst/>
          </a:prstGeom>
          <a:noFill/>
          <a:ln>
            <a:noFill/>
          </a:ln>
        </p:spPr>
        <p:txBody>
          <a:bodyPr spcFirstLastPara="1" wrap="square" lIns="91425" tIns="45700" rIns="91425" bIns="45700" anchor="t" anchorCtr="0">
            <a:noAutofit/>
          </a:bodyPr>
          <a:lstStyle/>
          <a:p>
            <a:pPr marL="0" indent="0" algn="ctr">
              <a:spcBef>
                <a:spcPts val="0"/>
              </a:spcBef>
            </a:pPr>
            <a:r>
              <a:rPr lang="fr-FR" sz="2400" dirty="0">
                <a:solidFill>
                  <a:srgbClr val="7030A0"/>
                </a:solidFill>
              </a:rPr>
              <a:t>BASES DE DONNÉES NOSQL : FONDAMENTAUX</a:t>
            </a:r>
            <a:endParaRPr lang="en-US" dirty="0"/>
          </a:p>
        </p:txBody>
      </p:sp>
    </p:spTree>
    <p:extLst>
      <p:ext uri="{BB962C8B-B14F-4D97-AF65-F5344CB8AC3E}">
        <p14:creationId xmlns:p14="http://schemas.microsoft.com/office/powerpoint/2010/main" val="2575931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457200" y="152718"/>
            <a:ext cx="8507288" cy="1371600"/>
          </a:xfrm>
          <a:prstGeom prst="rect">
            <a:avLst/>
          </a:prstGeom>
          <a:noFill/>
          <a:ln>
            <a:noFill/>
          </a:ln>
        </p:spPr>
        <p:txBody>
          <a:bodyPr spcFirstLastPara="1" wrap="square" lIns="91425" tIns="45700" rIns="91425" bIns="45700" anchor="b" anchorCtr="0">
            <a:normAutofit/>
          </a:bodyPr>
          <a:lstStyle/>
          <a:p>
            <a:r>
              <a:rPr lang="fr-FR">
                <a:solidFill>
                  <a:srgbClr val="7030A0"/>
                </a:solidFill>
              </a:rPr>
              <a:t>QUELQUES RÉVISIONS POUR BIEN DÉMARRER LA JOURNÉE</a:t>
            </a:r>
          </a:p>
        </p:txBody>
      </p:sp>
      <p:sp>
        <p:nvSpPr>
          <p:cNvPr id="107" name="Google Shape;107;p2"/>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indent="-342900" algn="just">
              <a:spcBef>
                <a:spcPts val="1000"/>
              </a:spcBef>
              <a:buSzPts val="2000"/>
              <a:buFont typeface="Arial"/>
              <a:buChar char="•"/>
            </a:pPr>
            <a:r>
              <a:rPr lang="fr-FR" b="0"/>
              <a:t>Qu'avez-vous retenu de la journée précédente ?</a:t>
            </a:r>
            <a:endParaRPr/>
          </a:p>
          <a:p>
            <a:pPr marL="342900" lvl="0" indent="-342900" algn="just">
              <a:spcBef>
                <a:spcPts val="1000"/>
              </a:spcBef>
              <a:spcAft>
                <a:spcPts val="0"/>
              </a:spcAft>
              <a:buClr>
                <a:schemeClr val="dk1"/>
              </a:buClr>
              <a:buSzPts val="2000"/>
              <a:buChar char="•"/>
            </a:pPr>
            <a:endParaRPr lang="fr-FR" b="0"/>
          </a:p>
          <a:p>
            <a:pPr marL="342900" indent="-342900" algn="just">
              <a:spcBef>
                <a:spcPts val="1000"/>
              </a:spcBef>
              <a:buSzPts val="2000"/>
              <a:buChar char="•"/>
            </a:pPr>
            <a:r>
              <a:rPr lang="fr-FR" b="0"/>
              <a:t>Avez-vous des remarques ou des questions ?</a:t>
            </a:r>
          </a:p>
          <a:p>
            <a:pPr marL="342900" indent="-342900" algn="just">
              <a:spcBef>
                <a:spcPts val="1000"/>
              </a:spcBef>
              <a:buSzPts val="2000"/>
              <a:buChar char="•"/>
            </a:pPr>
            <a:endParaRPr lang="fr-FR" b="0"/>
          </a:p>
          <a:p>
            <a:pPr marL="342900" indent="-342900" algn="just">
              <a:spcBef>
                <a:spcPts val="1000"/>
              </a:spcBef>
              <a:buSzPts val="2000"/>
              <a:buChar char="•"/>
            </a:pPr>
            <a:r>
              <a:rPr lang="fr-FR" b="0"/>
              <a:t>Révisons rapidement les notions abordées... </a:t>
            </a:r>
          </a:p>
          <a:p>
            <a:pPr marL="0" indent="0" algn="just">
              <a:spcBef>
                <a:spcPts val="1000"/>
              </a:spcBef>
              <a:buSzPts val="2000"/>
            </a:pPr>
            <a:endParaRPr lang="en-US"/>
          </a:p>
        </p:txBody>
      </p:sp>
      <p:pic>
        <p:nvPicPr>
          <p:cNvPr id="108" name="Google Shape;108;p2"/>
          <p:cNvPicPr preferRelativeResize="0"/>
          <p:nvPr/>
        </p:nvPicPr>
        <p:blipFill>
          <a:blip r:embed="rId3">
            <a:alphaModFix/>
          </a:blip>
          <a:stretch>
            <a:fillRect/>
          </a:stretch>
        </p:blipFill>
        <p:spPr>
          <a:xfrm>
            <a:off x="4971700" y="4287164"/>
            <a:ext cx="3992800" cy="2517061"/>
          </a:xfrm>
          <a:prstGeom prst="rect">
            <a:avLst/>
          </a:prstGeom>
          <a:noFill/>
          <a:ln>
            <a:noFill/>
          </a:ln>
        </p:spPr>
      </p:pic>
    </p:spTree>
    <p:extLst>
      <p:ext uri="{BB962C8B-B14F-4D97-AF65-F5344CB8AC3E}">
        <p14:creationId xmlns:p14="http://schemas.microsoft.com/office/powerpoint/2010/main" val="16323971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457200" y="152718"/>
            <a:ext cx="8507288" cy="1371600"/>
          </a:xfrm>
          <a:prstGeom prst="rect">
            <a:avLst/>
          </a:prstGeom>
          <a:noFill/>
          <a:ln>
            <a:noFill/>
          </a:ln>
        </p:spPr>
        <p:txBody>
          <a:bodyPr spcFirstLastPara="1" wrap="square" lIns="91425" tIns="45700" rIns="91425" bIns="45700" anchor="b" anchorCtr="0">
            <a:normAutofit/>
          </a:bodyPr>
          <a:lstStyle/>
          <a:p>
            <a:r>
              <a:rPr lang="fr-FR">
                <a:solidFill>
                  <a:srgbClr val="7030A0"/>
                </a:solidFill>
              </a:rPr>
              <a:t>QUIZ </a:t>
            </a:r>
            <a:r>
              <a:rPr lang="fr-FR" err="1">
                <a:solidFill>
                  <a:srgbClr val="7030A0"/>
                </a:solidFill>
              </a:rPr>
              <a:t>NOTÉ</a:t>
            </a:r>
            <a:endParaRPr lang="en-US"/>
          </a:p>
        </p:txBody>
      </p:sp>
      <p:sp>
        <p:nvSpPr>
          <p:cNvPr id="107" name="Google Shape;107;p2"/>
          <p:cNvSpPr txBox="1">
            <a:spLocks noGrp="1"/>
          </p:cNvSpPr>
          <p:nvPr>
            <p:ph type="body" idx="1"/>
          </p:nvPr>
        </p:nvSpPr>
        <p:spPr>
          <a:xfrm>
            <a:off x="457200" y="1752600"/>
            <a:ext cx="7620000" cy="4373563"/>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indent="-342900" algn="just">
              <a:spcBef>
                <a:spcPts val="1000"/>
              </a:spcBef>
              <a:buSzPts val="2000"/>
              <a:buFont typeface="Arial"/>
              <a:buChar char="•"/>
            </a:pPr>
            <a:r>
              <a:rPr lang="fr-FR" b="0" dirty="0"/>
              <a:t>Rendez-vous sur Moodle pour répondre aux questions notées.</a:t>
            </a:r>
            <a:endParaRPr lang="fr-FR" dirty="0"/>
          </a:p>
          <a:p>
            <a:pPr marL="342900" indent="-342900" algn="just">
              <a:spcBef>
                <a:spcPts val="1000"/>
              </a:spcBef>
              <a:buSzPts val="2000"/>
              <a:buChar char="•"/>
            </a:pPr>
            <a:r>
              <a:rPr lang="fr-FR" b="0" dirty="0"/>
              <a:t>Vous avez 15 minutes.</a:t>
            </a:r>
          </a:p>
          <a:p>
            <a:pPr marL="342900" indent="-342900" algn="just">
              <a:spcBef>
                <a:spcPts val="1000"/>
              </a:spcBef>
              <a:buSzPts val="2000"/>
              <a:buChar char="•"/>
            </a:pPr>
            <a:r>
              <a:rPr lang="fr-FR" b="0" dirty="0"/>
              <a:t>Puis votre formateur fera une correction pour chaque question.</a:t>
            </a:r>
          </a:p>
          <a:p>
            <a:pPr marL="342900" indent="-342900" algn="just">
              <a:spcBef>
                <a:spcPts val="1000"/>
              </a:spcBef>
              <a:buSzPts val="2000"/>
              <a:buChar char="•"/>
            </a:pPr>
            <a:endParaRPr lang="fr-FR"/>
          </a:p>
          <a:p>
            <a:pPr marL="342900" indent="-342900" algn="just">
              <a:spcBef>
                <a:spcPts val="1000"/>
              </a:spcBef>
              <a:buSzPts val="2000"/>
              <a:buChar char="•"/>
            </a:pPr>
            <a:r>
              <a:rPr lang="fr-FR" dirty="0"/>
              <a:t>Attention : après avoir validé une question, vous ne pouvez pas revenir en arrière.</a:t>
            </a:r>
          </a:p>
          <a:p>
            <a:pPr marL="0" indent="0" algn="just">
              <a:spcBef>
                <a:spcPts val="1000"/>
              </a:spcBef>
              <a:buSzPts val="2000"/>
            </a:pPr>
            <a:endParaRPr lang="en-US"/>
          </a:p>
        </p:txBody>
      </p:sp>
      <p:pic>
        <p:nvPicPr>
          <p:cNvPr id="3" name="Picture 3">
            <a:extLst>
              <a:ext uri="{FF2B5EF4-FFF2-40B4-BE49-F238E27FC236}">
                <a16:creationId xmlns:a16="http://schemas.microsoft.com/office/drawing/2014/main" id="{A6A1708E-1727-7484-F108-60697C6C55CC}"/>
              </a:ext>
            </a:extLst>
          </p:cNvPr>
          <p:cNvPicPr>
            <a:picLocks noChangeAspect="1"/>
          </p:cNvPicPr>
          <p:nvPr/>
        </p:nvPicPr>
        <p:blipFill>
          <a:blip r:embed="rId3"/>
          <a:stretch>
            <a:fillRect/>
          </a:stretch>
        </p:blipFill>
        <p:spPr>
          <a:xfrm>
            <a:off x="5224463" y="4493963"/>
            <a:ext cx="3636169" cy="2453980"/>
          </a:xfrm>
          <a:prstGeom prst="rect">
            <a:avLst/>
          </a:prstGeom>
        </p:spPr>
      </p:pic>
    </p:spTree>
    <p:extLst>
      <p:ext uri="{BB962C8B-B14F-4D97-AF65-F5344CB8AC3E}">
        <p14:creationId xmlns:p14="http://schemas.microsoft.com/office/powerpoint/2010/main" val="3286804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
          <p:cNvSpPr txBox="1">
            <a:spLocks noGrp="1"/>
          </p:cNvSpPr>
          <p:nvPr>
            <p:ph type="title"/>
          </p:nvPr>
        </p:nvSpPr>
        <p:spPr>
          <a:xfrm>
            <a:off x="219075" y="81281"/>
            <a:ext cx="8507288" cy="919163"/>
          </a:xfrm>
          <a:prstGeom prst="rect">
            <a:avLst/>
          </a:prstGeom>
          <a:noFill/>
          <a:ln>
            <a:noFill/>
          </a:ln>
        </p:spPr>
        <p:txBody>
          <a:bodyPr spcFirstLastPara="1" wrap="square" lIns="91425" tIns="45700" rIns="91425" bIns="45700" anchor="b" anchorCtr="0">
            <a:normAutofit/>
          </a:bodyPr>
          <a:lstStyle/>
          <a:p>
            <a:r>
              <a:rPr lang="fr-FR">
                <a:solidFill>
                  <a:srgbClr val="7030A0"/>
                </a:solidFill>
              </a:rPr>
              <a:t>PROGRAMME DE LA </a:t>
            </a:r>
            <a:r>
              <a:rPr lang="fr-FR" err="1">
                <a:solidFill>
                  <a:srgbClr val="7030A0"/>
                </a:solidFill>
              </a:rPr>
              <a:t>JOURNÉE</a:t>
            </a:r>
            <a:endParaRPr lang="fr-FR">
              <a:solidFill>
                <a:srgbClr val="7030A0"/>
              </a:solidFill>
            </a:endParaRPr>
          </a:p>
        </p:txBody>
      </p:sp>
      <p:sp>
        <p:nvSpPr>
          <p:cNvPr id="107" name="Google Shape;107;p2"/>
          <p:cNvSpPr txBox="1">
            <a:spLocks noGrp="1"/>
          </p:cNvSpPr>
          <p:nvPr>
            <p:ph type="body" idx="1"/>
          </p:nvPr>
        </p:nvSpPr>
        <p:spPr>
          <a:xfrm>
            <a:off x="290513" y="1169194"/>
            <a:ext cx="7346156" cy="5516562"/>
          </a:xfrm>
          <a:prstGeom prst="rect">
            <a:avLst/>
          </a:prstGeom>
          <a:noFill/>
          <a:ln>
            <a:noFill/>
          </a:ln>
        </p:spPr>
        <p:txBody>
          <a:bodyPr spcFirstLastPara="1" wrap="square" lIns="91425" tIns="45700" rIns="91425" bIns="45700" anchor="t" anchorCtr="0">
            <a:normAutofit/>
          </a:bodyPr>
          <a:lstStyle/>
          <a:p>
            <a:pPr marL="342900" lvl="0" indent="-215900" algn="just" rtl="0">
              <a:spcBef>
                <a:spcPts val="0"/>
              </a:spcBef>
              <a:spcAft>
                <a:spcPts val="0"/>
              </a:spcAft>
              <a:buClr>
                <a:schemeClr val="dk1"/>
              </a:buClr>
              <a:buSzPts val="2000"/>
              <a:buFont typeface="Arial"/>
              <a:buNone/>
            </a:pPr>
            <a:endParaRPr b="0"/>
          </a:p>
          <a:p>
            <a:pPr marL="342900" indent="-342900" algn="just">
              <a:spcBef>
                <a:spcPts val="1000"/>
              </a:spcBef>
              <a:buSzPts val="2000"/>
              <a:buFont typeface="Arial"/>
              <a:buChar char="•"/>
            </a:pPr>
            <a:r>
              <a:rPr lang="fr-FR" b="0" dirty="0"/>
              <a:t>Vous n'avez pas terminé les exercices de la journée précédente ? Finalisez-les avant de poursuivre.</a:t>
            </a:r>
          </a:p>
          <a:p>
            <a:pPr marL="342900" indent="-342900" algn="just">
              <a:spcBef>
                <a:spcPts val="1000"/>
              </a:spcBef>
              <a:buSzPts val="2000"/>
              <a:buFont typeface="Arial"/>
              <a:buChar char="•"/>
            </a:pPr>
            <a:endParaRPr lang="fr-FR" b="0" dirty="0"/>
          </a:p>
          <a:p>
            <a:pPr marL="342900" indent="-342900" algn="just">
              <a:spcBef>
                <a:spcPts val="1000"/>
              </a:spcBef>
              <a:buSzPts val="2000"/>
              <a:buFont typeface="Arial"/>
              <a:buChar char="•"/>
            </a:pPr>
            <a:r>
              <a:rPr lang="fr-FR" b="0" dirty="0"/>
              <a:t>Apprendre à manipuler un système NoSQL orienté Document</a:t>
            </a:r>
            <a:endParaRPr lang="fr-FR"/>
          </a:p>
          <a:p>
            <a:pPr marL="342900" indent="-342900" algn="just">
              <a:spcBef>
                <a:spcPts val="1000"/>
              </a:spcBef>
              <a:buSzPts val="2000"/>
              <a:buChar char="•"/>
            </a:pPr>
            <a:endParaRPr lang="fr-FR" b="0" dirty="0"/>
          </a:p>
          <a:p>
            <a:pPr marL="342900" indent="-342900" algn="just">
              <a:spcBef>
                <a:spcPts val="1000"/>
              </a:spcBef>
              <a:buSzPts val="2000"/>
              <a:buChar char="•"/>
            </a:pPr>
            <a:r>
              <a:rPr lang="fr-FR" b="0" dirty="0"/>
              <a:t>Focus sur la base de données NoSQL Document "MongoDB"</a:t>
            </a:r>
          </a:p>
        </p:txBody>
      </p:sp>
      <p:pic>
        <p:nvPicPr>
          <p:cNvPr id="2" name="Picture 2">
            <a:extLst>
              <a:ext uri="{FF2B5EF4-FFF2-40B4-BE49-F238E27FC236}">
                <a16:creationId xmlns:a16="http://schemas.microsoft.com/office/drawing/2014/main" id="{EB14F722-1DFB-776F-2850-2BC69A38FD94}"/>
              </a:ext>
            </a:extLst>
          </p:cNvPr>
          <p:cNvPicPr>
            <a:picLocks noChangeAspect="1"/>
          </p:cNvPicPr>
          <p:nvPr/>
        </p:nvPicPr>
        <p:blipFill>
          <a:blip r:embed="rId3"/>
          <a:stretch>
            <a:fillRect/>
          </a:stretch>
        </p:blipFill>
        <p:spPr>
          <a:xfrm>
            <a:off x="7503318" y="5026817"/>
            <a:ext cx="1745458" cy="1745458"/>
          </a:xfrm>
          <a:prstGeom prst="rect">
            <a:avLst/>
          </a:prstGeom>
        </p:spPr>
      </p:pic>
    </p:spTree>
    <p:extLst>
      <p:ext uri="{BB962C8B-B14F-4D97-AF65-F5344CB8AC3E}">
        <p14:creationId xmlns:p14="http://schemas.microsoft.com/office/powerpoint/2010/main" val="3396329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7"/>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r>
              <a:rPr lang="fr-FR" sz="7200" dirty="0">
                <a:solidFill>
                  <a:srgbClr val="7030A0"/>
                </a:solidFill>
              </a:rPr>
              <a:t>JOUR 2</a:t>
            </a:r>
            <a:endParaRPr lang="en-US" dirty="0">
              <a:solidFill>
                <a:srgbClr val="7030A0"/>
              </a:solidFill>
            </a:endParaRPr>
          </a:p>
        </p:txBody>
      </p:sp>
      <p:sp>
        <p:nvSpPr>
          <p:cNvPr id="140" name="Google Shape;140;p7"/>
          <p:cNvSpPr txBox="1">
            <a:spLocks noGrp="1"/>
          </p:cNvSpPr>
          <p:nvPr>
            <p:ph type="subTitle" idx="1"/>
          </p:nvPr>
        </p:nvSpPr>
        <p:spPr>
          <a:xfrm>
            <a:off x="533400" y="2971800"/>
            <a:ext cx="6858000" cy="914400"/>
          </a:xfrm>
          <a:prstGeom prst="rect">
            <a:avLst/>
          </a:prstGeom>
          <a:noFill/>
          <a:ln>
            <a:noFill/>
          </a:ln>
        </p:spPr>
        <p:txBody>
          <a:bodyPr spcFirstLastPara="1" wrap="square" lIns="91425" tIns="45700" rIns="91425" bIns="45700" anchor="t" anchorCtr="0">
            <a:normAutofit lnSpcReduction="10000"/>
          </a:bodyPr>
          <a:lstStyle/>
          <a:p>
            <a:pPr marL="0" indent="0">
              <a:spcBef>
                <a:spcPts val="0"/>
              </a:spcBef>
            </a:pPr>
            <a:r>
              <a:rPr lang="fr-FR" sz="2800" dirty="0">
                <a:solidFill>
                  <a:srgbClr val="002060"/>
                </a:solidFill>
              </a:rPr>
              <a:t>BASE DE </a:t>
            </a:r>
            <a:r>
              <a:rPr lang="fr-FR" sz="2800" dirty="0" err="1">
                <a:solidFill>
                  <a:srgbClr val="002060"/>
                </a:solidFill>
              </a:rPr>
              <a:t>DONNÉES</a:t>
            </a:r>
            <a:r>
              <a:rPr lang="fr-FR" sz="2800" dirty="0">
                <a:solidFill>
                  <a:srgbClr val="002060"/>
                </a:solidFill>
              </a:rPr>
              <a:t> </a:t>
            </a:r>
            <a:r>
              <a:rPr lang="fr-FR" sz="3200" dirty="0">
                <a:solidFill>
                  <a:srgbClr val="002060"/>
                </a:solidFill>
              </a:rPr>
              <a:t>ORIENTÉES </a:t>
            </a:r>
            <a:r>
              <a:rPr lang="fr-FR" sz="2800" dirty="0">
                <a:solidFill>
                  <a:srgbClr val="002060"/>
                </a:solidFill>
              </a:rPr>
              <a:t>DOCUMENT  </a:t>
            </a:r>
            <a:endParaRPr lang="fr-FR"/>
          </a:p>
        </p:txBody>
      </p:sp>
    </p:spTree>
    <p:extLst>
      <p:ext uri="{BB962C8B-B14F-4D97-AF65-F5344CB8AC3E}">
        <p14:creationId xmlns:p14="http://schemas.microsoft.com/office/powerpoint/2010/main" val="1753943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a:extLst>
            <a:ext uri="{FF2B5EF4-FFF2-40B4-BE49-F238E27FC236}">
              <a16:creationId xmlns:a16="http://schemas.microsoft.com/office/drawing/2014/main" id="{D6609359-ED06-4381-1862-1EA9BAD74390}"/>
            </a:ext>
          </a:extLst>
        </p:cNvPr>
        <p:cNvGrpSpPr/>
        <p:nvPr/>
      </p:nvGrpSpPr>
      <p:grpSpPr>
        <a:xfrm>
          <a:off x="0" y="0"/>
          <a:ext cx="0" cy="0"/>
          <a:chOff x="0" y="0"/>
          <a:chExt cx="0" cy="0"/>
        </a:xfrm>
      </p:grpSpPr>
      <p:sp>
        <p:nvSpPr>
          <p:cNvPr id="99" name="Google Shape;99;p1">
            <a:extLst>
              <a:ext uri="{FF2B5EF4-FFF2-40B4-BE49-F238E27FC236}">
                <a16:creationId xmlns:a16="http://schemas.microsoft.com/office/drawing/2014/main" id="{CED793CA-AD8C-0820-6C82-8F2E8FA4E05B}"/>
              </a:ext>
            </a:extLst>
          </p:cNvPr>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dirty="0"/>
              <a:t>BDD NOSQL</a:t>
            </a:r>
            <a:endParaRPr lang="fr-FR" dirty="0"/>
          </a:p>
        </p:txBody>
      </p:sp>
      <p:sp>
        <p:nvSpPr>
          <p:cNvPr id="100" name="Google Shape;100;p1">
            <a:extLst>
              <a:ext uri="{FF2B5EF4-FFF2-40B4-BE49-F238E27FC236}">
                <a16:creationId xmlns:a16="http://schemas.microsoft.com/office/drawing/2014/main" id="{2015A2C7-1727-2FC5-81A5-0A091F10CEEB}"/>
              </a:ext>
            </a:extLst>
          </p:cNvPr>
          <p:cNvSpPr txBox="1">
            <a:spLocks noGrp="1"/>
          </p:cNvSpPr>
          <p:nvPr>
            <p:ph type="subTitle" idx="1"/>
          </p:nvPr>
        </p:nvSpPr>
        <p:spPr>
          <a:xfrm>
            <a:off x="-15855" y="3185112"/>
            <a:ext cx="9147690" cy="914400"/>
          </a:xfrm>
          <a:prstGeom prst="rect">
            <a:avLst/>
          </a:prstGeom>
          <a:noFill/>
          <a:ln>
            <a:noFill/>
          </a:ln>
        </p:spPr>
        <p:txBody>
          <a:bodyPr spcFirstLastPara="1" wrap="square" lIns="91425" tIns="45700" rIns="91425" bIns="45700" anchor="t" anchorCtr="0">
            <a:noAutofit/>
          </a:bodyPr>
          <a:lstStyle/>
          <a:p>
            <a:pPr marL="0" indent="0" algn="ctr"/>
            <a:r>
              <a:rPr lang="fr-FR" sz="4800" dirty="0">
                <a:solidFill>
                  <a:srgbClr val="7030A0"/>
                </a:solidFill>
                <a:cs typeface="Arial"/>
              </a:rPr>
              <a:t>DOCUMENT</a:t>
            </a:r>
          </a:p>
          <a:p>
            <a:pPr marL="0" indent="0" algn="ctr">
              <a:spcBef>
                <a:spcPts val="0"/>
              </a:spcBef>
            </a:pPr>
            <a:endParaRPr lang="fr-FR" sz="2400" dirty="0">
              <a:solidFill>
                <a:srgbClr val="7030A0"/>
              </a:solidFill>
            </a:endParaRPr>
          </a:p>
          <a:p>
            <a:pPr marL="0" indent="0" algn="ctr">
              <a:spcBef>
                <a:spcPts val="0"/>
              </a:spcBef>
            </a:pPr>
            <a:endParaRPr lang="fr-FR" sz="2400">
              <a:solidFill>
                <a:srgbClr val="7030A0"/>
              </a:solidFill>
            </a:endParaRPr>
          </a:p>
        </p:txBody>
      </p:sp>
    </p:spTree>
    <p:extLst>
      <p:ext uri="{BB962C8B-B14F-4D97-AF65-F5344CB8AC3E}">
        <p14:creationId xmlns:p14="http://schemas.microsoft.com/office/powerpoint/2010/main" val="1118838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29"/>
          <p:cNvSpPr txBox="1">
            <a:spLocks noGrp="1"/>
          </p:cNvSpPr>
          <p:nvPr>
            <p:ph type="title"/>
          </p:nvPr>
        </p:nvSpPr>
        <p:spPr>
          <a:xfrm>
            <a:off x="-85725" y="-4445"/>
            <a:ext cx="8906767" cy="1371600"/>
          </a:xfrm>
          <a:prstGeom prst="rect">
            <a:avLst/>
          </a:prstGeom>
          <a:noFill/>
          <a:ln>
            <a:noFill/>
          </a:ln>
        </p:spPr>
        <p:txBody>
          <a:bodyPr spcFirstLastPara="1" wrap="square" lIns="91425" tIns="45700" rIns="91425" bIns="45700" anchor="b" anchorCtr="0">
            <a:normAutofit fontScale="90000"/>
          </a:bodyPr>
          <a:lstStyle/>
          <a:p>
            <a:r>
              <a:rPr lang="fr-FR" sz="3200" dirty="0">
                <a:solidFill>
                  <a:schemeClr val="tx1"/>
                </a:solidFill>
              </a:rPr>
              <a:t>MODÈLE DE DONNÉES</a:t>
            </a:r>
            <a:r>
              <a:rPr lang="fr-FR" sz="3200" dirty="0">
                <a:solidFill>
                  <a:srgbClr val="7030A0"/>
                </a:solidFill>
              </a:rPr>
              <a:t> NOSQL : </a:t>
            </a:r>
            <a:r>
              <a:rPr lang="fr-FR" sz="3200" dirty="0">
                <a:solidFill>
                  <a:schemeClr val="tx1"/>
                </a:solidFill>
              </a:rPr>
              <a:t>ORIENTÉ DOCUMENT</a:t>
            </a:r>
          </a:p>
        </p:txBody>
      </p:sp>
      <p:sp>
        <p:nvSpPr>
          <p:cNvPr id="277" name="Google Shape;277;p29"/>
          <p:cNvSpPr txBox="1">
            <a:spLocks noGrp="1"/>
          </p:cNvSpPr>
          <p:nvPr>
            <p:ph type="body" idx="1"/>
          </p:nvPr>
        </p:nvSpPr>
        <p:spPr>
          <a:xfrm>
            <a:off x="457200" y="1608584"/>
            <a:ext cx="8363272" cy="498876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000"/>
              <a:buFont typeface="Arial"/>
              <a:buChar char="•"/>
            </a:pPr>
            <a:r>
              <a:rPr lang="fr-FR" b="0" dirty="0"/>
              <a:t>Permet le stockage d'informations semi-structurées </a:t>
            </a:r>
          </a:p>
          <a:p>
            <a:pPr marL="342900" lvl="0" indent="-215900" algn="l" rtl="0">
              <a:spcBef>
                <a:spcPts val="1000"/>
              </a:spcBef>
              <a:spcAft>
                <a:spcPts val="0"/>
              </a:spcAft>
              <a:buClr>
                <a:schemeClr val="dk1"/>
              </a:buClr>
              <a:buSzPts val="2000"/>
              <a:buFont typeface="Arial"/>
              <a:buNone/>
            </a:pPr>
            <a:endParaRPr b="0"/>
          </a:p>
          <a:p>
            <a:pPr marL="342900" indent="-342900">
              <a:spcBef>
                <a:spcPts val="1000"/>
              </a:spcBef>
              <a:buSzPts val="2000"/>
              <a:buFont typeface="Arial"/>
              <a:buChar char="•"/>
            </a:pPr>
            <a:r>
              <a:rPr lang="fr-FR" b="0" dirty="0"/>
              <a:t>Les documents contiennent  </a:t>
            </a:r>
            <a:endParaRPr dirty="0"/>
          </a:p>
          <a:p>
            <a:pPr marL="800100" lvl="1">
              <a:spcBef>
                <a:spcPts val="1000"/>
              </a:spcBef>
              <a:buSzPts val="2000"/>
            </a:pPr>
            <a:r>
              <a:rPr lang="fr-FR" b="0" dirty="0"/>
              <a:t>Donnée texte : XML, YAML, JSON, BSON</a:t>
            </a:r>
            <a:r>
              <a:rPr lang="fr-FR" dirty="0"/>
              <a:t> </a:t>
            </a:r>
            <a:endParaRPr lang="fr-FR"/>
          </a:p>
          <a:p>
            <a:pPr marL="800100" lvl="1" indent="-342900" algn="l" rtl="0">
              <a:spcBef>
                <a:spcPts val="1000"/>
              </a:spcBef>
              <a:spcAft>
                <a:spcPts val="0"/>
              </a:spcAft>
              <a:buSzPts val="2000"/>
              <a:buChar char="•"/>
            </a:pPr>
            <a:r>
              <a:rPr lang="fr-FR" b="0" dirty="0"/>
              <a:t>Donnée binaire : PDF, MS Word, etc.</a:t>
            </a:r>
            <a:r>
              <a:rPr lang="fr-FR" dirty="0"/>
              <a:t> </a:t>
            </a:r>
            <a:endParaRPr/>
          </a:p>
          <a:p>
            <a:pPr marL="800100" lvl="1" indent="-215900" algn="l" rtl="0">
              <a:spcBef>
                <a:spcPts val="400"/>
              </a:spcBef>
              <a:spcAft>
                <a:spcPts val="0"/>
              </a:spcAft>
              <a:buSzPts val="2000"/>
              <a:buNone/>
            </a:pPr>
            <a:endParaRPr b="0"/>
          </a:p>
          <a:p>
            <a:pPr marL="342900" indent="-342900">
              <a:spcBef>
                <a:spcPts val="400"/>
              </a:spcBef>
              <a:buSzPts val="2000"/>
              <a:buFont typeface="Arial"/>
              <a:buChar char="•"/>
            </a:pPr>
            <a:r>
              <a:rPr lang="fr-FR" b="0" dirty="0"/>
              <a:t>Les documents sont affectés à une clé unique </a:t>
            </a:r>
            <a:endParaRPr/>
          </a:p>
          <a:p>
            <a:pPr marL="342900" indent="-342900">
              <a:spcBef>
                <a:spcPts val="1000"/>
              </a:spcBef>
              <a:buSzPts val="2000"/>
              <a:buFont typeface="Arial"/>
              <a:buChar char="•"/>
            </a:pPr>
            <a:endParaRPr/>
          </a:p>
          <a:p>
            <a:pPr marL="342900" indent="-342900">
              <a:spcBef>
                <a:spcPts val="1000"/>
              </a:spcBef>
              <a:buSzPts val="2000"/>
              <a:buFont typeface="Arial"/>
              <a:buChar char="•"/>
            </a:pPr>
            <a:r>
              <a:rPr lang="fr-FR" b="0" dirty="0"/>
              <a:t>Permet la scalabilité horizontale.</a:t>
            </a:r>
          </a:p>
          <a:p>
            <a:pPr marL="342900" indent="-342900">
              <a:spcBef>
                <a:spcPts val="1000"/>
              </a:spcBef>
              <a:buSzPts val="2000"/>
              <a:buFont typeface="Arial"/>
              <a:buChar char="•"/>
            </a:pPr>
            <a:endParaRPr lang="fr-FR" b="0" dirty="0"/>
          </a:p>
          <a:p>
            <a:pPr marL="342900" indent="-342900">
              <a:spcBef>
                <a:spcPts val="1000"/>
              </a:spcBef>
              <a:buSzPts val="2000"/>
              <a:buFont typeface="Arial"/>
              <a:buChar char="•"/>
            </a:pPr>
            <a:r>
              <a:rPr lang="fr-FR" b="0" dirty="0"/>
              <a:t>Exemples de BDD orientées Document : </a:t>
            </a:r>
            <a:r>
              <a:rPr lang="fr-FR" b="0" dirty="0" err="1"/>
              <a:t>CouchDB</a:t>
            </a:r>
            <a:r>
              <a:rPr lang="fr-FR" b="0" dirty="0"/>
              <a:t>, MongoDB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4738" y="-1261"/>
            <a:ext cx="9195599" cy="1371600"/>
          </a:xfrm>
          <a:prstGeom prst="rect">
            <a:avLst/>
          </a:prstGeom>
          <a:noFill/>
          <a:ln>
            <a:noFill/>
          </a:ln>
        </p:spPr>
        <p:txBody>
          <a:bodyPr spcFirstLastPara="1" wrap="square" lIns="91425" tIns="45700" rIns="91425" bIns="45700" anchor="b" anchorCtr="0">
            <a:normAutofit/>
          </a:bodyPr>
          <a:lstStyle/>
          <a:p>
            <a:r>
              <a:rPr lang="fr-FR" dirty="0">
                <a:solidFill>
                  <a:srgbClr val="7030A0"/>
                </a:solidFill>
              </a:rPr>
              <a:t>BDD NOSQL DOCUMENT: </a:t>
            </a:r>
            <a:r>
              <a:rPr lang="fr-FR" dirty="0">
                <a:solidFill>
                  <a:schemeClr val="tx1"/>
                </a:solidFill>
              </a:rPr>
              <a:t>MONGODB</a:t>
            </a:r>
          </a:p>
        </p:txBody>
      </p:sp>
      <p:sp>
        <p:nvSpPr>
          <p:cNvPr id="229" name="Google Shape;229;p17"/>
          <p:cNvSpPr txBox="1">
            <a:spLocks noGrp="1"/>
          </p:cNvSpPr>
          <p:nvPr>
            <p:ph type="body" idx="1"/>
          </p:nvPr>
        </p:nvSpPr>
        <p:spPr>
          <a:xfrm>
            <a:off x="245533" y="1470360"/>
            <a:ext cx="8662320" cy="5178992"/>
          </a:xfrm>
          <a:prstGeom prst="rect">
            <a:avLst/>
          </a:prstGeom>
          <a:noFill/>
          <a:ln>
            <a:noFill/>
          </a:ln>
        </p:spPr>
        <p:txBody>
          <a:bodyPr spcFirstLastPara="1" wrap="square" lIns="91425" tIns="45700" rIns="91425" bIns="45700" anchor="t" anchorCtr="0">
            <a:normAutofit/>
          </a:bodyPr>
          <a:lstStyle/>
          <a:p>
            <a:pPr marL="571500" indent="-342900">
              <a:buSzPts val="2000"/>
              <a:buChar char="•"/>
            </a:pPr>
            <a:endParaRPr lang="fr-FR" sz="1800" b="0" dirty="0">
              <a:solidFill>
                <a:schemeClr val="tx1"/>
              </a:solidFill>
            </a:endParaRPr>
          </a:p>
          <a:p>
            <a:pPr marL="571500" indent="-342900">
              <a:buSzPts val="2000"/>
              <a:buChar char="•"/>
            </a:pPr>
            <a:r>
              <a:rPr lang="fr-FR" sz="1800" b="0" dirty="0">
                <a:solidFill>
                  <a:schemeClr val="tx1"/>
                </a:solidFill>
              </a:rPr>
              <a:t>Créé en 2007</a:t>
            </a:r>
            <a:endParaRPr lang="fr-FR" sz="1800">
              <a:solidFill>
                <a:schemeClr val="tx1"/>
              </a:solidFill>
            </a:endParaRPr>
          </a:p>
          <a:p>
            <a:pPr marL="571500" indent="-342900">
              <a:buSzPts val="2000"/>
              <a:buChar char="•"/>
            </a:pPr>
            <a:endParaRPr lang="fr-FR" sz="1800" b="0" dirty="0">
              <a:solidFill>
                <a:schemeClr val="tx1"/>
              </a:solidFill>
            </a:endParaRPr>
          </a:p>
          <a:p>
            <a:pPr marL="571500" indent="-342900">
              <a:buSzPts val="2000"/>
              <a:buChar char="•"/>
            </a:pPr>
            <a:r>
              <a:rPr lang="fr-FR" sz="1800" b="0" dirty="0">
                <a:solidFill>
                  <a:schemeClr val="tx1"/>
                </a:solidFill>
              </a:rPr>
              <a:t>Open Source</a:t>
            </a:r>
            <a:endParaRPr lang="fr-FR" sz="1800">
              <a:solidFill>
                <a:schemeClr val="tx1"/>
              </a:solidFill>
            </a:endParaRPr>
          </a:p>
          <a:p>
            <a:pPr marL="571500" indent="-342900">
              <a:buSzPts val="2000"/>
              <a:buChar char="•"/>
            </a:pPr>
            <a:endParaRPr lang="fr-FR" sz="1800" dirty="0"/>
          </a:p>
          <a:p>
            <a:pPr marL="571500" indent="-342900">
              <a:buSzPts val="2000"/>
              <a:buChar char="•"/>
            </a:pPr>
            <a:r>
              <a:rPr lang="fr-FR" sz="1800" b="0" dirty="0"/>
              <a:t>Développé en C++</a:t>
            </a:r>
            <a:endParaRPr lang="fr-FR" sz="1800" dirty="0"/>
          </a:p>
          <a:p>
            <a:pPr marL="571500" indent="-342900">
              <a:buSzPts val="2000"/>
              <a:buChar char="•"/>
            </a:pPr>
            <a:endParaRPr lang="fr-FR" sz="1800" dirty="0"/>
          </a:p>
          <a:p>
            <a:pPr marL="571500" indent="-342900">
              <a:buSzPts val="2000"/>
              <a:buChar char="•"/>
            </a:pPr>
            <a:r>
              <a:rPr lang="fr-FR" sz="1800" b="0" dirty="0">
                <a:solidFill>
                  <a:schemeClr val="tx1"/>
                </a:solidFill>
              </a:rPr>
              <a:t>Données stockées sous forme de JSON</a:t>
            </a:r>
            <a:endParaRPr lang="fr-FR" sz="1800">
              <a:solidFill>
                <a:schemeClr val="tx1"/>
              </a:solidFill>
            </a:endParaRPr>
          </a:p>
          <a:p>
            <a:pPr marL="514350" indent="-285750">
              <a:buSzPts val="2000"/>
              <a:buFont typeface="Arial,Sans-Serif"/>
              <a:buChar char="•"/>
            </a:pPr>
            <a:endParaRPr lang="fr-FR" sz="1800" b="0" dirty="0">
              <a:solidFill>
                <a:schemeClr val="tx1"/>
              </a:solidFill>
            </a:endParaRPr>
          </a:p>
          <a:p>
            <a:pPr marL="514350" indent="-285750">
              <a:buSzPts val="2000"/>
              <a:buFont typeface="Arial,Sans-Serif"/>
              <a:buChar char="•"/>
            </a:pPr>
            <a:r>
              <a:rPr lang="fr-FR" sz="1800" b="0" dirty="0">
                <a:solidFill>
                  <a:schemeClr val="tx1"/>
                </a:solidFill>
              </a:rPr>
              <a:t>La base s’interroge avec un langage spécifique ou du javascript</a:t>
            </a:r>
            <a:endParaRPr lang="fr-FR" sz="1800">
              <a:solidFill>
                <a:schemeClr val="tx1"/>
              </a:solidFill>
            </a:endParaRPr>
          </a:p>
          <a:p>
            <a:pPr marL="571500" indent="-342900">
              <a:buSzPts val="2000"/>
              <a:buChar char="•"/>
            </a:pPr>
            <a:endParaRPr lang="fr-FR" sz="1800" b="0" dirty="0">
              <a:solidFill>
                <a:schemeClr val="tx1"/>
              </a:solidFill>
            </a:endParaRPr>
          </a:p>
          <a:p>
            <a:pPr marL="571500" indent="-342900">
              <a:buSzPts val="2000"/>
              <a:buChar char="•"/>
            </a:pPr>
            <a:r>
              <a:rPr lang="fr-FR" sz="1800" b="0" err="1">
                <a:solidFill>
                  <a:schemeClr val="tx1"/>
                </a:solidFill>
              </a:rPr>
              <a:t>Schemaless</a:t>
            </a:r>
            <a:endParaRPr lang="fr-FR" sz="1800" b="0">
              <a:solidFill>
                <a:schemeClr val="tx1"/>
              </a:solidFill>
            </a:endParaRPr>
          </a:p>
          <a:p>
            <a:pPr marL="571500" indent="-342900">
              <a:buSzPts val="2000"/>
              <a:buChar char="•"/>
            </a:pPr>
            <a:endParaRPr lang="fr-FR" sz="1800" b="0" dirty="0">
              <a:solidFill>
                <a:schemeClr val="tx1"/>
              </a:solidFill>
            </a:endParaRPr>
          </a:p>
          <a:p>
            <a:pPr marL="571500" indent="-342900">
              <a:buSzPts val="2000"/>
              <a:buChar char="•"/>
            </a:pPr>
            <a:r>
              <a:rPr lang="fr-FR" sz="1800" b="0" dirty="0">
                <a:solidFill>
                  <a:schemeClr val="tx1"/>
                </a:solidFill>
              </a:rPr>
              <a:t>Possibilité d'installer en version </a:t>
            </a:r>
            <a:r>
              <a:rPr lang="fr-FR" sz="1800" b="0" dirty="0" err="1">
                <a:solidFill>
                  <a:schemeClr val="tx1"/>
                </a:solidFill>
              </a:rPr>
              <a:t>OnPremise</a:t>
            </a:r>
            <a:r>
              <a:rPr lang="fr-FR" sz="1800" b="0" dirty="0">
                <a:solidFill>
                  <a:schemeClr val="tx1"/>
                </a:solidFill>
              </a:rPr>
              <a:t> ou en version Cloud (MongoDB Atlas)</a:t>
            </a:r>
            <a:endParaRPr lang="fr-FR" sz="1800" dirty="0">
              <a:solidFill>
                <a:schemeClr val="tx1"/>
              </a:solidFill>
            </a:endParaRPr>
          </a:p>
          <a:p>
            <a:pPr marL="571500" indent="-342900">
              <a:buSzPts val="2000"/>
              <a:buChar char="•"/>
            </a:pPr>
            <a:endParaRPr lang="fr-FR" b="0" dirty="0">
              <a:solidFill>
                <a:schemeClr val="tx1"/>
              </a:solidFill>
            </a:endParaRPr>
          </a:p>
          <a:p>
            <a:pPr marL="285750" indent="-285750">
              <a:spcBef>
                <a:spcPts val="1000"/>
              </a:spcBef>
              <a:buSzPts val="2000"/>
              <a:buChar char="•"/>
            </a:pPr>
            <a:endParaRPr lang="fr-FR" sz="1600" dirty="0">
              <a:solidFill>
                <a:schemeClr val="tx1"/>
              </a:solidFill>
            </a:endParaRPr>
          </a:p>
        </p:txBody>
      </p:sp>
    </p:spTree>
    <p:extLst>
      <p:ext uri="{BB962C8B-B14F-4D97-AF65-F5344CB8AC3E}">
        <p14:creationId xmlns:p14="http://schemas.microsoft.com/office/powerpoint/2010/main" val="821848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4738" y="-1261"/>
            <a:ext cx="9195599" cy="1371600"/>
          </a:xfrm>
          <a:prstGeom prst="rect">
            <a:avLst/>
          </a:prstGeom>
          <a:noFill/>
          <a:ln>
            <a:noFill/>
          </a:ln>
        </p:spPr>
        <p:txBody>
          <a:bodyPr spcFirstLastPara="1" wrap="square" lIns="91425" tIns="45700" rIns="91425" bIns="45700" anchor="b" anchorCtr="0">
            <a:normAutofit/>
          </a:bodyPr>
          <a:lstStyle/>
          <a:p>
            <a:r>
              <a:rPr lang="fr-FR" dirty="0">
                <a:solidFill>
                  <a:srgbClr val="7030A0"/>
                </a:solidFill>
              </a:rPr>
              <a:t>BDD </a:t>
            </a:r>
            <a:r>
              <a:rPr lang="fr-FR" err="1">
                <a:solidFill>
                  <a:srgbClr val="7030A0"/>
                </a:solidFill>
              </a:rPr>
              <a:t>ORIENTÉE</a:t>
            </a:r>
            <a:r>
              <a:rPr lang="fr-FR" dirty="0">
                <a:solidFill>
                  <a:srgbClr val="7030A0"/>
                </a:solidFill>
              </a:rPr>
              <a:t> DOCUMENT: </a:t>
            </a:r>
            <a:r>
              <a:rPr lang="fr-FR" dirty="0">
                <a:solidFill>
                  <a:schemeClr val="tx1"/>
                </a:solidFill>
              </a:rPr>
              <a:t>MONGODB</a:t>
            </a:r>
          </a:p>
        </p:txBody>
      </p:sp>
      <p:sp>
        <p:nvSpPr>
          <p:cNvPr id="229" name="Google Shape;229;p17"/>
          <p:cNvSpPr txBox="1">
            <a:spLocks noGrp="1"/>
          </p:cNvSpPr>
          <p:nvPr>
            <p:ph type="body" idx="1"/>
          </p:nvPr>
        </p:nvSpPr>
        <p:spPr>
          <a:xfrm>
            <a:off x="245533" y="1470360"/>
            <a:ext cx="8662320" cy="5178992"/>
          </a:xfrm>
          <a:prstGeom prst="rect">
            <a:avLst/>
          </a:prstGeom>
          <a:noFill/>
          <a:ln>
            <a:noFill/>
          </a:ln>
        </p:spPr>
        <p:txBody>
          <a:bodyPr spcFirstLastPara="1" wrap="square" lIns="91425" tIns="45700" rIns="91425" bIns="45700" anchor="t" anchorCtr="0">
            <a:normAutofit/>
          </a:bodyPr>
          <a:lstStyle/>
          <a:p>
            <a:pPr marL="571500" indent="-342900">
              <a:buSzPts val="2000"/>
              <a:buChar char="•"/>
            </a:pPr>
            <a:endParaRPr lang="fr-FR" sz="1800" b="0" dirty="0">
              <a:solidFill>
                <a:schemeClr val="tx1"/>
              </a:solidFill>
            </a:endParaRPr>
          </a:p>
          <a:p>
            <a:pPr>
              <a:buSzPts val="2000"/>
              <a:buChar char="•"/>
            </a:pPr>
            <a:r>
              <a:rPr lang="fr-FR" sz="1800" b="0" dirty="0">
                <a:solidFill>
                  <a:schemeClr val="tx1"/>
                </a:solidFill>
              </a:rPr>
              <a:t>Répond aux besoins de performances</a:t>
            </a:r>
            <a:endParaRPr lang="fr-FR" sz="1800" dirty="0">
              <a:solidFill>
                <a:schemeClr val="tx1"/>
              </a:solidFill>
            </a:endParaRPr>
          </a:p>
          <a:p>
            <a:pPr>
              <a:buSzPts val="2000"/>
              <a:buChar char="•"/>
            </a:pPr>
            <a:endParaRPr lang="fr-FR" sz="1800"/>
          </a:p>
          <a:p>
            <a:pPr>
              <a:buSzPts val="2000"/>
              <a:buChar char="•"/>
            </a:pPr>
            <a:r>
              <a:rPr lang="fr-FR" sz="1800" b="0" dirty="0"/>
              <a:t>Garantit la scalabilité horizontale (réplication et </a:t>
            </a:r>
            <a:r>
              <a:rPr lang="fr-FR" sz="1800" b="0" dirty="0" err="1"/>
              <a:t>sharding</a:t>
            </a:r>
            <a:r>
              <a:rPr lang="fr-FR" sz="1800" b="0" dirty="0"/>
              <a:t>)</a:t>
            </a:r>
            <a:endParaRPr lang="fr-FR" sz="1800" dirty="0"/>
          </a:p>
          <a:p>
            <a:pPr>
              <a:buSzPts val="2000"/>
              <a:buChar char="•"/>
            </a:pPr>
            <a:endParaRPr lang="fr-FR" sz="1800"/>
          </a:p>
          <a:p>
            <a:pPr>
              <a:buSzPts val="2000"/>
              <a:buChar char="•"/>
            </a:pPr>
            <a:r>
              <a:rPr lang="fr-FR" sz="1800" b="0" dirty="0">
                <a:solidFill>
                  <a:schemeClr val="tx1"/>
                </a:solidFill>
              </a:rPr>
              <a:t>Nombreuses fonctionnalités (similaires ou plus puissantes que celles que l'on retrouve sur les SGBDR)</a:t>
            </a:r>
            <a:endParaRPr lang="fr-FR" sz="1800" dirty="0">
              <a:solidFill>
                <a:schemeClr val="tx1"/>
              </a:solidFill>
            </a:endParaRPr>
          </a:p>
          <a:p>
            <a:pPr>
              <a:buSzPts val="2000"/>
              <a:buFont typeface="Arial"/>
              <a:buChar char="•"/>
            </a:pPr>
            <a:endParaRPr lang="fr-FR" sz="1800"/>
          </a:p>
          <a:p>
            <a:pPr>
              <a:buSzPts val="2000"/>
              <a:buChar char="•"/>
            </a:pPr>
            <a:r>
              <a:rPr lang="fr-FR" sz="1800" b="0" dirty="0">
                <a:solidFill>
                  <a:schemeClr val="tx1"/>
                </a:solidFill>
              </a:rPr>
              <a:t> Supporte l'indexation pour maximiser les performances.</a:t>
            </a:r>
            <a:endParaRPr lang="fr-FR" sz="1800" dirty="0">
              <a:solidFill>
                <a:schemeClr val="tx1"/>
              </a:solidFill>
            </a:endParaRPr>
          </a:p>
          <a:p>
            <a:pPr>
              <a:buSzPts val="2000"/>
              <a:buChar char="•"/>
            </a:pPr>
            <a:endParaRPr lang="fr-FR" sz="1800"/>
          </a:p>
          <a:p>
            <a:pPr>
              <a:buSzPts val="2000"/>
              <a:buChar char="•"/>
            </a:pPr>
            <a:r>
              <a:rPr lang="fr-FR" sz="1800" b="0" dirty="0">
                <a:solidFill>
                  <a:schemeClr val="tx1"/>
                </a:solidFill>
              </a:rPr>
              <a:t>Acteur important sur le marché. Solution retenue par de nombreuses grandes entreprises (Toyota, SAP, AstraZeneca, BOSH,…)</a:t>
            </a:r>
            <a:endParaRPr lang="fr-FR" sz="1800" dirty="0">
              <a:solidFill>
                <a:schemeClr val="tx1"/>
              </a:solidFill>
            </a:endParaRPr>
          </a:p>
          <a:p>
            <a:pPr marL="571500" indent="-342900">
              <a:buSzPts val="2000"/>
              <a:buChar char="•"/>
            </a:pPr>
            <a:endParaRPr lang="fr-FR" sz="1800" b="0" dirty="0">
              <a:solidFill>
                <a:schemeClr val="tx1"/>
              </a:solidFill>
            </a:endParaRPr>
          </a:p>
          <a:p>
            <a:pPr marL="571500" indent="-342900">
              <a:buSzPts val="2000"/>
              <a:buChar char="•"/>
            </a:pPr>
            <a:endParaRPr lang="fr-FR" sz="1800" b="0" dirty="0">
              <a:solidFill>
                <a:schemeClr val="tx1"/>
              </a:solidFill>
            </a:endParaRPr>
          </a:p>
          <a:p>
            <a:pPr marL="285750" indent="-285750">
              <a:spcBef>
                <a:spcPts val="1000"/>
              </a:spcBef>
              <a:buSzPts val="2000"/>
              <a:buChar char="•"/>
            </a:pPr>
            <a:endParaRPr lang="fr-FR" sz="1400" dirty="0">
              <a:solidFill>
                <a:schemeClr val="tx1"/>
              </a:solidFill>
            </a:endParaRPr>
          </a:p>
        </p:txBody>
      </p:sp>
    </p:spTree>
    <p:extLst>
      <p:ext uri="{BB962C8B-B14F-4D97-AF65-F5344CB8AC3E}">
        <p14:creationId xmlns:p14="http://schemas.microsoft.com/office/powerpoint/2010/main" val="117705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7422" y="-1261"/>
            <a:ext cx="9195599" cy="1371600"/>
          </a:xfrm>
          <a:prstGeom prst="rect">
            <a:avLst/>
          </a:prstGeom>
          <a:noFill/>
          <a:ln>
            <a:noFill/>
          </a:ln>
        </p:spPr>
        <p:txBody>
          <a:bodyPr spcFirstLastPara="1" wrap="square" lIns="91425" tIns="45700" rIns="91425" bIns="45700" anchor="b" anchorCtr="0">
            <a:normAutofit/>
          </a:bodyPr>
          <a:lstStyle/>
          <a:p>
            <a:r>
              <a:rPr lang="fr-FR" dirty="0">
                <a:solidFill>
                  <a:srgbClr val="7030A0"/>
                </a:solidFill>
              </a:rPr>
              <a:t>UN PEU DE VOCABULAIRE: </a:t>
            </a:r>
            <a:r>
              <a:rPr lang="fr-FR" dirty="0">
                <a:solidFill>
                  <a:schemeClr val="tx1"/>
                </a:solidFill>
              </a:rPr>
              <a:t>MONGODB</a:t>
            </a:r>
          </a:p>
        </p:txBody>
      </p:sp>
      <p:sp>
        <p:nvSpPr>
          <p:cNvPr id="229" name="Google Shape;229;p17"/>
          <p:cNvSpPr txBox="1">
            <a:spLocks noGrp="1"/>
          </p:cNvSpPr>
          <p:nvPr>
            <p:ph type="body" idx="1"/>
          </p:nvPr>
        </p:nvSpPr>
        <p:spPr>
          <a:xfrm>
            <a:off x="245533" y="1470360"/>
            <a:ext cx="8662320" cy="5178992"/>
          </a:xfrm>
          <a:prstGeom prst="rect">
            <a:avLst/>
          </a:prstGeom>
          <a:noFill/>
          <a:ln>
            <a:noFill/>
          </a:ln>
        </p:spPr>
        <p:txBody>
          <a:bodyPr spcFirstLastPara="1" wrap="square" lIns="91425" tIns="45700" rIns="91425" bIns="45700" anchor="t" anchorCtr="0">
            <a:normAutofit fontScale="92500" lnSpcReduction="20000"/>
          </a:bodyPr>
          <a:lstStyle/>
          <a:p>
            <a:pPr marL="571500" indent="-342900">
              <a:buSzPts val="2000"/>
              <a:buChar char="•"/>
            </a:pPr>
            <a:endParaRPr lang="fr-FR" b="0" dirty="0">
              <a:solidFill>
                <a:schemeClr val="tx1"/>
              </a:solidFill>
            </a:endParaRPr>
          </a:p>
          <a:p>
            <a:pPr>
              <a:buSzPts val="2000"/>
              <a:buChar char="•"/>
            </a:pPr>
            <a:r>
              <a:rPr lang="fr-FR" b="0" dirty="0">
                <a:solidFill>
                  <a:schemeClr val="tx1"/>
                </a:solidFill>
              </a:rPr>
              <a:t>Le conteneur principal s’appelle « </a:t>
            </a:r>
            <a:r>
              <a:rPr lang="fr-FR" dirty="0">
                <a:solidFill>
                  <a:srgbClr val="7030A0"/>
                </a:solidFill>
              </a:rPr>
              <a:t>base de données</a:t>
            </a:r>
            <a:r>
              <a:rPr lang="fr-FR" b="0" dirty="0">
                <a:solidFill>
                  <a:srgbClr val="7030A0"/>
                </a:solidFill>
              </a:rPr>
              <a:t> </a:t>
            </a:r>
            <a:r>
              <a:rPr lang="fr-FR" b="0" dirty="0">
                <a:solidFill>
                  <a:schemeClr val="tx1"/>
                </a:solidFill>
              </a:rPr>
              <a:t>» (de </a:t>
            </a:r>
            <a:r>
              <a:rPr lang="fr-FR" b="0" dirty="0"/>
              <a:t>la même façon que pour les SGDBR)</a:t>
            </a:r>
            <a:endParaRPr lang="fr-FR" dirty="0"/>
          </a:p>
          <a:p>
            <a:pPr>
              <a:buSzPts val="2000"/>
              <a:buChar char="•"/>
            </a:pPr>
            <a:endParaRPr lang="fr-FR" dirty="0"/>
          </a:p>
          <a:p>
            <a:pPr>
              <a:buSzPts val="2000"/>
              <a:buChar char="•"/>
            </a:pPr>
            <a:endParaRPr lang="fr-FR" dirty="0">
              <a:solidFill>
                <a:schemeClr val="tx1"/>
              </a:solidFill>
            </a:endParaRPr>
          </a:p>
          <a:p>
            <a:pPr>
              <a:buSzPts val="2000"/>
              <a:buChar char="•"/>
            </a:pPr>
            <a:r>
              <a:rPr lang="fr-FR" b="0" dirty="0">
                <a:solidFill>
                  <a:schemeClr val="tx1"/>
                </a:solidFill>
              </a:rPr>
              <a:t>Un serveur peut contenir plusieurs bases de données.</a:t>
            </a:r>
            <a:endParaRPr lang="fr-FR" dirty="0">
              <a:solidFill>
                <a:schemeClr val="tx1"/>
              </a:solidFill>
            </a:endParaRPr>
          </a:p>
          <a:p>
            <a:pPr>
              <a:buSzPts val="2000"/>
              <a:buChar char="•"/>
            </a:pPr>
            <a:endParaRPr lang="fr-FR"/>
          </a:p>
          <a:p>
            <a:pPr>
              <a:buSzPts val="2000"/>
              <a:buChar char="•"/>
            </a:pPr>
            <a:endParaRPr lang="fr-FR"/>
          </a:p>
          <a:p>
            <a:pPr>
              <a:buSzPts val="2000"/>
              <a:buChar char="•"/>
            </a:pPr>
            <a:r>
              <a:rPr lang="fr-FR" b="0" dirty="0">
                <a:solidFill>
                  <a:schemeClr val="tx1"/>
                </a:solidFill>
              </a:rPr>
              <a:t>Une base de données contient une ou plusieurs </a:t>
            </a:r>
            <a:r>
              <a:rPr lang="fr-FR" dirty="0">
                <a:solidFill>
                  <a:srgbClr val="7030A0"/>
                </a:solidFill>
              </a:rPr>
              <a:t>Collections</a:t>
            </a:r>
            <a:r>
              <a:rPr lang="fr-FR" b="0" dirty="0">
                <a:solidFill>
                  <a:srgbClr val="7030A0"/>
                </a:solidFill>
              </a:rPr>
              <a:t> </a:t>
            </a:r>
            <a:r>
              <a:rPr lang="fr-FR" b="0" dirty="0">
                <a:solidFill>
                  <a:schemeClr val="tx1"/>
                </a:solidFill>
              </a:rPr>
              <a:t>(équivalent des tables pour les SGBDR) </a:t>
            </a:r>
            <a:endParaRPr lang="fr-FR" dirty="0">
              <a:solidFill>
                <a:schemeClr val="tx1"/>
              </a:solidFill>
            </a:endParaRPr>
          </a:p>
          <a:p>
            <a:pPr>
              <a:buSzPts val="2000"/>
              <a:buChar char="•"/>
            </a:pPr>
            <a:endParaRPr lang="fr-FR"/>
          </a:p>
          <a:p>
            <a:pPr>
              <a:buSzPts val="2000"/>
              <a:buFont typeface="Arial"/>
              <a:buChar char="•"/>
            </a:pPr>
            <a:endParaRPr lang="fr-FR"/>
          </a:p>
          <a:p>
            <a:pPr>
              <a:buSzPts val="2000"/>
              <a:buChar char="•"/>
            </a:pPr>
            <a:r>
              <a:rPr lang="fr-FR" b="0" dirty="0">
                <a:solidFill>
                  <a:schemeClr val="tx1"/>
                </a:solidFill>
              </a:rPr>
              <a:t>Une collection contient un ou plusieurs </a:t>
            </a:r>
            <a:r>
              <a:rPr lang="fr-FR" dirty="0">
                <a:solidFill>
                  <a:srgbClr val="7030A0"/>
                </a:solidFill>
              </a:rPr>
              <a:t>Documents</a:t>
            </a:r>
            <a:r>
              <a:rPr lang="fr-FR" b="0" dirty="0">
                <a:solidFill>
                  <a:srgbClr val="7030A0"/>
                </a:solidFill>
              </a:rPr>
              <a:t> </a:t>
            </a:r>
            <a:r>
              <a:rPr lang="fr-FR" b="0" dirty="0">
                <a:solidFill>
                  <a:schemeClr val="tx1"/>
                </a:solidFill>
              </a:rPr>
              <a:t>(équivalent des lignes pour les SGBDR) </a:t>
            </a:r>
            <a:endParaRPr lang="fr-FR" dirty="0">
              <a:solidFill>
                <a:schemeClr val="tx1"/>
              </a:solidFill>
            </a:endParaRPr>
          </a:p>
          <a:p>
            <a:pPr>
              <a:buSzPts val="2000"/>
              <a:buChar char="•"/>
            </a:pPr>
            <a:endParaRPr lang="fr-FR"/>
          </a:p>
          <a:p>
            <a:pPr>
              <a:buSzPts val="2000"/>
              <a:buChar char="•"/>
            </a:pPr>
            <a:endParaRPr lang="fr-FR" dirty="0">
              <a:solidFill>
                <a:schemeClr val="tx1"/>
              </a:solidFill>
            </a:endParaRPr>
          </a:p>
          <a:p>
            <a:pPr>
              <a:buSzPts val="2000"/>
              <a:buChar char="•"/>
            </a:pPr>
            <a:r>
              <a:rPr lang="fr-FR" b="0" dirty="0">
                <a:solidFill>
                  <a:schemeClr val="tx1"/>
                </a:solidFill>
              </a:rPr>
              <a:t>Un Document contient plusieurs </a:t>
            </a:r>
            <a:r>
              <a:rPr lang="fr-FR" dirty="0">
                <a:solidFill>
                  <a:srgbClr val="7030A0"/>
                </a:solidFill>
              </a:rPr>
              <a:t>Champs</a:t>
            </a:r>
            <a:r>
              <a:rPr lang="fr-FR" b="0" dirty="0">
                <a:solidFill>
                  <a:srgbClr val="7030A0"/>
                </a:solidFill>
              </a:rPr>
              <a:t> </a:t>
            </a:r>
            <a:r>
              <a:rPr lang="fr-FR" b="0" dirty="0">
                <a:solidFill>
                  <a:schemeClr val="tx1"/>
                </a:solidFill>
              </a:rPr>
              <a:t>(équivalent de colonnes de table pour les SGBDR) </a:t>
            </a:r>
            <a:endParaRPr lang="fr-FR">
              <a:solidFill>
                <a:schemeClr val="tx1"/>
              </a:solidFill>
            </a:endParaRPr>
          </a:p>
          <a:p>
            <a:pPr marL="571500" indent="-342900">
              <a:buSzPts val="2000"/>
              <a:buChar char="•"/>
            </a:pPr>
            <a:endParaRPr lang="fr-FR" b="0" dirty="0">
              <a:solidFill>
                <a:schemeClr val="tx1"/>
              </a:solidFill>
            </a:endParaRPr>
          </a:p>
          <a:p>
            <a:pPr marL="571500" indent="-342900">
              <a:buSzPts val="2000"/>
              <a:buChar char="•"/>
            </a:pPr>
            <a:endParaRPr lang="fr-FR" b="0" dirty="0">
              <a:solidFill>
                <a:schemeClr val="tx1"/>
              </a:solidFill>
            </a:endParaRPr>
          </a:p>
          <a:p>
            <a:pPr marL="285750" indent="-285750">
              <a:spcBef>
                <a:spcPts val="1000"/>
              </a:spcBef>
              <a:buSzPts val="2000"/>
              <a:buChar char="•"/>
            </a:pPr>
            <a:endParaRPr lang="fr-FR" sz="1600" dirty="0">
              <a:solidFill>
                <a:schemeClr val="tx1"/>
              </a:solidFill>
            </a:endParaRPr>
          </a:p>
        </p:txBody>
      </p:sp>
    </p:spTree>
    <p:extLst>
      <p:ext uri="{BB962C8B-B14F-4D97-AF65-F5344CB8AC3E}">
        <p14:creationId xmlns:p14="http://schemas.microsoft.com/office/powerpoint/2010/main" val="3372718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7422" y="-1261"/>
            <a:ext cx="9195599" cy="1371600"/>
          </a:xfrm>
          <a:prstGeom prst="rect">
            <a:avLst/>
          </a:prstGeom>
          <a:noFill/>
          <a:ln>
            <a:noFill/>
          </a:ln>
        </p:spPr>
        <p:txBody>
          <a:bodyPr spcFirstLastPara="1" wrap="square" lIns="91425" tIns="45700" rIns="91425" bIns="45700" anchor="b" anchorCtr="0">
            <a:normAutofit/>
          </a:bodyPr>
          <a:lstStyle/>
          <a:p>
            <a:r>
              <a:rPr lang="fr-FR" dirty="0">
                <a:solidFill>
                  <a:srgbClr val="7030A0"/>
                </a:solidFill>
              </a:rPr>
              <a:t>UN PEU DE VOCABULAIRE: </a:t>
            </a:r>
            <a:r>
              <a:rPr lang="fr-FR" dirty="0">
                <a:solidFill>
                  <a:schemeClr val="tx1"/>
                </a:solidFill>
              </a:rPr>
              <a:t>MONGODB</a:t>
            </a:r>
          </a:p>
        </p:txBody>
      </p:sp>
      <p:sp>
        <p:nvSpPr>
          <p:cNvPr id="229" name="Google Shape;229;p17"/>
          <p:cNvSpPr txBox="1">
            <a:spLocks noGrp="1"/>
          </p:cNvSpPr>
          <p:nvPr>
            <p:ph type="body" idx="1"/>
          </p:nvPr>
        </p:nvSpPr>
        <p:spPr>
          <a:xfrm>
            <a:off x="245533" y="1470360"/>
            <a:ext cx="8662320" cy="5178992"/>
          </a:xfrm>
          <a:prstGeom prst="rect">
            <a:avLst/>
          </a:prstGeom>
          <a:noFill/>
          <a:ln>
            <a:noFill/>
          </a:ln>
        </p:spPr>
        <p:txBody>
          <a:bodyPr spcFirstLastPara="1" wrap="square" lIns="91425" tIns="45700" rIns="91425" bIns="45700" anchor="t" anchorCtr="0">
            <a:normAutofit/>
          </a:bodyPr>
          <a:lstStyle/>
          <a:p>
            <a:pPr marL="571500" indent="-342900">
              <a:buSzPts val="2000"/>
              <a:buChar char="•"/>
            </a:pPr>
            <a:endParaRPr lang="fr-FR" b="0" dirty="0">
              <a:solidFill>
                <a:schemeClr val="tx1"/>
              </a:solidFill>
            </a:endParaRPr>
          </a:p>
          <a:p>
            <a:pPr>
              <a:buSzPts val="2000"/>
              <a:buChar char="•"/>
            </a:pPr>
            <a:r>
              <a:rPr lang="fr-FR" b="0" dirty="0">
                <a:solidFill>
                  <a:schemeClr val="tx1"/>
                </a:solidFill>
              </a:rPr>
              <a:t>Une base de données MongoDB s'exécute à travers une (ou plusieurs) </a:t>
            </a:r>
            <a:r>
              <a:rPr lang="fr-FR" dirty="0">
                <a:solidFill>
                  <a:srgbClr val="7030A0"/>
                </a:solidFill>
              </a:rPr>
              <a:t>instances</a:t>
            </a:r>
            <a:r>
              <a:rPr lang="fr-FR" b="0" dirty="0">
                <a:solidFill>
                  <a:schemeClr val="tx1"/>
                </a:solidFill>
              </a:rPr>
              <a:t>.</a:t>
            </a:r>
          </a:p>
          <a:p>
            <a:pPr>
              <a:buSzPts val="2000"/>
              <a:buChar char="•"/>
            </a:pPr>
            <a:endParaRPr lang="fr-FR" b="0" dirty="0">
              <a:solidFill>
                <a:schemeClr val="tx1"/>
              </a:solidFill>
            </a:endParaRPr>
          </a:p>
          <a:p>
            <a:pPr>
              <a:buSzPts val="2000"/>
              <a:buChar char="•"/>
            </a:pPr>
            <a:r>
              <a:rPr lang="fr-FR" sz="1800" b="0" dirty="0">
                <a:solidFill>
                  <a:schemeClr val="tx1"/>
                </a:solidFill>
              </a:rPr>
              <a:t>Caractéristique d'une instance:</a:t>
            </a:r>
          </a:p>
          <a:p>
            <a:pPr lvl="1">
              <a:buClr>
                <a:srgbClr val="D1282E"/>
              </a:buClr>
              <a:buSzPts val="2000"/>
              <a:buChar char="•"/>
            </a:pPr>
            <a:r>
              <a:rPr lang="fr-FR" sz="1800" dirty="0">
                <a:solidFill>
                  <a:schemeClr val="tx1"/>
                </a:solidFill>
              </a:rPr>
              <a:t>Un port d'écoute (par défaut) : 27017</a:t>
            </a:r>
          </a:p>
          <a:p>
            <a:pPr lvl="1">
              <a:buClr>
                <a:srgbClr val="D1282E"/>
              </a:buClr>
              <a:buSzPts val="2000"/>
              <a:buChar char="•"/>
            </a:pPr>
            <a:r>
              <a:rPr lang="fr-FR" sz="1800" dirty="0">
                <a:solidFill>
                  <a:schemeClr val="tx1"/>
                </a:solidFill>
              </a:rPr>
              <a:t>Un processus serveur.</a:t>
            </a:r>
          </a:p>
          <a:p>
            <a:pPr lvl="1">
              <a:buClr>
                <a:srgbClr val="D1282E"/>
              </a:buClr>
              <a:buSzPts val="2000"/>
              <a:buChar char="•"/>
            </a:pPr>
            <a:r>
              <a:rPr lang="fr-FR" sz="1800" dirty="0">
                <a:solidFill>
                  <a:schemeClr val="tx1"/>
                </a:solidFill>
              </a:rPr>
              <a:t>Un répertoire de stockage</a:t>
            </a:r>
          </a:p>
          <a:p>
            <a:pPr lvl="1">
              <a:buClr>
                <a:srgbClr val="D1282E"/>
              </a:buClr>
              <a:buSzPts val="2000"/>
              <a:buChar char="•"/>
            </a:pPr>
            <a:r>
              <a:rPr lang="fr-FR" sz="1800" dirty="0">
                <a:solidFill>
                  <a:schemeClr val="tx1"/>
                </a:solidFill>
              </a:rPr>
              <a:t>Un fichier de log</a:t>
            </a:r>
          </a:p>
          <a:p>
            <a:pPr lvl="1">
              <a:buClr>
                <a:srgbClr val="D1282E"/>
              </a:buClr>
              <a:buSzPts val="2000"/>
              <a:buChar char="•"/>
            </a:pPr>
            <a:r>
              <a:rPr lang="fr-FR" sz="1800" dirty="0">
                <a:solidFill>
                  <a:schemeClr val="tx1"/>
                </a:solidFill>
              </a:rPr>
              <a:t>Un fichier de configuration</a:t>
            </a:r>
          </a:p>
          <a:p>
            <a:pPr>
              <a:buSzPts val="2000"/>
              <a:buChar char="•"/>
            </a:pPr>
            <a:endParaRPr lang="fr-FR" b="0" dirty="0">
              <a:solidFill>
                <a:schemeClr val="tx1"/>
              </a:solidFill>
            </a:endParaRPr>
          </a:p>
          <a:p>
            <a:pPr marL="571500" indent="-342900">
              <a:buSzPts val="2000"/>
              <a:buChar char="•"/>
            </a:pPr>
            <a:endParaRPr lang="fr-FR" b="0" dirty="0">
              <a:solidFill>
                <a:schemeClr val="tx1"/>
              </a:solidFill>
            </a:endParaRPr>
          </a:p>
          <a:p>
            <a:pPr marL="571500" indent="-342900">
              <a:buSzPts val="2000"/>
              <a:buChar char="•"/>
            </a:pPr>
            <a:endParaRPr lang="fr-FR" b="0" dirty="0">
              <a:solidFill>
                <a:schemeClr val="tx1"/>
              </a:solidFill>
            </a:endParaRPr>
          </a:p>
          <a:p>
            <a:pPr marL="285750" indent="-285750">
              <a:spcBef>
                <a:spcPts val="1000"/>
              </a:spcBef>
              <a:buSzPts val="2000"/>
              <a:buChar char="•"/>
            </a:pPr>
            <a:endParaRPr lang="fr-FR" sz="1600" dirty="0">
              <a:solidFill>
                <a:schemeClr val="tx1"/>
              </a:solidFill>
            </a:endParaRPr>
          </a:p>
        </p:txBody>
      </p:sp>
    </p:spTree>
    <p:extLst>
      <p:ext uri="{BB962C8B-B14F-4D97-AF65-F5344CB8AC3E}">
        <p14:creationId xmlns:p14="http://schemas.microsoft.com/office/powerpoint/2010/main" val="1451420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sp>
        <p:nvSpPr>
          <p:cNvPr id="228" name="Google Shape;228;p17"/>
          <p:cNvSpPr txBox="1">
            <a:spLocks noGrp="1"/>
          </p:cNvSpPr>
          <p:nvPr>
            <p:ph type="title"/>
          </p:nvPr>
        </p:nvSpPr>
        <p:spPr>
          <a:xfrm>
            <a:off x="7422" y="-1261"/>
            <a:ext cx="9195599" cy="1371600"/>
          </a:xfrm>
          <a:prstGeom prst="rect">
            <a:avLst/>
          </a:prstGeom>
          <a:noFill/>
          <a:ln>
            <a:noFill/>
          </a:ln>
        </p:spPr>
        <p:txBody>
          <a:bodyPr spcFirstLastPara="1" wrap="square" lIns="91425" tIns="45700" rIns="91425" bIns="45700" anchor="b" anchorCtr="0">
            <a:normAutofit/>
          </a:bodyPr>
          <a:lstStyle/>
          <a:p>
            <a:r>
              <a:rPr lang="fr-FR" dirty="0">
                <a:solidFill>
                  <a:srgbClr val="7030A0"/>
                </a:solidFill>
              </a:rPr>
              <a:t>INSTANCE : </a:t>
            </a:r>
            <a:r>
              <a:rPr lang="fr-FR" dirty="0">
                <a:solidFill>
                  <a:schemeClr val="tx1"/>
                </a:solidFill>
              </a:rPr>
              <a:t>MONGODB</a:t>
            </a:r>
          </a:p>
        </p:txBody>
      </p:sp>
      <p:sp>
        <p:nvSpPr>
          <p:cNvPr id="229" name="Google Shape;229;p17"/>
          <p:cNvSpPr txBox="1">
            <a:spLocks noGrp="1"/>
          </p:cNvSpPr>
          <p:nvPr>
            <p:ph type="body" idx="1"/>
          </p:nvPr>
        </p:nvSpPr>
        <p:spPr>
          <a:xfrm>
            <a:off x="245533" y="1470360"/>
            <a:ext cx="8662320" cy="5178992"/>
          </a:xfrm>
          <a:prstGeom prst="rect">
            <a:avLst/>
          </a:prstGeom>
          <a:noFill/>
          <a:ln>
            <a:noFill/>
          </a:ln>
        </p:spPr>
        <p:txBody>
          <a:bodyPr spcFirstLastPara="1" wrap="square" lIns="91425" tIns="45700" rIns="91425" bIns="45700" anchor="t" anchorCtr="0">
            <a:normAutofit/>
          </a:bodyPr>
          <a:lstStyle/>
          <a:p>
            <a:pPr>
              <a:buSzPts val="2000"/>
              <a:buChar char="•"/>
            </a:pPr>
            <a:r>
              <a:rPr lang="fr-FR" sz="2400" b="0" dirty="0">
                <a:solidFill>
                  <a:schemeClr val="tx1"/>
                </a:solidFill>
              </a:rPr>
              <a:t>Démarrage / Arrêt d'une instance (en local):</a:t>
            </a:r>
          </a:p>
          <a:p>
            <a:pPr>
              <a:buSzPts val="2000"/>
            </a:pPr>
            <a:r>
              <a:rPr lang="fr-FR" sz="2400" dirty="0">
                <a:solidFill>
                  <a:schemeClr val="tx1"/>
                </a:solidFill>
              </a:rPr>
              <a:t>Sous Linux</a:t>
            </a:r>
            <a:endParaRPr lang="fr-FR" dirty="0"/>
          </a:p>
          <a:p>
            <a:pPr lvl="1">
              <a:buClr>
                <a:srgbClr val="D1282E"/>
              </a:buClr>
              <a:buSzPts val="2000"/>
            </a:pPr>
            <a:r>
              <a:rPr lang="fr-FR" sz="2400" dirty="0">
                <a:solidFill>
                  <a:schemeClr val="tx1"/>
                </a:solidFill>
              </a:rPr>
              <a:t>Lancer / Arrêter le service</a:t>
            </a:r>
            <a:endParaRPr lang="fr-FR" dirty="0"/>
          </a:p>
          <a:p>
            <a:pPr lvl="2">
              <a:buClr>
                <a:srgbClr val="D1282E"/>
              </a:buClr>
              <a:buSzPts val="2000"/>
            </a:pPr>
            <a:r>
              <a:rPr lang="fr-FR" sz="2200" dirty="0">
                <a:solidFill>
                  <a:schemeClr val="tx1"/>
                </a:solidFill>
                <a:latin typeface="Consolas"/>
              </a:rPr>
              <a:t>/</a:t>
            </a:r>
            <a:r>
              <a:rPr lang="fr-FR" sz="2200" dirty="0" err="1">
                <a:solidFill>
                  <a:schemeClr val="tx1"/>
                </a:solidFill>
                <a:latin typeface="Consolas"/>
              </a:rPr>
              <a:t>etc</a:t>
            </a:r>
            <a:r>
              <a:rPr lang="fr-FR" sz="2200" dirty="0">
                <a:solidFill>
                  <a:schemeClr val="tx1"/>
                </a:solidFill>
                <a:latin typeface="Consolas"/>
              </a:rPr>
              <a:t>/</a:t>
            </a:r>
            <a:r>
              <a:rPr lang="fr-FR" sz="2200" dirty="0" err="1">
                <a:solidFill>
                  <a:schemeClr val="tx1"/>
                </a:solidFill>
                <a:latin typeface="Consolas"/>
              </a:rPr>
              <a:t>init.d</a:t>
            </a:r>
            <a:r>
              <a:rPr lang="fr-FR" sz="2200" dirty="0">
                <a:solidFill>
                  <a:schemeClr val="tx1"/>
                </a:solidFill>
                <a:latin typeface="Consolas"/>
              </a:rPr>
              <a:t>/</a:t>
            </a:r>
            <a:r>
              <a:rPr lang="fr-FR" sz="2200" dirty="0" err="1">
                <a:solidFill>
                  <a:schemeClr val="tx1"/>
                </a:solidFill>
                <a:latin typeface="Consolas"/>
              </a:rPr>
              <a:t>mongod</a:t>
            </a:r>
            <a:r>
              <a:rPr lang="fr-FR" sz="2200" dirty="0">
                <a:solidFill>
                  <a:schemeClr val="tx1"/>
                </a:solidFill>
                <a:latin typeface="Consolas"/>
              </a:rPr>
              <a:t> start (stop) </a:t>
            </a:r>
            <a:r>
              <a:rPr lang="fr-FR" sz="2200" dirty="0">
                <a:solidFill>
                  <a:schemeClr val="tx1"/>
                </a:solidFill>
              </a:rPr>
              <a:t>(pour lancer depuis un script)</a:t>
            </a:r>
            <a:endParaRPr lang="fr-FR" dirty="0"/>
          </a:p>
          <a:p>
            <a:pPr lvl="2">
              <a:buClr>
                <a:srgbClr val="D1282E"/>
              </a:buClr>
              <a:buSzPts val="2000"/>
            </a:pPr>
            <a:r>
              <a:rPr lang="fr-FR" sz="2200" dirty="0" err="1">
                <a:solidFill>
                  <a:schemeClr val="tx1"/>
                </a:solidFill>
                <a:latin typeface="Consolas"/>
              </a:rPr>
              <a:t>mongod</a:t>
            </a:r>
            <a:r>
              <a:rPr lang="fr-FR" sz="2200" dirty="0">
                <a:solidFill>
                  <a:schemeClr val="tx1"/>
                </a:solidFill>
                <a:latin typeface="Consolas"/>
              </a:rPr>
              <a:t> –</a:t>
            </a:r>
            <a:r>
              <a:rPr lang="fr-FR" sz="2200" dirty="0" err="1">
                <a:solidFill>
                  <a:schemeClr val="tx1"/>
                </a:solidFill>
                <a:latin typeface="Consolas"/>
              </a:rPr>
              <a:t>dbpath</a:t>
            </a:r>
            <a:r>
              <a:rPr lang="fr-FR" sz="2200" dirty="0">
                <a:solidFill>
                  <a:schemeClr val="tx1"/>
                </a:solidFill>
                <a:latin typeface="Consolas"/>
              </a:rPr>
              <a:t> &lt;</a:t>
            </a:r>
            <a:r>
              <a:rPr lang="fr-FR" sz="2200" dirty="0" err="1">
                <a:solidFill>
                  <a:schemeClr val="tx1"/>
                </a:solidFill>
                <a:latin typeface="Consolas"/>
              </a:rPr>
              <a:t>racine_instance</a:t>
            </a:r>
            <a:r>
              <a:rPr lang="fr-FR" sz="2200" dirty="0">
                <a:solidFill>
                  <a:schemeClr val="tx1"/>
                </a:solidFill>
                <a:latin typeface="Consolas"/>
              </a:rPr>
              <a:t>&gt;</a:t>
            </a:r>
            <a:endParaRPr lang="fr-FR" dirty="0"/>
          </a:p>
          <a:p>
            <a:pPr lvl="2">
              <a:buClr>
                <a:srgbClr val="D1282E"/>
              </a:buClr>
              <a:buSzPts val="2000"/>
            </a:pPr>
            <a:br>
              <a:rPr lang="en-US" dirty="0"/>
            </a:br>
            <a:endParaRPr lang="en-US" dirty="0"/>
          </a:p>
          <a:p>
            <a:pPr>
              <a:buSzPts val="2000"/>
            </a:pPr>
            <a:r>
              <a:rPr lang="fr-FR" sz="2400" dirty="0">
                <a:solidFill>
                  <a:schemeClr val="tx1"/>
                </a:solidFill>
              </a:rPr>
              <a:t>Sous Windows</a:t>
            </a:r>
            <a:endParaRPr lang="fr-FR" dirty="0"/>
          </a:p>
          <a:p>
            <a:pPr lvl="1">
              <a:buClr>
                <a:srgbClr val="D1282E"/>
              </a:buClr>
              <a:buSzPts val="2000"/>
            </a:pPr>
            <a:r>
              <a:rPr lang="fr-FR" sz="2400" dirty="0">
                <a:solidFill>
                  <a:schemeClr val="tx1"/>
                </a:solidFill>
              </a:rPr>
              <a:t>Lancer / Arrêter le service </a:t>
            </a:r>
            <a:endParaRPr lang="fr-FR" dirty="0"/>
          </a:p>
          <a:p>
            <a:pPr lvl="2">
              <a:buClr>
                <a:srgbClr val="D1282E"/>
              </a:buClr>
              <a:buSzPts val="2000"/>
            </a:pPr>
            <a:r>
              <a:rPr lang="fr-FR" sz="2200" dirty="0">
                <a:solidFill>
                  <a:schemeClr val="tx1"/>
                </a:solidFill>
                <a:latin typeface="Consolas"/>
              </a:rPr>
              <a:t>net start </a:t>
            </a:r>
            <a:r>
              <a:rPr lang="fr-FR" sz="2200" dirty="0" err="1">
                <a:solidFill>
                  <a:schemeClr val="tx1"/>
                </a:solidFill>
                <a:latin typeface="Consolas"/>
              </a:rPr>
              <a:t>mongodb</a:t>
            </a:r>
            <a:r>
              <a:rPr lang="fr-FR" sz="2200" dirty="0">
                <a:solidFill>
                  <a:schemeClr val="tx1"/>
                </a:solidFill>
                <a:latin typeface="Consolas"/>
              </a:rPr>
              <a:t> </a:t>
            </a:r>
            <a:r>
              <a:rPr lang="fr-FR" sz="2200" dirty="0">
                <a:solidFill>
                  <a:schemeClr val="tx1"/>
                </a:solidFill>
              </a:rPr>
              <a:t>(démarrer le service)</a:t>
            </a:r>
            <a:endParaRPr lang="fr-FR" dirty="0"/>
          </a:p>
          <a:p>
            <a:pPr lvl="2">
              <a:buClr>
                <a:srgbClr val="D1282E"/>
              </a:buClr>
              <a:buSzPts val="2000"/>
            </a:pPr>
            <a:r>
              <a:rPr lang="fr-FR" sz="2200" dirty="0">
                <a:solidFill>
                  <a:schemeClr val="tx1"/>
                </a:solidFill>
                <a:latin typeface="Consolas"/>
              </a:rPr>
              <a:t>net stop </a:t>
            </a:r>
            <a:r>
              <a:rPr lang="fr-FR" sz="2200" dirty="0" err="1">
                <a:solidFill>
                  <a:schemeClr val="tx1"/>
                </a:solidFill>
                <a:latin typeface="Consolas"/>
              </a:rPr>
              <a:t>mongodb</a:t>
            </a:r>
            <a:r>
              <a:rPr lang="fr-FR" sz="2200" dirty="0">
                <a:solidFill>
                  <a:schemeClr val="tx1"/>
                </a:solidFill>
                <a:latin typeface="Consolas"/>
              </a:rPr>
              <a:t> </a:t>
            </a:r>
            <a:r>
              <a:rPr lang="fr-FR" sz="2200" dirty="0">
                <a:solidFill>
                  <a:schemeClr val="tx1"/>
                </a:solidFill>
              </a:rPr>
              <a:t>(arrêt du service)</a:t>
            </a:r>
            <a:endParaRPr lang="fr-FR" dirty="0"/>
          </a:p>
          <a:p>
            <a:pPr marL="571500">
              <a:buClr>
                <a:srgbClr val="000000"/>
              </a:buClr>
              <a:buSzPts val="2000"/>
              <a:buChar char="•"/>
            </a:pPr>
            <a:endParaRPr lang="fr-FR" dirty="0">
              <a:solidFill>
                <a:schemeClr val="tx1"/>
              </a:solidFill>
            </a:endParaRPr>
          </a:p>
          <a:p>
            <a:pPr>
              <a:buSzPts val="2000"/>
              <a:buChar char="•"/>
            </a:pPr>
            <a:endParaRPr lang="fr-FR" b="0" dirty="0">
              <a:solidFill>
                <a:schemeClr val="tx1"/>
              </a:solidFill>
            </a:endParaRPr>
          </a:p>
          <a:p>
            <a:pPr marL="571500" indent="-342900">
              <a:buSzPts val="2000"/>
              <a:buChar char="•"/>
            </a:pPr>
            <a:endParaRPr lang="fr-FR" b="0" dirty="0">
              <a:solidFill>
                <a:schemeClr val="tx1"/>
              </a:solidFill>
            </a:endParaRPr>
          </a:p>
          <a:p>
            <a:pPr marL="571500" indent="-342900">
              <a:buSzPts val="2000"/>
              <a:buChar char="•"/>
            </a:pPr>
            <a:endParaRPr lang="fr-FR" b="0" dirty="0">
              <a:solidFill>
                <a:schemeClr val="tx1"/>
              </a:solidFill>
            </a:endParaRPr>
          </a:p>
          <a:p>
            <a:pPr marL="285750" indent="-285750">
              <a:spcBef>
                <a:spcPts val="1000"/>
              </a:spcBef>
              <a:buSzPts val="2000"/>
              <a:buChar char="•"/>
            </a:pPr>
            <a:endParaRPr lang="fr-FR" sz="1600" dirty="0">
              <a:solidFill>
                <a:schemeClr val="tx1"/>
              </a:solidFill>
            </a:endParaRPr>
          </a:p>
        </p:txBody>
      </p:sp>
    </p:spTree>
    <p:extLst>
      <p:ext uri="{BB962C8B-B14F-4D97-AF65-F5344CB8AC3E}">
        <p14:creationId xmlns:p14="http://schemas.microsoft.com/office/powerpoint/2010/main" val="12365264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13"/>
          <p:cNvSpPr txBox="1">
            <a:spLocks noGrp="1"/>
          </p:cNvSpPr>
          <p:nvPr>
            <p:ph type="title"/>
          </p:nvPr>
        </p:nvSpPr>
        <p:spPr>
          <a:xfrm>
            <a:off x="76200" y="930375"/>
            <a:ext cx="8542675" cy="615598"/>
          </a:xfrm>
          <a:prstGeom prst="rect">
            <a:avLst/>
          </a:prstGeom>
          <a:noFill/>
          <a:ln>
            <a:noFill/>
          </a:ln>
        </p:spPr>
        <p:txBody>
          <a:bodyPr spcFirstLastPara="1" wrap="square" lIns="91425" tIns="45700" rIns="91425" bIns="45700" anchor="b" anchorCtr="0">
            <a:normAutofit fontScale="90000"/>
          </a:bodyPr>
          <a:lstStyle/>
          <a:p>
            <a:r>
              <a:rPr lang="fr-FR" dirty="0">
                <a:solidFill>
                  <a:srgbClr val="7030A0"/>
                </a:solidFill>
              </a:rPr>
              <a:t>EXERCICE – </a:t>
            </a:r>
            <a:r>
              <a:rPr lang="fr-FR" dirty="0">
                <a:solidFill>
                  <a:schemeClr val="tx1"/>
                </a:solidFill>
              </a:rPr>
              <a:t>MONGODB</a:t>
            </a:r>
          </a:p>
          <a:p>
            <a:pPr marL="0" lvl="0" indent="0" algn="l">
              <a:spcBef>
                <a:spcPts val="0"/>
              </a:spcBef>
              <a:spcAft>
                <a:spcPts val="0"/>
              </a:spcAft>
              <a:buFont typeface="Arial Black"/>
              <a:buNone/>
            </a:pPr>
            <a:endParaRPr lang="fr-FR">
              <a:solidFill>
                <a:schemeClr val="accent5"/>
              </a:solidFill>
            </a:endParaRPr>
          </a:p>
        </p:txBody>
      </p:sp>
      <p:sp>
        <p:nvSpPr>
          <p:cNvPr id="198" name="Google Shape;198;p13"/>
          <p:cNvSpPr txBox="1">
            <a:spLocks noGrp="1"/>
          </p:cNvSpPr>
          <p:nvPr>
            <p:ph type="body" idx="1"/>
          </p:nvPr>
        </p:nvSpPr>
        <p:spPr>
          <a:xfrm>
            <a:off x="238944" y="1384417"/>
            <a:ext cx="8590471" cy="3535707"/>
          </a:xfrm>
          <a:prstGeom prst="rect">
            <a:avLst/>
          </a:prstGeom>
          <a:solidFill>
            <a:schemeClr val="accent4">
              <a:lumMod val="20000"/>
              <a:lumOff val="80000"/>
            </a:schemeClr>
          </a:solidFill>
          <a:ln>
            <a:noFill/>
          </a:ln>
        </p:spPr>
        <p:txBody>
          <a:bodyPr spcFirstLastPara="1" wrap="square" lIns="91425" tIns="45700" rIns="91425" bIns="45700" anchor="t" anchorCtr="0">
            <a:normAutofit lnSpcReduction="10000"/>
          </a:bodyPr>
          <a:lstStyle/>
          <a:p>
            <a:pPr marL="0" indent="0">
              <a:spcBef>
                <a:spcPts val="0"/>
              </a:spcBef>
            </a:pPr>
            <a:r>
              <a:rPr lang="fr-FR" dirty="0"/>
              <a:t>Durée de l'exercice : 20min </a:t>
            </a:r>
            <a:endParaRPr lang="fr-FR" b="0" dirty="0"/>
          </a:p>
          <a:p>
            <a:pPr marL="285750" indent="-285750">
              <a:buChar char="•"/>
            </a:pPr>
            <a:endParaRPr lang="fr-FR" b="0" i="1" dirty="0"/>
          </a:p>
          <a:p>
            <a:pPr marL="285750" indent="-285750">
              <a:buChar char="•"/>
            </a:pPr>
            <a:r>
              <a:rPr lang="fr-FR" b="0" i="1" dirty="0"/>
              <a:t>Pour manipuler MongoDB, deux possibilités : </a:t>
            </a:r>
            <a:endParaRPr lang="fr-FR"/>
          </a:p>
          <a:p>
            <a:pPr marL="742950" lvl="1" indent="-285750">
              <a:buFont typeface="Courier New"/>
              <a:buChar char="o"/>
            </a:pPr>
            <a:r>
              <a:rPr lang="fr-FR" b="0" i="1" dirty="0"/>
              <a:t>Inscrivez-vous sur Mongo </a:t>
            </a:r>
            <a:r>
              <a:rPr lang="fr-FR" b="0" i="1" dirty="0" err="1"/>
              <a:t>Altas</a:t>
            </a:r>
            <a:r>
              <a:rPr lang="fr-FR" b="0" i="1" dirty="0"/>
              <a:t> (</a:t>
            </a:r>
            <a:r>
              <a:rPr lang="fr-FR" b="0" dirty="0"/>
              <a:t>https://www.mongodb.com/</a:t>
            </a:r>
            <a:r>
              <a:rPr lang="fr-FR" dirty="0"/>
              <a:t>fr-fr</a:t>
            </a:r>
            <a:r>
              <a:rPr lang="fr-FR" b="0" dirty="0"/>
              <a:t>/cloud/atlas/register)</a:t>
            </a:r>
            <a:r>
              <a:rPr lang="fr-FR" b="0" i="1" dirty="0"/>
              <a:t> pour obtenir une base de données </a:t>
            </a:r>
            <a:r>
              <a:rPr lang="fr-FR" i="1" dirty="0"/>
              <a:t>MongoDB </a:t>
            </a:r>
            <a:r>
              <a:rPr lang="fr-FR" b="0" i="1" dirty="0"/>
              <a:t>Cloud gratuite. Elle nous permettra de manipuler MongoDB.</a:t>
            </a:r>
            <a:endParaRPr lang="fr-FR" b="1"/>
          </a:p>
          <a:p>
            <a:pPr marL="742950" lvl="1" indent="-285750">
              <a:buClr>
                <a:srgbClr val="D1282E"/>
              </a:buClr>
              <a:buFont typeface="Courier New"/>
              <a:buChar char="o"/>
            </a:pPr>
            <a:r>
              <a:rPr lang="fr-FR" i="1" dirty="0"/>
              <a:t>Installez une base de données locale MongoDB.</a:t>
            </a:r>
            <a:endParaRPr lang="fr-FR" b="0" i="1" dirty="0"/>
          </a:p>
          <a:p>
            <a:pPr marL="285750" indent="-285750">
              <a:buClr>
                <a:srgbClr val="000000"/>
              </a:buClr>
              <a:buFont typeface="Arial"/>
              <a:buChar char="•"/>
            </a:pPr>
            <a:endParaRPr lang="fr-FR" b="0" i="1" dirty="0"/>
          </a:p>
          <a:p>
            <a:pPr marL="285750" indent="-285750">
              <a:buChar char="•"/>
            </a:pPr>
            <a:r>
              <a:rPr lang="fr-FR" b="0" i="1" dirty="0"/>
              <a:t>Installez le MongoDB Shell sur votre poste et </a:t>
            </a:r>
            <a:r>
              <a:rPr lang="fr-FR" b="0" i="1" dirty="0" err="1"/>
              <a:t>MongoCompass</a:t>
            </a:r>
            <a:r>
              <a:rPr lang="fr-FR" b="0" i="1" dirty="0"/>
              <a:t>.</a:t>
            </a:r>
          </a:p>
          <a:p>
            <a:pPr marL="285750" indent="-285750">
              <a:buChar char="•"/>
            </a:pPr>
            <a:r>
              <a:rPr lang="fr-FR" b="0" i="1" dirty="0"/>
              <a:t>Installez les Mongo Tools</a:t>
            </a:r>
          </a:p>
          <a:p>
            <a:pPr marL="0" indent="0">
              <a:spcBef>
                <a:spcPts val="1000"/>
              </a:spcBef>
              <a:buSzPts val="2000"/>
            </a:pPr>
            <a:endParaRPr lang="fr-FR" b="0" dirty="0"/>
          </a:p>
          <a:p>
            <a:pPr marL="0" indent="0">
              <a:spcBef>
                <a:spcPts val="1000"/>
              </a:spcBef>
              <a:buSzPts val="2000"/>
            </a:pPr>
            <a:endParaRPr lang="fr-FR" b="0"/>
          </a:p>
        </p:txBody>
      </p:sp>
      <p:pic>
        <p:nvPicPr>
          <p:cNvPr id="3" name="Picture 3">
            <a:extLst>
              <a:ext uri="{FF2B5EF4-FFF2-40B4-BE49-F238E27FC236}">
                <a16:creationId xmlns:a16="http://schemas.microsoft.com/office/drawing/2014/main" id="{91404160-3C15-7F76-8FAB-7A484B8CE0F1}"/>
              </a:ext>
            </a:extLst>
          </p:cNvPr>
          <p:cNvPicPr>
            <a:picLocks noChangeAspect="1"/>
          </p:cNvPicPr>
          <p:nvPr/>
        </p:nvPicPr>
        <p:blipFill>
          <a:blip r:embed="rId3"/>
          <a:stretch>
            <a:fillRect/>
          </a:stretch>
        </p:blipFill>
        <p:spPr>
          <a:xfrm>
            <a:off x="6773291" y="5007589"/>
            <a:ext cx="2210713" cy="2210713"/>
          </a:xfrm>
          <a:prstGeom prst="rect">
            <a:avLst/>
          </a:prstGeom>
        </p:spPr>
      </p:pic>
    </p:spTree>
    <p:extLst>
      <p:ext uri="{BB962C8B-B14F-4D97-AF65-F5344CB8AC3E}">
        <p14:creationId xmlns:p14="http://schemas.microsoft.com/office/powerpoint/2010/main" val="21912452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51"/>
          <p:cNvSpPr txBox="1">
            <a:spLocks noGrp="1"/>
          </p:cNvSpPr>
          <p:nvPr>
            <p:ph type="title"/>
          </p:nvPr>
        </p:nvSpPr>
        <p:spPr>
          <a:xfrm>
            <a:off x="385421" y="296734"/>
            <a:ext cx="8548550" cy="75614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Arial Black"/>
              <a:buNone/>
            </a:pPr>
            <a:r>
              <a:rPr lang="fr-FR" sz="2800" dirty="0">
                <a:solidFill>
                  <a:srgbClr val="7030A0"/>
                </a:solidFill>
              </a:rPr>
              <a:t>LANCER DES COMMANDES – </a:t>
            </a:r>
            <a:br>
              <a:rPr lang="fr-FR" sz="2800" dirty="0"/>
            </a:br>
            <a:r>
              <a:rPr lang="fr-FR" sz="2800" dirty="0">
                <a:solidFill>
                  <a:schemeClr val="dk1"/>
                </a:solidFill>
              </a:rPr>
              <a:t>UTILISATION DU MONGOSHELL</a:t>
            </a:r>
            <a:endParaRPr dirty="0">
              <a:solidFill>
                <a:schemeClr val="dk1"/>
              </a:solidFill>
            </a:endParaRPr>
          </a:p>
        </p:txBody>
      </p:sp>
      <p:sp>
        <p:nvSpPr>
          <p:cNvPr id="423" name="Google Shape;423;p51"/>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l" rtl="0">
              <a:spcBef>
                <a:spcPts val="0"/>
              </a:spcBef>
              <a:spcAft>
                <a:spcPts val="0"/>
              </a:spcAft>
              <a:buClr>
                <a:schemeClr val="dk1"/>
              </a:buClr>
              <a:buSzPts val="2400"/>
              <a:buFont typeface="Arial"/>
              <a:buNone/>
            </a:pPr>
            <a:endParaRPr sz="2400" b="0"/>
          </a:p>
          <a:p>
            <a:pPr marL="342900" lvl="0" indent="-190500" algn="l" rtl="0">
              <a:spcBef>
                <a:spcPts val="108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dirty="0"/>
              <a:t>MongoDB propose un </a:t>
            </a:r>
            <a:r>
              <a:rPr lang="fr-FR" sz="2400" b="0" err="1"/>
              <a:t>shell</a:t>
            </a:r>
            <a:r>
              <a:rPr lang="fr-FR" sz="2400" b="0" dirty="0"/>
              <a:t> qui permet de manipuler les données ou administrer l'instance depuis une invite de commande</a:t>
            </a:r>
            <a:endParaRPr dirty="0"/>
          </a:p>
          <a:p>
            <a:pPr marL="342900" indent="-342900">
              <a:spcBef>
                <a:spcPts val="1080"/>
              </a:spcBef>
              <a:buSzPts val="2400"/>
              <a:buFont typeface="Arial"/>
              <a:buChar char="•"/>
            </a:pPr>
            <a:r>
              <a:rPr lang="fr-FR" sz="2400" b="0" dirty="0"/>
              <a:t>Depuis la version 5.0 de MongoDB, le </a:t>
            </a:r>
            <a:r>
              <a:rPr lang="fr-FR" sz="2400" b="0" err="1"/>
              <a:t>shell</a:t>
            </a:r>
            <a:r>
              <a:rPr lang="fr-FR" sz="2400" b="0" dirty="0"/>
              <a:t> est remplacé par  "</a:t>
            </a:r>
            <a:r>
              <a:rPr lang="fr-FR" sz="2400" b="0" err="1"/>
              <a:t>mongosh</a:t>
            </a:r>
            <a:r>
              <a:rPr lang="fr-FR" sz="2400" b="0" dirty="0"/>
              <a:t>". Il ajoute entre autres, la coloration syntaxique, la complétion automatique et une aide contextuelle.</a:t>
            </a:r>
            <a:endParaRPr dirty="0"/>
          </a:p>
          <a:p>
            <a:pPr marL="342900" lvl="0" indent="-342900" algn="l">
              <a:spcBef>
                <a:spcPts val="1080"/>
              </a:spcBef>
              <a:spcAft>
                <a:spcPts val="0"/>
              </a:spcAft>
              <a:buClr>
                <a:schemeClr val="dk1"/>
              </a:buClr>
              <a:buSzPts val="2400"/>
              <a:buFont typeface="Arial"/>
              <a:buChar char="•"/>
            </a:pPr>
            <a:endParaRPr lang="fr-FR" sz="2400" b="0" dirty="0"/>
          </a:p>
          <a:p>
            <a:pPr marL="342900" indent="-342900">
              <a:spcBef>
                <a:spcPts val="1080"/>
              </a:spcBef>
              <a:buSzPts val="2400"/>
              <a:buFont typeface="Arial"/>
              <a:buChar char="•"/>
            </a:pPr>
            <a:r>
              <a:rPr lang="fr-FR" sz="2400" b="0" dirty="0"/>
              <a:t>L'interface graphique "Mongo Compass" permet également de manipuler la BDD</a:t>
            </a:r>
          </a:p>
          <a:p>
            <a:pPr marL="342900" indent="-190500">
              <a:spcBef>
                <a:spcPts val="1080"/>
              </a:spcBef>
              <a:buSzPts val="2400"/>
            </a:pPr>
            <a:endParaRPr lang="fr-FR" sz="2400" b="0" dirty="0"/>
          </a:p>
          <a:p>
            <a:pPr marL="342900" indent="-190500">
              <a:spcBef>
                <a:spcPts val="1080"/>
              </a:spcBef>
              <a:buSzPts val="2400"/>
            </a:pPr>
            <a:r>
              <a:rPr lang="fr-FR" sz="2400" b="0" dirty="0"/>
              <a:t>Pour nous former, nous privilégierons la ligne de commande.</a:t>
            </a:r>
            <a:r>
              <a:rPr lang="fr-FR" sz="2400" dirty="0"/>
              <a:t> </a:t>
            </a:r>
          </a:p>
          <a:p>
            <a:pPr marL="342900" indent="-190500">
              <a:spcBef>
                <a:spcPts val="1080"/>
              </a:spcBef>
              <a:buSzPts val="2400"/>
            </a:pPr>
            <a:endParaRPr lang="fr-FR" sz="2400"/>
          </a:p>
        </p:txBody>
      </p:sp>
    </p:spTree>
    <p:extLst>
      <p:ext uri="{BB962C8B-B14F-4D97-AF65-F5344CB8AC3E}">
        <p14:creationId xmlns:p14="http://schemas.microsoft.com/office/powerpoint/2010/main" val="1663728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52"/>
          <p:cNvSpPr txBox="1">
            <a:spLocks noGrp="1"/>
          </p:cNvSpPr>
          <p:nvPr>
            <p:ph type="title"/>
          </p:nvPr>
        </p:nvSpPr>
        <p:spPr>
          <a:xfrm>
            <a:off x="457200" y="294329"/>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Arial Black"/>
              <a:buNone/>
            </a:pPr>
            <a:r>
              <a:rPr lang="fr-FR" sz="2800" dirty="0">
                <a:solidFill>
                  <a:srgbClr val="7030A0"/>
                </a:solidFill>
              </a:rPr>
              <a:t>LANCER DES COMMANDES – </a:t>
            </a:r>
            <a:br>
              <a:rPr lang="fr-FR" sz="2800" dirty="0"/>
            </a:br>
            <a:r>
              <a:rPr lang="fr-FR" sz="2800" dirty="0">
                <a:solidFill>
                  <a:schemeClr val="dk1"/>
                </a:solidFill>
              </a:rPr>
              <a:t>MONGO HELP À LA RESCOUSSE</a:t>
            </a:r>
            <a:endParaRPr dirty="0">
              <a:solidFill>
                <a:schemeClr val="dk1"/>
              </a:solidFill>
            </a:endParaRPr>
          </a:p>
        </p:txBody>
      </p:sp>
      <p:sp>
        <p:nvSpPr>
          <p:cNvPr id="429" name="Google Shape;429;p52"/>
          <p:cNvSpPr txBox="1">
            <a:spLocks noGrp="1"/>
          </p:cNvSpPr>
          <p:nvPr>
            <p:ph type="body" idx="1"/>
          </p:nvPr>
        </p:nvSpPr>
        <p:spPr>
          <a:xfrm>
            <a:off x="457200" y="1060460"/>
            <a:ext cx="8003232" cy="4988768"/>
          </a:xfrm>
          <a:prstGeom prst="rect">
            <a:avLst/>
          </a:prstGeom>
          <a:noFill/>
          <a:ln>
            <a:noFill/>
          </a:ln>
        </p:spPr>
        <p:txBody>
          <a:bodyPr spcFirstLastPara="1" wrap="square" lIns="91425" tIns="45700" rIns="91425" bIns="45700" anchor="t" anchorCtr="0">
            <a:normAutofit fontScale="85000" lnSpcReduction="10000"/>
          </a:bodyPr>
          <a:lstStyle/>
          <a:p>
            <a:pPr marL="342900" lvl="0" indent="-212725" algn="l" rtl="0">
              <a:spcBef>
                <a:spcPts val="0"/>
              </a:spcBef>
              <a:spcAft>
                <a:spcPts val="0"/>
              </a:spcAft>
              <a:buClr>
                <a:schemeClr val="dk1"/>
              </a:buClr>
              <a:buSzPct val="100000"/>
              <a:buFont typeface="Arial"/>
              <a:buNone/>
            </a:pPr>
            <a:endParaRPr lang="fr-FR" sz="2400" b="0"/>
          </a:p>
          <a:p>
            <a:pPr marL="342900" lvl="0" indent="-342900" algn="l" rtl="0">
              <a:spcBef>
                <a:spcPts val="1008"/>
              </a:spcBef>
              <a:spcAft>
                <a:spcPts val="0"/>
              </a:spcAft>
              <a:buClr>
                <a:schemeClr val="dk1"/>
              </a:buClr>
              <a:buSzPct val="100000"/>
              <a:buFont typeface="Arial"/>
              <a:buChar char="•"/>
            </a:pPr>
            <a:r>
              <a:rPr lang="fr-FR" sz="2400" b="0" dirty="0"/>
              <a:t>Vous allez maintenant écrire des requêtes pour manipuler les données.</a:t>
            </a:r>
            <a:endParaRPr dirty="0"/>
          </a:p>
          <a:p>
            <a:pPr marL="342900" lvl="0" indent="-212725" algn="l" rtl="0">
              <a:spcBef>
                <a:spcPts val="1008"/>
              </a:spcBef>
              <a:spcAft>
                <a:spcPts val="0"/>
              </a:spcAft>
              <a:buClr>
                <a:schemeClr val="dk1"/>
              </a:buClr>
              <a:buSzPct val="100000"/>
              <a:buFont typeface="Arial"/>
              <a:buNone/>
            </a:pPr>
            <a:endParaRPr sz="2400" b="0"/>
          </a:p>
          <a:p>
            <a:pPr marL="342900" lvl="0" indent="-342900" algn="l" rtl="0">
              <a:spcBef>
                <a:spcPts val="1008"/>
              </a:spcBef>
              <a:spcAft>
                <a:spcPts val="0"/>
              </a:spcAft>
              <a:buClr>
                <a:schemeClr val="dk1"/>
              </a:buClr>
              <a:buSzPct val="100000"/>
              <a:buFont typeface="Arial"/>
              <a:buChar char="•"/>
            </a:pPr>
            <a:r>
              <a:rPr lang="fr-FR" sz="2400" b="0" dirty="0"/>
              <a:t>Pour vous aider n'oubliez pas la commande "</a:t>
            </a:r>
            <a:r>
              <a:rPr lang="fr-FR" sz="2400" b="0" dirty="0">
                <a:solidFill>
                  <a:srgbClr val="7030A0"/>
                </a:solidFill>
                <a:latin typeface="Consolas"/>
                <a:ea typeface="Consolas"/>
                <a:cs typeface="Consolas"/>
                <a:sym typeface="Consolas"/>
              </a:rPr>
              <a:t>help</a:t>
            </a:r>
            <a:r>
              <a:rPr lang="fr-FR" sz="2400" b="0" dirty="0"/>
              <a:t>" qui vous donne toutes les commandes possibles et la façon de les utiliser.</a:t>
            </a:r>
            <a:endParaRPr dirty="0"/>
          </a:p>
          <a:p>
            <a:pPr marL="342900" lvl="0" indent="-212725" algn="l" rtl="0">
              <a:spcBef>
                <a:spcPts val="1008"/>
              </a:spcBef>
              <a:spcAft>
                <a:spcPts val="0"/>
              </a:spcAft>
              <a:buClr>
                <a:schemeClr val="dk1"/>
              </a:buClr>
              <a:buSzPct val="100000"/>
              <a:buFont typeface="Arial"/>
              <a:buNone/>
            </a:pPr>
            <a:endParaRPr sz="2400" b="0"/>
          </a:p>
          <a:p>
            <a:pPr marL="342900" lvl="0" indent="-342900" algn="l" rtl="0">
              <a:spcBef>
                <a:spcPts val="1008"/>
              </a:spcBef>
              <a:spcAft>
                <a:spcPts val="0"/>
              </a:spcAft>
              <a:buClr>
                <a:schemeClr val="dk1"/>
              </a:buClr>
              <a:buSzPct val="100000"/>
              <a:buFont typeface="Arial"/>
              <a:buChar char="•"/>
            </a:pPr>
            <a:r>
              <a:rPr lang="fr-FR" sz="2400" b="0" dirty="0"/>
              <a:t>La documentation en ligne de MongoDB est également très bien réalisée. Néanmoins, elle ne sera pas forcément accessible en environnement serveur (raison pour laquelle help est pratique)</a:t>
            </a:r>
            <a:endParaRPr dirty="0"/>
          </a:p>
          <a:p>
            <a:pPr marL="342900" lvl="0" indent="-212725" algn="l" rtl="0">
              <a:spcBef>
                <a:spcPts val="1008"/>
              </a:spcBef>
              <a:spcAft>
                <a:spcPts val="0"/>
              </a:spcAft>
              <a:buClr>
                <a:schemeClr val="dk1"/>
              </a:buClr>
              <a:buSzPct val="100000"/>
              <a:buFont typeface="Arial"/>
              <a:buNone/>
            </a:pPr>
            <a:endParaRPr sz="2400" b="0"/>
          </a:p>
          <a:p>
            <a:pPr marL="342900" lvl="0" indent="-342900" algn="l" rtl="0">
              <a:spcBef>
                <a:spcPts val="1008"/>
              </a:spcBef>
              <a:spcAft>
                <a:spcPts val="0"/>
              </a:spcAft>
              <a:buClr>
                <a:schemeClr val="dk1"/>
              </a:buClr>
              <a:buSzPct val="100000"/>
              <a:buFont typeface="Arial"/>
              <a:buChar char="•"/>
            </a:pPr>
            <a:r>
              <a:rPr lang="fr-FR" sz="2400" b="0" dirty="0"/>
              <a:t>Autre commande pratique : </a:t>
            </a:r>
            <a:r>
              <a:rPr lang="fr-FR" sz="2400" b="0" err="1">
                <a:solidFill>
                  <a:srgbClr val="7030A0"/>
                </a:solidFill>
                <a:latin typeface="Consolas"/>
                <a:ea typeface="Consolas"/>
                <a:cs typeface="Consolas"/>
                <a:sym typeface="Consolas"/>
              </a:rPr>
              <a:t>cls</a:t>
            </a:r>
            <a:r>
              <a:rPr lang="fr-FR" sz="2400" b="0" dirty="0"/>
              <a:t>. Elle permet de nettoyer votre console lorsque vous souhaitez y voir plus clair.</a:t>
            </a:r>
            <a:endParaRPr dirty="0"/>
          </a:p>
          <a:p>
            <a:pPr marL="342900" lvl="0" indent="-212725" algn="l" rtl="0">
              <a:spcBef>
                <a:spcPts val="1008"/>
              </a:spcBef>
              <a:spcAft>
                <a:spcPts val="0"/>
              </a:spcAft>
              <a:buClr>
                <a:schemeClr val="dk1"/>
              </a:buClr>
              <a:buSzPct val="100000"/>
              <a:buFont typeface="Arial"/>
              <a:buNone/>
            </a:pPr>
            <a:endParaRPr sz="2400"/>
          </a:p>
          <a:p>
            <a:pPr marL="342900" lvl="0" indent="-212725" algn="l" rtl="0">
              <a:spcBef>
                <a:spcPts val="1008"/>
              </a:spcBef>
              <a:spcAft>
                <a:spcPts val="0"/>
              </a:spcAft>
              <a:buClr>
                <a:schemeClr val="dk1"/>
              </a:buClr>
              <a:buSzPct val="100000"/>
              <a:buFont typeface="Arial"/>
              <a:buNone/>
            </a:pPr>
            <a:endParaRPr sz="2400"/>
          </a:p>
        </p:txBody>
      </p:sp>
    </p:spTree>
    <p:extLst>
      <p:ext uri="{BB962C8B-B14F-4D97-AF65-F5344CB8AC3E}">
        <p14:creationId xmlns:p14="http://schemas.microsoft.com/office/powerpoint/2010/main" val="2030357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40"/>
        <p:cNvGrpSpPr/>
        <p:nvPr/>
      </p:nvGrpSpPr>
      <p:grpSpPr>
        <a:xfrm>
          <a:off x="0" y="0"/>
          <a:ext cx="0" cy="0"/>
          <a:chOff x="0" y="0"/>
          <a:chExt cx="0" cy="0"/>
        </a:xfrm>
      </p:grpSpPr>
      <p:sp>
        <p:nvSpPr>
          <p:cNvPr id="441" name="Google Shape;441;p54"/>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1"/>
              </a:buClr>
              <a:buSzPct val="100000"/>
              <a:buFont typeface="Arial Black"/>
              <a:buNone/>
            </a:pPr>
            <a:r>
              <a:rPr lang="fr-FR" sz="2800" dirty="0">
                <a:solidFill>
                  <a:schemeClr val="dk1"/>
                </a:solidFill>
              </a:rPr>
              <a:t>MONGODB</a:t>
            </a:r>
            <a:r>
              <a:rPr lang="fr-FR" sz="2800" dirty="0"/>
              <a:t> </a:t>
            </a:r>
            <a:r>
              <a:rPr lang="fr-FR" sz="2800" dirty="0">
                <a:solidFill>
                  <a:srgbClr val="7030A0"/>
                </a:solidFill>
              </a:rPr>
              <a:t>: NOTION DE BASE DE DONNÉES</a:t>
            </a:r>
          </a:p>
        </p:txBody>
      </p:sp>
      <p:sp>
        <p:nvSpPr>
          <p:cNvPr id="442" name="Google Shape;442;p54"/>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chemeClr val="dk1"/>
              </a:buClr>
              <a:buSzPts val="2400"/>
              <a:buFont typeface="Arial"/>
              <a:buNone/>
            </a:pPr>
            <a:endParaRPr sz="2400" b="0"/>
          </a:p>
          <a:p>
            <a:pPr marL="342900" lvl="0" indent="-342900" algn="l" rtl="0">
              <a:spcBef>
                <a:spcPts val="1000"/>
              </a:spcBef>
              <a:spcAft>
                <a:spcPts val="0"/>
              </a:spcAft>
              <a:buClr>
                <a:schemeClr val="dk1"/>
              </a:buClr>
              <a:buSzPts val="2000"/>
              <a:buFont typeface="Arial"/>
              <a:buChar char="•"/>
            </a:pPr>
            <a:r>
              <a:rPr lang="fr-FR" b="0" dirty="0"/>
              <a:t>Une instance contient une ou plusieurs bases de données.</a:t>
            </a:r>
            <a:endParaRPr dirty="0"/>
          </a:p>
          <a:p>
            <a:pPr marL="342900" lvl="0" indent="-342900" algn="l" rtl="0">
              <a:spcBef>
                <a:spcPts val="1000"/>
              </a:spcBef>
              <a:spcAft>
                <a:spcPts val="0"/>
              </a:spcAft>
              <a:buClr>
                <a:schemeClr val="dk1"/>
              </a:buClr>
              <a:buSzPts val="2000"/>
              <a:buFont typeface="Arial"/>
              <a:buChar char="•"/>
            </a:pPr>
            <a:r>
              <a:rPr lang="fr-FR" b="0" dirty="0"/>
              <a:t>Une base de données contient une ou plusieurs collections</a:t>
            </a:r>
            <a:endParaRPr dirty="0"/>
          </a:p>
          <a:p>
            <a:pPr marL="342900" lvl="0" indent="-342900" algn="l" rtl="0">
              <a:spcBef>
                <a:spcPts val="1000"/>
              </a:spcBef>
              <a:spcAft>
                <a:spcPts val="0"/>
              </a:spcAft>
              <a:buClr>
                <a:schemeClr val="dk1"/>
              </a:buClr>
              <a:buSzPts val="2000"/>
              <a:buFont typeface="Arial"/>
              <a:buChar char="•"/>
            </a:pPr>
            <a:r>
              <a:rPr lang="fr-FR" b="0" dirty="0"/>
              <a:t>La création d'une BDD se fait à la volée (automatiquement) avec la commande </a:t>
            </a:r>
            <a:r>
              <a:rPr lang="fr-FR" b="0" dirty="0">
                <a:solidFill>
                  <a:srgbClr val="7030A0"/>
                </a:solidFill>
                <a:latin typeface="Consolas"/>
                <a:ea typeface="Consolas"/>
                <a:cs typeface="Consolas"/>
                <a:sym typeface="Consolas"/>
              </a:rPr>
              <a:t>use </a:t>
            </a:r>
            <a:r>
              <a:rPr lang="fr-FR" b="0" err="1">
                <a:solidFill>
                  <a:srgbClr val="7030A0"/>
                </a:solidFill>
                <a:latin typeface="Consolas"/>
                <a:ea typeface="Consolas"/>
                <a:cs typeface="Consolas"/>
                <a:sym typeface="Consolas"/>
              </a:rPr>
              <a:t>mybdd</a:t>
            </a:r>
            <a:endParaRPr err="1">
              <a:solidFill>
                <a:srgbClr val="7030A0"/>
              </a:solidFill>
              <a:latin typeface="Consolas"/>
              <a:ea typeface="Consolas"/>
              <a:cs typeface="Consolas"/>
            </a:endParaRPr>
          </a:p>
          <a:p>
            <a:pPr marL="342900" lvl="0" indent="-190500" algn="l" rtl="0">
              <a:spcBef>
                <a:spcPts val="1080"/>
              </a:spcBef>
              <a:spcAft>
                <a:spcPts val="0"/>
              </a:spcAft>
              <a:buClr>
                <a:schemeClr val="dk1"/>
              </a:buClr>
              <a:buSzPts val="2400"/>
              <a:buFont typeface="Arial"/>
              <a:buNone/>
            </a:pPr>
            <a:endParaRPr sz="2400"/>
          </a:p>
        </p:txBody>
      </p:sp>
      <p:sp>
        <p:nvSpPr>
          <p:cNvPr id="2" name="Rectangle : coins arrondis 1">
            <a:extLst>
              <a:ext uri="{FF2B5EF4-FFF2-40B4-BE49-F238E27FC236}">
                <a16:creationId xmlns:a16="http://schemas.microsoft.com/office/drawing/2014/main" id="{98CEEE7B-DAE6-E732-DD80-6966940B0376}"/>
              </a:ext>
            </a:extLst>
          </p:cNvPr>
          <p:cNvSpPr/>
          <p:nvPr/>
        </p:nvSpPr>
        <p:spPr>
          <a:xfrm>
            <a:off x="394486" y="3459344"/>
            <a:ext cx="3661645" cy="28726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cs typeface="Arial"/>
            </a:endParaRPr>
          </a:p>
        </p:txBody>
      </p:sp>
      <p:sp>
        <p:nvSpPr>
          <p:cNvPr id="4" name="Rectangle : coins arrondis 3">
            <a:extLst>
              <a:ext uri="{FF2B5EF4-FFF2-40B4-BE49-F238E27FC236}">
                <a16:creationId xmlns:a16="http://schemas.microsoft.com/office/drawing/2014/main" id="{3AC808BE-FAC7-1EB4-CDAA-C04FE7724897}"/>
              </a:ext>
            </a:extLst>
          </p:cNvPr>
          <p:cNvSpPr/>
          <p:nvPr/>
        </p:nvSpPr>
        <p:spPr>
          <a:xfrm>
            <a:off x="4673149" y="3459344"/>
            <a:ext cx="3661645" cy="2872672"/>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1209A72D-A7DD-0E1C-52CB-1167F1D8D62E}"/>
              </a:ext>
            </a:extLst>
          </p:cNvPr>
          <p:cNvSpPr txBox="1"/>
          <p:nvPr/>
        </p:nvSpPr>
        <p:spPr>
          <a:xfrm>
            <a:off x="536097" y="3580725"/>
            <a:ext cx="27108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solidFill>
                  <a:srgbClr val="FFFFFF"/>
                </a:solidFill>
              </a:rPr>
              <a:t>Base de données </a:t>
            </a:r>
            <a:r>
              <a:rPr lang="fr-FR">
                <a:solidFill>
                  <a:schemeClr val="bg1"/>
                </a:solidFill>
              </a:rPr>
              <a:t>MongoDB</a:t>
            </a:r>
          </a:p>
        </p:txBody>
      </p:sp>
      <p:sp>
        <p:nvSpPr>
          <p:cNvPr id="6" name="ZoneTexte 5">
            <a:extLst>
              <a:ext uri="{FF2B5EF4-FFF2-40B4-BE49-F238E27FC236}">
                <a16:creationId xmlns:a16="http://schemas.microsoft.com/office/drawing/2014/main" id="{CA133706-1CFC-7514-BA11-D2CE3E79CD93}"/>
              </a:ext>
            </a:extLst>
          </p:cNvPr>
          <p:cNvSpPr txBox="1"/>
          <p:nvPr/>
        </p:nvSpPr>
        <p:spPr>
          <a:xfrm>
            <a:off x="4895680" y="3651530"/>
            <a:ext cx="2710830"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a:solidFill>
                  <a:srgbClr val="FFFFFF"/>
                </a:solidFill>
              </a:rPr>
              <a:t>Base de données </a:t>
            </a:r>
            <a:r>
              <a:rPr lang="fr-FR">
                <a:solidFill>
                  <a:schemeClr val="bg1"/>
                </a:solidFill>
              </a:rPr>
              <a:t>MongoDB</a:t>
            </a:r>
          </a:p>
        </p:txBody>
      </p:sp>
      <p:sp>
        <p:nvSpPr>
          <p:cNvPr id="7" name="Rectangle : coins arrondis 6">
            <a:extLst>
              <a:ext uri="{FF2B5EF4-FFF2-40B4-BE49-F238E27FC236}">
                <a16:creationId xmlns:a16="http://schemas.microsoft.com/office/drawing/2014/main" id="{C10BFF94-6DE8-F861-CAF3-782BF9DC5F56}"/>
              </a:ext>
            </a:extLst>
          </p:cNvPr>
          <p:cNvSpPr/>
          <p:nvPr/>
        </p:nvSpPr>
        <p:spPr>
          <a:xfrm>
            <a:off x="4764186" y="3975212"/>
            <a:ext cx="2680485" cy="1830822"/>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B950D102-8F2A-FEF8-024D-1399F5EF7406}"/>
              </a:ext>
            </a:extLst>
          </p:cNvPr>
          <p:cNvSpPr/>
          <p:nvPr/>
        </p:nvSpPr>
        <p:spPr>
          <a:xfrm>
            <a:off x="4946256" y="4106707"/>
            <a:ext cx="2963707" cy="1851052"/>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 coins arrondis 8">
            <a:extLst>
              <a:ext uri="{FF2B5EF4-FFF2-40B4-BE49-F238E27FC236}">
                <a16:creationId xmlns:a16="http://schemas.microsoft.com/office/drawing/2014/main" id="{40AA1FBC-BFAF-4B14-981C-19ABB7D03BE0}"/>
              </a:ext>
            </a:extLst>
          </p:cNvPr>
          <p:cNvSpPr/>
          <p:nvPr/>
        </p:nvSpPr>
        <p:spPr>
          <a:xfrm>
            <a:off x="5269937" y="4258432"/>
            <a:ext cx="2983936" cy="1931972"/>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 coins arrondis 9">
            <a:extLst>
              <a:ext uri="{FF2B5EF4-FFF2-40B4-BE49-F238E27FC236}">
                <a16:creationId xmlns:a16="http://schemas.microsoft.com/office/drawing/2014/main" id="{DEAA2206-DC47-5A4B-6354-6AB1388F3457}"/>
              </a:ext>
            </a:extLst>
          </p:cNvPr>
          <p:cNvSpPr/>
          <p:nvPr/>
        </p:nvSpPr>
        <p:spPr>
          <a:xfrm>
            <a:off x="5634079" y="4531539"/>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11" name="Rectangle : coins arrondis 10">
            <a:extLst>
              <a:ext uri="{FF2B5EF4-FFF2-40B4-BE49-F238E27FC236}">
                <a16:creationId xmlns:a16="http://schemas.microsoft.com/office/drawing/2014/main" id="{EC90C563-C2A9-D548-BB79-C70A4060597C}"/>
              </a:ext>
            </a:extLst>
          </p:cNvPr>
          <p:cNvSpPr/>
          <p:nvPr/>
        </p:nvSpPr>
        <p:spPr>
          <a:xfrm>
            <a:off x="5775689" y="4673149"/>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12" name="Rectangle : coins arrondis 11">
            <a:extLst>
              <a:ext uri="{FF2B5EF4-FFF2-40B4-BE49-F238E27FC236}">
                <a16:creationId xmlns:a16="http://schemas.microsoft.com/office/drawing/2014/main" id="{BAE2E5F7-6E28-DEDF-84E2-C61A9D10D4D2}"/>
              </a:ext>
            </a:extLst>
          </p:cNvPr>
          <p:cNvSpPr/>
          <p:nvPr/>
        </p:nvSpPr>
        <p:spPr>
          <a:xfrm>
            <a:off x="5917300" y="4814760"/>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13" name="Rectangle : coins arrondis 12">
            <a:extLst>
              <a:ext uri="{FF2B5EF4-FFF2-40B4-BE49-F238E27FC236}">
                <a16:creationId xmlns:a16="http://schemas.microsoft.com/office/drawing/2014/main" id="{658BA1FD-416F-06BB-CEFD-695407AA9B8F}"/>
              </a:ext>
            </a:extLst>
          </p:cNvPr>
          <p:cNvSpPr/>
          <p:nvPr/>
        </p:nvSpPr>
        <p:spPr>
          <a:xfrm>
            <a:off x="6058910" y="4956370"/>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24" name="Rectangle : coins arrondis 23">
            <a:extLst>
              <a:ext uri="{FF2B5EF4-FFF2-40B4-BE49-F238E27FC236}">
                <a16:creationId xmlns:a16="http://schemas.microsoft.com/office/drawing/2014/main" id="{CCB29403-AFD8-2B70-D0FF-5B9D79B34570}"/>
              </a:ext>
            </a:extLst>
          </p:cNvPr>
          <p:cNvSpPr/>
          <p:nvPr/>
        </p:nvSpPr>
        <p:spPr>
          <a:xfrm>
            <a:off x="445061" y="3944866"/>
            <a:ext cx="2680485" cy="1830822"/>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Rectangle : coins arrondis 24">
            <a:extLst>
              <a:ext uri="{FF2B5EF4-FFF2-40B4-BE49-F238E27FC236}">
                <a16:creationId xmlns:a16="http://schemas.microsoft.com/office/drawing/2014/main" id="{FE41BAD6-C98E-4D87-41F5-C958B0394721}"/>
              </a:ext>
            </a:extLst>
          </p:cNvPr>
          <p:cNvSpPr/>
          <p:nvPr/>
        </p:nvSpPr>
        <p:spPr>
          <a:xfrm>
            <a:off x="627132" y="4076361"/>
            <a:ext cx="2963707" cy="1851052"/>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6" name="Rectangle : coins arrondis 25">
            <a:extLst>
              <a:ext uri="{FF2B5EF4-FFF2-40B4-BE49-F238E27FC236}">
                <a16:creationId xmlns:a16="http://schemas.microsoft.com/office/drawing/2014/main" id="{B084AF04-359B-2BDB-2BEB-5482D94F6EA8}"/>
              </a:ext>
            </a:extLst>
          </p:cNvPr>
          <p:cNvSpPr/>
          <p:nvPr/>
        </p:nvSpPr>
        <p:spPr>
          <a:xfrm>
            <a:off x="950812" y="4228086"/>
            <a:ext cx="2983936" cy="1931972"/>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Rectangle : coins arrondis 26">
            <a:extLst>
              <a:ext uri="{FF2B5EF4-FFF2-40B4-BE49-F238E27FC236}">
                <a16:creationId xmlns:a16="http://schemas.microsoft.com/office/drawing/2014/main" id="{7E687D1D-8072-EC11-DFDB-A246EEFA145D}"/>
              </a:ext>
            </a:extLst>
          </p:cNvPr>
          <p:cNvSpPr/>
          <p:nvPr/>
        </p:nvSpPr>
        <p:spPr>
          <a:xfrm>
            <a:off x="1314954" y="4501193"/>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28" name="Rectangle : coins arrondis 27">
            <a:extLst>
              <a:ext uri="{FF2B5EF4-FFF2-40B4-BE49-F238E27FC236}">
                <a16:creationId xmlns:a16="http://schemas.microsoft.com/office/drawing/2014/main" id="{C1F08019-637E-D149-21AF-4E4092ED265F}"/>
              </a:ext>
            </a:extLst>
          </p:cNvPr>
          <p:cNvSpPr/>
          <p:nvPr/>
        </p:nvSpPr>
        <p:spPr>
          <a:xfrm>
            <a:off x="1456564" y="4642803"/>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29" name="Rectangle : coins arrondis 28">
            <a:extLst>
              <a:ext uri="{FF2B5EF4-FFF2-40B4-BE49-F238E27FC236}">
                <a16:creationId xmlns:a16="http://schemas.microsoft.com/office/drawing/2014/main" id="{2B4D4884-670B-518D-D3BF-29482C2E341B}"/>
              </a:ext>
            </a:extLst>
          </p:cNvPr>
          <p:cNvSpPr/>
          <p:nvPr/>
        </p:nvSpPr>
        <p:spPr>
          <a:xfrm>
            <a:off x="1598175" y="4784414"/>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30" name="Rectangle : coins arrondis 29">
            <a:extLst>
              <a:ext uri="{FF2B5EF4-FFF2-40B4-BE49-F238E27FC236}">
                <a16:creationId xmlns:a16="http://schemas.microsoft.com/office/drawing/2014/main" id="{4B0D46E1-9F6C-C60E-8E1A-F249FB2D3D17}"/>
              </a:ext>
            </a:extLst>
          </p:cNvPr>
          <p:cNvSpPr/>
          <p:nvPr/>
        </p:nvSpPr>
        <p:spPr>
          <a:xfrm>
            <a:off x="1739785" y="4926024"/>
            <a:ext cx="1709442" cy="11935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a:p>
        </p:txBody>
      </p:sp>
      <p:sp>
        <p:nvSpPr>
          <p:cNvPr id="31" name="ZoneTexte 30">
            <a:extLst>
              <a:ext uri="{FF2B5EF4-FFF2-40B4-BE49-F238E27FC236}">
                <a16:creationId xmlns:a16="http://schemas.microsoft.com/office/drawing/2014/main" id="{98BC8C4F-62DE-4084-64B6-5A56ED7E4F24}"/>
              </a:ext>
            </a:extLst>
          </p:cNvPr>
          <p:cNvSpPr txBox="1"/>
          <p:nvPr/>
        </p:nvSpPr>
        <p:spPr>
          <a:xfrm>
            <a:off x="6180292" y="5077752"/>
            <a:ext cx="13776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t>Document(s)</a:t>
            </a:r>
          </a:p>
        </p:txBody>
      </p:sp>
      <p:sp>
        <p:nvSpPr>
          <p:cNvPr id="32" name="ZoneTexte 31">
            <a:extLst>
              <a:ext uri="{FF2B5EF4-FFF2-40B4-BE49-F238E27FC236}">
                <a16:creationId xmlns:a16="http://schemas.microsoft.com/office/drawing/2014/main" id="{4157E6CE-22F0-4A47-F504-F590029A902A}"/>
              </a:ext>
            </a:extLst>
          </p:cNvPr>
          <p:cNvSpPr txBox="1"/>
          <p:nvPr/>
        </p:nvSpPr>
        <p:spPr>
          <a:xfrm>
            <a:off x="1871283" y="5067636"/>
            <a:ext cx="137766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t>Document(s)</a:t>
            </a:r>
          </a:p>
        </p:txBody>
      </p:sp>
      <p:sp>
        <p:nvSpPr>
          <p:cNvPr id="33" name="ZoneTexte 32">
            <a:extLst>
              <a:ext uri="{FF2B5EF4-FFF2-40B4-BE49-F238E27FC236}">
                <a16:creationId xmlns:a16="http://schemas.microsoft.com/office/drawing/2014/main" id="{2ED99659-106E-E61F-7A8F-DD0072FCA8D0}"/>
              </a:ext>
            </a:extLst>
          </p:cNvPr>
          <p:cNvSpPr txBox="1"/>
          <p:nvPr/>
        </p:nvSpPr>
        <p:spPr>
          <a:xfrm>
            <a:off x="1173345" y="4207858"/>
            <a:ext cx="159817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t>Collection(s)</a:t>
            </a:r>
          </a:p>
        </p:txBody>
      </p:sp>
      <p:sp>
        <p:nvSpPr>
          <p:cNvPr id="34" name="ZoneTexte 33">
            <a:extLst>
              <a:ext uri="{FF2B5EF4-FFF2-40B4-BE49-F238E27FC236}">
                <a16:creationId xmlns:a16="http://schemas.microsoft.com/office/drawing/2014/main" id="{74F43487-1E6F-B067-6ABA-BBC1D560E8CA}"/>
              </a:ext>
            </a:extLst>
          </p:cNvPr>
          <p:cNvSpPr txBox="1"/>
          <p:nvPr/>
        </p:nvSpPr>
        <p:spPr>
          <a:xfrm>
            <a:off x="5452008" y="4258433"/>
            <a:ext cx="159817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dirty="0"/>
              <a:t>Collection(s)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55"/>
          <p:cNvSpPr txBox="1">
            <a:spLocks noGrp="1"/>
          </p:cNvSpPr>
          <p:nvPr>
            <p:ph type="title"/>
          </p:nvPr>
        </p:nvSpPr>
        <p:spPr>
          <a:xfrm>
            <a:off x="12139" y="993"/>
            <a:ext cx="9133217" cy="763711"/>
          </a:xfrm>
          <a:prstGeom prst="rect">
            <a:avLst/>
          </a:prstGeom>
          <a:noFill/>
          <a:ln>
            <a:noFill/>
          </a:ln>
        </p:spPr>
        <p:txBody>
          <a:bodyPr spcFirstLastPara="1" wrap="square" lIns="91425" tIns="45700" rIns="91425" bIns="45700" anchor="b" anchorCtr="0">
            <a:noAutofit/>
          </a:bodyPr>
          <a:lstStyle/>
          <a:p>
            <a:pPr>
              <a:buClr>
                <a:schemeClr val="dk1"/>
              </a:buClr>
            </a:pPr>
            <a:r>
              <a:rPr lang="fr-FR" sz="2500" dirty="0">
                <a:solidFill>
                  <a:schemeClr val="dk1"/>
                </a:solidFill>
              </a:rPr>
              <a:t>MONGODB</a:t>
            </a:r>
            <a:r>
              <a:rPr lang="fr-FR" sz="2500" dirty="0"/>
              <a:t> </a:t>
            </a:r>
            <a:r>
              <a:rPr lang="fr-FR" sz="2500" dirty="0">
                <a:solidFill>
                  <a:srgbClr val="7030A0"/>
                </a:solidFill>
              </a:rPr>
              <a:t>: SHÉMATISATION DE L’EXERCICE SUR LES INSTANCES</a:t>
            </a:r>
            <a:endParaRPr lang="fr-FR" sz="2500">
              <a:solidFill>
                <a:srgbClr val="7030A0"/>
              </a:solidFill>
            </a:endParaRPr>
          </a:p>
        </p:txBody>
      </p:sp>
      <p:sp>
        <p:nvSpPr>
          <p:cNvPr id="453" name="Google Shape;453;p55"/>
          <p:cNvSpPr txBox="1"/>
          <p:nvPr/>
        </p:nvSpPr>
        <p:spPr>
          <a:xfrm>
            <a:off x="4200643" y="583639"/>
            <a:ext cx="32507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0000"/>
                </a:solidFill>
                <a:latin typeface="Arial"/>
                <a:ea typeface="Arial"/>
                <a:cs typeface="Arial"/>
                <a:sym typeface="Arial"/>
              </a:rPr>
              <a:t>27017</a:t>
            </a:r>
            <a:endParaRPr/>
          </a:p>
        </p:txBody>
      </p:sp>
      <p:sp>
        <p:nvSpPr>
          <p:cNvPr id="454" name="Google Shape;454;p55"/>
          <p:cNvSpPr txBox="1"/>
          <p:nvPr/>
        </p:nvSpPr>
        <p:spPr>
          <a:xfrm>
            <a:off x="1484542" y="3535603"/>
            <a:ext cx="32507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0000"/>
                </a:solidFill>
                <a:latin typeface="Arial"/>
                <a:ea typeface="Arial"/>
                <a:cs typeface="Arial"/>
                <a:sym typeface="Arial"/>
              </a:rPr>
              <a:t>27018</a:t>
            </a:r>
            <a:endParaRPr/>
          </a:p>
        </p:txBody>
      </p:sp>
      <p:sp>
        <p:nvSpPr>
          <p:cNvPr id="455" name="Google Shape;455;p55"/>
          <p:cNvSpPr txBox="1"/>
          <p:nvPr/>
        </p:nvSpPr>
        <p:spPr>
          <a:xfrm>
            <a:off x="6881041" y="3538934"/>
            <a:ext cx="12883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800">
                <a:solidFill>
                  <a:srgbClr val="FF0000"/>
                </a:solidFill>
                <a:latin typeface="Arial"/>
                <a:ea typeface="Arial"/>
                <a:cs typeface="Arial"/>
                <a:sym typeface="Arial"/>
              </a:rPr>
              <a:t>27019</a:t>
            </a:r>
            <a:endParaRPr/>
          </a:p>
        </p:txBody>
      </p:sp>
      <p:sp>
        <p:nvSpPr>
          <p:cNvPr id="456" name="Google Shape;456;p55"/>
          <p:cNvSpPr txBox="1"/>
          <p:nvPr/>
        </p:nvSpPr>
        <p:spPr>
          <a:xfrm>
            <a:off x="6212043" y="617788"/>
            <a:ext cx="2788324" cy="25646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fr-FR" sz="1600" dirty="0">
                <a:solidFill>
                  <a:schemeClr val="dk1"/>
                </a:solidFill>
                <a:latin typeface="Arial"/>
                <a:ea typeface="Arial"/>
                <a:cs typeface="Arial"/>
                <a:sym typeface="Arial"/>
              </a:rPr>
              <a:t>3 instances au sein d’un même serveur physique.</a:t>
            </a:r>
            <a:endParaRPr sz="1200" dirty="0">
              <a:solidFill>
                <a:schemeClr val="dk1"/>
              </a:solidFill>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pPr marL="0" marR="0" lvl="0" indent="0" algn="l" rtl="0">
              <a:spcBef>
                <a:spcPts val="0"/>
              </a:spcBef>
              <a:spcAft>
                <a:spcPts val="0"/>
              </a:spcAft>
              <a:buNone/>
            </a:pPr>
            <a:endParaRPr sz="1600">
              <a:solidFill>
                <a:schemeClr val="dk1"/>
              </a:solidFill>
              <a:latin typeface="Arial"/>
              <a:ea typeface="Arial"/>
              <a:cs typeface="Arial"/>
              <a:sym typeface="Arial"/>
            </a:endParaRPr>
          </a:p>
          <a:p>
            <a:r>
              <a:rPr lang="fr-FR" sz="1600" dirty="0">
                <a:solidFill>
                  <a:schemeClr val="dk1"/>
                </a:solidFill>
                <a:latin typeface="Arial"/>
                <a:ea typeface="Arial"/>
                <a:cs typeface="Arial"/>
                <a:sym typeface="Arial"/>
              </a:rPr>
              <a:t>Chacune des instances est </a:t>
            </a:r>
            <a:r>
              <a:rPr lang="fr-FR" sz="1600">
                <a:solidFill>
                  <a:schemeClr val="dk1"/>
                </a:solidFill>
                <a:latin typeface="Arial"/>
                <a:ea typeface="Arial"/>
                <a:cs typeface="Arial"/>
                <a:sym typeface="Arial"/>
              </a:rPr>
              <a:t>dans son propre </a:t>
            </a:r>
            <a:r>
              <a:rPr lang="fr-FR" sz="1600">
                <a:solidFill>
                  <a:schemeClr val="dk1"/>
                </a:solidFill>
              </a:rPr>
              <a:t>conteneur</a:t>
            </a:r>
            <a:r>
              <a:rPr lang="fr-FR" sz="1600">
                <a:solidFill>
                  <a:schemeClr val="dk1"/>
                </a:solidFill>
                <a:latin typeface="Arial"/>
                <a:ea typeface="Arial"/>
                <a:cs typeface="Arial"/>
                <a:sym typeface="Arial"/>
              </a:rPr>
              <a:t>. </a:t>
            </a:r>
            <a:r>
              <a:rPr lang="fr-FR" sz="1600" dirty="0">
                <a:solidFill>
                  <a:schemeClr val="dk1"/>
                </a:solidFill>
                <a:latin typeface="Arial"/>
                <a:ea typeface="Arial"/>
                <a:cs typeface="Arial"/>
                <a:sym typeface="Arial"/>
              </a:rPr>
              <a:t>Par exemple, une donnée dans l’instance 27017 n’est pas accessible depuis l’instance 27018</a:t>
            </a:r>
            <a:r>
              <a:rPr lang="fr-FR" sz="1600" dirty="0">
                <a:solidFill>
                  <a:schemeClr val="dk1"/>
                </a:solidFill>
              </a:rPr>
              <a:t> </a:t>
            </a:r>
            <a:endParaRPr sz="1200">
              <a:solidFill>
                <a:schemeClr val="dk1"/>
              </a:solidFill>
            </a:endParaRPr>
          </a:p>
        </p:txBody>
      </p:sp>
      <p:sp>
        <p:nvSpPr>
          <p:cNvPr id="5" name="Rectangle : coins arrondis 4">
            <a:extLst>
              <a:ext uri="{FF2B5EF4-FFF2-40B4-BE49-F238E27FC236}">
                <a16:creationId xmlns:a16="http://schemas.microsoft.com/office/drawing/2014/main" id="{1B5BD7CB-874A-9089-FC37-5C60993A0177}"/>
              </a:ext>
            </a:extLst>
          </p:cNvPr>
          <p:cNvSpPr/>
          <p:nvPr/>
        </p:nvSpPr>
        <p:spPr>
          <a:xfrm>
            <a:off x="2983938" y="1021619"/>
            <a:ext cx="3095203" cy="23972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dirty="0">
              <a:cs typeface="Arial"/>
            </a:endParaRPr>
          </a:p>
        </p:txBody>
      </p:sp>
      <p:sp>
        <p:nvSpPr>
          <p:cNvPr id="7" name="ZoneTexte 6">
            <a:extLst>
              <a:ext uri="{FF2B5EF4-FFF2-40B4-BE49-F238E27FC236}">
                <a16:creationId xmlns:a16="http://schemas.microsoft.com/office/drawing/2014/main" id="{C3FABFED-5483-BBB2-AEC7-C2F319BE7BC2}"/>
              </a:ext>
            </a:extLst>
          </p:cNvPr>
          <p:cNvSpPr txBox="1"/>
          <p:nvPr/>
        </p:nvSpPr>
        <p:spPr>
          <a:xfrm>
            <a:off x="3085089" y="1031734"/>
            <a:ext cx="229611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solidFill>
                  <a:srgbClr val="FFFFFF"/>
                </a:solidFill>
              </a:rPr>
              <a:t>Base de données </a:t>
            </a:r>
            <a:r>
              <a:rPr lang="fr-FR" sz="1200">
                <a:solidFill>
                  <a:schemeClr val="bg1"/>
                </a:solidFill>
              </a:rPr>
              <a:t>MongoDB</a:t>
            </a:r>
          </a:p>
        </p:txBody>
      </p:sp>
      <p:sp>
        <p:nvSpPr>
          <p:cNvPr id="9" name="Rectangle : coins arrondis 8">
            <a:extLst>
              <a:ext uri="{FF2B5EF4-FFF2-40B4-BE49-F238E27FC236}">
                <a16:creationId xmlns:a16="http://schemas.microsoft.com/office/drawing/2014/main" id="{3CED7AEB-2DD0-298F-ED35-C3635F451760}"/>
              </a:ext>
            </a:extLst>
          </p:cNvPr>
          <p:cNvSpPr/>
          <p:nvPr/>
        </p:nvSpPr>
        <p:spPr>
          <a:xfrm>
            <a:off x="2994053" y="1395875"/>
            <a:ext cx="2265769" cy="152737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11" name="Rectangle : coins arrondis 10">
            <a:extLst>
              <a:ext uri="{FF2B5EF4-FFF2-40B4-BE49-F238E27FC236}">
                <a16:creationId xmlns:a16="http://schemas.microsoft.com/office/drawing/2014/main" id="{F2713F96-0379-4ACC-8E81-DE2EEDDF2DC1}"/>
              </a:ext>
            </a:extLst>
          </p:cNvPr>
          <p:cNvSpPr/>
          <p:nvPr/>
        </p:nvSpPr>
        <p:spPr>
          <a:xfrm>
            <a:off x="3176124" y="1527370"/>
            <a:ext cx="2508531" cy="154760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13" name="Rectangle : coins arrondis 12">
            <a:extLst>
              <a:ext uri="{FF2B5EF4-FFF2-40B4-BE49-F238E27FC236}">
                <a16:creationId xmlns:a16="http://schemas.microsoft.com/office/drawing/2014/main" id="{4B40C695-2537-8B64-5E68-B5B68AE997A2}"/>
              </a:ext>
            </a:extLst>
          </p:cNvPr>
          <p:cNvSpPr/>
          <p:nvPr/>
        </p:nvSpPr>
        <p:spPr>
          <a:xfrm>
            <a:off x="3499804" y="1679095"/>
            <a:ext cx="2518644" cy="160829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15" name="Rectangle : coins arrondis 14">
            <a:extLst>
              <a:ext uri="{FF2B5EF4-FFF2-40B4-BE49-F238E27FC236}">
                <a16:creationId xmlns:a16="http://schemas.microsoft.com/office/drawing/2014/main" id="{95F21901-2630-F320-F147-65E45E5E02D5}"/>
              </a:ext>
            </a:extLst>
          </p:cNvPr>
          <p:cNvSpPr/>
          <p:nvPr/>
        </p:nvSpPr>
        <p:spPr>
          <a:xfrm>
            <a:off x="3863946" y="1952202"/>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17" name="Rectangle : coins arrondis 16">
            <a:extLst>
              <a:ext uri="{FF2B5EF4-FFF2-40B4-BE49-F238E27FC236}">
                <a16:creationId xmlns:a16="http://schemas.microsoft.com/office/drawing/2014/main" id="{1B8DFC79-857A-AF51-3BF6-F6F812EA5EB8}"/>
              </a:ext>
            </a:extLst>
          </p:cNvPr>
          <p:cNvSpPr/>
          <p:nvPr/>
        </p:nvSpPr>
        <p:spPr>
          <a:xfrm>
            <a:off x="4005556" y="2093812"/>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19" name="Rectangle : coins arrondis 18">
            <a:extLst>
              <a:ext uri="{FF2B5EF4-FFF2-40B4-BE49-F238E27FC236}">
                <a16:creationId xmlns:a16="http://schemas.microsoft.com/office/drawing/2014/main" id="{30FCC000-9FE9-262C-9706-55485F48BC17}"/>
              </a:ext>
            </a:extLst>
          </p:cNvPr>
          <p:cNvSpPr/>
          <p:nvPr/>
        </p:nvSpPr>
        <p:spPr>
          <a:xfrm>
            <a:off x="4147167" y="2235423"/>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21" name="Rectangle : coins arrondis 20">
            <a:extLst>
              <a:ext uri="{FF2B5EF4-FFF2-40B4-BE49-F238E27FC236}">
                <a16:creationId xmlns:a16="http://schemas.microsoft.com/office/drawing/2014/main" id="{9404F6B5-AB2C-FA7C-7FD6-53578F630440}"/>
              </a:ext>
            </a:extLst>
          </p:cNvPr>
          <p:cNvSpPr/>
          <p:nvPr/>
        </p:nvSpPr>
        <p:spPr>
          <a:xfrm>
            <a:off x="4288777" y="2377033"/>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23" name="ZoneTexte 22">
            <a:extLst>
              <a:ext uri="{FF2B5EF4-FFF2-40B4-BE49-F238E27FC236}">
                <a16:creationId xmlns:a16="http://schemas.microsoft.com/office/drawing/2014/main" id="{98AD45A3-FC4E-C228-5B22-032F9573CD2D}"/>
              </a:ext>
            </a:extLst>
          </p:cNvPr>
          <p:cNvSpPr txBox="1"/>
          <p:nvPr/>
        </p:nvSpPr>
        <p:spPr>
          <a:xfrm>
            <a:off x="4420275" y="2518645"/>
            <a:ext cx="116525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t>Document(s)</a:t>
            </a:r>
          </a:p>
        </p:txBody>
      </p:sp>
      <p:sp>
        <p:nvSpPr>
          <p:cNvPr id="25" name="ZoneTexte 24">
            <a:extLst>
              <a:ext uri="{FF2B5EF4-FFF2-40B4-BE49-F238E27FC236}">
                <a16:creationId xmlns:a16="http://schemas.microsoft.com/office/drawing/2014/main" id="{87D625C6-BE93-6F73-4FDE-D4E753444C72}"/>
              </a:ext>
            </a:extLst>
          </p:cNvPr>
          <p:cNvSpPr txBox="1"/>
          <p:nvPr/>
        </p:nvSpPr>
        <p:spPr>
          <a:xfrm>
            <a:off x="3722337" y="1658867"/>
            <a:ext cx="135541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t>Collection(s)</a:t>
            </a:r>
          </a:p>
        </p:txBody>
      </p:sp>
      <p:sp>
        <p:nvSpPr>
          <p:cNvPr id="28" name="Rectangle : coins arrondis 27">
            <a:extLst>
              <a:ext uri="{FF2B5EF4-FFF2-40B4-BE49-F238E27FC236}">
                <a16:creationId xmlns:a16="http://schemas.microsoft.com/office/drawing/2014/main" id="{94456941-5EFF-1196-EAFB-E74B1588340E}"/>
              </a:ext>
            </a:extLst>
          </p:cNvPr>
          <p:cNvSpPr/>
          <p:nvPr/>
        </p:nvSpPr>
        <p:spPr>
          <a:xfrm>
            <a:off x="556325" y="3975211"/>
            <a:ext cx="3095203" cy="23972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dirty="0">
              <a:cs typeface="Arial"/>
            </a:endParaRPr>
          </a:p>
        </p:txBody>
      </p:sp>
      <p:sp>
        <p:nvSpPr>
          <p:cNvPr id="29" name="ZoneTexte 28">
            <a:extLst>
              <a:ext uri="{FF2B5EF4-FFF2-40B4-BE49-F238E27FC236}">
                <a16:creationId xmlns:a16="http://schemas.microsoft.com/office/drawing/2014/main" id="{7CFD91A9-A589-87E0-EB3E-2E9A6695CC0A}"/>
              </a:ext>
            </a:extLst>
          </p:cNvPr>
          <p:cNvSpPr txBox="1"/>
          <p:nvPr/>
        </p:nvSpPr>
        <p:spPr>
          <a:xfrm>
            <a:off x="657476" y="3985326"/>
            <a:ext cx="229611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solidFill>
                  <a:srgbClr val="FFFFFF"/>
                </a:solidFill>
              </a:rPr>
              <a:t>Base de données </a:t>
            </a:r>
            <a:r>
              <a:rPr lang="fr-FR" sz="1200">
                <a:solidFill>
                  <a:schemeClr val="bg1"/>
                </a:solidFill>
              </a:rPr>
              <a:t>MongoDB</a:t>
            </a:r>
          </a:p>
        </p:txBody>
      </p:sp>
      <p:sp>
        <p:nvSpPr>
          <p:cNvPr id="30" name="Rectangle : coins arrondis 29">
            <a:extLst>
              <a:ext uri="{FF2B5EF4-FFF2-40B4-BE49-F238E27FC236}">
                <a16:creationId xmlns:a16="http://schemas.microsoft.com/office/drawing/2014/main" id="{025EF762-0026-3B7F-F194-D703109F87EC}"/>
              </a:ext>
            </a:extLst>
          </p:cNvPr>
          <p:cNvSpPr/>
          <p:nvPr/>
        </p:nvSpPr>
        <p:spPr>
          <a:xfrm>
            <a:off x="566440" y="4349467"/>
            <a:ext cx="2265769" cy="152737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dirty="0"/>
          </a:p>
        </p:txBody>
      </p:sp>
      <p:sp>
        <p:nvSpPr>
          <p:cNvPr id="31" name="Rectangle : coins arrondis 30">
            <a:extLst>
              <a:ext uri="{FF2B5EF4-FFF2-40B4-BE49-F238E27FC236}">
                <a16:creationId xmlns:a16="http://schemas.microsoft.com/office/drawing/2014/main" id="{127E5EB9-1B4A-B856-C4D9-9B92DDE63FEC}"/>
              </a:ext>
            </a:extLst>
          </p:cNvPr>
          <p:cNvSpPr/>
          <p:nvPr/>
        </p:nvSpPr>
        <p:spPr>
          <a:xfrm>
            <a:off x="748511" y="4480962"/>
            <a:ext cx="2508531" cy="154760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2" name="Rectangle : coins arrondis 31">
            <a:extLst>
              <a:ext uri="{FF2B5EF4-FFF2-40B4-BE49-F238E27FC236}">
                <a16:creationId xmlns:a16="http://schemas.microsoft.com/office/drawing/2014/main" id="{6652C952-A71D-E990-088C-2E19789D09A9}"/>
              </a:ext>
            </a:extLst>
          </p:cNvPr>
          <p:cNvSpPr/>
          <p:nvPr/>
        </p:nvSpPr>
        <p:spPr>
          <a:xfrm>
            <a:off x="1072191" y="4632687"/>
            <a:ext cx="2518644" cy="160829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33" name="Rectangle : coins arrondis 32">
            <a:extLst>
              <a:ext uri="{FF2B5EF4-FFF2-40B4-BE49-F238E27FC236}">
                <a16:creationId xmlns:a16="http://schemas.microsoft.com/office/drawing/2014/main" id="{99C886E2-7226-4335-BDD0-CE2E037FFE20}"/>
              </a:ext>
            </a:extLst>
          </p:cNvPr>
          <p:cNvSpPr/>
          <p:nvPr/>
        </p:nvSpPr>
        <p:spPr>
          <a:xfrm>
            <a:off x="1436333" y="4905794"/>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34" name="Rectangle : coins arrondis 33">
            <a:extLst>
              <a:ext uri="{FF2B5EF4-FFF2-40B4-BE49-F238E27FC236}">
                <a16:creationId xmlns:a16="http://schemas.microsoft.com/office/drawing/2014/main" id="{AF3B9DEC-F8D1-C80B-0C96-4FD26335D351}"/>
              </a:ext>
            </a:extLst>
          </p:cNvPr>
          <p:cNvSpPr/>
          <p:nvPr/>
        </p:nvSpPr>
        <p:spPr>
          <a:xfrm>
            <a:off x="1577943" y="5047404"/>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35" name="Rectangle : coins arrondis 34">
            <a:extLst>
              <a:ext uri="{FF2B5EF4-FFF2-40B4-BE49-F238E27FC236}">
                <a16:creationId xmlns:a16="http://schemas.microsoft.com/office/drawing/2014/main" id="{39A74CCA-3881-5BA5-E65A-FE9F4EC33072}"/>
              </a:ext>
            </a:extLst>
          </p:cNvPr>
          <p:cNvSpPr/>
          <p:nvPr/>
        </p:nvSpPr>
        <p:spPr>
          <a:xfrm>
            <a:off x="1719554" y="5189015"/>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36" name="Rectangle : coins arrondis 35">
            <a:extLst>
              <a:ext uri="{FF2B5EF4-FFF2-40B4-BE49-F238E27FC236}">
                <a16:creationId xmlns:a16="http://schemas.microsoft.com/office/drawing/2014/main" id="{A91A2D2D-C3CA-83D4-166A-BBEBAE3065DF}"/>
              </a:ext>
            </a:extLst>
          </p:cNvPr>
          <p:cNvSpPr/>
          <p:nvPr/>
        </p:nvSpPr>
        <p:spPr>
          <a:xfrm>
            <a:off x="1861164" y="5330625"/>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37" name="ZoneTexte 36">
            <a:extLst>
              <a:ext uri="{FF2B5EF4-FFF2-40B4-BE49-F238E27FC236}">
                <a16:creationId xmlns:a16="http://schemas.microsoft.com/office/drawing/2014/main" id="{D6E6CBB9-7841-CE0E-4020-A983E56F3E2C}"/>
              </a:ext>
            </a:extLst>
          </p:cNvPr>
          <p:cNvSpPr txBox="1"/>
          <p:nvPr/>
        </p:nvSpPr>
        <p:spPr>
          <a:xfrm>
            <a:off x="1992662" y="5472237"/>
            <a:ext cx="116525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t>Document(s)</a:t>
            </a:r>
          </a:p>
        </p:txBody>
      </p:sp>
      <p:sp>
        <p:nvSpPr>
          <p:cNvPr id="38" name="ZoneTexte 37">
            <a:extLst>
              <a:ext uri="{FF2B5EF4-FFF2-40B4-BE49-F238E27FC236}">
                <a16:creationId xmlns:a16="http://schemas.microsoft.com/office/drawing/2014/main" id="{03027373-1959-C225-DDC7-95795AF6213E}"/>
              </a:ext>
            </a:extLst>
          </p:cNvPr>
          <p:cNvSpPr txBox="1"/>
          <p:nvPr/>
        </p:nvSpPr>
        <p:spPr>
          <a:xfrm>
            <a:off x="1294724" y="4612459"/>
            <a:ext cx="135541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t>Collection(s)</a:t>
            </a:r>
          </a:p>
        </p:txBody>
      </p:sp>
      <p:sp>
        <p:nvSpPr>
          <p:cNvPr id="39" name="Rectangle : coins arrondis 38">
            <a:extLst>
              <a:ext uri="{FF2B5EF4-FFF2-40B4-BE49-F238E27FC236}">
                <a16:creationId xmlns:a16="http://schemas.microsoft.com/office/drawing/2014/main" id="{2801DC68-A615-2B37-4E64-B6F9B004B4A5}"/>
              </a:ext>
            </a:extLst>
          </p:cNvPr>
          <p:cNvSpPr/>
          <p:nvPr/>
        </p:nvSpPr>
        <p:spPr>
          <a:xfrm>
            <a:off x="5634077" y="3985325"/>
            <a:ext cx="3095203" cy="23972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dirty="0">
              <a:cs typeface="Arial"/>
            </a:endParaRPr>
          </a:p>
        </p:txBody>
      </p:sp>
      <p:sp>
        <p:nvSpPr>
          <p:cNvPr id="40" name="ZoneTexte 39">
            <a:extLst>
              <a:ext uri="{FF2B5EF4-FFF2-40B4-BE49-F238E27FC236}">
                <a16:creationId xmlns:a16="http://schemas.microsoft.com/office/drawing/2014/main" id="{967757C1-B9FA-E25B-BB66-9757A6AFBC94}"/>
              </a:ext>
            </a:extLst>
          </p:cNvPr>
          <p:cNvSpPr txBox="1"/>
          <p:nvPr/>
        </p:nvSpPr>
        <p:spPr>
          <a:xfrm>
            <a:off x="5735227" y="3995441"/>
            <a:ext cx="229611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FR" sz="1200">
                <a:solidFill>
                  <a:srgbClr val="FFFFFF"/>
                </a:solidFill>
              </a:rPr>
              <a:t>Base de données </a:t>
            </a:r>
            <a:r>
              <a:rPr lang="fr-FR" sz="1200">
                <a:solidFill>
                  <a:schemeClr val="bg1"/>
                </a:solidFill>
              </a:rPr>
              <a:t>MongoDB</a:t>
            </a:r>
          </a:p>
        </p:txBody>
      </p:sp>
      <p:sp>
        <p:nvSpPr>
          <p:cNvPr id="41" name="Rectangle : coins arrondis 40">
            <a:extLst>
              <a:ext uri="{FF2B5EF4-FFF2-40B4-BE49-F238E27FC236}">
                <a16:creationId xmlns:a16="http://schemas.microsoft.com/office/drawing/2014/main" id="{7CFEE2EC-0B7A-8A7E-F23F-B273E2DD28F8}"/>
              </a:ext>
            </a:extLst>
          </p:cNvPr>
          <p:cNvSpPr/>
          <p:nvPr/>
        </p:nvSpPr>
        <p:spPr>
          <a:xfrm>
            <a:off x="5644191" y="4359581"/>
            <a:ext cx="2265769" cy="152737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42" name="Rectangle : coins arrondis 41">
            <a:extLst>
              <a:ext uri="{FF2B5EF4-FFF2-40B4-BE49-F238E27FC236}">
                <a16:creationId xmlns:a16="http://schemas.microsoft.com/office/drawing/2014/main" id="{821918BC-3720-54E4-4D37-1E69C3D731C7}"/>
              </a:ext>
            </a:extLst>
          </p:cNvPr>
          <p:cNvSpPr/>
          <p:nvPr/>
        </p:nvSpPr>
        <p:spPr>
          <a:xfrm>
            <a:off x="5826262" y="4491076"/>
            <a:ext cx="2508531" cy="154760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43" name="Rectangle : coins arrondis 42">
            <a:extLst>
              <a:ext uri="{FF2B5EF4-FFF2-40B4-BE49-F238E27FC236}">
                <a16:creationId xmlns:a16="http://schemas.microsoft.com/office/drawing/2014/main" id="{F85340BB-CFF9-8E92-3A9F-E7E7591BA8A4}"/>
              </a:ext>
            </a:extLst>
          </p:cNvPr>
          <p:cNvSpPr/>
          <p:nvPr/>
        </p:nvSpPr>
        <p:spPr>
          <a:xfrm>
            <a:off x="6149942" y="4642802"/>
            <a:ext cx="2518644" cy="1608291"/>
          </a:xfrm>
          <a:prstGeom prst="roundRect">
            <a:avLst/>
          </a:prstGeom>
          <a:solidFill>
            <a:srgbClr val="ED7D3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44" name="Rectangle : coins arrondis 43">
            <a:extLst>
              <a:ext uri="{FF2B5EF4-FFF2-40B4-BE49-F238E27FC236}">
                <a16:creationId xmlns:a16="http://schemas.microsoft.com/office/drawing/2014/main" id="{CFE39BB2-DCE4-EACF-D328-9882E2F60158}"/>
              </a:ext>
            </a:extLst>
          </p:cNvPr>
          <p:cNvSpPr/>
          <p:nvPr/>
        </p:nvSpPr>
        <p:spPr>
          <a:xfrm>
            <a:off x="6514084" y="4915909"/>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45" name="Rectangle : coins arrondis 44">
            <a:extLst>
              <a:ext uri="{FF2B5EF4-FFF2-40B4-BE49-F238E27FC236}">
                <a16:creationId xmlns:a16="http://schemas.microsoft.com/office/drawing/2014/main" id="{0EC5D838-2D4F-A27B-120B-92817BA2032C}"/>
              </a:ext>
            </a:extLst>
          </p:cNvPr>
          <p:cNvSpPr/>
          <p:nvPr/>
        </p:nvSpPr>
        <p:spPr>
          <a:xfrm>
            <a:off x="6655694" y="5057518"/>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46" name="Rectangle : coins arrondis 45">
            <a:extLst>
              <a:ext uri="{FF2B5EF4-FFF2-40B4-BE49-F238E27FC236}">
                <a16:creationId xmlns:a16="http://schemas.microsoft.com/office/drawing/2014/main" id="{BD549EA0-A2EA-01A1-B8B3-5F11573DC078}"/>
              </a:ext>
            </a:extLst>
          </p:cNvPr>
          <p:cNvSpPr/>
          <p:nvPr/>
        </p:nvSpPr>
        <p:spPr>
          <a:xfrm>
            <a:off x="6797305" y="5199129"/>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47" name="Rectangle : coins arrondis 46">
            <a:extLst>
              <a:ext uri="{FF2B5EF4-FFF2-40B4-BE49-F238E27FC236}">
                <a16:creationId xmlns:a16="http://schemas.microsoft.com/office/drawing/2014/main" id="{30D568AE-CB74-A028-8B7A-8BD98FA48110}"/>
              </a:ext>
            </a:extLst>
          </p:cNvPr>
          <p:cNvSpPr/>
          <p:nvPr/>
        </p:nvSpPr>
        <p:spPr>
          <a:xfrm>
            <a:off x="6938915" y="5340739"/>
            <a:ext cx="1446451" cy="991275"/>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fr-FR" sz="1200"/>
          </a:p>
        </p:txBody>
      </p:sp>
      <p:sp>
        <p:nvSpPr>
          <p:cNvPr id="48" name="ZoneTexte 47">
            <a:extLst>
              <a:ext uri="{FF2B5EF4-FFF2-40B4-BE49-F238E27FC236}">
                <a16:creationId xmlns:a16="http://schemas.microsoft.com/office/drawing/2014/main" id="{8AAEBEC1-1DA3-28A6-FC54-CFC277FF4DB6}"/>
              </a:ext>
            </a:extLst>
          </p:cNvPr>
          <p:cNvSpPr txBox="1"/>
          <p:nvPr/>
        </p:nvSpPr>
        <p:spPr>
          <a:xfrm>
            <a:off x="7070414" y="5482351"/>
            <a:ext cx="1165254"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t>Document(s)</a:t>
            </a:r>
          </a:p>
        </p:txBody>
      </p:sp>
      <p:sp>
        <p:nvSpPr>
          <p:cNvPr id="49" name="ZoneTexte 48">
            <a:extLst>
              <a:ext uri="{FF2B5EF4-FFF2-40B4-BE49-F238E27FC236}">
                <a16:creationId xmlns:a16="http://schemas.microsoft.com/office/drawing/2014/main" id="{2FDC1AF3-FB6B-C09A-8FCF-BA0E7B9254F5}"/>
              </a:ext>
            </a:extLst>
          </p:cNvPr>
          <p:cNvSpPr txBox="1"/>
          <p:nvPr/>
        </p:nvSpPr>
        <p:spPr>
          <a:xfrm>
            <a:off x="6372475" y="4622573"/>
            <a:ext cx="135541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fr-FR" sz="1200" dirty="0"/>
              <a:t>Collection(s)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56"/>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ct val="100000"/>
              <a:buFont typeface="Arial Black"/>
              <a:buNone/>
            </a:pPr>
            <a:r>
              <a:rPr lang="fr-FR" sz="2800" dirty="0">
                <a:solidFill>
                  <a:schemeClr val="dk1"/>
                </a:solidFill>
              </a:rPr>
              <a:t>MONGODB</a:t>
            </a:r>
            <a:r>
              <a:rPr lang="fr-FR" sz="2800" dirty="0"/>
              <a:t> </a:t>
            </a:r>
            <a:r>
              <a:rPr lang="fr-FR" sz="2800" dirty="0">
                <a:solidFill>
                  <a:srgbClr val="7030A0"/>
                </a:solidFill>
              </a:rPr>
              <a:t>: STOCKAGE DES DONNÉES</a:t>
            </a:r>
          </a:p>
        </p:txBody>
      </p:sp>
      <p:sp>
        <p:nvSpPr>
          <p:cNvPr id="462" name="Google Shape;462;p56"/>
          <p:cNvSpPr txBox="1">
            <a:spLocks noGrp="1"/>
          </p:cNvSpPr>
          <p:nvPr>
            <p:ph type="body" idx="1"/>
          </p:nvPr>
        </p:nvSpPr>
        <p:spPr>
          <a:xfrm>
            <a:off x="457200" y="1202070"/>
            <a:ext cx="8003232" cy="4988768"/>
          </a:xfrm>
          <a:prstGeom prst="rect">
            <a:avLst/>
          </a:prstGeom>
          <a:noFill/>
          <a:ln>
            <a:noFill/>
          </a:ln>
        </p:spPr>
        <p:txBody>
          <a:bodyPr spcFirstLastPara="1" wrap="square" lIns="91425" tIns="45700" rIns="91425" bIns="45700" anchor="t" anchorCtr="0">
            <a:normAutofit/>
          </a:bodyPr>
          <a:lstStyle/>
          <a:p>
            <a:pPr marL="0" indent="0">
              <a:spcBef>
                <a:spcPts val="0"/>
              </a:spcBef>
              <a:buSzPts val="2400"/>
            </a:pPr>
            <a:r>
              <a:rPr lang="fr-FR" sz="2200" dirty="0"/>
              <a:t>Comment  la BDD MongoDB stocke t'elle ses données ?</a:t>
            </a:r>
          </a:p>
          <a:p>
            <a:pPr marL="342900" lvl="0" indent="-342900" algn="l" rtl="0">
              <a:spcBef>
                <a:spcPts val="1080"/>
              </a:spcBef>
              <a:spcAft>
                <a:spcPts val="0"/>
              </a:spcAft>
              <a:buClr>
                <a:schemeClr val="dk1"/>
              </a:buClr>
              <a:buSzPts val="2400"/>
              <a:buFont typeface="Arial"/>
              <a:buChar char="-"/>
            </a:pPr>
            <a:r>
              <a:rPr lang="fr-FR" sz="2200" b="0" dirty="0"/>
              <a:t>Dispose d'un moteur de stockage:</a:t>
            </a:r>
            <a:endParaRPr sz="2200"/>
          </a:p>
          <a:p>
            <a:pPr marL="800100" lvl="1">
              <a:spcBef>
                <a:spcPts val="1080"/>
              </a:spcBef>
              <a:buSzPts val="2400"/>
              <a:buFont typeface="Arial"/>
              <a:buChar char="-"/>
            </a:pPr>
            <a:r>
              <a:rPr lang="fr-FR" sz="2200" b="0" dirty="0"/>
              <a:t>Permet de faire du stockage sur disque </a:t>
            </a:r>
            <a:r>
              <a:rPr lang="fr-FR" sz="2200" dirty="0"/>
              <a:t>(</a:t>
            </a:r>
            <a:r>
              <a:rPr lang="fr-FR" sz="2200" err="1"/>
              <a:t>WiredTiger</a:t>
            </a:r>
            <a:r>
              <a:rPr lang="fr-FR" sz="2200" dirty="0"/>
              <a:t>) ou en</a:t>
            </a:r>
            <a:r>
              <a:rPr lang="fr-FR" sz="2200" b="0" dirty="0"/>
              <a:t> en mémoire</a:t>
            </a:r>
            <a:r>
              <a:rPr lang="fr-FR" sz="2200" dirty="0"/>
              <a:t> (In-Memory Engine).</a:t>
            </a:r>
            <a:endParaRPr sz="2200"/>
          </a:p>
          <a:p>
            <a:pPr marL="800100" lvl="1" indent="-342900" algn="l" rtl="0">
              <a:spcBef>
                <a:spcPts val="480"/>
              </a:spcBef>
              <a:spcAft>
                <a:spcPts val="0"/>
              </a:spcAft>
              <a:buSzPts val="2400"/>
              <a:buFont typeface="Arial"/>
              <a:buChar char="-"/>
            </a:pPr>
            <a:r>
              <a:rPr lang="fr-FR" sz="2200" b="0" dirty="0"/>
              <a:t> Le choix du moteur de stockage approprié pour votre cas d'utilisation peut avoir un impact significatif sur les performances de vos applications.</a:t>
            </a:r>
            <a:endParaRPr sz="2200" dirty="0"/>
          </a:p>
        </p:txBody>
      </p:sp>
      <p:pic>
        <p:nvPicPr>
          <p:cNvPr id="463" name="Google Shape;463;p56"/>
          <p:cNvPicPr preferRelativeResize="0"/>
          <p:nvPr/>
        </p:nvPicPr>
        <p:blipFill rotWithShape="1">
          <a:blip r:embed="rId3">
            <a:alphaModFix/>
          </a:blip>
          <a:srcRect/>
          <a:stretch/>
        </p:blipFill>
        <p:spPr>
          <a:xfrm>
            <a:off x="1759030" y="4491295"/>
            <a:ext cx="6877050" cy="1914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799">
          <a:extLst>
            <a:ext uri="{FF2B5EF4-FFF2-40B4-BE49-F238E27FC236}">
              <a16:creationId xmlns:a16="http://schemas.microsoft.com/office/drawing/2014/main" id="{B3A94773-410A-A2F6-6B7F-952B4C2320C9}"/>
            </a:ext>
          </a:extLst>
        </p:cNvPr>
        <p:cNvGrpSpPr/>
        <p:nvPr/>
      </p:nvGrpSpPr>
      <p:grpSpPr>
        <a:xfrm>
          <a:off x="0" y="0"/>
          <a:ext cx="0" cy="0"/>
          <a:chOff x="0" y="0"/>
          <a:chExt cx="0" cy="0"/>
        </a:xfrm>
      </p:grpSpPr>
      <p:sp>
        <p:nvSpPr>
          <p:cNvPr id="800" name="Google Shape;800;p105">
            <a:extLst>
              <a:ext uri="{FF2B5EF4-FFF2-40B4-BE49-F238E27FC236}">
                <a16:creationId xmlns:a16="http://schemas.microsoft.com/office/drawing/2014/main" id="{FBEA8538-EB6A-DA6E-2B0D-87F4485E6128}"/>
              </a:ext>
            </a:extLst>
          </p:cNvPr>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801" name="Google Shape;801;p105">
            <a:extLst>
              <a:ext uri="{FF2B5EF4-FFF2-40B4-BE49-F238E27FC236}">
                <a16:creationId xmlns:a16="http://schemas.microsoft.com/office/drawing/2014/main" id="{CF51112F-F0EC-A6E3-F103-699A1F3B8FFC}"/>
              </a:ext>
            </a:extLst>
          </p:cNvPr>
          <p:cNvSpPr txBox="1">
            <a:spLocks noGrp="1"/>
          </p:cNvSpPr>
          <p:nvPr>
            <p:ph type="subTitle" idx="1"/>
          </p:nvPr>
        </p:nvSpPr>
        <p:spPr>
          <a:xfrm>
            <a:off x="558351" y="3222653"/>
            <a:ext cx="6858000" cy="914400"/>
          </a:xfrm>
          <a:prstGeom prst="rect">
            <a:avLst/>
          </a:prstGeom>
          <a:noFill/>
          <a:ln>
            <a:noFill/>
          </a:ln>
        </p:spPr>
        <p:txBody>
          <a:bodyPr spcFirstLastPara="1" wrap="square" lIns="91425" tIns="45700" rIns="91425" bIns="45700" anchor="t" anchorCtr="0">
            <a:normAutofit/>
          </a:bodyPr>
          <a:lstStyle/>
          <a:p>
            <a:pPr marL="0" indent="0">
              <a:spcBef>
                <a:spcPts val="0"/>
              </a:spcBef>
            </a:pPr>
            <a:r>
              <a:rPr lang="fr-FR" sz="2800" dirty="0">
                <a:solidFill>
                  <a:srgbClr val="7030A0"/>
                </a:solidFill>
              </a:rPr>
              <a:t>MANIPULATIONS DE BASE</a:t>
            </a:r>
            <a:endParaRPr lang="fr-FR" dirty="0"/>
          </a:p>
        </p:txBody>
      </p:sp>
    </p:spTree>
    <p:extLst>
      <p:ext uri="{BB962C8B-B14F-4D97-AF65-F5344CB8AC3E}">
        <p14:creationId xmlns:p14="http://schemas.microsoft.com/office/powerpoint/2010/main" val="2337388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pic>
        <p:nvPicPr>
          <p:cNvPr id="469" name="Google Shape;469;p57"/>
          <p:cNvPicPr preferRelativeResize="0"/>
          <p:nvPr/>
        </p:nvPicPr>
        <p:blipFill rotWithShape="1">
          <a:blip r:embed="rId3">
            <a:alphaModFix/>
          </a:blip>
          <a:srcRect t="15315"/>
          <a:stretch/>
        </p:blipFill>
        <p:spPr>
          <a:xfrm>
            <a:off x="7257673" y="4826183"/>
            <a:ext cx="1152128" cy="951910"/>
          </a:xfrm>
          <a:prstGeom prst="rect">
            <a:avLst/>
          </a:prstGeom>
          <a:noFill/>
          <a:ln>
            <a:noFill/>
          </a:ln>
        </p:spPr>
      </p:pic>
      <p:sp>
        <p:nvSpPr>
          <p:cNvPr id="470" name="Google Shape;470;p57"/>
          <p:cNvSpPr txBox="1">
            <a:spLocks noGrp="1"/>
          </p:cNvSpPr>
          <p:nvPr>
            <p:ph type="title"/>
          </p:nvPr>
        </p:nvSpPr>
        <p:spPr>
          <a:xfrm>
            <a:off x="107504" y="437138"/>
            <a:ext cx="8579296" cy="615598"/>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accent5"/>
              </a:buClr>
              <a:buSzPct val="100000"/>
              <a:buFont typeface="Arial Black"/>
              <a:buNone/>
            </a:pPr>
            <a:r>
              <a:rPr lang="fr-FR" dirty="0">
                <a:solidFill>
                  <a:srgbClr val="7030A0"/>
                </a:solidFill>
              </a:rPr>
              <a:t>EXERCICE </a:t>
            </a:r>
            <a:br>
              <a:rPr lang="fr-FR" dirty="0"/>
            </a:br>
            <a:r>
              <a:rPr lang="fr-FR" dirty="0">
                <a:solidFill>
                  <a:schemeClr val="dk1"/>
                </a:solidFill>
              </a:rPr>
              <a:t>IMPORTER DES DONNÉES</a:t>
            </a:r>
            <a:endParaRPr dirty="0">
              <a:solidFill>
                <a:schemeClr val="dk1"/>
              </a:solidFill>
            </a:endParaRPr>
          </a:p>
        </p:txBody>
      </p:sp>
      <p:sp>
        <p:nvSpPr>
          <p:cNvPr id="471" name="Google Shape;471;p57"/>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dirty="0"/>
              <a:t>Durée : 15min</a:t>
            </a:r>
            <a:endParaRPr dirty="0"/>
          </a:p>
          <a:p>
            <a:pPr marL="342900" lvl="0" indent="-342900" algn="l" rtl="0">
              <a:spcBef>
                <a:spcPts val="1000"/>
              </a:spcBef>
              <a:spcAft>
                <a:spcPts val="0"/>
              </a:spcAft>
              <a:buClr>
                <a:schemeClr val="dk1"/>
              </a:buClr>
              <a:buSzPts val="2000"/>
              <a:buFont typeface="Arial"/>
              <a:buChar char="-"/>
            </a:pPr>
            <a:r>
              <a:rPr lang="fr-FR" b="0" i="1" dirty="0"/>
              <a:t>Copiez les fichiers fournis sur votre poste.</a:t>
            </a:r>
            <a:endParaRPr dirty="0"/>
          </a:p>
          <a:p>
            <a:pPr marL="342900" lvl="0" indent="-342900" algn="l" rtl="0">
              <a:spcBef>
                <a:spcPts val="1000"/>
              </a:spcBef>
              <a:spcAft>
                <a:spcPts val="0"/>
              </a:spcAft>
              <a:buClr>
                <a:schemeClr val="dk1"/>
              </a:buClr>
              <a:buSzPts val="2000"/>
              <a:buFont typeface="Arial"/>
              <a:buChar char="-"/>
            </a:pPr>
            <a:r>
              <a:rPr lang="fr-FR" b="0" i="1" dirty="0"/>
              <a:t>Ouvrez les fichiers transmis pour observer leur structure respective.</a:t>
            </a:r>
            <a:endParaRPr dirty="0"/>
          </a:p>
          <a:p>
            <a:pPr marL="342900" lvl="0" indent="-342900" algn="l" rtl="0">
              <a:spcBef>
                <a:spcPts val="1000"/>
              </a:spcBef>
              <a:spcAft>
                <a:spcPts val="0"/>
              </a:spcAft>
              <a:buClr>
                <a:schemeClr val="dk1"/>
              </a:buClr>
              <a:buSzPts val="2000"/>
              <a:buFont typeface="Arial"/>
              <a:buChar char="-"/>
            </a:pPr>
            <a:r>
              <a:rPr lang="fr-FR" b="0" i="1" dirty="0"/>
              <a:t>Ouvrez une console puis</a:t>
            </a:r>
            <a:endParaRPr dirty="0"/>
          </a:p>
          <a:p>
            <a:pPr marL="800100" lvl="1" indent="-342900" algn="l" rtl="0">
              <a:spcBef>
                <a:spcPts val="1000"/>
              </a:spcBef>
              <a:spcAft>
                <a:spcPts val="0"/>
              </a:spcAft>
              <a:buSzPts val="2000"/>
              <a:buFont typeface="Arial"/>
              <a:buChar char="-"/>
            </a:pPr>
            <a:r>
              <a:rPr lang="fr-FR" i="1" dirty="0"/>
              <a:t>Observez les bases de données existantes (a priori aucune)</a:t>
            </a:r>
            <a:endParaRPr dirty="0"/>
          </a:p>
          <a:p>
            <a:pPr marL="800100" lvl="1" indent="-215900" algn="l" rtl="0">
              <a:spcBef>
                <a:spcPts val="400"/>
              </a:spcBef>
              <a:spcAft>
                <a:spcPts val="0"/>
              </a:spcAft>
              <a:buSzPts val="2000"/>
              <a:buFont typeface="Arial"/>
              <a:buNone/>
            </a:pPr>
            <a:endParaRPr b="0" i="1"/>
          </a:p>
          <a:p>
            <a:pPr marL="800100" lvl="1" indent="-342900" algn="l" rtl="0">
              <a:spcBef>
                <a:spcPts val="400"/>
              </a:spcBef>
              <a:spcAft>
                <a:spcPts val="0"/>
              </a:spcAft>
              <a:buSzPts val="2000"/>
              <a:buFont typeface="Arial"/>
              <a:buChar char="-"/>
            </a:pPr>
            <a:r>
              <a:rPr lang="fr-FR" b="0" i="1" dirty="0"/>
              <a:t>Importe</a:t>
            </a:r>
            <a:r>
              <a:rPr lang="fr-FR" i="1" dirty="0"/>
              <a:t>z</a:t>
            </a:r>
            <a:r>
              <a:rPr lang="fr-FR" b="0" i="1" dirty="0"/>
              <a:t> le fichier « </a:t>
            </a:r>
            <a:r>
              <a:rPr lang="fr-FR" b="0" i="1" dirty="0" err="1"/>
              <a:t>movies.json</a:t>
            </a:r>
            <a:r>
              <a:rPr lang="fr-FR" b="0" i="1" dirty="0"/>
              <a:t> » dans une base de données nommée « </a:t>
            </a:r>
            <a:r>
              <a:rPr lang="fr-FR" b="0" i="1" dirty="0" err="1"/>
              <a:t>cinema</a:t>
            </a:r>
            <a:r>
              <a:rPr lang="fr-FR" b="0" i="1" dirty="0"/>
              <a:t> » et dans une collection nommée « </a:t>
            </a:r>
            <a:r>
              <a:rPr lang="fr-FR" b="0" i="1" dirty="0" err="1"/>
              <a:t>movies</a:t>
            </a:r>
            <a:r>
              <a:rPr lang="fr-FR" b="0" i="1" dirty="0"/>
              <a:t> » (instance par défaut)</a:t>
            </a:r>
            <a:endParaRPr dirty="0"/>
          </a:p>
          <a:p>
            <a:pPr marL="800100" lvl="1" indent="-342900" algn="l" rtl="0">
              <a:spcBef>
                <a:spcPts val="400"/>
              </a:spcBef>
              <a:spcAft>
                <a:spcPts val="0"/>
              </a:spcAft>
              <a:buSzPts val="2000"/>
              <a:buFont typeface="Arial"/>
              <a:buChar char="-"/>
            </a:pPr>
            <a:r>
              <a:rPr lang="fr-FR" i="1" dirty="0"/>
              <a:t>Même chose pour les autres fichiers </a:t>
            </a:r>
            <a:endParaRPr lang="fr-FR" b="0" dirty="0"/>
          </a:p>
          <a:p>
            <a:pPr marL="800100" lvl="1">
              <a:spcBef>
                <a:spcPts val="400"/>
              </a:spcBef>
              <a:buSzPts val="2000"/>
              <a:buChar char="-"/>
            </a:pPr>
            <a:endParaRPr lang="fr-FR" b="0" i="1" dirty="0"/>
          </a:p>
          <a:p>
            <a:pPr marL="800100" lvl="1">
              <a:spcBef>
                <a:spcPts val="400"/>
              </a:spcBef>
              <a:buClr>
                <a:srgbClr val="D1282E"/>
              </a:buClr>
              <a:buSzPts val="2000"/>
              <a:buChar char="-"/>
            </a:pPr>
            <a:r>
              <a:rPr lang="fr-FR" i="1" dirty="0"/>
              <a:t>Remarque :  si vous utilisez une DB Cloud, pensez à préciser avec l'option –</a:t>
            </a:r>
            <a:r>
              <a:rPr lang="fr-FR" i="1" dirty="0" err="1"/>
              <a:t>uri</a:t>
            </a:r>
            <a:r>
              <a:rPr lang="fr-FR" i="1" dirty="0"/>
              <a:t> l'adresse de votre serveur</a:t>
            </a:r>
            <a:endParaRPr b="0" i="1" dirty="0"/>
          </a:p>
          <a:p>
            <a:pPr marL="0" lvl="0" indent="0" algn="l" rtl="0">
              <a:spcBef>
                <a:spcPts val="2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indent="0">
              <a:spcBef>
                <a:spcPts val="1000"/>
              </a:spcBef>
              <a:buSzPts val="2000"/>
            </a:pPr>
            <a:endParaRPr lang="fr-FR" b="0" i="1"/>
          </a:p>
          <a:p>
            <a:pPr marL="0" indent="0">
              <a:spcBef>
                <a:spcPts val="1000"/>
              </a:spcBef>
              <a:buSzPts val="2000"/>
            </a:pPr>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60"/>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a:t>
            </a:r>
            <a:br>
              <a:rPr lang="fr-FR" sz="2800" dirty="0"/>
            </a:br>
            <a:r>
              <a:rPr lang="fr-FR" sz="2800" dirty="0">
                <a:solidFill>
                  <a:schemeClr val="dk1"/>
                </a:solidFill>
              </a:rPr>
              <a:t>AFFICHER LES DOCUMENTS D’UNE COLLECTION</a:t>
            </a:r>
            <a:endParaRPr dirty="0">
              <a:solidFill>
                <a:schemeClr val="dk1"/>
              </a:solidFill>
            </a:endParaRPr>
          </a:p>
        </p:txBody>
      </p:sp>
      <p:sp>
        <p:nvSpPr>
          <p:cNvPr id="492" name="Google Shape;492;p60"/>
          <p:cNvSpPr txBox="1">
            <a:spLocks noGrp="1"/>
          </p:cNvSpPr>
          <p:nvPr>
            <p:ph type="body" idx="1"/>
          </p:nvPr>
        </p:nvSpPr>
        <p:spPr>
          <a:xfrm>
            <a:off x="345935" y="1709618"/>
            <a:ext cx="8447091" cy="305237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10min</a:t>
            </a:r>
            <a:endParaRPr dirty="0"/>
          </a:p>
          <a:p>
            <a:pPr marL="0" lvl="0" indent="0" algn="l" rtl="0">
              <a:spcBef>
                <a:spcPts val="1000"/>
              </a:spcBef>
              <a:spcAft>
                <a:spcPts val="0"/>
              </a:spcAft>
              <a:buClr>
                <a:schemeClr val="dk1"/>
              </a:buClr>
              <a:buSzPts val="2000"/>
              <a:buNone/>
            </a:pPr>
            <a:r>
              <a:rPr lang="fr-FR" i="1" dirty="0"/>
              <a:t>Nous avons chargé des données dans l’exercice précédent.</a:t>
            </a:r>
            <a:endParaRPr dirty="0"/>
          </a:p>
          <a:p>
            <a:pPr marL="800100" lvl="1" indent="-342900" algn="l" rtl="0">
              <a:spcBef>
                <a:spcPts val="1000"/>
              </a:spcBef>
              <a:spcAft>
                <a:spcPts val="0"/>
              </a:spcAft>
              <a:buSzPts val="2000"/>
              <a:buFont typeface="Arial"/>
              <a:buChar char="-"/>
            </a:pPr>
            <a:r>
              <a:rPr lang="fr-FR" i="1" dirty="0"/>
              <a:t>Vérifiez que la collecte existe</a:t>
            </a:r>
            <a:endParaRPr dirty="0"/>
          </a:p>
          <a:p>
            <a:pPr marL="800100" lvl="1" indent="-342900" algn="l" rtl="0">
              <a:spcBef>
                <a:spcPts val="400"/>
              </a:spcBef>
              <a:spcAft>
                <a:spcPts val="0"/>
              </a:spcAft>
              <a:buSzPts val="2000"/>
              <a:buFont typeface="Arial"/>
              <a:buChar char="-"/>
            </a:pPr>
            <a:r>
              <a:rPr lang="fr-FR" i="1" dirty="0"/>
              <a:t>Vérifiez que les données soient bien chargées.</a:t>
            </a:r>
            <a:endParaRPr dirty="0"/>
          </a:p>
          <a:p>
            <a:pPr marL="800100" lvl="1" indent="-342900" algn="l" rtl="0">
              <a:spcBef>
                <a:spcPts val="400"/>
              </a:spcBef>
              <a:spcAft>
                <a:spcPts val="0"/>
              </a:spcAft>
              <a:buSzPts val="2000"/>
              <a:buFont typeface="Arial"/>
              <a:buChar char="-"/>
            </a:pPr>
            <a:r>
              <a:rPr lang="fr-FR" i="1" dirty="0"/>
              <a:t>Si vous comparez le jeu de données transmis (</a:t>
            </a:r>
            <a:r>
              <a:rPr lang="fr-FR" i="1" dirty="0" err="1"/>
              <a:t>movies.json</a:t>
            </a:r>
            <a:r>
              <a:rPr lang="fr-FR" i="1" dirty="0"/>
              <a:t>) et le contenu de la collection, que constatez-vous de différent ?</a:t>
            </a:r>
            <a:endParaRPr dirty="0"/>
          </a:p>
          <a:p>
            <a:pPr marL="1485900" lvl="2" indent="-228600" algn="l" rtl="0">
              <a:spcBef>
                <a:spcPts val="360"/>
              </a:spcBef>
              <a:spcAft>
                <a:spcPts val="0"/>
              </a:spcAft>
              <a:buSzPts val="1800"/>
              <a:buFont typeface="Arial"/>
              <a:buNone/>
            </a:pPr>
            <a:endParaRPr b="0" i="1"/>
          </a:p>
          <a:p>
            <a:pPr marL="800100" lvl="1" indent="-215900" algn="l" rtl="0">
              <a:spcBef>
                <a:spcPts val="400"/>
              </a:spcBef>
              <a:spcAft>
                <a:spcPts val="0"/>
              </a:spcAft>
              <a:buSzPts val="2000"/>
              <a:buFont typeface="Arial"/>
              <a:buNone/>
            </a:pPr>
            <a:endParaRPr b="0" i="1"/>
          </a:p>
          <a:p>
            <a:pPr marL="0" lvl="0" indent="0" algn="l" rtl="0">
              <a:spcBef>
                <a:spcPts val="2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62"/>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FILTRER DES RÉSULTATS</a:t>
            </a:r>
          </a:p>
        </p:txBody>
      </p:sp>
      <p:sp>
        <p:nvSpPr>
          <p:cNvPr id="505" name="Google Shape;505;p62"/>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dirty="0"/>
              <a:t>Par défaut, mongo retourne le document JSON complet. (cf. exercice précédent).</a:t>
            </a:r>
            <a:endParaRPr dirty="0"/>
          </a:p>
          <a:p>
            <a:pPr marL="342900" indent="-342900">
              <a:spcBef>
                <a:spcPts val="1080"/>
              </a:spcBef>
              <a:buSzPts val="2400"/>
              <a:buFont typeface="Arial"/>
              <a:buChar char="•"/>
            </a:pPr>
            <a:r>
              <a:rPr lang="fr-FR" sz="2400" b="0" dirty="0"/>
              <a:t>Nous avons rarement besoin de tout afficher / traiter. </a:t>
            </a:r>
            <a:endParaRPr dirty="0"/>
          </a:p>
          <a:p>
            <a:pPr marL="342900" lvl="0" indent="-342900" algn="l" rtl="0">
              <a:spcBef>
                <a:spcPts val="1080"/>
              </a:spcBef>
              <a:spcAft>
                <a:spcPts val="0"/>
              </a:spcAft>
              <a:buClr>
                <a:schemeClr val="dk1"/>
              </a:buClr>
              <a:buSzPts val="2400"/>
              <a:buFont typeface="Arial"/>
              <a:buChar char="•"/>
            </a:pPr>
            <a:r>
              <a:rPr lang="fr-FR" sz="2400" b="0" dirty="0"/>
              <a:t>Il est possible de filtrer le nombre de résultats retournés mais aussi d’afficher certains champs uniquement.</a:t>
            </a:r>
            <a:endParaRPr dirty="0"/>
          </a:p>
          <a:p>
            <a:pPr marL="342900" lvl="0" indent="-190500" algn="l" rtl="0">
              <a:spcBef>
                <a:spcPts val="1080"/>
              </a:spcBef>
              <a:spcAft>
                <a:spcPts val="0"/>
              </a:spcAft>
              <a:buClr>
                <a:schemeClr val="dk1"/>
              </a:buClr>
              <a:buSzPts val="2400"/>
              <a:buFont typeface="Arial"/>
              <a:buNone/>
            </a:pPr>
            <a:endParaRPr sz="2400"/>
          </a:p>
          <a:p>
            <a:pPr marL="342900" lvl="0" indent="-190500" algn="l" rtl="0">
              <a:spcBef>
                <a:spcPts val="1080"/>
              </a:spcBef>
              <a:spcAft>
                <a:spcPts val="0"/>
              </a:spcAft>
              <a:buClr>
                <a:schemeClr val="dk1"/>
              </a:buClr>
              <a:buSzPts val="2400"/>
              <a:buFont typeface="Arial"/>
              <a:buNone/>
            </a:pP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63"/>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a:t>
            </a:r>
            <a:br>
              <a:rPr lang="fr-FR" sz="2800" dirty="0"/>
            </a:br>
            <a:r>
              <a:rPr lang="fr-FR" sz="2800" dirty="0">
                <a:solidFill>
                  <a:schemeClr val="dk1"/>
                </a:solidFill>
              </a:rPr>
              <a:t>FILTRE DES RÉSULTATS</a:t>
            </a:r>
            <a:endParaRPr dirty="0">
              <a:solidFill>
                <a:schemeClr val="dk1"/>
              </a:solidFill>
            </a:endParaRPr>
          </a:p>
        </p:txBody>
      </p:sp>
      <p:sp>
        <p:nvSpPr>
          <p:cNvPr id="512" name="Google Shape;512;p63"/>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10min</a:t>
            </a:r>
            <a:endParaRPr dirty="0"/>
          </a:p>
          <a:p>
            <a:pPr marL="0" lvl="0" indent="0" algn="l" rtl="0">
              <a:spcBef>
                <a:spcPts val="1000"/>
              </a:spcBef>
              <a:spcAft>
                <a:spcPts val="0"/>
              </a:spcAft>
              <a:buClr>
                <a:schemeClr val="dk1"/>
              </a:buClr>
              <a:buSzPts val="2000"/>
              <a:buNone/>
            </a:pPr>
            <a:r>
              <a:rPr lang="fr-FR" i="1" dirty="0"/>
              <a:t>Dans la collection "</a:t>
            </a:r>
            <a:r>
              <a:rPr lang="fr-FR" i="1" dirty="0" err="1"/>
              <a:t>movies</a:t>
            </a:r>
            <a:r>
              <a:rPr lang="fr-FR" i="1" dirty="0"/>
              <a:t>"</a:t>
            </a:r>
            <a:endParaRPr dirty="0"/>
          </a:p>
          <a:p>
            <a:pPr marL="342900" lvl="0" indent="-342900" algn="l" rtl="0">
              <a:spcBef>
                <a:spcPts val="1000"/>
              </a:spcBef>
              <a:spcAft>
                <a:spcPts val="0"/>
              </a:spcAft>
              <a:buClr>
                <a:schemeClr val="dk1"/>
              </a:buClr>
              <a:buSzPts val="2000"/>
              <a:buFont typeface="Arial"/>
              <a:buChar char="•"/>
            </a:pPr>
            <a:r>
              <a:rPr lang="fr-FR" b="0" i="1" dirty="0"/>
              <a:t>Afficher uniquement le titre et l’année des films dans vos résultats. Afficher uniquement 5 résultats.</a:t>
            </a:r>
            <a:endParaRPr dirty="0"/>
          </a:p>
          <a:p>
            <a:pPr marL="342900" lvl="0" indent="-342900" algn="l" rtl="0">
              <a:spcBef>
                <a:spcPts val="1000"/>
              </a:spcBef>
              <a:spcAft>
                <a:spcPts val="0"/>
              </a:spcAft>
              <a:buClr>
                <a:schemeClr val="dk1"/>
              </a:buClr>
              <a:buSzPts val="2000"/>
              <a:buFont typeface="Arial"/>
              <a:buChar char="•"/>
            </a:pPr>
            <a:r>
              <a:rPr lang="fr-FR" b="0" i="1" dirty="0"/>
              <a:t>Que constatez – vous ?</a:t>
            </a:r>
            <a:endParaRPr dirty="0"/>
          </a:p>
          <a:p>
            <a:pPr marL="342900" lvl="0" indent="-342900" algn="l" rtl="0">
              <a:spcBef>
                <a:spcPts val="1000"/>
              </a:spcBef>
              <a:spcAft>
                <a:spcPts val="0"/>
              </a:spcAft>
              <a:buClr>
                <a:schemeClr val="dk1"/>
              </a:buClr>
              <a:buSzPts val="2000"/>
              <a:buFont typeface="Arial"/>
              <a:buChar char="•"/>
            </a:pPr>
            <a:r>
              <a:rPr lang="fr-FR" b="0" i="1" dirty="0"/>
              <a:t>Remédier à ce constat en affichant uniquement le titre et l’année des films.</a:t>
            </a:r>
            <a:endParaRPr dirty="0"/>
          </a:p>
          <a:p>
            <a:pPr marL="0" lvl="0" indent="0" algn="l" rtl="0">
              <a:spcBef>
                <a:spcPts val="1000"/>
              </a:spcBef>
              <a:spcAft>
                <a:spcPts val="0"/>
              </a:spcAft>
              <a:buClr>
                <a:schemeClr val="dk1"/>
              </a:buClr>
              <a:buSzPts val="2000"/>
              <a:buNone/>
            </a:pPr>
            <a:endParaRPr b="0" i="1"/>
          </a:p>
          <a:p>
            <a:pPr marL="800100" lvl="1" indent="-215900" algn="l" rtl="0">
              <a:spcBef>
                <a:spcPts val="1000"/>
              </a:spcBef>
              <a:spcAft>
                <a:spcPts val="0"/>
              </a:spcAft>
              <a:buSzPts val="2000"/>
              <a:buFont typeface="Arial"/>
              <a:buNone/>
            </a:pPr>
            <a:endParaRPr b="0" i="1"/>
          </a:p>
          <a:p>
            <a:pPr marL="0" lvl="0" indent="0" algn="l" rtl="0">
              <a:spcBef>
                <a:spcPts val="2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65"/>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EFFECTUER DES RECHERCHES SIMPLES</a:t>
            </a:r>
          </a:p>
        </p:txBody>
      </p:sp>
      <p:sp>
        <p:nvSpPr>
          <p:cNvPr id="525" name="Google Shape;525;p65"/>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lnSpcReduction="10000"/>
          </a:bodyPr>
          <a:lstStyle/>
          <a:p>
            <a:pPr marL="342900" lvl="0" indent="-190500" algn="l" rtl="0">
              <a:spcBef>
                <a:spcPts val="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a:t>Il est possible de faire des recherches dans nos données.</a:t>
            </a:r>
            <a:endParaRPr/>
          </a:p>
          <a:p>
            <a:pPr marL="342900" lvl="0" indent="-190500" algn="l" rtl="0">
              <a:spcBef>
                <a:spcPts val="108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a:t>Des recherches strictes</a:t>
            </a:r>
            <a:endParaRPr/>
          </a:p>
          <a:p>
            <a:pPr marL="800100" lvl="1" indent="-342900" algn="l" rtl="0">
              <a:spcBef>
                <a:spcPts val="1080"/>
              </a:spcBef>
              <a:spcAft>
                <a:spcPts val="0"/>
              </a:spcAft>
              <a:buSzPts val="2400"/>
              <a:buChar char="•"/>
            </a:pPr>
            <a:r>
              <a:rPr lang="fr-FR" sz="2400"/>
              <a:t>Dans ce cas il faut saisir la valeur exacte recherchée.</a:t>
            </a:r>
            <a:endParaRPr/>
          </a:p>
          <a:p>
            <a:pPr marL="800100" lvl="1" indent="-190500" algn="l" rtl="0">
              <a:spcBef>
                <a:spcPts val="480"/>
              </a:spcBef>
              <a:spcAft>
                <a:spcPts val="0"/>
              </a:spcAft>
              <a:buSzPts val="2400"/>
              <a:buNone/>
            </a:pPr>
            <a:endParaRPr sz="2400" b="0"/>
          </a:p>
          <a:p>
            <a:pPr marL="342900" lvl="0" indent="-342900" algn="l" rtl="0">
              <a:spcBef>
                <a:spcPts val="480"/>
              </a:spcBef>
              <a:spcAft>
                <a:spcPts val="0"/>
              </a:spcAft>
              <a:buClr>
                <a:schemeClr val="dk1"/>
              </a:buClr>
              <a:buSzPts val="2400"/>
              <a:buFont typeface="Arial"/>
              <a:buChar char="•"/>
            </a:pPr>
            <a:r>
              <a:rPr lang="fr-FR" sz="2400" b="0"/>
              <a:t>Des recherches « variabilisées »</a:t>
            </a:r>
            <a:endParaRPr/>
          </a:p>
          <a:p>
            <a:pPr marL="800100" lvl="1" indent="-342900" algn="l" rtl="0">
              <a:spcBef>
                <a:spcPts val="1080"/>
              </a:spcBef>
              <a:spcAft>
                <a:spcPts val="0"/>
              </a:spcAft>
              <a:buSzPts val="2400"/>
              <a:buChar char="•"/>
            </a:pPr>
            <a:r>
              <a:rPr lang="fr-FR" sz="2400"/>
              <a:t>Dans ce cas, il est possible d’utiliser des expressions régulières (« commence par », « contient » par exemple)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66"/>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EFFECTUER DES RECHERCHES SIMPLES</a:t>
            </a:r>
          </a:p>
        </p:txBody>
      </p:sp>
      <p:sp>
        <p:nvSpPr>
          <p:cNvPr id="531" name="Google Shape;531;p66"/>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342900" lvl="0" indent="-190500" algn="l" rtl="0">
              <a:spcBef>
                <a:spcPts val="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a:t>Deux types de recherche</a:t>
            </a:r>
            <a:endParaRPr/>
          </a:p>
          <a:p>
            <a:pPr marL="800100" lvl="1" indent="-342900" algn="l" rtl="0">
              <a:spcBef>
                <a:spcPts val="1080"/>
              </a:spcBef>
              <a:spcAft>
                <a:spcPts val="0"/>
              </a:spcAft>
              <a:buSzPts val="2400"/>
              <a:buChar char="•"/>
            </a:pPr>
            <a:r>
              <a:rPr lang="fr-FR" sz="2400"/>
              <a:t>Find()</a:t>
            </a:r>
            <a:endParaRPr/>
          </a:p>
          <a:p>
            <a:pPr marL="800100" lvl="1" indent="-342900" algn="l" rtl="0">
              <a:spcBef>
                <a:spcPts val="480"/>
              </a:spcBef>
              <a:spcAft>
                <a:spcPts val="0"/>
              </a:spcAft>
              <a:buSzPts val="2400"/>
              <a:buChar char="•"/>
            </a:pPr>
            <a:r>
              <a:rPr lang="fr-FR" sz="2400" b="0"/>
              <a:t>findOne()</a:t>
            </a:r>
            <a:endParaRPr/>
          </a:p>
          <a:p>
            <a:pPr marL="800100" lvl="1" indent="-190500" algn="l" rtl="0">
              <a:spcBef>
                <a:spcPts val="480"/>
              </a:spcBef>
              <a:spcAft>
                <a:spcPts val="0"/>
              </a:spcAft>
              <a:buSzPts val="2400"/>
              <a:buNone/>
            </a:pPr>
            <a:endParaRPr sz="2400"/>
          </a:p>
          <a:p>
            <a:pPr marL="342900" lvl="0" indent="-342900" algn="l" rtl="0">
              <a:spcBef>
                <a:spcPts val="480"/>
              </a:spcBef>
              <a:spcAft>
                <a:spcPts val="0"/>
              </a:spcAft>
              <a:buClr>
                <a:schemeClr val="dk1"/>
              </a:buClr>
              <a:buSzPts val="2400"/>
              <a:buFont typeface="Arial"/>
              <a:buChar char="•"/>
            </a:pPr>
            <a:r>
              <a:rPr lang="fr-FR" sz="2400" b="0"/>
              <a:t>Find() retourne un curseur.</a:t>
            </a:r>
            <a:endParaRPr/>
          </a:p>
          <a:p>
            <a:pPr marL="342900" lvl="0" indent="-190500" algn="l" rtl="0">
              <a:spcBef>
                <a:spcPts val="108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a:t>FindOne() permet de retourner uniquement le premier résultat trouvé.</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67"/>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RECHERCHES SIMPLES</a:t>
            </a:r>
            <a:endParaRPr dirty="0">
              <a:solidFill>
                <a:schemeClr val="dk1"/>
              </a:solidFill>
            </a:endParaRPr>
          </a:p>
        </p:txBody>
      </p:sp>
      <p:sp>
        <p:nvSpPr>
          <p:cNvPr id="538" name="Google Shape;538;p67"/>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a:t>Durée : 15min</a:t>
            </a:r>
            <a:endParaRPr/>
          </a:p>
          <a:p>
            <a:pPr marL="342900" lvl="0" indent="-342900" algn="l" rtl="0">
              <a:spcBef>
                <a:spcPts val="1000"/>
              </a:spcBef>
              <a:spcAft>
                <a:spcPts val="0"/>
              </a:spcAft>
              <a:buClr>
                <a:schemeClr val="dk1"/>
              </a:buClr>
              <a:buSzPts val="2000"/>
              <a:buFont typeface="Arial"/>
              <a:buChar char="•"/>
            </a:pPr>
            <a:r>
              <a:rPr lang="fr-FR" b="0" i="1"/>
              <a:t>Faites une recherche qui vous retourne tous les films dont le titre contient « futur ». Combien y a-t-il de résultat ?</a:t>
            </a:r>
            <a:endParaRPr/>
          </a:p>
          <a:p>
            <a:pPr marL="342900" lvl="0" indent="-215900" algn="l" rtl="0">
              <a:spcBef>
                <a:spcPts val="1000"/>
              </a:spcBef>
              <a:spcAft>
                <a:spcPts val="0"/>
              </a:spcAft>
              <a:buClr>
                <a:schemeClr val="dk1"/>
              </a:buClr>
              <a:buSzPts val="2000"/>
              <a:buFont typeface="Arial"/>
              <a:buNone/>
            </a:pPr>
            <a:endParaRPr b="0" i="1"/>
          </a:p>
          <a:p>
            <a:pPr marL="342900" lvl="0" indent="-342900" algn="l" rtl="0">
              <a:spcBef>
                <a:spcPts val="1000"/>
              </a:spcBef>
              <a:spcAft>
                <a:spcPts val="0"/>
              </a:spcAft>
              <a:buClr>
                <a:schemeClr val="dk1"/>
              </a:buClr>
              <a:buSzPts val="2000"/>
              <a:buFont typeface="Arial"/>
              <a:buChar char="•"/>
            </a:pPr>
            <a:r>
              <a:rPr lang="fr-FR" b="0" i="1"/>
              <a:t>Faites la même recherche avec le mot « Futur ». Combien y a-t-il de résultat ?</a:t>
            </a:r>
            <a:endParaRPr/>
          </a:p>
          <a:p>
            <a:pPr marL="342900" lvl="0" indent="-215900" algn="l" rtl="0">
              <a:spcBef>
                <a:spcPts val="1000"/>
              </a:spcBef>
              <a:spcAft>
                <a:spcPts val="0"/>
              </a:spcAft>
              <a:buClr>
                <a:schemeClr val="dk1"/>
              </a:buClr>
              <a:buSzPts val="2000"/>
              <a:buFont typeface="Arial"/>
              <a:buNone/>
            </a:pPr>
            <a:endParaRPr b="0" i="1"/>
          </a:p>
          <a:p>
            <a:pPr marL="342900" lvl="0" indent="-342900" algn="l" rtl="0">
              <a:spcBef>
                <a:spcPts val="1000"/>
              </a:spcBef>
              <a:spcAft>
                <a:spcPts val="0"/>
              </a:spcAft>
              <a:buClr>
                <a:schemeClr val="dk1"/>
              </a:buClr>
              <a:buSzPts val="2000"/>
              <a:buFont typeface="Arial"/>
              <a:buChar char="•"/>
            </a:pPr>
            <a:r>
              <a:rPr lang="fr-FR" b="0" i="1"/>
              <a:t>Que constatez-vous ? </a:t>
            </a:r>
            <a:endParaRPr/>
          </a:p>
          <a:p>
            <a:pPr marL="342900" lvl="0" indent="-215900" algn="l" rtl="0">
              <a:spcBef>
                <a:spcPts val="1000"/>
              </a:spcBef>
              <a:spcAft>
                <a:spcPts val="0"/>
              </a:spcAft>
              <a:buClr>
                <a:schemeClr val="dk1"/>
              </a:buClr>
              <a:buSzPts val="2000"/>
              <a:buFont typeface="Arial"/>
              <a:buNone/>
            </a:pPr>
            <a:endParaRPr b="0" i="1"/>
          </a:p>
          <a:p>
            <a:pPr marL="342900" lvl="0" indent="-342900" algn="l" rtl="0">
              <a:spcBef>
                <a:spcPts val="1000"/>
              </a:spcBef>
              <a:spcAft>
                <a:spcPts val="0"/>
              </a:spcAft>
              <a:buClr>
                <a:schemeClr val="dk1"/>
              </a:buClr>
              <a:buSzPts val="2000"/>
              <a:buFont typeface="Arial"/>
              <a:buChar char="•"/>
            </a:pPr>
            <a:r>
              <a:rPr lang="fr-FR" b="0" i="1"/>
              <a:t>Faites en sorte d’afficher tous les enregistrements dans le même résultat. Comptez pour vérifier que le résultat correspond bien au cumul des deux résultats précédents.</a:t>
            </a:r>
            <a:endParaRPr/>
          </a:p>
          <a:p>
            <a:pPr marL="0" lvl="0" indent="0" algn="l" rtl="0">
              <a:spcBef>
                <a:spcPts val="8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69"/>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RECHERCHES SIMPLES</a:t>
            </a:r>
            <a:endParaRPr dirty="0">
              <a:solidFill>
                <a:schemeClr val="dk1"/>
              </a:solidFill>
            </a:endParaRPr>
          </a:p>
        </p:txBody>
      </p:sp>
      <p:sp>
        <p:nvSpPr>
          <p:cNvPr id="552" name="Google Shape;552;p69"/>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5min</a:t>
            </a:r>
            <a:endParaRPr dirty="0"/>
          </a:p>
          <a:p>
            <a:pPr marL="342900" lvl="0" indent="-342900" algn="l" rtl="0">
              <a:spcBef>
                <a:spcPts val="1000"/>
              </a:spcBef>
              <a:spcAft>
                <a:spcPts val="0"/>
              </a:spcAft>
              <a:buClr>
                <a:schemeClr val="dk1"/>
              </a:buClr>
              <a:buSzPts val="2000"/>
              <a:buFont typeface="Arial"/>
              <a:buChar char="•"/>
            </a:pPr>
            <a:r>
              <a:rPr lang="fr-FR" b="0" i="1" dirty="0"/>
              <a:t>Écrivez une requête qui permet d’afficher le titre des 27 films. dans votre console:</a:t>
            </a:r>
            <a:endParaRPr dirty="0"/>
          </a:p>
          <a:p>
            <a:pPr marL="342900" indent="-342900">
              <a:spcBef>
                <a:spcPts val="1000"/>
              </a:spcBef>
              <a:buSzPts val="2000"/>
              <a:buChar char="•"/>
            </a:pPr>
            <a:r>
              <a:rPr lang="fr-FR" b="0" i="1" dirty="0">
                <a:ea typeface="Consolas"/>
              </a:rPr>
              <a:t>Les films "</a:t>
            </a:r>
            <a:r>
              <a:rPr lang="fr-FR" b="0" i="1" dirty="0" err="1">
                <a:ea typeface="Consolas"/>
              </a:rPr>
              <a:t>Futurama</a:t>
            </a:r>
            <a:r>
              <a:rPr lang="fr-FR" b="0" i="1" dirty="0">
                <a:ea typeface="Consolas"/>
              </a:rPr>
              <a:t>" s'affichent (car ils contiennent le mot "Futur"). Faites en sorte de les exclure du résultat pour obtenir les films qui contiennent strictement le mot futur. </a:t>
            </a:r>
            <a:endParaRPr lang="fr-FR" b="0" i="1" dirty="0">
              <a:ea typeface="Consolas"/>
              <a:sym typeface="Consolas"/>
            </a:endParaRPr>
          </a:p>
          <a:p>
            <a:pPr marL="342900" indent="-342900">
              <a:spcBef>
                <a:spcPts val="1000"/>
              </a:spcBef>
              <a:buSzPts val="2000"/>
              <a:buChar char="•"/>
            </a:pPr>
            <a:endParaRPr lang="fr-FR" b="0" i="1" dirty="0">
              <a:ea typeface="Consolas"/>
              <a:sym typeface="Consolas"/>
            </a:endParaRPr>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"Les moissons du futur"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"Le futur aux trousses"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"Le futur proche"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"Per un futur </a:t>
            </a:r>
            <a:r>
              <a:rPr lang="fr-FR" sz="1200" b="0" i="1" dirty="0" err="1">
                <a:latin typeface="Consolas"/>
                <a:ea typeface="Consolas"/>
                <a:cs typeface="Consolas"/>
                <a:sym typeface="Consolas"/>
              </a:rPr>
              <a:t>sense</a:t>
            </a:r>
            <a:r>
              <a:rPr lang="fr-FR" sz="1200" b="0" i="1" dirty="0">
                <a:latin typeface="Consolas"/>
                <a:ea typeface="Consolas"/>
                <a:cs typeface="Consolas"/>
                <a:sym typeface="Consolas"/>
              </a:rPr>
              <a:t> Alzheimer"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"Futur </a:t>
            </a:r>
            <a:r>
              <a:rPr lang="fr-FR" sz="1200" b="0" i="1" dirty="0" err="1">
                <a:latin typeface="Consolas"/>
                <a:ea typeface="Consolas"/>
                <a:cs typeface="Consolas"/>
                <a:sym typeface="Consolas"/>
              </a:rPr>
              <a:t>Prosli</a:t>
            </a:r>
            <a:r>
              <a:rPr lang="fr-FR" sz="1200" b="0" i="1" dirty="0">
                <a:latin typeface="Consolas"/>
                <a:ea typeface="Consolas"/>
                <a:cs typeface="Consolas"/>
                <a:sym typeface="Consolas"/>
              </a:rPr>
              <a:t>"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"Futur par Starck"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 "</a:t>
            </a:r>
            <a:r>
              <a:rPr lang="fr-FR" sz="1200" b="0" i="1" dirty="0" err="1">
                <a:latin typeface="Consolas"/>
                <a:ea typeface="Consolas"/>
                <a:cs typeface="Consolas"/>
                <a:sym typeface="Consolas"/>
              </a:rPr>
              <a:t>Title</a:t>
            </a:r>
            <a:r>
              <a:rPr lang="fr-FR" sz="1200" b="0" i="1" dirty="0">
                <a:latin typeface="Consolas"/>
                <a:ea typeface="Consolas"/>
                <a:cs typeface="Consolas"/>
                <a:sym typeface="Consolas"/>
              </a:rPr>
              <a:t>" : "L'avenir du futur" }</a:t>
            </a:r>
            <a:endParaRPr dirty="0"/>
          </a:p>
          <a:p>
            <a:pPr marL="0" lvl="0" indent="0" algn="l" rtl="0">
              <a:spcBef>
                <a:spcPts val="840"/>
              </a:spcBef>
              <a:spcAft>
                <a:spcPts val="0"/>
              </a:spcAft>
              <a:buClr>
                <a:schemeClr val="dk1"/>
              </a:buClr>
              <a:buSzPts val="1200"/>
              <a:buNone/>
            </a:pPr>
            <a:r>
              <a:rPr lang="fr-FR" sz="1200" b="0" i="1" dirty="0">
                <a:latin typeface="Consolas"/>
                <a:ea typeface="Consolas"/>
                <a:cs typeface="Consolas"/>
                <a:sym typeface="Consolas"/>
              </a:rPr>
              <a:t>…</a:t>
            </a:r>
            <a:endParaRPr dirty="0"/>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71"/>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RECHERCHES DANS UN TABLEAU</a:t>
            </a:r>
            <a:endParaRPr dirty="0">
              <a:solidFill>
                <a:schemeClr val="dk1"/>
              </a:solidFill>
            </a:endParaRPr>
          </a:p>
        </p:txBody>
      </p:sp>
      <p:sp>
        <p:nvSpPr>
          <p:cNvPr id="566" name="Google Shape;566;p71"/>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5min</a:t>
            </a:r>
            <a:endParaRPr dirty="0"/>
          </a:p>
          <a:p>
            <a:pPr marL="342900" indent="-342900">
              <a:spcBef>
                <a:spcPts val="1000"/>
              </a:spcBef>
              <a:buSzPts val="2000"/>
              <a:buFont typeface="Arial"/>
              <a:buChar char="•"/>
            </a:pPr>
            <a:r>
              <a:rPr lang="fr-FR" b="0" i="1" dirty="0"/>
              <a:t>Écrivez une requête qui permet de rechercher les technologies auxquelles a participé « </a:t>
            </a:r>
            <a:r>
              <a:rPr lang="fr-FR" b="0" i="1" dirty="0" err="1"/>
              <a:t>Evan</a:t>
            </a:r>
            <a:r>
              <a:rPr lang="fr-FR" b="0" i="1" dirty="0"/>
              <a:t> You » (</a:t>
            </a:r>
            <a:r>
              <a:rPr lang="fr-FR" i="1" dirty="0"/>
              <a:t>collection « technos ») </a:t>
            </a:r>
            <a:endParaRPr/>
          </a:p>
          <a:p>
            <a:pPr marL="342900" indent="-342900">
              <a:spcBef>
                <a:spcPts val="1000"/>
              </a:spcBef>
              <a:buSzPts val="2000"/>
              <a:buFont typeface="Arial"/>
              <a:buChar char="•"/>
            </a:pPr>
            <a:r>
              <a:rPr lang="fr-FR" b="0" i="1" dirty="0"/>
              <a:t>Que constatez-vous ?</a:t>
            </a:r>
          </a:p>
          <a:p>
            <a:pPr marL="342900" lvl="0" indent="-342900" algn="l">
              <a:spcBef>
                <a:spcPts val="1000"/>
              </a:spcBef>
              <a:spcAft>
                <a:spcPts val="0"/>
              </a:spcAft>
              <a:buClr>
                <a:schemeClr val="dk1"/>
              </a:buClr>
              <a:buSzPts val="2000"/>
              <a:buFont typeface="Arial"/>
              <a:buChar char="•"/>
            </a:pPr>
            <a:r>
              <a:rPr lang="fr-FR" b="0" i="1" dirty="0"/>
              <a:t>Ecrivez la requête SQL équivalente</a:t>
            </a:r>
            <a:endParaRPr b="0" i="1" dirty="0"/>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b="0" i="1"/>
          </a:p>
          <a:p>
            <a:pPr marL="0" lvl="0" indent="0" algn="l" rtl="0">
              <a:spcBef>
                <a:spcPts val="840"/>
              </a:spcBef>
              <a:spcAft>
                <a:spcPts val="0"/>
              </a:spcAft>
              <a:buClr>
                <a:schemeClr val="dk1"/>
              </a:buClr>
              <a:buSzPts val="1200"/>
              <a:buNone/>
            </a:pPr>
            <a:endParaRPr sz="1200" b="0" i="1">
              <a:latin typeface="Consolas"/>
              <a:ea typeface="Consolas"/>
              <a:cs typeface="Consolas"/>
              <a:sym typeface="Consolas"/>
            </a:endParaRPr>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73"/>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CRÉER DES DOCUMENTS</a:t>
            </a:r>
          </a:p>
        </p:txBody>
      </p:sp>
      <p:sp>
        <p:nvSpPr>
          <p:cNvPr id="579" name="Google Shape;579;p73"/>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fontScale="92500" lnSpcReduction="20000"/>
          </a:bodyPr>
          <a:lstStyle/>
          <a:p>
            <a:pPr marL="342900" lvl="0" indent="-190500" algn="l" rtl="0">
              <a:spcBef>
                <a:spcPts val="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dirty="0"/>
              <a:t>Jusqu’ici nous avons chargé des documents existants (</a:t>
            </a:r>
            <a:r>
              <a:rPr lang="fr-FR" sz="2400" b="0" dirty="0" err="1"/>
              <a:t>movies</a:t>
            </a:r>
            <a:r>
              <a:rPr lang="fr-FR" sz="2400" b="0" dirty="0"/>
              <a:t>, techno…).</a:t>
            </a:r>
            <a:endParaRPr dirty="0"/>
          </a:p>
          <a:p>
            <a:pPr marL="342900" lvl="0" indent="-190500" algn="l" rtl="0">
              <a:spcBef>
                <a:spcPts val="1080"/>
              </a:spcBef>
              <a:spcAft>
                <a:spcPts val="0"/>
              </a:spcAft>
              <a:buClr>
                <a:schemeClr val="dk1"/>
              </a:buClr>
              <a:buSzPts val="2400"/>
              <a:buFont typeface="Arial"/>
              <a:buNone/>
            </a:pPr>
            <a:endParaRPr sz="2400" b="0"/>
          </a:p>
          <a:p>
            <a:pPr marL="342900" lvl="0" indent="-342900" algn="l" rtl="0">
              <a:spcBef>
                <a:spcPts val="1080"/>
              </a:spcBef>
              <a:spcAft>
                <a:spcPts val="0"/>
              </a:spcAft>
              <a:buClr>
                <a:schemeClr val="dk1"/>
              </a:buClr>
              <a:buSzPts val="2400"/>
              <a:buFont typeface="Arial"/>
              <a:buChar char="•"/>
            </a:pPr>
            <a:r>
              <a:rPr lang="fr-FR" sz="2400" b="0" dirty="0"/>
              <a:t>Il est possible de créer ses propres documents avec des commandes Mongo.</a:t>
            </a:r>
            <a:endParaRPr dirty="0"/>
          </a:p>
          <a:p>
            <a:pPr marL="342900" indent="-342900">
              <a:spcBef>
                <a:spcPts val="1080"/>
              </a:spcBef>
              <a:buSzPts val="2400"/>
              <a:buFont typeface="Arial"/>
              <a:buChar char="•"/>
            </a:pPr>
            <a:endParaRPr lang="fr-FR" sz="2400" b="0" dirty="0"/>
          </a:p>
          <a:p>
            <a:pPr marL="342900" indent="-342900">
              <a:spcBef>
                <a:spcPts val="1080"/>
              </a:spcBef>
              <a:buSzPts val="2400"/>
              <a:buFont typeface="Arial"/>
              <a:buChar char="•"/>
            </a:pPr>
            <a:r>
              <a:rPr lang="fr-FR" sz="2400" b="0" dirty="0"/>
              <a:t>La création de Document par la console restera néanmoins un usage à la marge. </a:t>
            </a:r>
            <a:endParaRPr lang="fr-FR"/>
          </a:p>
          <a:p>
            <a:pPr marL="342900" indent="-342900">
              <a:spcBef>
                <a:spcPts val="1080"/>
              </a:spcBef>
              <a:buSzPts val="2400"/>
              <a:buFont typeface="Arial"/>
              <a:buChar char="•"/>
            </a:pPr>
            <a:endParaRPr lang="fr-FR" sz="2400" b="0" dirty="0"/>
          </a:p>
          <a:p>
            <a:pPr marL="342900" indent="-342900">
              <a:spcBef>
                <a:spcPts val="1080"/>
              </a:spcBef>
              <a:buSzPts val="2400"/>
              <a:buFont typeface="Arial"/>
              <a:buChar char="•"/>
            </a:pPr>
            <a:r>
              <a:rPr lang="fr-FR" sz="2400" b="0" dirty="0"/>
              <a:t>Il est également possible de créer des documents à travers du développement (en java par exemple) ou via des outils de transformation de données  (comme les ETL par exemple).</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74"/>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CRÉER DES DOCUMENTS</a:t>
            </a:r>
            <a:endParaRPr dirty="0">
              <a:solidFill>
                <a:schemeClr val="dk1"/>
              </a:solidFill>
            </a:endParaRPr>
          </a:p>
        </p:txBody>
      </p:sp>
      <p:sp>
        <p:nvSpPr>
          <p:cNvPr id="586" name="Google Shape;586;p74"/>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10min</a:t>
            </a:r>
            <a:endParaRPr/>
          </a:p>
          <a:p>
            <a:pPr marL="342900" indent="-342900">
              <a:spcBef>
                <a:spcPts val="1000"/>
              </a:spcBef>
              <a:buSzPts val="2000"/>
              <a:buFont typeface="Arial"/>
              <a:buChar char="•"/>
            </a:pPr>
            <a:r>
              <a:rPr lang="fr-FR" b="0" i="1" dirty="0"/>
              <a:t>Créez une base de données « </a:t>
            </a:r>
            <a:r>
              <a:rPr lang="fr-FR" b="0" i="1" dirty="0" err="1"/>
              <a:t>ecole</a:t>
            </a:r>
            <a:r>
              <a:rPr lang="fr-FR" b="0" i="1" dirty="0"/>
              <a:t> »</a:t>
            </a:r>
            <a:endParaRPr/>
          </a:p>
          <a:p>
            <a:pPr marL="342900" indent="-342900">
              <a:spcBef>
                <a:spcPts val="1000"/>
              </a:spcBef>
              <a:buSzPts val="2000"/>
              <a:buFont typeface="Arial"/>
              <a:buChar char="•"/>
            </a:pPr>
            <a:r>
              <a:rPr lang="fr-FR" b="0" i="1" dirty="0"/>
              <a:t>Créez une nouvelle collection « </a:t>
            </a:r>
            <a:r>
              <a:rPr lang="fr-FR" b="0" i="1" dirty="0" err="1"/>
              <a:t>etudiant</a:t>
            </a:r>
            <a:r>
              <a:rPr lang="fr-FR" b="0" i="1" dirty="0"/>
              <a:t> »</a:t>
            </a:r>
            <a:endParaRPr/>
          </a:p>
          <a:p>
            <a:pPr marL="342900" indent="-342900">
              <a:spcBef>
                <a:spcPts val="1000"/>
              </a:spcBef>
              <a:buSzPts val="2000"/>
              <a:buFont typeface="Arial"/>
              <a:buChar char="•"/>
            </a:pPr>
            <a:r>
              <a:rPr lang="fr-FR" b="0" i="1" dirty="0"/>
              <a:t>Créez un nouveau document au sein de cette collection avec les caractéristiques suivantes: </a:t>
            </a:r>
            <a:endParaRPr lang="fr-FR"/>
          </a:p>
          <a:p>
            <a:pPr marL="342900" lvl="0" indent="-342900" algn="l" rtl="0">
              <a:spcBef>
                <a:spcPts val="1000"/>
              </a:spcBef>
              <a:spcAft>
                <a:spcPts val="0"/>
              </a:spcAft>
              <a:buClr>
                <a:schemeClr val="dk1"/>
              </a:buClr>
              <a:buSzPts val="2000"/>
              <a:buFont typeface="Arial"/>
              <a:buChar char="•"/>
            </a:pPr>
            <a:r>
              <a:rPr lang="fr-FR" i="1" dirty="0"/>
              <a:t>Nom, </a:t>
            </a:r>
            <a:r>
              <a:rPr lang="fr-FR" i="1" dirty="0" err="1"/>
              <a:t>prenom</a:t>
            </a:r>
            <a:r>
              <a:rPr lang="fr-FR" i="1" dirty="0"/>
              <a:t>, </a:t>
            </a:r>
            <a:r>
              <a:rPr lang="fr-FR" i="1" dirty="0" err="1"/>
              <a:t>ecole</a:t>
            </a:r>
            <a:r>
              <a:rPr lang="fr-FR" i="1" dirty="0"/>
              <a:t>, </a:t>
            </a:r>
            <a:r>
              <a:rPr lang="fr-FR" i="1" dirty="0" err="1"/>
              <a:t>niveau_scolaire</a:t>
            </a:r>
            <a:r>
              <a:rPr lang="fr-FR" i="1" dirty="0"/>
              <a:t>…</a:t>
            </a:r>
            <a:endParaRPr/>
          </a:p>
          <a:p>
            <a:pPr marL="800100" lvl="1" indent="-215900">
              <a:spcBef>
                <a:spcPts val="400"/>
              </a:spcBef>
              <a:buSzPts val="2000"/>
              <a:buNone/>
            </a:pPr>
            <a:r>
              <a:rPr lang="fr-FR" i="1" dirty="0"/>
              <a:t>Pour les valeurs associées à ces clés, vous mettrez par exemple vos informations personnelles.</a:t>
            </a:r>
            <a:endParaRPr b="0" i="1" dirty="0"/>
          </a:p>
          <a:p>
            <a:pPr marL="342900" lvl="0" indent="-215900" algn="l" rtl="0">
              <a:spcBef>
                <a:spcPts val="400"/>
              </a:spcBef>
              <a:spcAft>
                <a:spcPts val="0"/>
              </a:spcAft>
              <a:buClr>
                <a:schemeClr val="dk1"/>
              </a:buClr>
              <a:buSzPts val="2000"/>
              <a:buFont typeface="Arial"/>
              <a:buNone/>
            </a:pPr>
            <a:endParaRPr b="0" i="1"/>
          </a:p>
          <a:p>
            <a:pPr marL="342900" lvl="0" indent="-342900" algn="l" rtl="0">
              <a:spcBef>
                <a:spcPts val="1000"/>
              </a:spcBef>
              <a:spcAft>
                <a:spcPts val="0"/>
              </a:spcAft>
              <a:buClr>
                <a:schemeClr val="dk1"/>
              </a:buClr>
              <a:buSzPts val="2000"/>
              <a:buFont typeface="Arial"/>
              <a:buChar char="•"/>
            </a:pPr>
            <a:r>
              <a:rPr lang="fr-FR" b="0" dirty="0"/>
              <a:t>Créez un nouveau document en forçant </a:t>
            </a:r>
            <a:r>
              <a:rPr lang="fr-FR" b="0" dirty="0" err="1"/>
              <a:t>l'id</a:t>
            </a:r>
            <a:r>
              <a:rPr lang="fr-FR" b="0" dirty="0"/>
              <a:t> à 123</a:t>
            </a:r>
            <a:endParaRPr/>
          </a:p>
          <a:p>
            <a:pPr marL="342900" lvl="0" indent="-342900" algn="l" rtl="0">
              <a:spcBef>
                <a:spcPts val="1000"/>
              </a:spcBef>
              <a:spcAft>
                <a:spcPts val="0"/>
              </a:spcAft>
              <a:buClr>
                <a:schemeClr val="dk1"/>
              </a:buClr>
              <a:buSzPts val="2000"/>
              <a:buFont typeface="Arial"/>
              <a:buChar char="•"/>
            </a:pPr>
            <a:r>
              <a:rPr lang="fr-FR" b="0" dirty="0"/>
              <a:t>Insérez un troisième document. Que constatez-vous ?</a:t>
            </a:r>
            <a:endParaRPr/>
          </a:p>
          <a:p>
            <a:pPr marL="342900" lvl="0" indent="-342900" algn="l" rtl="0">
              <a:spcBef>
                <a:spcPts val="1000"/>
              </a:spcBef>
              <a:spcAft>
                <a:spcPts val="0"/>
              </a:spcAft>
              <a:buClr>
                <a:schemeClr val="dk1"/>
              </a:buClr>
              <a:buSzPts val="2000"/>
              <a:buFont typeface="Arial"/>
              <a:buChar char="•"/>
            </a:pPr>
            <a:r>
              <a:rPr lang="fr-FR" b="0" dirty="0"/>
              <a:t>Essayez d'insérer un nouveau document avec </a:t>
            </a:r>
            <a:r>
              <a:rPr lang="fr-FR" b="0" dirty="0" err="1"/>
              <a:t>l'id</a:t>
            </a:r>
            <a:r>
              <a:rPr lang="fr-FR" b="0" dirty="0"/>
              <a:t> 123, que constatez-vous?</a:t>
            </a:r>
            <a:endParaRPr/>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b="0" i="1"/>
          </a:p>
          <a:p>
            <a:pPr marL="0" lvl="0" indent="0" algn="l" rtl="0">
              <a:spcBef>
                <a:spcPts val="840"/>
              </a:spcBef>
              <a:spcAft>
                <a:spcPts val="0"/>
              </a:spcAft>
              <a:buClr>
                <a:schemeClr val="dk1"/>
              </a:buClr>
              <a:buSzPts val="1200"/>
              <a:buNone/>
            </a:pPr>
            <a:endParaRPr sz="1200" b="0" i="1">
              <a:latin typeface="Consolas"/>
              <a:ea typeface="Consolas"/>
              <a:cs typeface="Consolas"/>
              <a:sym typeface="Consolas"/>
            </a:endParaRPr>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76"/>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CRÉER DES DOCUMENTS</a:t>
            </a:r>
            <a:endParaRPr dirty="0">
              <a:solidFill>
                <a:schemeClr val="dk1"/>
              </a:solidFill>
            </a:endParaRPr>
          </a:p>
        </p:txBody>
      </p:sp>
      <p:sp>
        <p:nvSpPr>
          <p:cNvPr id="600" name="Google Shape;600;p76"/>
          <p:cNvSpPr txBox="1">
            <a:spLocks noGrp="1"/>
          </p:cNvSpPr>
          <p:nvPr>
            <p:ph type="body" idx="1"/>
          </p:nvPr>
        </p:nvSpPr>
        <p:spPr>
          <a:xfrm>
            <a:off x="477795" y="1709436"/>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10min</a:t>
            </a:r>
            <a:endParaRPr dirty="0"/>
          </a:p>
          <a:p>
            <a:pPr marL="342900" lvl="0" indent="-342900" algn="l" rtl="0">
              <a:spcBef>
                <a:spcPts val="1000"/>
              </a:spcBef>
              <a:spcAft>
                <a:spcPts val="0"/>
              </a:spcAft>
              <a:buClr>
                <a:schemeClr val="dk1"/>
              </a:buClr>
              <a:buSzPts val="2000"/>
              <a:buFont typeface="Arial"/>
              <a:buChar char="•"/>
            </a:pPr>
            <a:r>
              <a:rPr lang="fr-FR" b="0" i="1" dirty="0"/>
              <a:t>Vous devez maintenant créer plusieurs documents </a:t>
            </a:r>
            <a:r>
              <a:rPr lang="fr-FR" i="1" dirty="0"/>
              <a:t>en une seule requête.</a:t>
            </a:r>
            <a:endParaRPr dirty="0"/>
          </a:p>
          <a:p>
            <a:pPr marL="800100" lvl="1">
              <a:spcBef>
                <a:spcPts val="1000"/>
              </a:spcBef>
              <a:buSzPts val="2000"/>
            </a:pPr>
            <a:r>
              <a:rPr lang="fr-FR" i="1" dirty="0"/>
              <a:t>Dans votre base de données « </a:t>
            </a:r>
            <a:r>
              <a:rPr lang="fr-FR" i="1" dirty="0" err="1"/>
              <a:t>ecole</a:t>
            </a:r>
            <a:r>
              <a:rPr lang="fr-FR" i="1" dirty="0"/>
              <a:t> », créer une nouvelle collection « campus ». </a:t>
            </a:r>
          </a:p>
          <a:p>
            <a:pPr marL="800100" lvl="1">
              <a:spcBef>
                <a:spcPts val="400"/>
              </a:spcBef>
              <a:buSzPts val="2000"/>
            </a:pPr>
            <a:r>
              <a:rPr lang="fr-FR" i="1" dirty="0"/>
              <a:t>Puis, insérez 3 documents contenant un champ "</a:t>
            </a:r>
            <a:r>
              <a:rPr lang="fr-FR" i="1" dirty="0" err="1"/>
              <a:t>nom_campus</a:t>
            </a:r>
            <a:r>
              <a:rPr lang="fr-FR" i="1" dirty="0"/>
              <a:t>" et un champ code postal. Un document pour le campus de Lille, un pour Paris et un pour Bruxelles </a:t>
            </a:r>
            <a:r>
              <a:rPr lang="fr-FR" i="1" dirty="0">
                <a:solidFill>
                  <a:srgbClr val="7030A0"/>
                </a:solidFill>
              </a:rPr>
              <a:t>en une seule requête</a:t>
            </a:r>
            <a:r>
              <a:rPr lang="fr-FR" i="1" dirty="0">
                <a:solidFill>
                  <a:schemeClr val="dk2"/>
                </a:solidFill>
              </a:rPr>
              <a:t>.</a:t>
            </a:r>
            <a:endParaRPr dirty="0">
              <a:solidFill>
                <a:schemeClr val="dk2"/>
              </a:solidFill>
            </a:endParaRPr>
          </a:p>
          <a:p>
            <a:pPr marL="457200" lvl="1" indent="0" algn="l" rtl="0">
              <a:spcBef>
                <a:spcPts val="360"/>
              </a:spcBef>
              <a:spcAft>
                <a:spcPts val="0"/>
              </a:spcAft>
              <a:buNone/>
            </a:pPr>
            <a:endParaRPr sz="1800" i="1">
              <a:solidFill>
                <a:srgbClr val="000000"/>
              </a:solidFill>
            </a:endParaRPr>
          </a:p>
          <a:p>
            <a:pPr marL="742950" lvl="1" indent="-285750">
              <a:spcBef>
                <a:spcPts val="360"/>
              </a:spcBef>
            </a:pPr>
            <a:r>
              <a:rPr lang="fr-FR" sz="1800" i="1" dirty="0"/>
              <a:t>Insérez un quatrième document. Il contiendra un champ « adresse » de type objet contenant une rue, une adresse, une ville, un code postal et un pays.</a:t>
            </a:r>
            <a:endParaRPr sz="1800" b="0" i="1" dirty="0"/>
          </a:p>
          <a:p>
            <a:pPr marL="0" lvl="0" indent="0" algn="l" rtl="0">
              <a:spcBef>
                <a:spcPts val="240"/>
              </a:spcBef>
              <a:spcAft>
                <a:spcPts val="0"/>
              </a:spcAft>
              <a:buClr>
                <a:schemeClr val="dk1"/>
              </a:buClr>
              <a:buSzPts val="1200"/>
              <a:buNone/>
            </a:pPr>
            <a:endParaRPr sz="1200" b="0" i="1">
              <a:latin typeface="Consolas"/>
              <a:ea typeface="Consolas"/>
              <a:cs typeface="Consolas"/>
              <a:sym typeface="Consolas"/>
            </a:endParaRPr>
          </a:p>
          <a:p>
            <a:pPr marL="0" lvl="0" indent="0" algn="l" rtl="0">
              <a:spcBef>
                <a:spcPts val="840"/>
              </a:spcBef>
              <a:spcAft>
                <a:spcPts val="0"/>
              </a:spcAft>
              <a:buClr>
                <a:schemeClr val="dk1"/>
              </a:buClr>
              <a:buSzPts val="1200"/>
              <a:buNone/>
            </a:pPr>
            <a:endParaRPr sz="1200" b="0" i="1"/>
          </a:p>
          <a:p>
            <a:pPr marL="0" lvl="0" indent="0" algn="l" rtl="0">
              <a:spcBef>
                <a:spcPts val="1000"/>
              </a:spcBef>
              <a:spcAft>
                <a:spcPts val="0"/>
              </a:spcAft>
              <a:buClr>
                <a:schemeClr val="dk1"/>
              </a:buClr>
              <a:buSzPts val="2000"/>
              <a:buNone/>
            </a:pPr>
            <a:endParaRPr b="0" i="1"/>
          </a:p>
          <a:p>
            <a:pPr marL="0" lvl="0" indent="0" algn="l" rtl="0">
              <a:spcBef>
                <a:spcPts val="1000"/>
              </a:spcBef>
              <a:spcAft>
                <a:spcPts val="0"/>
              </a:spcAft>
              <a:buClr>
                <a:schemeClr val="dk1"/>
              </a:buClr>
              <a:buSzPts val="2000"/>
              <a:buNone/>
            </a:pP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613" name="Google Shape;613;p78"/>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a:t>
            </a:r>
            <a:br>
              <a:rPr lang="fr-FR" sz="2800" dirty="0"/>
            </a:br>
            <a:r>
              <a:rPr lang="fr-FR" sz="2800" dirty="0">
                <a:solidFill>
                  <a:schemeClr val="dk1"/>
                </a:solidFill>
              </a:rPr>
              <a:t>SUPPRIMER UNE COLLECTION / BDD</a:t>
            </a:r>
            <a:endParaRPr dirty="0">
              <a:solidFill>
                <a:schemeClr val="dk1"/>
              </a:solidFill>
            </a:endParaRPr>
          </a:p>
        </p:txBody>
      </p:sp>
      <p:sp>
        <p:nvSpPr>
          <p:cNvPr id="614" name="Google Shape;614;p78"/>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5min</a:t>
            </a:r>
            <a:endParaRPr dirty="0"/>
          </a:p>
          <a:p>
            <a:pPr marL="0" lvl="0" indent="0" algn="l" rtl="0">
              <a:spcBef>
                <a:spcPts val="840"/>
              </a:spcBef>
              <a:spcAft>
                <a:spcPts val="0"/>
              </a:spcAft>
              <a:buClr>
                <a:schemeClr val="dk1"/>
              </a:buClr>
              <a:buSzPts val="1200"/>
              <a:buNone/>
            </a:pPr>
            <a:endParaRPr sz="1200" b="0" i="1"/>
          </a:p>
          <a:p>
            <a:pPr marL="171450" lvl="0" indent="-171450" algn="l" rtl="0">
              <a:spcBef>
                <a:spcPts val="1000"/>
              </a:spcBef>
              <a:spcAft>
                <a:spcPts val="0"/>
              </a:spcAft>
              <a:buClr>
                <a:schemeClr val="dk1"/>
              </a:buClr>
              <a:buSzPts val="2000"/>
              <a:buFont typeface="Arial"/>
              <a:buChar char="•"/>
            </a:pPr>
            <a:r>
              <a:rPr lang="fr-FR" b="0" i="1" dirty="0"/>
              <a:t>Créer une base de données « </a:t>
            </a:r>
            <a:r>
              <a:rPr lang="fr-FR" b="0" i="1" dirty="0" err="1"/>
              <a:t>cinematest</a:t>
            </a:r>
            <a:r>
              <a:rPr lang="fr-FR" b="0" i="1" dirty="0"/>
              <a:t> »</a:t>
            </a:r>
            <a:endParaRPr dirty="0"/>
          </a:p>
          <a:p>
            <a:pPr marL="171450" indent="-171450">
              <a:spcBef>
                <a:spcPts val="1000"/>
              </a:spcBef>
              <a:buSzPts val="2000"/>
              <a:buFont typeface="Arial"/>
              <a:buChar char="•"/>
            </a:pPr>
            <a:r>
              <a:rPr lang="fr-FR" b="0" i="1" dirty="0"/>
              <a:t>Créer une collection «</a:t>
            </a:r>
            <a:r>
              <a:rPr lang="fr-FR" b="0" i="1" dirty="0" err="1"/>
              <a:t>colltest</a:t>
            </a:r>
            <a:r>
              <a:rPr lang="fr-FR" b="0" i="1" dirty="0"/>
              <a:t>»</a:t>
            </a:r>
            <a:endParaRPr lang="fr-FR" dirty="0"/>
          </a:p>
          <a:p>
            <a:pPr marL="171450" indent="-171450">
              <a:spcBef>
                <a:spcPts val="1000"/>
              </a:spcBef>
              <a:buSzPts val="2000"/>
              <a:buFont typeface="Arial"/>
              <a:buChar char="•"/>
            </a:pPr>
            <a:r>
              <a:rPr lang="fr-FR" b="0" i="1" dirty="0"/>
              <a:t>Supprimez cette collection</a:t>
            </a:r>
            <a:endParaRPr lang="fr-FR" dirty="0"/>
          </a:p>
          <a:p>
            <a:pPr marL="171450" lvl="0" indent="-171450" algn="l">
              <a:spcBef>
                <a:spcPts val="1000"/>
              </a:spcBef>
              <a:spcAft>
                <a:spcPts val="0"/>
              </a:spcAft>
              <a:buClr>
                <a:schemeClr val="dk1"/>
              </a:buClr>
              <a:buSzPts val="2000"/>
              <a:buFont typeface="Arial"/>
              <a:buChar char="•"/>
            </a:pPr>
            <a:r>
              <a:rPr lang="fr-FR" b="0" i="1" dirty="0"/>
              <a:t>Supprimez cette base de données.</a:t>
            </a:r>
            <a:endParaRPr dirty="0"/>
          </a:p>
          <a:p>
            <a:pPr marL="0" lvl="0" indent="0" algn="l" rtl="0">
              <a:spcBef>
                <a:spcPts val="1000"/>
              </a:spcBef>
              <a:spcAft>
                <a:spcPts val="0"/>
              </a:spcAft>
              <a:buClr>
                <a:schemeClr val="dk1"/>
              </a:buClr>
              <a:buSzPts val="2000"/>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80"/>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SUPPRIMER UN DOCUMENT</a:t>
            </a:r>
            <a:endParaRPr dirty="0">
              <a:solidFill>
                <a:schemeClr val="dk1"/>
              </a:solidFill>
            </a:endParaRPr>
          </a:p>
        </p:txBody>
      </p:sp>
      <p:sp>
        <p:nvSpPr>
          <p:cNvPr id="628" name="Google Shape;628;p80"/>
          <p:cNvSpPr txBox="1">
            <a:spLocks noGrp="1"/>
          </p:cNvSpPr>
          <p:nvPr>
            <p:ph type="body" idx="1"/>
          </p:nvPr>
        </p:nvSpPr>
        <p:spPr>
          <a:xfrm>
            <a:off x="457200" y="1719733"/>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a:t>Durée : 15min</a:t>
            </a:r>
            <a:endParaRPr/>
          </a:p>
          <a:p>
            <a:pPr marL="0" lvl="0" indent="0" algn="l" rtl="0">
              <a:spcBef>
                <a:spcPts val="840"/>
              </a:spcBef>
              <a:spcAft>
                <a:spcPts val="0"/>
              </a:spcAft>
              <a:buClr>
                <a:schemeClr val="dk1"/>
              </a:buClr>
              <a:buSzPts val="1200"/>
              <a:buNone/>
            </a:pPr>
            <a:endParaRPr sz="1200" b="0" i="1"/>
          </a:p>
          <a:p>
            <a:pPr marL="171450" lvl="0" indent="-171450" algn="l" rtl="0">
              <a:spcBef>
                <a:spcPts val="1000"/>
              </a:spcBef>
              <a:spcAft>
                <a:spcPts val="0"/>
              </a:spcAft>
              <a:buClr>
                <a:schemeClr val="dk1"/>
              </a:buClr>
              <a:buSzPts val="2000"/>
              <a:buFont typeface="Arial"/>
              <a:buChar char="•"/>
            </a:pPr>
            <a:r>
              <a:rPr lang="fr-FR" b="0" i="1"/>
              <a:t>Au préalable, faites une copie de votre collection "movies" dans une collection "movies2".</a:t>
            </a:r>
            <a:endParaRPr/>
          </a:p>
          <a:p>
            <a:pPr marL="171450" lvl="0" indent="-171450" algn="l" rtl="0">
              <a:spcBef>
                <a:spcPts val="1000"/>
              </a:spcBef>
              <a:spcAft>
                <a:spcPts val="0"/>
              </a:spcAft>
              <a:buClr>
                <a:schemeClr val="dk1"/>
              </a:buClr>
              <a:buSzPts val="2000"/>
              <a:buFont typeface="Arial"/>
              <a:buChar char="•"/>
            </a:pPr>
            <a:r>
              <a:rPr lang="fr-FR" b="0" i="1"/>
              <a:t>Supprimez le film « It Follows » de la collection « movies ».</a:t>
            </a:r>
            <a:endParaRPr/>
          </a:p>
          <a:p>
            <a:pPr marL="171450" lvl="0" indent="-171450" algn="l" rtl="0">
              <a:spcBef>
                <a:spcPts val="1000"/>
              </a:spcBef>
              <a:spcAft>
                <a:spcPts val="0"/>
              </a:spcAft>
              <a:buClr>
                <a:schemeClr val="dk1"/>
              </a:buClr>
              <a:buSzPts val="2000"/>
              <a:buFont typeface="Arial"/>
              <a:buChar char="•"/>
            </a:pPr>
            <a:r>
              <a:rPr lang="fr-FR" b="0" i="1" u="sng"/>
              <a:t>Avec la même commande</a:t>
            </a:r>
            <a:r>
              <a:rPr lang="fr-FR" b="0" i="1"/>
              <a:t>, supprimez en une seule requête tous les documents de la collection.</a:t>
            </a:r>
            <a:endParaRPr/>
          </a:p>
          <a:p>
            <a:pPr marL="171450" lvl="0" indent="-171450" algn="l" rtl="0">
              <a:spcBef>
                <a:spcPts val="1000"/>
              </a:spcBef>
              <a:spcAft>
                <a:spcPts val="0"/>
              </a:spcAft>
              <a:buClr>
                <a:schemeClr val="dk1"/>
              </a:buClr>
              <a:buSzPts val="2000"/>
              <a:buFont typeface="Arial"/>
              <a:buChar char="•"/>
            </a:pPr>
            <a:r>
              <a:rPr lang="fr-FR" b="0" i="1"/>
              <a:t>Quelle différence avec la fonction drop() ?</a:t>
            </a:r>
            <a:endParaRPr/>
          </a:p>
          <a:p>
            <a:pPr marL="171450" lvl="0" indent="-44450" algn="l" rtl="0">
              <a:spcBef>
                <a:spcPts val="1000"/>
              </a:spcBef>
              <a:spcAft>
                <a:spcPts val="0"/>
              </a:spcAft>
              <a:buClr>
                <a:schemeClr val="dk1"/>
              </a:buClr>
              <a:buSzPts val="2000"/>
              <a:buFont typeface="Arial"/>
              <a:buNone/>
            </a:pPr>
            <a:endParaRPr b="0" i="1"/>
          </a:p>
          <a:p>
            <a:pPr marL="171450" lvl="0" indent="-44450" algn="l" rtl="0">
              <a:spcBef>
                <a:spcPts val="1000"/>
              </a:spcBef>
              <a:spcAft>
                <a:spcPts val="0"/>
              </a:spcAft>
              <a:buClr>
                <a:schemeClr val="dk1"/>
              </a:buClr>
              <a:buSzPts val="2000"/>
              <a:buFont typeface="Arial"/>
              <a:buNone/>
            </a:pPr>
            <a:endParaRPr b="0" i="1"/>
          </a:p>
          <a:p>
            <a:pPr marL="171450" lvl="0" indent="-44450" algn="l" rtl="0">
              <a:spcBef>
                <a:spcPts val="1000"/>
              </a:spcBef>
              <a:spcAft>
                <a:spcPts val="0"/>
              </a:spcAft>
              <a:buClr>
                <a:schemeClr val="dk1"/>
              </a:buClr>
              <a:buSzPts val="2000"/>
              <a:buFont typeface="Arial"/>
              <a:buNone/>
            </a:pPr>
            <a:endParaRPr b="0" i="1">
              <a:solidFill>
                <a:schemeClr val="dk2"/>
              </a:solidFill>
              <a:latin typeface="Consolas"/>
              <a:ea typeface="Consolas"/>
              <a:cs typeface="Consolas"/>
              <a:sym typeface="Consola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82"/>
          <p:cNvSpPr txBox="1">
            <a:spLocks noGrp="1"/>
          </p:cNvSpPr>
          <p:nvPr>
            <p:ph type="title"/>
          </p:nvPr>
        </p:nvSpPr>
        <p:spPr>
          <a:xfrm>
            <a:off x="457200" y="152718"/>
            <a:ext cx="8435280" cy="611986"/>
          </a:xfrm>
          <a:prstGeom prst="rect">
            <a:avLst/>
          </a:prstGeom>
          <a:noFill/>
          <a:ln>
            <a:noFill/>
          </a:ln>
        </p:spPr>
        <p:txBody>
          <a:bodyPr spcFirstLastPara="1" wrap="square" lIns="91425" tIns="45700" rIns="91425" bIns="45700" anchor="b" anchorCtr="0">
            <a:normAutofit fontScale="90000"/>
          </a:bodyPr>
          <a:lstStyle/>
          <a:p>
            <a:pPr marL="0" lvl="0" indent="0" algn="l" rtl="0">
              <a:spcBef>
                <a:spcPts val="0"/>
              </a:spcBef>
              <a:spcAft>
                <a:spcPts val="0"/>
              </a:spcAft>
              <a:buClr>
                <a:schemeClr val="dk2"/>
              </a:buClr>
              <a:buSzPct val="100000"/>
              <a:buFont typeface="Arial Black"/>
              <a:buNone/>
            </a:pPr>
            <a:r>
              <a:rPr lang="fr-FR" sz="2800" dirty="0">
                <a:solidFill>
                  <a:srgbClr val="7030A0"/>
                </a:solidFill>
              </a:rPr>
              <a:t>MANIPULER DES DONNÉES :</a:t>
            </a:r>
            <a:r>
              <a:rPr lang="fr-FR" sz="2800" dirty="0"/>
              <a:t> </a:t>
            </a:r>
            <a:r>
              <a:rPr lang="fr-FR" sz="2800" dirty="0">
                <a:solidFill>
                  <a:schemeClr val="dk1"/>
                </a:solidFill>
              </a:rPr>
              <a:t>LES OPÉRATEURS</a:t>
            </a:r>
            <a:endParaRPr dirty="0">
              <a:solidFill>
                <a:schemeClr val="dk1"/>
              </a:solidFill>
            </a:endParaRPr>
          </a:p>
        </p:txBody>
      </p:sp>
      <p:sp>
        <p:nvSpPr>
          <p:cNvPr id="641" name="Google Shape;641;p82"/>
          <p:cNvSpPr txBox="1">
            <a:spLocks noGrp="1"/>
          </p:cNvSpPr>
          <p:nvPr>
            <p:ph type="body" idx="1"/>
          </p:nvPr>
        </p:nvSpPr>
        <p:spPr>
          <a:xfrm>
            <a:off x="457200" y="888504"/>
            <a:ext cx="8003232" cy="4988768"/>
          </a:xfrm>
          <a:prstGeom prst="rect">
            <a:avLst/>
          </a:prstGeom>
          <a:noFill/>
          <a:ln>
            <a:noFill/>
          </a:ln>
        </p:spPr>
        <p:txBody>
          <a:bodyPr spcFirstLastPara="1" wrap="square" lIns="91425" tIns="45700" rIns="91425" bIns="45700" anchor="t" anchorCtr="0">
            <a:normAutofit/>
          </a:bodyPr>
          <a:lstStyle/>
          <a:p>
            <a:pPr marL="342900" lvl="0" indent="-215900" algn="l" rtl="0">
              <a:spcBef>
                <a:spcPts val="0"/>
              </a:spcBef>
              <a:spcAft>
                <a:spcPts val="0"/>
              </a:spcAft>
              <a:buClr>
                <a:schemeClr val="dk1"/>
              </a:buClr>
              <a:buSzPts val="2000"/>
              <a:buFont typeface="Arial"/>
              <a:buNone/>
            </a:pPr>
            <a:endParaRPr b="0"/>
          </a:p>
          <a:p>
            <a:pPr marL="342900" indent="-342900">
              <a:spcBef>
                <a:spcPts val="1000"/>
              </a:spcBef>
              <a:buSzPts val="2000"/>
              <a:buFont typeface="Arial"/>
              <a:buChar char="•"/>
            </a:pPr>
            <a:r>
              <a:rPr lang="fr-FR" b="0" dirty="0"/>
              <a:t>Il est fréquent de devoir collecter des données selon  des critères de recherche conditionnelles.</a:t>
            </a:r>
            <a:endParaRPr dirty="0"/>
          </a:p>
          <a:p>
            <a:pPr marL="342900" lvl="0" indent="-215900" algn="l" rtl="0">
              <a:spcBef>
                <a:spcPts val="1000"/>
              </a:spcBef>
              <a:spcAft>
                <a:spcPts val="0"/>
              </a:spcAft>
              <a:buClr>
                <a:schemeClr val="dk1"/>
              </a:buClr>
              <a:buSzPts val="2000"/>
              <a:buFont typeface="Arial"/>
              <a:buNone/>
            </a:pPr>
            <a:endParaRPr b="0"/>
          </a:p>
          <a:p>
            <a:pPr marL="342900" lvl="0" indent="-342900" algn="l" rtl="0">
              <a:spcBef>
                <a:spcPts val="1000"/>
              </a:spcBef>
              <a:spcAft>
                <a:spcPts val="0"/>
              </a:spcAft>
              <a:buClr>
                <a:schemeClr val="dk1"/>
              </a:buClr>
              <a:buSzPts val="2000"/>
              <a:buFont typeface="Arial"/>
              <a:buChar char="•"/>
            </a:pPr>
            <a:r>
              <a:rPr lang="fr-FR" b="0" dirty="0"/>
              <a:t>Avec Mongo, il est évidemment possible de faire des recherches strictes (je recherche exactement une valeur) mais aussi des recherches selon un critère plus "global".</a:t>
            </a:r>
            <a:endParaRPr dirty="0"/>
          </a:p>
          <a:p>
            <a:pPr marL="800100" lvl="1" indent="-342900" algn="l" rtl="0">
              <a:spcBef>
                <a:spcPts val="1000"/>
              </a:spcBef>
              <a:spcAft>
                <a:spcPts val="0"/>
              </a:spcAft>
              <a:buSzPts val="2000"/>
              <a:buChar char="•"/>
            </a:pPr>
            <a:r>
              <a:rPr lang="fr-FR" dirty="0"/>
              <a:t>Par exemple, tous les documents qui ont une valeur supérieure à X ou inférieure à Y…</a:t>
            </a:r>
            <a:endParaRPr dirty="0"/>
          </a:p>
          <a:p>
            <a:pPr marL="800100" lvl="1" indent="-342900" algn="l" rtl="0">
              <a:spcBef>
                <a:spcPts val="400"/>
              </a:spcBef>
              <a:spcAft>
                <a:spcPts val="0"/>
              </a:spcAft>
              <a:buSzPts val="2000"/>
              <a:buChar char="•"/>
            </a:pPr>
            <a:r>
              <a:rPr lang="fr-FR" dirty="0"/>
              <a:t>Tous les documents qui respectent une condition ET une autre OU une autre.</a:t>
            </a:r>
            <a:endParaRPr dirty="0"/>
          </a:p>
          <a:p>
            <a:pPr marL="342900" lvl="0" indent="-342900" algn="l" rtl="0">
              <a:spcBef>
                <a:spcPts val="400"/>
              </a:spcBef>
              <a:spcAft>
                <a:spcPts val="0"/>
              </a:spcAft>
              <a:buClr>
                <a:schemeClr val="dk1"/>
              </a:buClr>
              <a:buSzPts val="2000"/>
              <a:buNone/>
            </a:pPr>
            <a:endParaRPr/>
          </a:p>
          <a:p>
            <a:pPr marL="342900" lvl="0" indent="-342900" algn="l" rtl="0">
              <a:spcBef>
                <a:spcPts val="1000"/>
              </a:spcBef>
              <a:spcAft>
                <a:spcPts val="0"/>
              </a:spcAft>
              <a:buClr>
                <a:schemeClr val="dk1"/>
              </a:buClr>
              <a:buSzPts val="2000"/>
              <a:buFont typeface="Arial"/>
              <a:buChar char="•"/>
            </a:pPr>
            <a:r>
              <a:rPr lang="fr-FR" b="0" dirty="0"/>
              <a:t>Voyons, par la pratique, comment réaliser ce type de recherche.</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6"/>
        <p:cNvGrpSpPr/>
        <p:nvPr/>
      </p:nvGrpSpPr>
      <p:grpSpPr>
        <a:xfrm>
          <a:off x="0" y="0"/>
          <a:ext cx="0" cy="0"/>
          <a:chOff x="0" y="0"/>
          <a:chExt cx="0" cy="0"/>
        </a:xfrm>
      </p:grpSpPr>
      <p:sp>
        <p:nvSpPr>
          <p:cNvPr id="647" name="Google Shape;647;p83"/>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a:buClr>
                <a:schemeClr val="accent5"/>
              </a:buClr>
              <a:buSzPts val="2800"/>
            </a:pPr>
            <a:r>
              <a:rPr lang="fr-FR" sz="2800" dirty="0">
                <a:solidFill>
                  <a:srgbClr val="7030A0"/>
                </a:solidFill>
              </a:rPr>
              <a:t>EXERCICE </a:t>
            </a:r>
            <a:br>
              <a:rPr lang="fr-FR" sz="2800" dirty="0"/>
            </a:br>
            <a:r>
              <a:rPr lang="fr-FR" sz="2800" dirty="0">
                <a:solidFill>
                  <a:schemeClr val="dk1"/>
                </a:solidFill>
              </a:rPr>
              <a:t>SUPÉRIEUR / INFÉRIEUR OU ÉGAL À </a:t>
            </a:r>
            <a:endParaRPr/>
          </a:p>
        </p:txBody>
      </p:sp>
      <p:sp>
        <p:nvSpPr>
          <p:cNvPr id="648" name="Google Shape;648;p83"/>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indent="0">
              <a:spcBef>
                <a:spcPts val="0"/>
              </a:spcBef>
            </a:pPr>
            <a:endParaRPr lang="fr-FR" sz="1800" i="1" dirty="0"/>
          </a:p>
          <a:p>
            <a:pPr marL="0" lvl="0" indent="0" algn="l">
              <a:spcBef>
                <a:spcPts val="0"/>
              </a:spcBef>
              <a:spcAft>
                <a:spcPts val="0"/>
              </a:spcAft>
              <a:buSzPts val="1800"/>
              <a:buNone/>
            </a:pPr>
            <a:r>
              <a:rPr lang="fr-FR" sz="1800" i="1" dirty="0"/>
              <a:t>Durée : 10min</a:t>
            </a:r>
            <a:endParaRPr dirty="0"/>
          </a:p>
          <a:p>
            <a:pPr marL="285750" indent="-285750">
              <a:spcBef>
                <a:spcPts val="1000"/>
              </a:spcBef>
              <a:buSzPts val="2000"/>
              <a:buFont typeface="Arial"/>
              <a:buChar char="-"/>
            </a:pPr>
            <a:r>
              <a:rPr lang="fr-FR" b="0" i="1" dirty="0"/>
              <a:t>Prenez votre collection "</a:t>
            </a:r>
            <a:r>
              <a:rPr lang="fr-FR" b="0" i="1" dirty="0" err="1"/>
              <a:t>computers.json</a:t>
            </a:r>
            <a:r>
              <a:rPr lang="fr-FR" b="0" i="1" dirty="0"/>
              <a:t>"</a:t>
            </a:r>
            <a:endParaRPr dirty="0"/>
          </a:p>
          <a:p>
            <a:pPr marL="285750" lvl="0" indent="-285750" algn="l" rtl="0">
              <a:spcBef>
                <a:spcPts val="1000"/>
              </a:spcBef>
              <a:spcAft>
                <a:spcPts val="0"/>
              </a:spcAft>
              <a:buClr>
                <a:schemeClr val="dk1"/>
              </a:buClr>
              <a:buSzPts val="2000"/>
              <a:buFont typeface="Arial"/>
              <a:buChar char="-"/>
            </a:pPr>
            <a:r>
              <a:rPr lang="fr-FR" b="0" i="1" dirty="0"/>
              <a:t>Affichez tous les ordinateurs dont le prix est supérieur à 1199.9€</a:t>
            </a:r>
            <a:endParaRPr dirty="0"/>
          </a:p>
          <a:p>
            <a:pPr marL="285750" lvl="0" indent="-285750" algn="l" rtl="0">
              <a:spcBef>
                <a:spcPts val="1000"/>
              </a:spcBef>
              <a:spcAft>
                <a:spcPts val="0"/>
              </a:spcAft>
              <a:buClr>
                <a:schemeClr val="dk1"/>
              </a:buClr>
              <a:buSzPts val="2000"/>
              <a:buFont typeface="Arial"/>
              <a:buChar char="-"/>
            </a:pPr>
            <a:r>
              <a:rPr lang="fr-FR" b="0" i="1" dirty="0"/>
              <a:t>Affichez tous les ordinateurs dont le prix est supérieur ou égal à 1199.9€</a:t>
            </a:r>
            <a:endParaRPr dirty="0"/>
          </a:p>
          <a:p>
            <a:pPr marL="285750" lvl="0" indent="-285750" algn="l" rtl="0">
              <a:spcBef>
                <a:spcPts val="1000"/>
              </a:spcBef>
              <a:spcAft>
                <a:spcPts val="0"/>
              </a:spcAft>
              <a:buClr>
                <a:schemeClr val="dk1"/>
              </a:buClr>
              <a:buSzPts val="2000"/>
              <a:buFont typeface="Arial"/>
              <a:buChar char="-"/>
            </a:pPr>
            <a:r>
              <a:rPr lang="fr-FR" b="0" i="1" dirty="0"/>
              <a:t>Affichez tous les ordinateurs dont le prix est inférieur à 350€</a:t>
            </a:r>
            <a:endParaRPr dirty="0"/>
          </a:p>
          <a:p>
            <a:pPr marL="285750" lvl="0" indent="-285750" algn="l" rtl="0">
              <a:spcBef>
                <a:spcPts val="1000"/>
              </a:spcBef>
              <a:spcAft>
                <a:spcPts val="0"/>
              </a:spcAft>
              <a:buClr>
                <a:schemeClr val="dk1"/>
              </a:buClr>
              <a:buSzPts val="2000"/>
              <a:buFont typeface="Arial"/>
              <a:buChar char="-"/>
            </a:pPr>
            <a:r>
              <a:rPr lang="fr-FR" b="0" i="1" dirty="0"/>
              <a:t>Affichez tous les ordinateurs qui coutent entre 300 et 500€</a:t>
            </a:r>
            <a:endParaRPr b="0" i="1" dirty="0"/>
          </a:p>
          <a:p>
            <a:pPr marL="285750" lvl="0" indent="-285750" algn="l">
              <a:spcBef>
                <a:spcPts val="1000"/>
              </a:spcBef>
              <a:spcAft>
                <a:spcPts val="0"/>
              </a:spcAft>
              <a:buSzPts val="2000"/>
              <a:buChar char="-"/>
            </a:pPr>
            <a:r>
              <a:rPr lang="fr-FR" b="0" i="1" dirty="0"/>
              <a:t>Ecrivez l’équivalent en requêtes SQL</a:t>
            </a:r>
            <a:endParaRPr b="0" i="1" dirty="0"/>
          </a:p>
          <a:p>
            <a:pPr marL="285750" lvl="0" indent="-171450" algn="l" rtl="0">
              <a:spcBef>
                <a:spcPts val="960"/>
              </a:spcBef>
              <a:spcAft>
                <a:spcPts val="0"/>
              </a:spcAft>
              <a:buClr>
                <a:schemeClr val="dk1"/>
              </a:buClr>
              <a:buSzPts val="1800"/>
              <a:buFont typeface="Arial"/>
              <a:buNone/>
            </a:pPr>
            <a:endParaRPr sz="1800" b="0" i="1"/>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86"/>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a:buClr>
                <a:schemeClr val="accent5"/>
              </a:buClr>
              <a:buSzPts val="2800"/>
            </a:pPr>
            <a:r>
              <a:rPr lang="fr-FR" sz="2800" dirty="0">
                <a:solidFill>
                  <a:srgbClr val="7030A0"/>
                </a:solidFill>
              </a:rPr>
              <a:t>EXERCICE </a:t>
            </a:r>
            <a:br>
              <a:rPr lang="fr-FR" sz="2800" dirty="0"/>
            </a:br>
            <a:r>
              <a:rPr lang="fr-FR" sz="2800" dirty="0">
                <a:solidFill>
                  <a:schemeClr val="dk1"/>
                </a:solidFill>
              </a:rPr>
              <a:t>CONDITIONS OU/ET </a:t>
            </a:r>
            <a:endParaRPr/>
          </a:p>
        </p:txBody>
      </p:sp>
      <p:sp>
        <p:nvSpPr>
          <p:cNvPr id="669" name="Google Shape;669;p86"/>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i="1" dirty="0"/>
              <a:t>Durée : 10min</a:t>
            </a:r>
            <a:endParaRPr dirty="0"/>
          </a:p>
          <a:p>
            <a:pPr marL="0" indent="0">
              <a:spcBef>
                <a:spcPts val="0"/>
              </a:spcBef>
              <a:buSzPts val="2000"/>
            </a:pPr>
            <a:endParaRPr lang="fr-FR" i="1" dirty="0"/>
          </a:p>
          <a:p>
            <a:pPr marL="285750" indent="-285750">
              <a:spcBef>
                <a:spcPts val="1000"/>
              </a:spcBef>
              <a:buSzPts val="2000"/>
              <a:buFont typeface="Arial"/>
              <a:buChar char="-"/>
            </a:pPr>
            <a:r>
              <a:rPr lang="fr-FR" b="0" i="1" dirty="0"/>
              <a:t>Affichez tous les ordinateurs  qui sont des "PC de jeu" ou qui ont un prix supérieur à 450€.</a:t>
            </a:r>
            <a:endParaRPr dirty="0"/>
          </a:p>
          <a:p>
            <a:pPr marL="285750" lvl="0" indent="-158750" algn="l" rtl="0">
              <a:spcBef>
                <a:spcPts val="1000"/>
              </a:spcBef>
              <a:spcAft>
                <a:spcPts val="0"/>
              </a:spcAft>
              <a:buClr>
                <a:schemeClr val="dk1"/>
              </a:buClr>
              <a:buSzPts val="2000"/>
              <a:buFont typeface="Arial"/>
              <a:buNone/>
            </a:pPr>
            <a:endParaRPr b="0" i="1"/>
          </a:p>
          <a:p>
            <a:pPr marL="285750" indent="-285750">
              <a:spcBef>
                <a:spcPts val="1000"/>
              </a:spcBef>
              <a:buSzPts val="2000"/>
              <a:buFont typeface="Arial"/>
              <a:buChar char="-"/>
            </a:pPr>
            <a:r>
              <a:rPr lang="fr-FR" b="0" i="1" dirty="0"/>
              <a:t>Affichez tous les ordinateurs  qui sont des "PC de jeu" et qui ont un processeur (CPU) Intel.</a:t>
            </a:r>
            <a:endParaRPr dirty="0"/>
          </a:p>
          <a:p>
            <a:pPr marL="285750" lvl="0" indent="-158750" algn="l" rtl="0">
              <a:spcBef>
                <a:spcPts val="1000"/>
              </a:spcBef>
              <a:spcAft>
                <a:spcPts val="0"/>
              </a:spcAft>
              <a:buClr>
                <a:schemeClr val="dk1"/>
              </a:buClr>
              <a:buSzPts val="2000"/>
              <a:buFont typeface="Arial"/>
              <a:buNone/>
            </a:pPr>
            <a:endParaRPr b="0" i="1"/>
          </a:p>
          <a:p>
            <a:pPr marL="285750" indent="-285750">
              <a:spcBef>
                <a:spcPts val="1000"/>
              </a:spcBef>
              <a:buSzPts val="2000"/>
              <a:buFont typeface="Arial"/>
              <a:buChar char="-"/>
            </a:pPr>
            <a:r>
              <a:rPr lang="fr-FR" b="0" i="1" dirty="0"/>
              <a:t>Affichez tous les ordinateurs qui ont (un processeur "AMD" ET de type "Pc de jeu") OU  (qui sont des PC de bureautique). </a:t>
            </a:r>
            <a:endParaRPr/>
          </a:p>
          <a:p>
            <a:pPr marL="285750" lvl="0" indent="-158750" algn="l" rtl="0">
              <a:spcBef>
                <a:spcPts val="1000"/>
              </a:spcBef>
              <a:spcAft>
                <a:spcPts val="0"/>
              </a:spcAft>
              <a:buClr>
                <a:schemeClr val="dk1"/>
              </a:buClr>
              <a:buSzPts val="2000"/>
              <a:buFont typeface="Arial"/>
              <a:buNone/>
            </a:pPr>
            <a:endParaRPr b="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88"/>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CONDITIONS DANS/ EN DEHORS DE</a:t>
            </a:r>
            <a:endParaRPr dirty="0">
              <a:solidFill>
                <a:schemeClr val="dk1"/>
              </a:solidFill>
            </a:endParaRPr>
          </a:p>
        </p:txBody>
      </p:sp>
      <p:sp>
        <p:nvSpPr>
          <p:cNvPr id="683" name="Google Shape;683;p88"/>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endParaRPr sz="1800" i="1"/>
          </a:p>
          <a:p>
            <a:pPr marL="0" lvl="0" indent="0" algn="l" rtl="0">
              <a:spcBef>
                <a:spcPts val="960"/>
              </a:spcBef>
              <a:spcAft>
                <a:spcPts val="0"/>
              </a:spcAft>
              <a:buClr>
                <a:schemeClr val="dk1"/>
              </a:buClr>
              <a:buSzPts val="1800"/>
              <a:buNone/>
            </a:pPr>
            <a:r>
              <a:rPr lang="fr-FR" sz="1800" b="0"/>
              <a:t>Utile lorsqu'on souhaite conditionner nos résultats à la valeur d'un champ dont on connait les valeurs qu'il contient.</a:t>
            </a:r>
            <a:endParaRPr/>
          </a:p>
          <a:p>
            <a:pPr marL="0" lvl="0" indent="0" algn="l" rtl="0">
              <a:spcBef>
                <a:spcPts val="960"/>
              </a:spcBef>
              <a:spcAft>
                <a:spcPts val="0"/>
              </a:spcAft>
              <a:buClr>
                <a:schemeClr val="dk1"/>
              </a:buClr>
              <a:buSzPts val="1800"/>
              <a:buNone/>
            </a:pPr>
            <a:r>
              <a:rPr lang="fr-FR" sz="1800" i="1"/>
              <a:t>Durée : 10min</a:t>
            </a:r>
            <a:endParaRPr/>
          </a:p>
          <a:p>
            <a:pPr marL="285750" lvl="0" indent="-158750" algn="l" rtl="0">
              <a:spcBef>
                <a:spcPts val="1000"/>
              </a:spcBef>
              <a:spcAft>
                <a:spcPts val="0"/>
              </a:spcAft>
              <a:buClr>
                <a:schemeClr val="dk1"/>
              </a:buClr>
              <a:buSzPts val="2000"/>
              <a:buFont typeface="Arial"/>
              <a:buNone/>
            </a:pPr>
            <a:endParaRPr b="0" i="1"/>
          </a:p>
          <a:p>
            <a:pPr marL="285750" lvl="0" indent="-285750" algn="l" rtl="0">
              <a:spcBef>
                <a:spcPts val="960"/>
              </a:spcBef>
              <a:spcAft>
                <a:spcPts val="0"/>
              </a:spcAft>
              <a:buClr>
                <a:schemeClr val="dk1"/>
              </a:buClr>
              <a:buSzPts val="1800"/>
              <a:buFont typeface="Arial"/>
              <a:buChar char="-"/>
            </a:pPr>
            <a:r>
              <a:rPr lang="fr-FR" sz="1800" b="0" i="1"/>
              <a:t>Utilisez votre collection "movies".</a:t>
            </a:r>
            <a:endParaRPr/>
          </a:p>
          <a:p>
            <a:pPr marL="285750" lvl="0" indent="-285750" algn="l" rtl="0">
              <a:spcBef>
                <a:spcPts val="960"/>
              </a:spcBef>
              <a:spcAft>
                <a:spcPts val="0"/>
              </a:spcAft>
              <a:buClr>
                <a:schemeClr val="dk1"/>
              </a:buClr>
              <a:buSzPts val="1800"/>
              <a:buFont typeface="Arial"/>
              <a:buChar char="-"/>
            </a:pPr>
            <a:r>
              <a:rPr lang="fr-FR" sz="1800" b="0" i="1"/>
              <a:t>Affichez tous les films dont l'année de sortie est 2012, 2013,2014</a:t>
            </a:r>
            <a:endParaRPr/>
          </a:p>
          <a:p>
            <a:pPr marL="285750" lvl="0" indent="-285750" algn="l" rtl="0">
              <a:spcBef>
                <a:spcPts val="960"/>
              </a:spcBef>
              <a:spcAft>
                <a:spcPts val="0"/>
              </a:spcAft>
              <a:buClr>
                <a:schemeClr val="dk1"/>
              </a:buClr>
              <a:buSzPts val="1800"/>
              <a:buFont typeface="Arial"/>
              <a:buChar char="-"/>
            </a:pPr>
            <a:r>
              <a:rPr lang="fr-FR" sz="1800" b="0" i="1"/>
              <a:t>Affichez tous les films dont l'année de sortie n'est pas 2017</a:t>
            </a:r>
            <a:endParaRPr/>
          </a:p>
          <a:p>
            <a:pPr marL="285750" lvl="0" indent="-171450" algn="l" rtl="0">
              <a:spcBef>
                <a:spcPts val="960"/>
              </a:spcBef>
              <a:spcAft>
                <a:spcPts val="0"/>
              </a:spcAft>
              <a:buClr>
                <a:schemeClr val="dk1"/>
              </a:buClr>
              <a:buSzPts val="1800"/>
              <a:buFont typeface="Arial"/>
              <a:buNone/>
            </a:pPr>
            <a:endParaRPr sz="1800" b="0"/>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90"/>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CONDITION "TOUS LES ELEMENTS"</a:t>
            </a:r>
            <a:endParaRPr dirty="0">
              <a:solidFill>
                <a:schemeClr val="dk1"/>
              </a:solidFill>
            </a:endParaRPr>
          </a:p>
        </p:txBody>
      </p:sp>
      <p:sp>
        <p:nvSpPr>
          <p:cNvPr id="697" name="Google Shape;697;p90"/>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r>
              <a:rPr lang="fr-FR" b="0" dirty="0"/>
              <a:t>Utile lorsqu'on souhaite sélectionner les documents où la valeur d'un champ est un tableau qui contient </a:t>
            </a:r>
            <a:r>
              <a:rPr lang="fr-FR" dirty="0"/>
              <a:t>tous</a:t>
            </a:r>
            <a:r>
              <a:rPr lang="fr-FR" b="0" dirty="0"/>
              <a:t> les éléments spécifiés. </a:t>
            </a:r>
            <a:endParaRPr dirty="0"/>
          </a:p>
          <a:p>
            <a:pPr marL="0" lvl="0" indent="0" algn="l" rtl="0">
              <a:spcBef>
                <a:spcPts val="1000"/>
              </a:spcBef>
              <a:spcAft>
                <a:spcPts val="0"/>
              </a:spcAft>
              <a:buClr>
                <a:schemeClr val="dk1"/>
              </a:buClr>
              <a:buSzPts val="2000"/>
              <a:buNone/>
            </a:pPr>
            <a:r>
              <a:rPr lang="fr-FR" i="1" dirty="0"/>
              <a:t>Durée : 15min</a:t>
            </a:r>
            <a:endParaRPr dirty="0"/>
          </a:p>
          <a:p>
            <a:pPr marL="285750" lvl="0" indent="-158750" algn="l" rtl="0">
              <a:spcBef>
                <a:spcPts val="1000"/>
              </a:spcBef>
              <a:spcAft>
                <a:spcPts val="0"/>
              </a:spcAft>
              <a:buClr>
                <a:schemeClr val="dk1"/>
              </a:buClr>
              <a:buSzPts val="2000"/>
              <a:buFont typeface="Arial"/>
              <a:buNone/>
            </a:pPr>
            <a:endParaRPr b="0" i="1"/>
          </a:p>
          <a:p>
            <a:pPr marL="285750" lvl="0" indent="-285750" algn="l" rtl="0">
              <a:spcBef>
                <a:spcPts val="1000"/>
              </a:spcBef>
              <a:spcAft>
                <a:spcPts val="0"/>
              </a:spcAft>
              <a:buClr>
                <a:schemeClr val="dk1"/>
              </a:buClr>
              <a:buSzPts val="2000"/>
              <a:buFont typeface="Arial"/>
              <a:buChar char="•"/>
            </a:pPr>
            <a:r>
              <a:rPr lang="fr-FR" b="0" i="1" dirty="0"/>
              <a:t>Dans votre collection "recette", affichez les recettes qui commencent par "parmentier de canard'</a:t>
            </a:r>
            <a:endParaRPr dirty="0"/>
          </a:p>
          <a:p>
            <a:pPr marL="285750" lvl="0" indent="-285750" algn="l" rtl="0">
              <a:spcBef>
                <a:spcPts val="1000"/>
              </a:spcBef>
              <a:spcAft>
                <a:spcPts val="0"/>
              </a:spcAft>
              <a:buClr>
                <a:schemeClr val="dk1"/>
              </a:buClr>
              <a:buSzPts val="2000"/>
              <a:buFont typeface="Arial"/>
              <a:buChar char="•"/>
            </a:pPr>
            <a:r>
              <a:rPr lang="fr-FR" b="0" i="1" dirty="0"/>
              <a:t>Combien en constatez-vous ?</a:t>
            </a:r>
            <a:endParaRPr dirty="0"/>
          </a:p>
          <a:p>
            <a:pPr marL="285750" lvl="0" indent="-285750" algn="l" rtl="0">
              <a:spcBef>
                <a:spcPts val="1000"/>
              </a:spcBef>
              <a:spcAft>
                <a:spcPts val="0"/>
              </a:spcAft>
              <a:buClr>
                <a:schemeClr val="dk1"/>
              </a:buClr>
              <a:buSzPts val="2000"/>
              <a:buFont typeface="Arial"/>
              <a:buChar char="•"/>
            </a:pPr>
            <a:r>
              <a:rPr lang="fr-FR" b="0" i="1" dirty="0"/>
              <a:t>Affichez uniquement le parmentier de canard qui se prépare </a:t>
            </a:r>
            <a:r>
              <a:rPr lang="fr-FR" i="1" dirty="0"/>
              <a:t>strictement </a:t>
            </a:r>
            <a:r>
              <a:rPr lang="fr-FR" b="0" i="1" dirty="0"/>
              <a:t>à la </a:t>
            </a:r>
            <a:r>
              <a:rPr lang="fr-FR" b="0" i="1" dirty="0" err="1"/>
              <a:t>poele</a:t>
            </a:r>
            <a:r>
              <a:rPr lang="fr-FR" b="0" i="1" dirty="0"/>
              <a:t> et au micro-onde</a:t>
            </a:r>
            <a:endParaRPr dirty="0"/>
          </a:p>
          <a:p>
            <a:pPr marL="285750" lvl="0" indent="-285750" algn="l" rtl="0">
              <a:spcBef>
                <a:spcPts val="1000"/>
              </a:spcBef>
              <a:spcAft>
                <a:spcPts val="0"/>
              </a:spcAft>
              <a:buClr>
                <a:schemeClr val="dk1"/>
              </a:buClr>
              <a:buSzPts val="2000"/>
              <a:buFont typeface="Arial"/>
              <a:buChar char="•"/>
            </a:pPr>
            <a:r>
              <a:rPr lang="fr-FR" b="0" i="1" dirty="0"/>
              <a:t>A quel autre opérateur vous fait penser l'opérateur que vous venez d'utiliser ? Écrivez une requête équivalente (donnant le même résultat) avec cet autre opérateur.</a:t>
            </a:r>
            <a:endParaRPr dirty="0"/>
          </a:p>
          <a:p>
            <a:pPr marL="0" lvl="0" indent="0" algn="l" rtl="0">
              <a:spcBef>
                <a:spcPts val="1000"/>
              </a:spcBef>
              <a:spcAft>
                <a:spcPts val="0"/>
              </a:spcAft>
              <a:buClr>
                <a:schemeClr val="dk1"/>
              </a:buClr>
              <a:buSzPts val="2000"/>
              <a:buNone/>
            </a:pPr>
            <a:endParaRPr b="0"/>
          </a:p>
          <a:p>
            <a:pPr marL="285750" lvl="0" indent="-158750" algn="l" rtl="0">
              <a:spcBef>
                <a:spcPts val="1000"/>
              </a:spcBef>
              <a:spcAft>
                <a:spcPts val="0"/>
              </a:spcAft>
              <a:buClr>
                <a:schemeClr val="dk1"/>
              </a:buClr>
              <a:buSzPts val="2000"/>
              <a:buFont typeface="Arial"/>
              <a:buNone/>
            </a:pPr>
            <a:endParaRPr b="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92"/>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a:buClr>
                <a:schemeClr val="accent5"/>
              </a:buClr>
              <a:buSzPts val="2800"/>
            </a:pPr>
            <a:r>
              <a:rPr lang="fr-FR" sz="2800" dirty="0">
                <a:solidFill>
                  <a:srgbClr val="7030A0"/>
                </a:solidFill>
              </a:rPr>
              <a:t>EXERCICE </a:t>
            </a:r>
            <a:br>
              <a:rPr lang="fr-FR" sz="2800" dirty="0"/>
            </a:br>
            <a:r>
              <a:rPr lang="fr-FR" sz="2800" dirty="0">
                <a:solidFill>
                  <a:schemeClr val="dk1"/>
                </a:solidFill>
              </a:rPr>
              <a:t>CONDITION "VÉRIFIER L'EXISTENCE DE"</a:t>
            </a:r>
            <a:endParaRPr dirty="0">
              <a:solidFill>
                <a:schemeClr val="dk1"/>
              </a:solidFill>
            </a:endParaRPr>
          </a:p>
        </p:txBody>
      </p:sp>
      <p:sp>
        <p:nvSpPr>
          <p:cNvPr id="711" name="Google Shape;711;p92"/>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endParaRPr sz="1800" i="1"/>
          </a:p>
          <a:p>
            <a:pPr marL="0" indent="0">
              <a:spcBef>
                <a:spcPts val="960"/>
              </a:spcBef>
            </a:pPr>
            <a:r>
              <a:rPr lang="fr-FR" sz="1800" b="0" dirty="0"/>
              <a:t>Utile lorsqu'on souhaite sélectionner les documents pour lesquels une clé existe (ou n'existe pas). </a:t>
            </a:r>
            <a:endParaRPr lang="fr-FR" dirty="0"/>
          </a:p>
          <a:p>
            <a:pPr marL="0" indent="0">
              <a:spcBef>
                <a:spcPts val="960"/>
              </a:spcBef>
            </a:pPr>
            <a:endParaRPr lang="fr-FR" sz="1800" b="0" dirty="0"/>
          </a:p>
          <a:p>
            <a:pPr marL="0" lvl="0" indent="0" algn="l">
              <a:spcBef>
                <a:spcPts val="960"/>
              </a:spcBef>
              <a:spcAft>
                <a:spcPts val="0"/>
              </a:spcAft>
              <a:buSzPts val="1800"/>
              <a:buNone/>
            </a:pPr>
            <a:r>
              <a:rPr lang="fr-FR" sz="1800" b="0" dirty="0"/>
              <a:t>Puisque </a:t>
            </a:r>
            <a:r>
              <a:rPr lang="fr-FR" sz="1800" b="0" dirty="0" err="1"/>
              <a:t>mongoDB</a:t>
            </a:r>
            <a:r>
              <a:rPr lang="fr-FR" sz="1800" b="0" dirty="0"/>
              <a:t> est "</a:t>
            </a:r>
            <a:r>
              <a:rPr lang="fr-FR" sz="1800" b="0" dirty="0" err="1"/>
              <a:t>schemaless</a:t>
            </a:r>
            <a:r>
              <a:rPr lang="fr-FR" sz="1800" b="0" dirty="0"/>
              <a:t>" (semi structuré) les enregistrements peuvent varier.</a:t>
            </a:r>
            <a:endParaRPr/>
          </a:p>
          <a:p>
            <a:pPr marL="0" lvl="0" indent="0" algn="l" rtl="0">
              <a:spcBef>
                <a:spcPts val="960"/>
              </a:spcBef>
              <a:spcAft>
                <a:spcPts val="0"/>
              </a:spcAft>
              <a:buClr>
                <a:schemeClr val="dk1"/>
              </a:buClr>
              <a:buSzPts val="1800"/>
              <a:buNone/>
            </a:pPr>
            <a:r>
              <a:rPr lang="fr-FR" sz="1800" b="0" dirty="0"/>
              <a:t>A ne pas confondre avec le "EXIST" en SQL qui vérifie si une valeur est contenue dans un champ (correspond au IN) et non l'existence d'un champ</a:t>
            </a:r>
            <a:endParaRPr dirty="0"/>
          </a:p>
          <a:p>
            <a:pPr marL="0" lvl="0" indent="0" algn="l" rtl="0">
              <a:spcBef>
                <a:spcPts val="960"/>
              </a:spcBef>
              <a:spcAft>
                <a:spcPts val="0"/>
              </a:spcAft>
              <a:buClr>
                <a:schemeClr val="dk1"/>
              </a:buClr>
              <a:buSzPts val="1800"/>
              <a:buNone/>
            </a:pPr>
            <a:endParaRPr sz="1800" i="1"/>
          </a:p>
          <a:p>
            <a:pPr marL="0" lvl="0" indent="0" algn="l" rtl="0">
              <a:spcBef>
                <a:spcPts val="960"/>
              </a:spcBef>
              <a:spcAft>
                <a:spcPts val="0"/>
              </a:spcAft>
              <a:buClr>
                <a:schemeClr val="dk1"/>
              </a:buClr>
              <a:buSzPts val="1800"/>
              <a:buNone/>
            </a:pPr>
            <a:r>
              <a:rPr lang="fr-FR" sz="1800" i="1" dirty="0"/>
              <a:t>Durée : 5min</a:t>
            </a:r>
            <a:endParaRPr dirty="0"/>
          </a:p>
          <a:p>
            <a:pPr marL="285750" indent="-285750">
              <a:spcBef>
                <a:spcPts val="960"/>
              </a:spcBef>
              <a:buFont typeface="Arial"/>
              <a:buChar char="•"/>
            </a:pPr>
            <a:r>
              <a:rPr lang="fr-FR" sz="1800" b="0" i="1" dirty="0"/>
              <a:t> Affichez toutes les recettes pour lesquelles un mode de cuisson (cooking) n'existe pas.</a:t>
            </a:r>
            <a:endParaRPr dirty="0"/>
          </a:p>
          <a:p>
            <a:pPr marL="285750" lvl="0" indent="-171450" algn="l" rtl="0">
              <a:spcBef>
                <a:spcPts val="960"/>
              </a:spcBef>
              <a:spcAft>
                <a:spcPts val="0"/>
              </a:spcAft>
              <a:buClr>
                <a:schemeClr val="dk1"/>
              </a:buClr>
              <a:buSzPts val="1800"/>
              <a:buFont typeface="Arial"/>
              <a:buNone/>
            </a:pPr>
            <a:endParaRPr sz="1800" b="0" i="1"/>
          </a:p>
          <a:p>
            <a:pPr marL="285750" lvl="0" indent="-171450" algn="l" rtl="0">
              <a:spcBef>
                <a:spcPts val="960"/>
              </a:spcBef>
              <a:spcAft>
                <a:spcPts val="0"/>
              </a:spcAft>
              <a:buClr>
                <a:schemeClr val="dk1"/>
              </a:buClr>
              <a:buSzPts val="1800"/>
              <a:buFont typeface="Arial"/>
              <a:buNone/>
            </a:pPr>
            <a:endParaRPr sz="1800" b="0"/>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94"/>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CONDITIONS METTRE À JOUR</a:t>
            </a:r>
            <a:endParaRPr dirty="0">
              <a:solidFill>
                <a:schemeClr val="dk1"/>
              </a:solidFill>
            </a:endParaRPr>
          </a:p>
        </p:txBody>
      </p:sp>
      <p:sp>
        <p:nvSpPr>
          <p:cNvPr id="725" name="Google Shape;725;p94"/>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fr-FR" sz="1800" b="0"/>
              <a:t>Indispensable des opérations CRUD, l'update permet de modifier un document pour changer une valeur ou ajouter une clé/valeur au sein d'un document.</a:t>
            </a:r>
            <a:endParaRPr/>
          </a:p>
          <a:p>
            <a:pPr marL="0" lvl="0" indent="0" algn="l" rtl="0">
              <a:spcBef>
                <a:spcPts val="960"/>
              </a:spcBef>
              <a:spcAft>
                <a:spcPts val="0"/>
              </a:spcAft>
              <a:buClr>
                <a:schemeClr val="dk1"/>
              </a:buClr>
              <a:buSzPts val="1800"/>
              <a:buNone/>
            </a:pPr>
            <a:r>
              <a:rPr lang="fr-FR" sz="1800" i="1"/>
              <a:t>Durée : 15min</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Mettez à jour la collection "recette" de la façon suivante:</a:t>
            </a:r>
            <a:endParaRPr/>
          </a:p>
          <a:p>
            <a:pPr marL="742950" lvl="1" indent="-285750" algn="l" rtl="0">
              <a:spcBef>
                <a:spcPts val="960"/>
              </a:spcBef>
              <a:spcAft>
                <a:spcPts val="0"/>
              </a:spcAft>
              <a:buSzPts val="1800"/>
              <a:buFont typeface="Arial"/>
              <a:buChar char="-"/>
            </a:pPr>
            <a:r>
              <a:rPr lang="fr-FR" sz="1800"/>
              <a:t>Ajouter à la recette "oeufs à la coque" un nouveau champ "nbpeople"  contenant la valeur 1.</a:t>
            </a:r>
            <a:endParaRPr/>
          </a:p>
          <a:p>
            <a:pPr marL="742950" lvl="1" indent="-171450" algn="l" rtl="0">
              <a:spcBef>
                <a:spcPts val="360"/>
              </a:spcBef>
              <a:spcAft>
                <a:spcPts val="0"/>
              </a:spcAft>
              <a:buSzPts val="1800"/>
              <a:buFont typeface="Arial"/>
              <a:buNone/>
            </a:pPr>
            <a:endParaRPr sz="1800"/>
          </a:p>
          <a:p>
            <a:pPr marL="742950" lvl="1" indent="-285750" algn="l" rtl="0">
              <a:spcBef>
                <a:spcPts val="360"/>
              </a:spcBef>
              <a:spcAft>
                <a:spcPts val="0"/>
              </a:spcAft>
              <a:buSzPts val="1800"/>
              <a:buFont typeface="Arial"/>
              <a:buChar char="-"/>
            </a:pPr>
            <a:r>
              <a:rPr lang="fr-FR" sz="1800"/>
              <a:t>Modifier le document "parmentier de canard surgele" afin de modifier le mode de cuisson "micro-onde" (dans le tableau "cooking") par "four à micro-onde". </a:t>
            </a:r>
            <a:endParaRPr sz="1800" b="0"/>
          </a:p>
          <a:p>
            <a:pPr marL="742950" lvl="1" indent="-285750" algn="l" rtl="0">
              <a:spcBef>
                <a:spcPts val="360"/>
              </a:spcBef>
              <a:spcAft>
                <a:spcPts val="0"/>
              </a:spcAft>
              <a:buSzPts val="1800"/>
              <a:buFont typeface="Arial"/>
              <a:buChar char="-"/>
            </a:pPr>
            <a:r>
              <a:rPr lang="fr-FR" sz="1800"/>
              <a:t>Retirez le champ "nbpeople" précédemment ajouté.</a:t>
            </a:r>
            <a:endParaRPr/>
          </a:p>
          <a:p>
            <a:pPr marL="742950" lvl="1" indent="-171450" algn="l" rtl="0">
              <a:spcBef>
                <a:spcPts val="360"/>
              </a:spcBef>
              <a:spcAft>
                <a:spcPts val="0"/>
              </a:spcAft>
              <a:buSzPts val="1800"/>
              <a:buFont typeface="Arial"/>
              <a:buNone/>
            </a:pPr>
            <a:endParaRPr sz="1800" b="0"/>
          </a:p>
          <a:p>
            <a:pPr marL="285750" lvl="0" indent="-285750" algn="l" rtl="0">
              <a:spcBef>
                <a:spcPts val="360"/>
              </a:spcBef>
              <a:spcAft>
                <a:spcPts val="0"/>
              </a:spcAft>
              <a:buClr>
                <a:schemeClr val="dk1"/>
              </a:buClr>
              <a:buSzPts val="1800"/>
              <a:buFont typeface="Arial"/>
              <a:buChar char="-"/>
            </a:pPr>
            <a:r>
              <a:rPr lang="fr-FR" sz="1800" b="0"/>
              <a:t>Dans votre collection "movies" ajoutez un champ "date_sortie" qui contiendra la date de la mise à jour (date gérée par le système) pour le film "Robot Chicken"</a:t>
            </a:r>
            <a:endParaRPr/>
          </a:p>
          <a:p>
            <a:pPr marL="285750" lvl="0" indent="-171450" algn="l" rtl="0">
              <a:spcBef>
                <a:spcPts val="960"/>
              </a:spcBef>
              <a:spcAft>
                <a:spcPts val="0"/>
              </a:spcAft>
              <a:buClr>
                <a:schemeClr val="dk1"/>
              </a:buClr>
              <a:buSzPts val="1800"/>
              <a:buFont typeface="Arial"/>
              <a:buNone/>
            </a:pPr>
            <a:endParaRPr sz="1800" b="0"/>
          </a:p>
        </p:txBody>
      </p:sp>
    </p:spTree>
    <p:extLst>
      <p:ext uri="{BB962C8B-B14F-4D97-AF65-F5344CB8AC3E}">
        <p14:creationId xmlns:p14="http://schemas.microsoft.com/office/powerpoint/2010/main" val="8952796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44"/>
        <p:cNvGrpSpPr/>
        <p:nvPr/>
      </p:nvGrpSpPr>
      <p:grpSpPr>
        <a:xfrm>
          <a:off x="0" y="0"/>
          <a:ext cx="0" cy="0"/>
          <a:chOff x="0" y="0"/>
          <a:chExt cx="0" cy="0"/>
        </a:xfrm>
      </p:grpSpPr>
      <p:sp>
        <p:nvSpPr>
          <p:cNvPr id="745" name="Google Shape;745;p97"/>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METTRE À JOUR DES CLÉS/VALEURS</a:t>
            </a:r>
            <a:endParaRPr dirty="0">
              <a:solidFill>
                <a:schemeClr val="dk1"/>
              </a:solidFill>
            </a:endParaRPr>
          </a:p>
        </p:txBody>
      </p:sp>
      <p:sp>
        <p:nvSpPr>
          <p:cNvPr id="746" name="Google Shape;746;p97"/>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indent="0">
              <a:spcBef>
                <a:spcPts val="0"/>
              </a:spcBef>
            </a:pPr>
            <a:r>
              <a:rPr lang="fr-FR" sz="1800" b="0" dirty="0"/>
              <a:t>Jusqu'ici nous avons modifié des champs existants ou ajouté des nouveaux champs. Il est parfois utile d'ajouter des nouvelles valeurs dans un tableau  </a:t>
            </a:r>
            <a:endParaRPr/>
          </a:p>
          <a:p>
            <a:pPr marL="0" lvl="0" indent="0" algn="l" rtl="0">
              <a:spcBef>
                <a:spcPts val="960"/>
              </a:spcBef>
              <a:spcAft>
                <a:spcPts val="0"/>
              </a:spcAft>
              <a:buClr>
                <a:schemeClr val="dk1"/>
              </a:buClr>
              <a:buSzPts val="1800"/>
              <a:buNone/>
            </a:pPr>
            <a:r>
              <a:rPr lang="fr-FR" sz="1800" i="1" dirty="0"/>
              <a:t>Durée : 30min</a:t>
            </a:r>
            <a:endParaRPr dirty="0"/>
          </a:p>
          <a:p>
            <a:pPr marL="285750" lvl="0" indent="-285750" algn="l" rtl="0">
              <a:spcBef>
                <a:spcPts val="960"/>
              </a:spcBef>
              <a:spcAft>
                <a:spcPts val="0"/>
              </a:spcAft>
              <a:buClr>
                <a:schemeClr val="dk1"/>
              </a:buClr>
              <a:buSzPts val="1800"/>
              <a:buFont typeface="Arial"/>
              <a:buChar char="-"/>
            </a:pPr>
            <a:r>
              <a:rPr lang="fr-FR" sz="1800" b="0" dirty="0"/>
              <a:t>On souhaite ajouter en fin de tableau à la recette "mousse au chocolat noir" la valeur "frigo" dans le tableau cooking.</a:t>
            </a:r>
            <a:endParaRPr dirty="0"/>
          </a:p>
          <a:p>
            <a:pPr marL="285750" indent="-285750">
              <a:spcBef>
                <a:spcPts val="960"/>
              </a:spcBef>
              <a:buFont typeface="Arial"/>
              <a:buChar char="-"/>
            </a:pPr>
            <a:r>
              <a:rPr lang="fr-FR" sz="1800" b="0" dirty="0"/>
              <a:t>Pour la recette  "</a:t>
            </a:r>
            <a:r>
              <a:rPr lang="fr-FR" sz="1800" b="0" dirty="0" err="1"/>
              <a:t>oeufs</a:t>
            </a:r>
            <a:r>
              <a:rPr lang="fr-FR" sz="1800" b="0" dirty="0"/>
              <a:t> à la coque",  ajouter un tableau "cooking" contenant la valeur "casserole".</a:t>
            </a:r>
            <a:endParaRPr dirty="0"/>
          </a:p>
          <a:p>
            <a:pPr marL="285750" indent="-285750">
              <a:spcBef>
                <a:spcPts val="960"/>
              </a:spcBef>
              <a:buFont typeface="Arial"/>
              <a:buChar char="-"/>
            </a:pPr>
            <a:r>
              <a:rPr lang="fr-FR" sz="1800" b="0" dirty="0"/>
              <a:t>Pour la recette  "mousse au chocolat noir", on souhaite ajouter en </a:t>
            </a:r>
            <a:r>
              <a:rPr lang="fr-FR" sz="1800" b="0" u="sng" dirty="0"/>
              <a:t>une seule </a:t>
            </a:r>
            <a:r>
              <a:rPr lang="fr-FR" sz="1800" b="0" dirty="0"/>
              <a:t>requête un tableau "ustensiles" qui contiendra les valeurs "saladier", "fouet", "spatule"</a:t>
            </a:r>
            <a:endParaRPr dirty="0"/>
          </a:p>
          <a:p>
            <a:pPr marL="285750" indent="-285750">
              <a:spcBef>
                <a:spcPts val="960"/>
              </a:spcBef>
              <a:buFont typeface="Arial"/>
              <a:buChar char="-"/>
            </a:pPr>
            <a:r>
              <a:rPr lang="fr-FR" sz="1800" b="0" dirty="0"/>
              <a:t>On souhaite maintenant ajouter la valeur "four" dans le tableau "cooking"  à </a:t>
            </a:r>
            <a:r>
              <a:rPr lang="fr-FR" sz="1800" dirty="0"/>
              <a:t>tous </a:t>
            </a:r>
            <a:r>
              <a:rPr lang="fr-FR" sz="1800" b="0" dirty="0"/>
              <a:t>les documents qui ne possèdent pas déjà cette valeur dans leur tableau "cooking"</a:t>
            </a:r>
            <a:endParaRPr dirty="0"/>
          </a:p>
          <a:p>
            <a:pPr marL="285750" lvl="0" indent="-285750" algn="l" rtl="0">
              <a:spcBef>
                <a:spcPts val="960"/>
              </a:spcBef>
              <a:spcAft>
                <a:spcPts val="0"/>
              </a:spcAft>
              <a:buClr>
                <a:schemeClr val="dk1"/>
              </a:buClr>
              <a:buSzPts val="1800"/>
              <a:buFont typeface="Arial"/>
              <a:buChar char="-"/>
            </a:pPr>
            <a:r>
              <a:rPr lang="fr-FR" sz="1800" b="0" dirty="0"/>
              <a:t>Finissez par retirer l'élément "four" de cooking sur tous les documents.</a:t>
            </a:r>
            <a:endParaRPr dirty="0"/>
          </a:p>
          <a:p>
            <a:pPr marL="285750" indent="-285750">
              <a:spcBef>
                <a:spcPts val="960"/>
              </a:spcBef>
              <a:buFont typeface="Arial"/>
              <a:buChar char="-"/>
            </a:pPr>
            <a:r>
              <a:rPr lang="fr-FR" sz="1800" b="0" dirty="0"/>
              <a:t>Que constatez-vous pour le "parmentier de canard" ?</a:t>
            </a:r>
            <a:endParaRPr dirty="0"/>
          </a:p>
          <a:p>
            <a:pPr marL="285750" indent="-285750">
              <a:spcBef>
                <a:spcPts val="960"/>
              </a:spcBef>
              <a:buFont typeface="Arial"/>
              <a:buChar char="-"/>
            </a:pPr>
            <a:r>
              <a:rPr lang="fr-FR" sz="1800" b="0" dirty="0"/>
              <a:t>Faites en sorte de nettoyer cette donnée </a:t>
            </a:r>
            <a:endParaRPr/>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766" name="Google Shape;766;p100"/>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TRIER / PAGINER</a:t>
            </a:r>
            <a:endParaRPr dirty="0">
              <a:solidFill>
                <a:schemeClr val="dk1"/>
              </a:solidFill>
            </a:endParaRPr>
          </a:p>
        </p:txBody>
      </p:sp>
      <p:sp>
        <p:nvSpPr>
          <p:cNvPr id="767" name="Google Shape;767;p100"/>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endParaRPr sz="1800" b="0"/>
          </a:p>
          <a:p>
            <a:pPr marL="0" lvl="0" indent="0" algn="l" rtl="0">
              <a:spcBef>
                <a:spcPts val="960"/>
              </a:spcBef>
              <a:spcAft>
                <a:spcPts val="0"/>
              </a:spcAft>
              <a:buClr>
                <a:schemeClr val="dk1"/>
              </a:buClr>
              <a:buSzPts val="1800"/>
              <a:buNone/>
            </a:pPr>
            <a:r>
              <a:rPr lang="fr-FR" sz="1800" b="0" dirty="0"/>
              <a:t>Jusqu'ici nous avons affiché les résultats dans notre console sans notion de tri. C'est Mongo qui a décidé du tri (par </a:t>
            </a:r>
            <a:r>
              <a:rPr lang="fr-FR" sz="1800" b="0" dirty="0" err="1"/>
              <a:t>l'id</a:t>
            </a:r>
            <a:r>
              <a:rPr lang="fr-FR" sz="1800" b="0" dirty="0"/>
              <a:t>).</a:t>
            </a:r>
            <a:endParaRPr dirty="0"/>
          </a:p>
          <a:p>
            <a:pPr marL="0" lvl="0" indent="0" algn="l" rtl="0">
              <a:spcBef>
                <a:spcPts val="960"/>
              </a:spcBef>
              <a:spcAft>
                <a:spcPts val="0"/>
              </a:spcAft>
              <a:buClr>
                <a:schemeClr val="dk1"/>
              </a:buClr>
              <a:buSzPts val="1800"/>
              <a:buNone/>
            </a:pPr>
            <a:r>
              <a:rPr lang="fr-FR" sz="1800" i="1" dirty="0"/>
              <a:t>Durée : 10min</a:t>
            </a:r>
            <a:endParaRPr dirty="0"/>
          </a:p>
          <a:p>
            <a:pPr marL="285750" lvl="0" indent="-285750" algn="l" rtl="0">
              <a:spcBef>
                <a:spcPts val="960"/>
              </a:spcBef>
              <a:spcAft>
                <a:spcPts val="0"/>
              </a:spcAft>
              <a:buClr>
                <a:schemeClr val="dk1"/>
              </a:buClr>
              <a:buSzPts val="1800"/>
              <a:buFont typeface="Arial"/>
              <a:buChar char="-"/>
            </a:pPr>
            <a:r>
              <a:rPr lang="fr-FR" sz="1800" b="0" dirty="0"/>
              <a:t>Dans la collection "</a:t>
            </a:r>
            <a:r>
              <a:rPr lang="fr-FR" sz="1800" b="0" dirty="0" err="1"/>
              <a:t>movies</a:t>
            </a:r>
            <a:r>
              <a:rPr lang="fr-FR" sz="1800" b="0" dirty="0"/>
              <a:t>"</a:t>
            </a:r>
            <a:endParaRPr dirty="0"/>
          </a:p>
          <a:p>
            <a:pPr marL="285750" lvl="0" indent="-285750" algn="l" rtl="0">
              <a:spcBef>
                <a:spcPts val="960"/>
              </a:spcBef>
              <a:spcAft>
                <a:spcPts val="0"/>
              </a:spcAft>
              <a:buClr>
                <a:schemeClr val="dk1"/>
              </a:buClr>
              <a:buSzPts val="1800"/>
              <a:buFont typeface="Arial"/>
              <a:buChar char="-"/>
            </a:pPr>
            <a:r>
              <a:rPr lang="fr-FR" sz="1800" b="0" dirty="0"/>
              <a:t>Listez le titre des films et l'année de sortie en triant les résultats par date de sortie ascendante.</a:t>
            </a:r>
            <a:endParaRPr dirty="0"/>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dirty="0"/>
              <a:t>Listez le titre des films et l'année de sortie en triant les résultats par ordre alphabétique et par date de sortie descendante.</a:t>
            </a:r>
            <a:endParaRPr dirty="0"/>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dirty="0"/>
              <a:t>Excluez de cette liste les 2 premiers résultats.</a:t>
            </a:r>
            <a:endParaRPr dirty="0"/>
          </a:p>
          <a:p>
            <a:pPr marL="0" lvl="0" indent="0" algn="l" rtl="0">
              <a:spcBef>
                <a:spcPts val="960"/>
              </a:spcBef>
              <a:spcAft>
                <a:spcPts val="0"/>
              </a:spcAft>
              <a:buClr>
                <a:schemeClr val="dk1"/>
              </a:buClr>
              <a:buSzPts val="1800"/>
              <a:buNone/>
            </a:pPr>
            <a:endParaRPr sz="1800" b="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02"/>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a:buClr>
                <a:schemeClr val="accent5"/>
              </a:buClr>
              <a:buSzPts val="2800"/>
            </a:pPr>
            <a:r>
              <a:rPr lang="fr-FR" sz="2800" dirty="0">
                <a:solidFill>
                  <a:srgbClr val="7030A0"/>
                </a:solidFill>
              </a:rPr>
              <a:t>EXERCICE </a:t>
            </a:r>
            <a:br>
              <a:rPr lang="fr-FR" sz="2800" dirty="0"/>
            </a:br>
            <a:r>
              <a:rPr lang="fr-FR" sz="2800" dirty="0">
                <a:solidFill>
                  <a:schemeClr val="dk1"/>
                </a:solidFill>
              </a:rPr>
              <a:t>QUELQUES AUTRES FONCTIONS...</a:t>
            </a:r>
            <a:endParaRPr lang="fr-FR" dirty="0">
              <a:solidFill>
                <a:schemeClr val="dk1"/>
              </a:solidFill>
            </a:endParaRPr>
          </a:p>
        </p:txBody>
      </p:sp>
      <p:sp>
        <p:nvSpPr>
          <p:cNvPr id="781" name="Google Shape;781;p102"/>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285750" lvl="0" indent="-171450" algn="l" rtl="0">
              <a:spcBef>
                <a:spcPts val="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Ajoutez 1 min de préparation à toutes vos recettes.</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Multipliez par 2 le champ "nbpeople"  </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Vous voulez savoir quand a été créé un document. Il n’y pas de date indiquée dans votre document. Trouvez une solution pour trouver cette information.</a:t>
            </a:r>
            <a:endParaRPr/>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105"/>
          <p:cNvSpPr txBox="1">
            <a:spLocks noGrp="1"/>
          </p:cNvSpPr>
          <p:nvPr>
            <p:ph type="ctrTitle"/>
          </p:nvPr>
        </p:nvSpPr>
        <p:spPr>
          <a:xfrm>
            <a:off x="457200" y="228600"/>
            <a:ext cx="7772400" cy="4571999"/>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chemeClr val="dk1"/>
              </a:buClr>
              <a:buSzPts val="7200"/>
              <a:buFont typeface="Arial Black"/>
              <a:buNone/>
            </a:pPr>
            <a:r>
              <a:rPr lang="fr-FR" sz="7200"/>
              <a:t>MONGO DB</a:t>
            </a:r>
            <a:endParaRPr sz="7200"/>
          </a:p>
        </p:txBody>
      </p:sp>
      <p:sp>
        <p:nvSpPr>
          <p:cNvPr id="801" name="Google Shape;801;p105"/>
          <p:cNvSpPr txBox="1">
            <a:spLocks noGrp="1"/>
          </p:cNvSpPr>
          <p:nvPr>
            <p:ph type="subTitle" idx="1"/>
          </p:nvPr>
        </p:nvSpPr>
        <p:spPr>
          <a:xfrm>
            <a:off x="558351" y="3222653"/>
            <a:ext cx="6858000" cy="914400"/>
          </a:xfrm>
          <a:prstGeom prst="rect">
            <a:avLst/>
          </a:prstGeom>
          <a:noFill/>
          <a:ln>
            <a:noFill/>
          </a:ln>
        </p:spPr>
        <p:txBody>
          <a:bodyPr spcFirstLastPara="1" wrap="square" lIns="91425" tIns="45700" rIns="91425" bIns="45700" anchor="t" anchorCtr="0">
            <a:normAutofit lnSpcReduction="10000"/>
          </a:bodyPr>
          <a:lstStyle/>
          <a:p>
            <a:pPr marL="0" lvl="0" indent="0" algn="l" rtl="0">
              <a:spcBef>
                <a:spcPts val="0"/>
              </a:spcBef>
              <a:spcAft>
                <a:spcPts val="0"/>
              </a:spcAft>
              <a:buClr>
                <a:schemeClr val="dk2"/>
              </a:buClr>
              <a:buSzPts val="2800"/>
              <a:buNone/>
            </a:pPr>
            <a:r>
              <a:rPr lang="fr-FR" sz="2800" dirty="0">
                <a:solidFill>
                  <a:srgbClr val="7030A0"/>
                </a:solidFill>
              </a:rPr>
              <a:t>INDEX ET PERFORMANCE DES REQUÊTES</a:t>
            </a:r>
            <a:endParaRPr lang="fr-FR" dirty="0">
              <a:solidFill>
                <a:srgbClr val="7030A0"/>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06"/>
        <p:cNvGrpSpPr/>
        <p:nvPr/>
      </p:nvGrpSpPr>
      <p:grpSpPr>
        <a:xfrm>
          <a:off x="0" y="0"/>
          <a:ext cx="0" cy="0"/>
          <a:chOff x="0" y="0"/>
          <a:chExt cx="0" cy="0"/>
        </a:xfrm>
      </p:grpSpPr>
      <p:sp>
        <p:nvSpPr>
          <p:cNvPr id="807" name="Google Shape;807;p106"/>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a:t>
            </a:r>
            <a:br>
              <a:rPr lang="fr-FR" sz="2800" dirty="0"/>
            </a:br>
            <a:r>
              <a:rPr lang="fr-FR" sz="2800" dirty="0">
                <a:solidFill>
                  <a:schemeClr val="dk1"/>
                </a:solidFill>
              </a:rPr>
              <a:t>PERFORMANCE D'UNE REQUÊTE</a:t>
            </a:r>
            <a:endParaRPr sz="2800" dirty="0">
              <a:solidFill>
                <a:schemeClr val="dk1"/>
              </a:solidFill>
            </a:endParaRPr>
          </a:p>
        </p:txBody>
      </p:sp>
      <p:sp>
        <p:nvSpPr>
          <p:cNvPr id="808" name="Google Shape;808;p106"/>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endParaRPr b="0"/>
          </a:p>
          <a:p>
            <a:pPr marL="285750" indent="-285750">
              <a:spcBef>
                <a:spcPts val="1000"/>
              </a:spcBef>
              <a:buSzPts val="2000"/>
              <a:buFont typeface="Arial"/>
              <a:buChar char="•"/>
            </a:pPr>
            <a:r>
              <a:rPr lang="fr-FR" b="0" dirty="0"/>
              <a:t>Vous l'avez maintenant compris ; MongoDB est imaginé pour répondre à des contraintes de haute performance et de haute disponibilité. </a:t>
            </a:r>
            <a:endParaRPr/>
          </a:p>
          <a:p>
            <a:pPr marL="285750" lvl="0" indent="-158750" algn="l" rtl="0">
              <a:spcBef>
                <a:spcPts val="1000"/>
              </a:spcBef>
              <a:spcAft>
                <a:spcPts val="0"/>
              </a:spcAft>
              <a:buClr>
                <a:schemeClr val="dk1"/>
              </a:buClr>
              <a:buSzPts val="2000"/>
              <a:buFont typeface="Arial"/>
              <a:buNone/>
            </a:pPr>
            <a:endParaRPr b="0"/>
          </a:p>
          <a:p>
            <a:pPr marL="285750" indent="-285750">
              <a:spcBef>
                <a:spcPts val="1000"/>
              </a:spcBef>
              <a:buSzPts val="2000"/>
              <a:buFont typeface="Arial"/>
              <a:buChar char="•"/>
            </a:pPr>
            <a:r>
              <a:rPr lang="fr-FR" b="0" dirty="0"/>
              <a:t>Les performances sont de deux natures:  celles des serveurs (cluster) qui hébergent la base de données et celles du temps d'exécution des requêtes (il y a un lien entre ces deux types de performance).</a:t>
            </a:r>
            <a:endParaRPr dirty="0"/>
          </a:p>
          <a:p>
            <a:pPr marL="285750" lvl="0" indent="-158750" algn="l" rtl="0">
              <a:spcBef>
                <a:spcPts val="1000"/>
              </a:spcBef>
              <a:spcAft>
                <a:spcPts val="0"/>
              </a:spcAft>
              <a:buClr>
                <a:schemeClr val="dk1"/>
              </a:buClr>
              <a:buSzPts val="2000"/>
              <a:buFont typeface="Arial"/>
              <a:buNone/>
            </a:pPr>
            <a:endParaRPr b="0"/>
          </a:p>
          <a:p>
            <a:pPr marL="285750" lvl="0" indent="-285750" algn="l" rtl="0">
              <a:spcBef>
                <a:spcPts val="1000"/>
              </a:spcBef>
              <a:spcAft>
                <a:spcPts val="0"/>
              </a:spcAft>
              <a:buClr>
                <a:schemeClr val="dk1"/>
              </a:buClr>
              <a:buSzPts val="2000"/>
              <a:buFont typeface="Arial"/>
              <a:buChar char="•"/>
            </a:pPr>
            <a:r>
              <a:rPr lang="fr-FR" b="0" dirty="0"/>
              <a:t>A l'instar de ce qui existe pour les SGBDR, Mongo propose également des outils pour monitorer la performance des requêtes.</a:t>
            </a:r>
            <a:endParaRPr dirty="0"/>
          </a:p>
          <a:p>
            <a:pPr marL="0" lvl="0" indent="0" algn="l" rtl="0">
              <a:spcBef>
                <a:spcPts val="960"/>
              </a:spcBef>
              <a:spcAft>
                <a:spcPts val="0"/>
              </a:spcAft>
              <a:buClr>
                <a:schemeClr val="dk1"/>
              </a:buClr>
              <a:buSzPts val="1800"/>
              <a:buNone/>
            </a:pPr>
            <a:endParaRPr sz="1800" b="0"/>
          </a:p>
          <a:p>
            <a:pPr marL="285750" lvl="0" indent="-171450" algn="l" rtl="0">
              <a:spcBef>
                <a:spcPts val="960"/>
              </a:spcBef>
              <a:spcAft>
                <a:spcPts val="0"/>
              </a:spcAft>
              <a:buClr>
                <a:schemeClr val="dk1"/>
              </a:buClr>
              <a:buSzPts val="1800"/>
              <a:buFont typeface="Arial"/>
              <a:buNone/>
            </a:pPr>
            <a:endParaRPr sz="1800" b="0"/>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107"/>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a:buClr>
                <a:schemeClr val="accent5"/>
              </a:buClr>
              <a:buSzPts val="2800"/>
            </a:pPr>
            <a:r>
              <a:rPr lang="fr-FR" sz="2800" dirty="0">
                <a:solidFill>
                  <a:srgbClr val="7030A0"/>
                </a:solidFill>
              </a:rPr>
              <a:t>EXERCICE </a:t>
            </a:r>
            <a:br>
              <a:rPr lang="fr-FR" sz="2800" dirty="0"/>
            </a:br>
            <a:r>
              <a:rPr lang="fr-FR" sz="2800" dirty="0">
                <a:solidFill>
                  <a:schemeClr val="dk1"/>
                </a:solidFill>
              </a:rPr>
              <a:t>ANALYSER LES PERFORMANCES </a:t>
            </a:r>
            <a:endParaRPr/>
          </a:p>
        </p:txBody>
      </p:sp>
      <p:sp>
        <p:nvSpPr>
          <p:cNvPr id="815" name="Google Shape;815;p107"/>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fr-FR" sz="1800" i="1"/>
              <a:t>Durée : 5min</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Comptez le nombre total de documents dans la collection "movies"</a:t>
            </a:r>
            <a:endParaRPr/>
          </a:p>
          <a:p>
            <a:pPr marL="285750" lvl="0" indent="-285750" algn="l" rtl="0">
              <a:spcBef>
                <a:spcPts val="960"/>
              </a:spcBef>
              <a:spcAft>
                <a:spcPts val="0"/>
              </a:spcAft>
              <a:buClr>
                <a:schemeClr val="dk1"/>
              </a:buClr>
              <a:buSzPts val="1800"/>
              <a:buFont typeface="Arial"/>
              <a:buChar char="-"/>
            </a:pPr>
            <a:r>
              <a:rPr lang="fr-FR" sz="1800" b="0"/>
              <a:t>Lancez une requête pour afficher un film de votre choix.</a:t>
            </a:r>
            <a:endParaRPr/>
          </a:p>
          <a:p>
            <a:pPr marL="285750" lvl="0" indent="-285750" algn="l" rtl="0">
              <a:spcBef>
                <a:spcPts val="960"/>
              </a:spcBef>
              <a:spcAft>
                <a:spcPts val="0"/>
              </a:spcAft>
              <a:buClr>
                <a:schemeClr val="dk1"/>
              </a:buClr>
              <a:buSzPts val="1800"/>
              <a:buFont typeface="Arial"/>
              <a:buChar char="-"/>
            </a:pPr>
            <a:r>
              <a:rPr lang="fr-FR" sz="1800" b="0"/>
              <a:t>Vérifiez les performances de votre requête en affichant les statistiques d'exécution. Que constatez-vous ?</a:t>
            </a:r>
            <a:endParaRPr/>
          </a:p>
          <a:p>
            <a:pPr marL="285750" lvl="0" indent="-285750" algn="l" rtl="0">
              <a:spcBef>
                <a:spcPts val="960"/>
              </a:spcBef>
              <a:spcAft>
                <a:spcPts val="0"/>
              </a:spcAft>
              <a:buClr>
                <a:schemeClr val="dk1"/>
              </a:buClr>
              <a:buSzPts val="1800"/>
              <a:buFont typeface="Arial"/>
              <a:buChar char="-"/>
            </a:pPr>
            <a:r>
              <a:rPr lang="fr-FR" sz="1800" b="0"/>
              <a:t>A votre avis comment remédier à ce problème ?</a:t>
            </a:r>
            <a:endParaRPr/>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29"/>
        <p:cNvGrpSpPr/>
        <p:nvPr/>
      </p:nvGrpSpPr>
      <p:grpSpPr>
        <a:xfrm>
          <a:off x="0" y="0"/>
          <a:ext cx="0" cy="0"/>
          <a:chOff x="0" y="0"/>
          <a:chExt cx="0" cy="0"/>
        </a:xfrm>
      </p:grpSpPr>
      <p:sp>
        <p:nvSpPr>
          <p:cNvPr id="830" name="Google Shape;830;p109"/>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AMÉLIORER LES PERFORMANCES EN</a:t>
            </a:r>
            <a:br>
              <a:rPr lang="fr-FR" sz="2800" dirty="0"/>
            </a:br>
            <a:r>
              <a:rPr lang="fr-FR" sz="2800" dirty="0">
                <a:solidFill>
                  <a:schemeClr val="dk1"/>
                </a:solidFill>
              </a:rPr>
              <a:t>LECTURE À L'AIDE DES INDEX</a:t>
            </a:r>
            <a:endParaRPr dirty="0">
              <a:solidFill>
                <a:schemeClr val="dk1"/>
              </a:solidFill>
            </a:endParaRPr>
          </a:p>
        </p:txBody>
      </p:sp>
      <p:sp>
        <p:nvSpPr>
          <p:cNvPr id="831" name="Google Shape;831;p109"/>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endParaRPr sz="1800" i="1"/>
          </a:p>
          <a:p>
            <a:pPr marL="0" lvl="0" indent="0" algn="l" rtl="0">
              <a:spcBef>
                <a:spcPts val="960"/>
              </a:spcBef>
              <a:spcAft>
                <a:spcPts val="0"/>
              </a:spcAft>
              <a:buClr>
                <a:schemeClr val="dk1"/>
              </a:buClr>
              <a:buSzPts val="1800"/>
              <a:buNone/>
            </a:pPr>
            <a:r>
              <a:rPr lang="fr-FR" sz="1800" b="0"/>
              <a:t>A l'instar des SGBDR, il est également possible (et nécessaire) de poser des INDEX sur MongoDB.</a:t>
            </a:r>
            <a:endParaRPr/>
          </a:p>
          <a:p>
            <a:pPr marL="0" lvl="0" indent="0" algn="l" rtl="0">
              <a:spcBef>
                <a:spcPts val="960"/>
              </a:spcBef>
              <a:spcAft>
                <a:spcPts val="0"/>
              </a:spcAft>
              <a:buClr>
                <a:schemeClr val="dk1"/>
              </a:buClr>
              <a:buSzPts val="1800"/>
              <a:buNone/>
            </a:pPr>
            <a:r>
              <a:rPr lang="fr-FR" sz="1800" b="0"/>
              <a:t> </a:t>
            </a:r>
            <a:endParaRPr/>
          </a:p>
          <a:p>
            <a:pPr marL="0" lvl="0" indent="0" algn="l" rtl="0">
              <a:spcBef>
                <a:spcPts val="960"/>
              </a:spcBef>
              <a:spcAft>
                <a:spcPts val="0"/>
              </a:spcAft>
              <a:buClr>
                <a:schemeClr val="dk1"/>
              </a:buClr>
              <a:buSzPts val="1800"/>
              <a:buNone/>
            </a:pPr>
            <a:r>
              <a:rPr lang="fr-FR" sz="1800" i="1"/>
              <a:t>Durée : 5min</a:t>
            </a:r>
            <a:endParaRPr/>
          </a:p>
          <a:p>
            <a:pPr marL="0" lvl="0" indent="0" algn="l" rtl="0">
              <a:spcBef>
                <a:spcPts val="960"/>
              </a:spcBef>
              <a:spcAft>
                <a:spcPts val="0"/>
              </a:spcAft>
              <a:buClr>
                <a:schemeClr val="dk1"/>
              </a:buClr>
              <a:buSzPts val="1800"/>
              <a:buNone/>
            </a:pPr>
            <a:r>
              <a:rPr lang="fr-FR" sz="1800" b="0" i="1"/>
              <a:t>-    Listez les index existants sur la collection movies</a:t>
            </a:r>
            <a:endParaRPr sz="1800" b="0" i="1"/>
          </a:p>
          <a:p>
            <a:pPr marL="285750" lvl="0" indent="-285750" algn="l" rtl="0">
              <a:spcBef>
                <a:spcPts val="960"/>
              </a:spcBef>
              <a:spcAft>
                <a:spcPts val="0"/>
              </a:spcAft>
              <a:buClr>
                <a:schemeClr val="dk1"/>
              </a:buClr>
              <a:buSzPts val="1800"/>
              <a:buFont typeface="Arial"/>
              <a:buChar char="-"/>
            </a:pPr>
            <a:r>
              <a:rPr lang="fr-FR" sz="1800" b="0" i="1"/>
              <a:t>Créez un index sur le champ "Title"</a:t>
            </a:r>
            <a:endParaRPr/>
          </a:p>
          <a:p>
            <a:pPr marL="285750" lvl="0" indent="-285750" algn="l" rtl="0">
              <a:spcBef>
                <a:spcPts val="960"/>
              </a:spcBef>
              <a:spcAft>
                <a:spcPts val="0"/>
              </a:spcAft>
              <a:buClr>
                <a:schemeClr val="dk1"/>
              </a:buClr>
              <a:buSzPts val="1800"/>
              <a:buFont typeface="Arial"/>
              <a:buChar char="-"/>
            </a:pPr>
            <a:r>
              <a:rPr lang="fr-FR" sz="1800" b="0" i="1"/>
              <a:t>Lancez un nouvel explain plan. Que constatez-vous ?</a:t>
            </a:r>
            <a:endParaRPr/>
          </a:p>
          <a:p>
            <a:pPr marL="285750" lvl="0" indent="-171450" algn="l" rtl="0">
              <a:spcBef>
                <a:spcPts val="960"/>
              </a:spcBef>
              <a:spcAft>
                <a:spcPts val="0"/>
              </a:spcAft>
              <a:buClr>
                <a:schemeClr val="dk1"/>
              </a:buClr>
              <a:buSzPts val="1800"/>
              <a:buFont typeface="Arial"/>
              <a:buNone/>
            </a:pPr>
            <a:endParaRPr sz="1800" b="0" i="1"/>
          </a:p>
          <a:p>
            <a:pPr marL="285750" lvl="0" indent="-171450" algn="l" rtl="0">
              <a:spcBef>
                <a:spcPts val="960"/>
              </a:spcBef>
              <a:spcAft>
                <a:spcPts val="0"/>
              </a:spcAft>
              <a:buClr>
                <a:schemeClr val="dk1"/>
              </a:buClr>
              <a:buSzPts val="1800"/>
              <a:buFont typeface="Arial"/>
              <a:buNone/>
            </a:pPr>
            <a:endParaRPr sz="1800" b="0"/>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3"/>
        <p:cNvGrpSpPr/>
        <p:nvPr/>
      </p:nvGrpSpPr>
      <p:grpSpPr>
        <a:xfrm>
          <a:off x="0" y="0"/>
          <a:ext cx="0" cy="0"/>
          <a:chOff x="0" y="0"/>
          <a:chExt cx="0" cy="0"/>
        </a:xfrm>
      </p:grpSpPr>
      <p:sp>
        <p:nvSpPr>
          <p:cNvPr id="844" name="Google Shape;844;p111"/>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CRÉER / SUPPRIMER UN INDEX UNIQUE / COMPOSÉ</a:t>
            </a:r>
            <a:endParaRPr sz="2800" dirty="0">
              <a:solidFill>
                <a:schemeClr val="dk1"/>
              </a:solidFill>
            </a:endParaRPr>
          </a:p>
        </p:txBody>
      </p:sp>
      <p:sp>
        <p:nvSpPr>
          <p:cNvPr id="845" name="Google Shape;845;p111"/>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fr-FR" sz="1800" b="0"/>
              <a:t>Les INDEX unique permettent de vous assurer de l'unicité d'une valeur au sein d'un champ (sur ce point, on retrouve les propriétés "C'" ACID des SGBDR)</a:t>
            </a:r>
            <a:endParaRPr/>
          </a:p>
          <a:p>
            <a:pPr marL="0" lvl="0" indent="0" algn="l" rtl="0">
              <a:spcBef>
                <a:spcPts val="960"/>
              </a:spcBef>
              <a:spcAft>
                <a:spcPts val="0"/>
              </a:spcAft>
              <a:buClr>
                <a:schemeClr val="dk1"/>
              </a:buClr>
              <a:buSzPts val="1800"/>
              <a:buNone/>
            </a:pPr>
            <a:endParaRPr sz="1800" b="0"/>
          </a:p>
          <a:p>
            <a:pPr marL="0" lvl="0" indent="0" algn="l" rtl="0">
              <a:spcBef>
                <a:spcPts val="960"/>
              </a:spcBef>
              <a:spcAft>
                <a:spcPts val="0"/>
              </a:spcAft>
              <a:buClr>
                <a:schemeClr val="dk1"/>
              </a:buClr>
              <a:buSzPts val="1800"/>
              <a:buNone/>
            </a:pPr>
            <a:r>
              <a:rPr lang="fr-FR" sz="1800" i="1"/>
              <a:t>Durée : 10min</a:t>
            </a:r>
            <a:endParaRPr/>
          </a:p>
          <a:p>
            <a:pPr marL="285750" lvl="0" indent="-285750" algn="l" rtl="0">
              <a:spcBef>
                <a:spcPts val="960"/>
              </a:spcBef>
              <a:spcAft>
                <a:spcPts val="0"/>
              </a:spcAft>
              <a:buClr>
                <a:schemeClr val="dk1"/>
              </a:buClr>
              <a:buSzPts val="1800"/>
              <a:buFont typeface="Arial"/>
              <a:buChar char="-"/>
            </a:pPr>
            <a:r>
              <a:rPr lang="fr-FR" sz="1800" b="0"/>
              <a:t>Créez un index unique sur le champ "Year" de la collection "movies".</a:t>
            </a:r>
            <a:endParaRPr/>
          </a:p>
          <a:p>
            <a:pPr marL="742950" lvl="1" indent="-285750" algn="l" rtl="0">
              <a:spcBef>
                <a:spcPts val="960"/>
              </a:spcBef>
              <a:spcAft>
                <a:spcPts val="0"/>
              </a:spcAft>
              <a:buSzPts val="1800"/>
              <a:buFont typeface="Arial"/>
              <a:buChar char="-"/>
            </a:pPr>
            <a:r>
              <a:rPr lang="fr-FR" sz="1800"/>
              <a:t>Que constatez-vous ? Pourquoi ?</a:t>
            </a:r>
            <a:endParaRPr/>
          </a:p>
          <a:p>
            <a:pPr marL="285750" lvl="0" indent="-285750" algn="l" rtl="0">
              <a:spcBef>
                <a:spcPts val="360"/>
              </a:spcBef>
              <a:spcAft>
                <a:spcPts val="0"/>
              </a:spcAft>
              <a:buClr>
                <a:schemeClr val="dk1"/>
              </a:buClr>
              <a:buSzPts val="1800"/>
              <a:buFont typeface="Arial"/>
              <a:buChar char="-"/>
            </a:pPr>
            <a:r>
              <a:rPr lang="fr-FR" sz="1800" b="0"/>
              <a:t>Créez un index unique sur le champ "imdbID"</a:t>
            </a:r>
            <a:endParaRPr/>
          </a:p>
          <a:p>
            <a:pPr marL="971550" lvl="2" indent="-285750" algn="l" rtl="0">
              <a:spcBef>
                <a:spcPts val="960"/>
              </a:spcBef>
              <a:spcAft>
                <a:spcPts val="0"/>
              </a:spcAft>
              <a:buClr>
                <a:schemeClr val="dk1"/>
              </a:buClr>
              <a:buSzPts val="1800"/>
              <a:buFont typeface="Arial"/>
              <a:buChar char="-"/>
            </a:pPr>
            <a:r>
              <a:rPr lang="fr-FR"/>
              <a:t>Que constatez-vous ? Pourquoi ?</a:t>
            </a:r>
            <a:endParaRPr/>
          </a:p>
          <a:p>
            <a:pPr marL="285750" lvl="0" indent="-285750" algn="l" rtl="0">
              <a:spcBef>
                <a:spcPts val="960"/>
              </a:spcBef>
              <a:spcAft>
                <a:spcPts val="0"/>
              </a:spcAft>
              <a:buClr>
                <a:schemeClr val="dk1"/>
              </a:buClr>
              <a:buSzPts val="1800"/>
              <a:buFont typeface="Arial"/>
              <a:buChar char="-"/>
            </a:pPr>
            <a:r>
              <a:rPr lang="fr-FR" sz="1800" b="0"/>
              <a:t>Quelle conclusion faites-vous de ces résultats ?</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Créez un index composé avec le Title et imdbID</a:t>
            </a:r>
            <a:endParaRPr sz="1800" b="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113"/>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accent5"/>
              </a:buClr>
              <a:buSzPts val="2800"/>
              <a:buFont typeface="Arial Black"/>
              <a:buNone/>
            </a:pPr>
            <a:r>
              <a:rPr lang="fr-FR" sz="2800" dirty="0">
                <a:solidFill>
                  <a:srgbClr val="7030A0"/>
                </a:solidFill>
              </a:rPr>
              <a:t>EXERCICE </a:t>
            </a:r>
            <a:br>
              <a:rPr lang="fr-FR" sz="2800" dirty="0"/>
            </a:br>
            <a:r>
              <a:rPr lang="fr-FR" sz="2800" dirty="0">
                <a:solidFill>
                  <a:schemeClr val="dk1"/>
                </a:solidFill>
              </a:rPr>
              <a:t>CRÉER UN TEXT INDEX / INDEX GÉO-SPACIALE</a:t>
            </a:r>
            <a:endParaRPr dirty="0">
              <a:solidFill>
                <a:schemeClr val="dk1"/>
              </a:solidFill>
            </a:endParaRPr>
          </a:p>
        </p:txBody>
      </p:sp>
      <p:sp>
        <p:nvSpPr>
          <p:cNvPr id="859" name="Google Shape;859;p113"/>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800"/>
              <a:buNone/>
            </a:pPr>
            <a:r>
              <a:rPr lang="fr-FR" sz="1800" b="0"/>
              <a:t>Mongo permet de traiter des données géo-spaciales (données complexes) vous pouvez manipuler les données géo-spatiales pour l'inclusion  l'intersection et la proximité. </a:t>
            </a:r>
            <a:endParaRPr sz="1800" i="1"/>
          </a:p>
          <a:p>
            <a:pPr marL="0" lvl="0" indent="0" algn="l" rtl="0">
              <a:spcBef>
                <a:spcPts val="960"/>
              </a:spcBef>
              <a:spcAft>
                <a:spcPts val="0"/>
              </a:spcAft>
              <a:buClr>
                <a:schemeClr val="dk1"/>
              </a:buClr>
              <a:buSzPts val="1800"/>
              <a:buNone/>
            </a:pPr>
            <a:r>
              <a:rPr lang="fr-FR" sz="1800" i="1"/>
              <a:t>Durée : 10min</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Créer un index géospacial basé sur le champ coordinates de la collection restaurant</a:t>
            </a:r>
            <a:endParaRPr/>
          </a:p>
          <a:p>
            <a:pPr marL="285750" lvl="0" indent="-285750" algn="l" rtl="0">
              <a:spcBef>
                <a:spcPts val="960"/>
              </a:spcBef>
              <a:spcAft>
                <a:spcPts val="0"/>
              </a:spcAft>
              <a:buClr>
                <a:schemeClr val="dk1"/>
              </a:buClr>
              <a:buSzPts val="1800"/>
              <a:buFont typeface="Arial"/>
              <a:buChar char="-"/>
            </a:pPr>
            <a:r>
              <a:rPr lang="fr-FR" sz="1800" b="0"/>
              <a:t>Collection "recette," créer un index texte sur le champ description.</a:t>
            </a:r>
            <a:endParaRPr/>
          </a:p>
          <a:p>
            <a:pPr marL="285750" lvl="0" indent="-171450" algn="l" rtl="0">
              <a:spcBef>
                <a:spcPts val="960"/>
              </a:spcBef>
              <a:spcAft>
                <a:spcPts val="0"/>
              </a:spcAft>
              <a:buClr>
                <a:schemeClr val="dk1"/>
              </a:buClr>
              <a:buSzPts val="1800"/>
              <a:buFont typeface="Arial"/>
              <a:buNone/>
            </a:pPr>
            <a:endParaRPr sz="1800" b="0"/>
          </a:p>
          <a:p>
            <a:pPr marL="285750" lvl="0" indent="-285750" algn="l" rtl="0">
              <a:spcBef>
                <a:spcPts val="960"/>
              </a:spcBef>
              <a:spcAft>
                <a:spcPts val="0"/>
              </a:spcAft>
              <a:buClr>
                <a:schemeClr val="dk1"/>
              </a:buClr>
              <a:buSzPts val="1800"/>
              <a:buFont typeface="Arial"/>
              <a:buChar char="-"/>
            </a:pPr>
            <a:r>
              <a:rPr lang="fr-FR" sz="1800" b="0"/>
              <a:t>Collection "movies", créer un index qui prend en compte les wildcard;</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15"/>
          <p:cNvSpPr txBox="1">
            <a:spLocks noGrp="1"/>
          </p:cNvSpPr>
          <p:nvPr>
            <p:ph type="title"/>
          </p:nvPr>
        </p:nvSpPr>
        <p:spPr>
          <a:xfrm>
            <a:off x="107504" y="725170"/>
            <a:ext cx="8579296" cy="615598"/>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2"/>
              </a:buClr>
              <a:buSzPts val="2800"/>
              <a:buFont typeface="Arial Black"/>
              <a:buNone/>
            </a:pPr>
            <a:r>
              <a:rPr lang="fr-FR" sz="2800" dirty="0">
                <a:solidFill>
                  <a:srgbClr val="7030A0"/>
                </a:solidFill>
              </a:rPr>
              <a:t>MONGODB </a:t>
            </a:r>
            <a:br>
              <a:rPr lang="fr-FR" sz="2800" dirty="0"/>
            </a:br>
            <a:r>
              <a:rPr lang="fr-FR" sz="2800" dirty="0">
                <a:solidFill>
                  <a:schemeClr val="dk1"/>
                </a:solidFill>
              </a:rPr>
              <a:t>PERFORMANCE SERVEUR</a:t>
            </a:r>
            <a:endParaRPr dirty="0">
              <a:solidFill>
                <a:schemeClr val="dk1"/>
              </a:solidFill>
            </a:endParaRPr>
          </a:p>
        </p:txBody>
      </p:sp>
      <p:sp>
        <p:nvSpPr>
          <p:cNvPr id="873" name="Google Shape;873;p115"/>
          <p:cNvSpPr txBox="1">
            <a:spLocks noGrp="1"/>
          </p:cNvSpPr>
          <p:nvPr>
            <p:ph type="body" idx="1"/>
          </p:nvPr>
        </p:nvSpPr>
        <p:spPr>
          <a:xfrm>
            <a:off x="457200" y="1287685"/>
            <a:ext cx="7931224" cy="2789387"/>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000"/>
              <a:buNone/>
            </a:pPr>
            <a:endParaRPr b="0"/>
          </a:p>
          <a:p>
            <a:pPr marL="285750" indent="-285750">
              <a:spcBef>
                <a:spcPts val="1000"/>
              </a:spcBef>
              <a:buSzPts val="2000"/>
              <a:buFont typeface="Arial"/>
              <a:buChar char="•"/>
            </a:pPr>
            <a:r>
              <a:rPr lang="fr-FR" b="0" dirty="0"/>
              <a:t>Pour mieux gérer les logs générés par le serveur,  MongoDB intègre une fonctionnalité de rotation de logs par défaut.</a:t>
            </a:r>
            <a:endParaRPr dirty="0"/>
          </a:p>
          <a:p>
            <a:pPr marL="285750" lvl="0" indent="-158750" algn="l" rtl="0">
              <a:spcBef>
                <a:spcPts val="1000"/>
              </a:spcBef>
              <a:spcAft>
                <a:spcPts val="0"/>
              </a:spcAft>
              <a:buClr>
                <a:schemeClr val="dk1"/>
              </a:buClr>
              <a:buSzPts val="2000"/>
              <a:buFont typeface="Arial"/>
              <a:buNone/>
            </a:pPr>
            <a:endParaRPr b="0"/>
          </a:p>
          <a:p>
            <a:pPr marL="285750" lvl="0" indent="-285750" algn="l" rtl="0">
              <a:spcBef>
                <a:spcPts val="1000"/>
              </a:spcBef>
              <a:spcAft>
                <a:spcPts val="0"/>
              </a:spcAft>
              <a:buClr>
                <a:schemeClr val="dk1"/>
              </a:buClr>
              <a:buSzPts val="2000"/>
              <a:buFont typeface="Arial"/>
              <a:buChar char="•"/>
            </a:pPr>
            <a:r>
              <a:rPr lang="fr-FR" b="0" dirty="0"/>
              <a:t>Mongo prend le fichier journal actuel en ajoutant un horodatage UTC au nom de fichier, ouvre un nouveau fichier journal, ferme l'ancien fichier journal et envoie toutes les nouvelles entrées de journal vers le nouveau fichier journal.</a:t>
            </a:r>
            <a:endParaRPr dirty="0"/>
          </a:p>
          <a:p>
            <a:pPr marL="285750" lvl="0" indent="-158750" algn="l" rtl="0">
              <a:spcBef>
                <a:spcPts val="1000"/>
              </a:spcBef>
              <a:spcAft>
                <a:spcPts val="0"/>
              </a:spcAft>
              <a:buClr>
                <a:schemeClr val="dk1"/>
              </a:buClr>
              <a:buSzPts val="2000"/>
              <a:buFont typeface="Arial"/>
              <a:buNone/>
            </a:pPr>
            <a:endParaRPr b="0"/>
          </a:p>
          <a:p>
            <a:pPr marL="285750" indent="-285750">
              <a:spcBef>
                <a:spcPts val="1000"/>
              </a:spcBef>
              <a:buSzPts val="2000"/>
              <a:buFont typeface="Arial"/>
              <a:buChar char="•"/>
            </a:pPr>
            <a:r>
              <a:rPr lang="fr-FR" b="0" dirty="0"/>
              <a:t>Il est également possible de forcer la rotation avec la commande admin </a:t>
            </a:r>
            <a:endParaRPr/>
          </a:p>
          <a:p>
            <a:pPr marL="0" lvl="0" indent="0" algn="l" rtl="0">
              <a:spcBef>
                <a:spcPts val="1000"/>
              </a:spcBef>
              <a:spcAft>
                <a:spcPts val="0"/>
              </a:spcAft>
              <a:buClr>
                <a:schemeClr val="dk2"/>
              </a:buClr>
              <a:buSzPts val="2000"/>
              <a:buNone/>
            </a:pPr>
            <a:r>
              <a:rPr lang="fr-FR" b="0" dirty="0">
                <a:solidFill>
                  <a:srgbClr val="7030A0"/>
                </a:solidFill>
                <a:latin typeface="Consolas"/>
                <a:ea typeface="Consolas"/>
                <a:cs typeface="Consolas"/>
                <a:sym typeface="Consolas"/>
              </a:rPr>
              <a:t>&gt; </a:t>
            </a:r>
            <a:r>
              <a:rPr lang="fr-FR" b="0" dirty="0" err="1">
                <a:solidFill>
                  <a:srgbClr val="7030A0"/>
                </a:solidFill>
                <a:latin typeface="Consolas"/>
                <a:ea typeface="Consolas"/>
                <a:cs typeface="Consolas"/>
                <a:sym typeface="Consolas"/>
              </a:rPr>
              <a:t>db.adminCommand</a:t>
            </a:r>
            <a:r>
              <a:rPr lang="fr-FR" b="0" dirty="0">
                <a:solidFill>
                  <a:srgbClr val="7030A0"/>
                </a:solidFill>
                <a:latin typeface="Consolas"/>
                <a:ea typeface="Consolas"/>
                <a:cs typeface="Consolas"/>
                <a:sym typeface="Consolas"/>
              </a:rPr>
              <a:t>( { </a:t>
            </a:r>
            <a:r>
              <a:rPr lang="fr-FR" b="0" dirty="0" err="1">
                <a:solidFill>
                  <a:srgbClr val="7030A0"/>
                </a:solidFill>
                <a:latin typeface="Consolas"/>
                <a:ea typeface="Consolas"/>
                <a:cs typeface="Consolas"/>
                <a:sym typeface="Consolas"/>
              </a:rPr>
              <a:t>logRotate</a:t>
            </a:r>
            <a:r>
              <a:rPr lang="fr-FR" b="0" dirty="0">
                <a:solidFill>
                  <a:srgbClr val="7030A0"/>
                </a:solidFill>
                <a:latin typeface="Consolas"/>
                <a:ea typeface="Consolas"/>
                <a:cs typeface="Consolas"/>
                <a:sym typeface="Consolas"/>
              </a:rPr>
              <a:t> : server } )</a:t>
            </a:r>
            <a:endParaRPr dirty="0">
              <a:solidFill>
                <a:srgbClr val="7030A0"/>
              </a:solidFill>
            </a:endParaRPr>
          </a:p>
          <a:p>
            <a:pPr marL="285750" lvl="0" indent="-171450" algn="l" rtl="0">
              <a:spcBef>
                <a:spcPts val="960"/>
              </a:spcBef>
              <a:spcAft>
                <a:spcPts val="0"/>
              </a:spcAft>
              <a:buClr>
                <a:schemeClr val="dk1"/>
              </a:buClr>
              <a:buSzPts val="1800"/>
              <a:buFont typeface="Arial"/>
              <a:buNone/>
            </a:pPr>
            <a:endParaRPr sz="1800" b="0"/>
          </a:p>
          <a:p>
            <a:pPr marL="0" lvl="0" indent="0" algn="l" rtl="0">
              <a:spcBef>
                <a:spcPts val="960"/>
              </a:spcBef>
              <a:spcAft>
                <a:spcPts val="0"/>
              </a:spcAft>
              <a:buClr>
                <a:schemeClr val="dk1"/>
              </a:buClr>
              <a:buSzPts val="1800"/>
              <a:buNone/>
            </a:pPr>
            <a:endParaRPr sz="1800" b="0"/>
          </a:p>
          <a:p>
            <a:pPr marL="285750" lvl="0" indent="-171450" algn="l" rtl="0">
              <a:spcBef>
                <a:spcPts val="960"/>
              </a:spcBef>
              <a:spcAft>
                <a:spcPts val="0"/>
              </a:spcAft>
              <a:buClr>
                <a:schemeClr val="dk1"/>
              </a:buClr>
              <a:buSzPts val="1800"/>
              <a:buFont typeface="Arial"/>
              <a:buNone/>
            </a:pPr>
            <a:endParaRPr sz="1800" b="0"/>
          </a:p>
          <a:p>
            <a:pPr marL="285750" lvl="0" indent="-171450" algn="l" rtl="0">
              <a:spcBef>
                <a:spcPts val="960"/>
              </a:spcBef>
              <a:spcAft>
                <a:spcPts val="0"/>
              </a:spcAft>
              <a:buClr>
                <a:schemeClr val="dk1"/>
              </a:buClr>
              <a:buSzPts val="1800"/>
              <a:buFont typeface="Arial"/>
              <a:buNone/>
            </a:pPr>
            <a:endParaRPr sz="1800" b="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98"/>
        <p:cNvGrpSpPr/>
        <p:nvPr/>
      </p:nvGrpSpPr>
      <p:grpSpPr>
        <a:xfrm>
          <a:off x="0" y="0"/>
          <a:ext cx="0" cy="0"/>
          <a:chOff x="0" y="0"/>
          <a:chExt cx="0" cy="0"/>
        </a:xfrm>
      </p:grpSpPr>
      <p:sp>
        <p:nvSpPr>
          <p:cNvPr id="99" name="Google Shape;99;p1"/>
          <p:cNvSpPr txBox="1">
            <a:spLocks noGrp="1"/>
          </p:cNvSpPr>
          <p:nvPr>
            <p:ph type="ctrTitle"/>
          </p:nvPr>
        </p:nvSpPr>
        <p:spPr>
          <a:xfrm>
            <a:off x="-1301" y="228600"/>
            <a:ext cx="9030365" cy="4571999"/>
          </a:xfrm>
          <a:prstGeom prst="rect">
            <a:avLst/>
          </a:prstGeom>
          <a:noFill/>
          <a:ln>
            <a:noFill/>
          </a:ln>
        </p:spPr>
        <p:txBody>
          <a:bodyPr spcFirstLastPara="1" wrap="square" lIns="91425" tIns="45700" rIns="91425" bIns="45700" anchor="ctr" anchorCtr="0">
            <a:noAutofit/>
          </a:bodyPr>
          <a:lstStyle/>
          <a:p>
            <a:pPr algn="ctr"/>
            <a:r>
              <a:rPr lang="fr-FR" sz="6600" dirty="0"/>
              <a:t>FIN DU JOUR 2</a:t>
            </a:r>
            <a:endParaRPr lang="fr-FR" dirty="0"/>
          </a:p>
        </p:txBody>
      </p:sp>
      <p:sp>
        <p:nvSpPr>
          <p:cNvPr id="100" name="Google Shape;100;p1"/>
          <p:cNvSpPr txBox="1">
            <a:spLocks noGrp="1"/>
          </p:cNvSpPr>
          <p:nvPr>
            <p:ph type="subTitle" idx="1"/>
          </p:nvPr>
        </p:nvSpPr>
        <p:spPr>
          <a:xfrm>
            <a:off x="-2000" y="3198967"/>
            <a:ext cx="9147690" cy="914400"/>
          </a:xfrm>
          <a:prstGeom prst="rect">
            <a:avLst/>
          </a:prstGeom>
          <a:noFill/>
          <a:ln>
            <a:noFill/>
          </a:ln>
        </p:spPr>
        <p:txBody>
          <a:bodyPr spcFirstLastPara="1" wrap="square" lIns="91425" tIns="45700" rIns="91425" bIns="45700" anchor="t" anchorCtr="0">
            <a:noAutofit/>
          </a:bodyPr>
          <a:lstStyle/>
          <a:p>
            <a:pPr marL="0" indent="0" algn="ctr">
              <a:spcBef>
                <a:spcPts val="0"/>
              </a:spcBef>
            </a:pPr>
            <a:r>
              <a:rPr lang="fr-FR" sz="2400" dirty="0">
                <a:solidFill>
                  <a:srgbClr val="7030A0"/>
                </a:solidFill>
              </a:rPr>
              <a:t>BASES DE DONNÉES NOSQL : FONDAMENTAUX</a:t>
            </a:r>
            <a:endParaRPr lang="en-US" sz="2400" dirty="0">
              <a:solidFill>
                <a:srgbClr val="7030A0"/>
              </a:solidFill>
            </a:endParaRPr>
          </a:p>
          <a:p>
            <a:pPr marL="0" indent="0" algn="ctr">
              <a:spcBef>
                <a:spcPts val="0"/>
              </a:spcBef>
            </a:pPr>
            <a:endParaRPr lang="fr-FR" sz="2400" dirty="0">
              <a:solidFill>
                <a:srgbClr val="7030A0"/>
              </a:solidFill>
            </a:endParaRPr>
          </a:p>
        </p:txBody>
      </p:sp>
    </p:spTree>
    <p:extLst>
      <p:ext uri="{BB962C8B-B14F-4D97-AF65-F5344CB8AC3E}">
        <p14:creationId xmlns:p14="http://schemas.microsoft.com/office/powerpoint/2010/main" val="3913697785"/>
      </p:ext>
    </p:extLst>
  </p:cSld>
  <p:clrMapOvr>
    <a:masterClrMapping/>
  </p:clrMapOvr>
</p:sld>
</file>

<file path=ppt/theme/theme1.xml><?xml version="1.0" encoding="utf-8"?>
<a:theme xmlns:a="http://schemas.openxmlformats.org/drawingml/2006/main" name="Essentiel">
  <a:themeElements>
    <a:clrScheme name="Essentie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Affichage à l'écran (4:3)</PresentationFormat>
  <Slides>51</Slides>
  <Notes>51</Notes>
  <HiddenSlides>0</HiddenSlides>
  <ScaleCrop>false</ScaleCrop>
  <HeadingPairs>
    <vt:vector size="4" baseType="variant">
      <vt:variant>
        <vt:lpstr>Thème</vt:lpstr>
      </vt:variant>
      <vt:variant>
        <vt:i4>1</vt:i4>
      </vt:variant>
      <vt:variant>
        <vt:lpstr>Titres des diapositives</vt:lpstr>
      </vt:variant>
      <vt:variant>
        <vt:i4>51</vt:i4>
      </vt:variant>
    </vt:vector>
  </HeadingPairs>
  <TitlesOfParts>
    <vt:vector size="52" baseType="lpstr">
      <vt:lpstr>Essentiel</vt:lpstr>
      <vt:lpstr>MODULE 3NSQL</vt:lpstr>
      <vt:lpstr>QUELQUES RÉVISIONS POUR BIEN DÉMARRER LA JOURNÉE</vt:lpstr>
      <vt:lpstr>QUIZ NOTÉ</vt:lpstr>
      <vt:lpstr>PROGRAMME DE LA JOURNÉE</vt:lpstr>
      <vt:lpstr>JOUR 2</vt:lpstr>
      <vt:lpstr>BDD NOSQL</vt:lpstr>
      <vt:lpstr>MODÈLE DE DONNÉES NOSQL : ORIENTÉ DOCUMENT</vt:lpstr>
      <vt:lpstr>BDD NOSQL DOCUMENT: MONGODB</vt:lpstr>
      <vt:lpstr>BDD ORIENTÉE DOCUMENT: MONGODB</vt:lpstr>
      <vt:lpstr>UN PEU DE VOCABULAIRE: MONGODB</vt:lpstr>
      <vt:lpstr>UN PEU DE VOCABULAIRE: MONGODB</vt:lpstr>
      <vt:lpstr>INSTANCE : MONGODB</vt:lpstr>
      <vt:lpstr>EXERCICE – MONGODB </vt:lpstr>
      <vt:lpstr>LANCER DES COMMANDES –  UTILISATION DU MONGOSHELL</vt:lpstr>
      <vt:lpstr>LANCER DES COMMANDES –  MONGO HELP À LA RESCOUSSE</vt:lpstr>
      <vt:lpstr>MONGODB : NOTION DE BASE DE DONNÉES</vt:lpstr>
      <vt:lpstr>MONGODB : SHÉMATISATION DE L’EXERCICE SUR LES INSTANCES</vt:lpstr>
      <vt:lpstr>MONGODB : STOCKAGE DES DONNÉES</vt:lpstr>
      <vt:lpstr>MONGO DB</vt:lpstr>
      <vt:lpstr>EXERCICE  IMPORTER DES DONNÉES</vt:lpstr>
      <vt:lpstr>EXERCICE AFFICHER LES DOCUMENTS D’UNE COLLECTION</vt:lpstr>
      <vt:lpstr>FILTRER DES RÉSULTATS</vt:lpstr>
      <vt:lpstr>EXERCICE FILTRE DES RÉSULTATS</vt:lpstr>
      <vt:lpstr>EFFECTUER DES RECHERCHES SIMPLES</vt:lpstr>
      <vt:lpstr>EFFECTUER DES RECHERCHES SIMPLES</vt:lpstr>
      <vt:lpstr>EXERCICE  RECHERCHES SIMPLES</vt:lpstr>
      <vt:lpstr>EXERCICE  RECHERCHES SIMPLES</vt:lpstr>
      <vt:lpstr>EXERCICE  RECHERCHES DANS UN TABLEAU</vt:lpstr>
      <vt:lpstr>CRÉER DES DOCUMENTS</vt:lpstr>
      <vt:lpstr>EXERCICE  CRÉER DES DOCUMENTS</vt:lpstr>
      <vt:lpstr>EXERCICE  CRÉER DES DOCUMENTS</vt:lpstr>
      <vt:lpstr>EXERCICE SUPPRIMER UNE COLLECTION / BDD</vt:lpstr>
      <vt:lpstr>EXERCICE  SUPPRIMER UN DOCUMENT</vt:lpstr>
      <vt:lpstr>MANIPULER DES DONNÉES : LES OPÉRATEURS</vt:lpstr>
      <vt:lpstr>EXERCICE  SUPÉRIEUR / INFÉRIEUR OU ÉGAL À </vt:lpstr>
      <vt:lpstr>EXERCICE  CONDITIONS OU/ET </vt:lpstr>
      <vt:lpstr>EXERCICE  CONDITIONS DANS/ EN DEHORS DE</vt:lpstr>
      <vt:lpstr>EXERCICE  CONDITION "TOUS LES ELEMENTS"</vt:lpstr>
      <vt:lpstr>EXERCICE  CONDITION "VÉRIFIER L'EXISTENCE DE"</vt:lpstr>
      <vt:lpstr>EXERCICE  CONDITIONS METTRE À JOUR</vt:lpstr>
      <vt:lpstr>EXERCICE  METTRE À JOUR DES CLÉS/VALEURS</vt:lpstr>
      <vt:lpstr>EXERCICE  TRIER / PAGINER</vt:lpstr>
      <vt:lpstr>EXERCICE  QUELQUES AUTRES FONCTIONS...</vt:lpstr>
      <vt:lpstr>MONGO DB</vt:lpstr>
      <vt:lpstr>MONGODB  PERFORMANCE D'UNE REQUÊTE</vt:lpstr>
      <vt:lpstr>EXERCICE  ANALYSER LES PERFORMANCES </vt:lpstr>
      <vt:lpstr>EXERCICE  AMÉLIORER LES PERFORMANCES EN LECTURE À L'AIDE DES INDEX</vt:lpstr>
      <vt:lpstr>EXERCICE  CRÉER / SUPPRIMER UN INDEX UNIQUE / COMPOSÉ</vt:lpstr>
      <vt:lpstr>EXERCICE  CRÉER UN TEXT INDEX / INDEX GÉO-SPACIALE</vt:lpstr>
      <vt:lpstr>MONGODB  PERFORMANCE SERVEUR</vt:lpstr>
      <vt:lpstr>FIN DU JOUR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CONCEPTS FONDAMENTALS</dc:title>
  <dc:creator>Autréaux Stéphane</dc:creator>
  <cp:revision>483</cp:revision>
  <dcterms:created xsi:type="dcterms:W3CDTF">2020-09-21T12:12:09Z</dcterms:created>
  <dcterms:modified xsi:type="dcterms:W3CDTF">2024-01-16T13:24:27Z</dcterms:modified>
</cp:coreProperties>
</file>