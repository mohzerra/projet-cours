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67" r:id="rId4"/>
    <p:sldId id="258" r:id="rId5"/>
    <p:sldId id="330" r:id="rId6"/>
    <p:sldId id="331" r:id="rId7"/>
    <p:sldId id="364" r:id="rId8"/>
    <p:sldId id="325" r:id="rId9"/>
    <p:sldId id="262" r:id="rId10"/>
    <p:sldId id="334" r:id="rId11"/>
    <p:sldId id="333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32" r:id="rId22"/>
    <p:sldId id="345" r:id="rId23"/>
    <p:sldId id="328" r:id="rId24"/>
    <p:sldId id="263" r:id="rId25"/>
    <p:sldId id="269" r:id="rId26"/>
    <p:sldId id="278" r:id="rId27"/>
    <p:sldId id="279" r:id="rId28"/>
    <p:sldId id="346" r:id="rId29"/>
    <p:sldId id="347" r:id="rId30"/>
    <p:sldId id="348" r:id="rId31"/>
    <p:sldId id="349" r:id="rId32"/>
    <p:sldId id="284" r:id="rId33"/>
    <p:sldId id="285" r:id="rId34"/>
    <p:sldId id="286" r:id="rId35"/>
    <p:sldId id="287" r:id="rId36"/>
    <p:sldId id="288" r:id="rId37"/>
    <p:sldId id="350" r:id="rId38"/>
    <p:sldId id="351" r:id="rId39"/>
    <p:sldId id="352" r:id="rId40"/>
    <p:sldId id="327" r:id="rId41"/>
    <p:sldId id="264" r:id="rId42"/>
    <p:sldId id="353" r:id="rId43"/>
    <p:sldId id="354" r:id="rId44"/>
    <p:sldId id="355" r:id="rId45"/>
    <p:sldId id="356" r:id="rId46"/>
    <p:sldId id="357" r:id="rId47"/>
    <p:sldId id="270" r:id="rId48"/>
    <p:sldId id="358" r:id="rId49"/>
    <p:sldId id="359" r:id="rId50"/>
    <p:sldId id="360" r:id="rId51"/>
    <p:sldId id="361" r:id="rId52"/>
    <p:sldId id="362" r:id="rId53"/>
    <p:sldId id="363" r:id="rId54"/>
    <p:sldId id="326" r:id="rId55"/>
    <p:sldId id="272" r:id="rId5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626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36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870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32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POO en C# - partie 1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3ASP - C# / ASP.NET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Enumération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Classes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La mémoire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Les propriétés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Enumération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Enumération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4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énumération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données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(définis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 </a:t>
            </a:r>
            <a:r>
              <a:rPr lang="fr-FR" sz="2000" spc="-10" dirty="0" err="1">
                <a:latin typeface="Segoe UI"/>
                <a:cs typeface="Segoe UI"/>
              </a:rPr>
              <a:t>namespace</a:t>
            </a:r>
            <a:r>
              <a:rPr lang="fr-FR" sz="2000" spc="-10" dirty="0">
                <a:latin typeface="Segoe UI"/>
                <a:cs typeface="Segoe UI"/>
              </a:rPr>
              <a:t>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ensemble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constantes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Défini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numérotation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commençant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0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005DF3-3FCE-4A4E-A23D-07AC1584A265}"/>
              </a:ext>
            </a:extLst>
          </p:cNvPr>
          <p:cNvSpPr txBox="1"/>
          <p:nvPr/>
        </p:nvSpPr>
        <p:spPr>
          <a:xfrm>
            <a:off x="1807737" y="326953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Days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Monday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Tuesday,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Wednesday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Thursday,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Friday,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Saturday,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Sunday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fr-FR" dirty="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DE52C520-4A36-9A5F-ACE2-31880318328C}"/>
              </a:ext>
            </a:extLst>
          </p:cNvPr>
          <p:cNvGrpSpPr/>
          <p:nvPr/>
        </p:nvGrpSpPr>
        <p:grpSpPr>
          <a:xfrm>
            <a:off x="8509635" y="4104390"/>
            <a:ext cx="1130935" cy="660400"/>
            <a:chOff x="8811720" y="4251705"/>
            <a:chExt cx="1130935" cy="660400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9C311B5-05D5-8EF2-C9A1-7C28A3F140B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1720" y="4254880"/>
              <a:ext cx="1130913" cy="617473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2F2BAF27-C253-C552-79A0-1D6646BF38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0639" y="4299165"/>
              <a:ext cx="908316" cy="612686"/>
            </a:xfrm>
            <a:prstGeom prst="rect">
              <a:avLst/>
            </a:prstGeom>
          </p:spPr>
        </p:pic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3ED1B12D-3C55-D9DC-A5F6-5C1691E40A0F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1046987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957072" y="539496"/>
                  </a:lnTo>
                  <a:lnTo>
                    <a:pt x="1046987" y="449580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EF256AB1-F430-827E-AB80-7654917E614F}"/>
                </a:ext>
              </a:extLst>
            </p:cNvPr>
            <p:cNvSpPr/>
            <p:nvPr/>
          </p:nvSpPr>
          <p:spPr>
            <a:xfrm>
              <a:off x="9809987" y="4707636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5" y="0"/>
                  </a:moveTo>
                  <a:lnTo>
                    <a:pt x="18033" y="18033"/>
                  </a:lnTo>
                  <a:lnTo>
                    <a:pt x="0" y="89915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3689C968-FB60-BE86-E2EC-163AD5BAF14C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957072" y="539496"/>
                  </a:moveTo>
                  <a:lnTo>
                    <a:pt x="975105" y="467614"/>
                  </a:lnTo>
                  <a:lnTo>
                    <a:pt x="1046987" y="449580"/>
                  </a:lnTo>
                  <a:lnTo>
                    <a:pt x="957072" y="539496"/>
                  </a:lnTo>
                  <a:lnTo>
                    <a:pt x="0" y="539496"/>
                  </a:lnTo>
                  <a:lnTo>
                    <a:pt x="0" y="0"/>
                  </a:lnTo>
                  <a:lnTo>
                    <a:pt x="1046987" y="0"/>
                  </a:lnTo>
                  <a:lnTo>
                    <a:pt x="1046987" y="44958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BC48DE1A-0FC3-744F-F6CB-4682E37034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82455" y="4312932"/>
              <a:ext cx="806957" cy="511289"/>
            </a:xfrm>
            <a:prstGeom prst="rect">
              <a:avLst/>
            </a:prstGeom>
          </p:spPr>
        </p:pic>
      </p:grpSp>
      <p:sp>
        <p:nvSpPr>
          <p:cNvPr id="13" name="object 12">
            <a:extLst>
              <a:ext uri="{FF2B5EF4-FFF2-40B4-BE49-F238E27FC236}">
                <a16:creationId xmlns:a16="http://schemas.microsoft.com/office/drawing/2014/main" id="{BD1033EA-F4ED-3259-A8BA-33DE2C92499E}"/>
              </a:ext>
            </a:extLst>
          </p:cNvPr>
          <p:cNvSpPr txBox="1"/>
          <p:nvPr/>
        </p:nvSpPr>
        <p:spPr>
          <a:xfrm>
            <a:off x="8812705" y="4215389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onsolas"/>
                <a:cs typeface="Consolas"/>
              </a:rPr>
              <a:t>ENUM</a:t>
            </a:r>
            <a:endParaRPr sz="1800" dirty="0">
              <a:latin typeface="Consolas"/>
              <a:cs typeface="Consolas"/>
            </a:endParaRPr>
          </a:p>
        </p:txBody>
      </p:sp>
      <p:pic>
        <p:nvPicPr>
          <p:cNvPr id="14" name="object 13">
            <a:extLst>
              <a:ext uri="{FF2B5EF4-FFF2-40B4-BE49-F238E27FC236}">
                <a16:creationId xmlns:a16="http://schemas.microsoft.com/office/drawing/2014/main" id="{DAA935F2-F2A2-9A7D-888E-EB34A229625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7846" y="3856232"/>
            <a:ext cx="507492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Enumération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2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numérotation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elle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incomplète,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compilateur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ajoute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suivants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(incrémentation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1)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005DF3-3FCE-4A4E-A23D-07AC1584A265}"/>
              </a:ext>
            </a:extLst>
          </p:cNvPr>
          <p:cNvSpPr txBox="1"/>
          <p:nvPr/>
        </p:nvSpPr>
        <p:spPr>
          <a:xfrm>
            <a:off x="1807737" y="326953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enum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Days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Monday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1,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Tuesday = 2,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Wednesday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3,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Thursday,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4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Friday,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5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Saturday,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6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Sunday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7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373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Enumération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39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L'utilisation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assez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simple…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…même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0" dirty="0">
                <a:latin typeface="Segoe UI"/>
                <a:cs typeface="Segoe UI"/>
              </a:rPr>
              <a:t> conversion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Certains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"</a:t>
            </a:r>
            <a:r>
              <a:rPr lang="fr-FR" sz="2400" dirty="0" err="1">
                <a:latin typeface="Segoe UI"/>
                <a:cs typeface="Segoe UI"/>
              </a:rPr>
              <a:t>snippets</a:t>
            </a:r>
            <a:r>
              <a:rPr lang="fr-FR" sz="2400" dirty="0">
                <a:latin typeface="Segoe UI"/>
                <a:cs typeface="Segoe UI"/>
              </a:rPr>
              <a:t>"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s'adaptent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automatiquement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aux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10" dirty="0" err="1">
                <a:latin typeface="Segoe UI"/>
                <a:cs typeface="Segoe UI"/>
              </a:rPr>
              <a:t>enums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0CBA552-B36C-44B1-96E8-F4F12C29FCD7}"/>
              </a:ext>
            </a:extLst>
          </p:cNvPr>
          <p:cNvSpPr txBox="1"/>
          <p:nvPr/>
        </p:nvSpPr>
        <p:spPr>
          <a:xfrm>
            <a:off x="1796142" y="2169664"/>
            <a:ext cx="9655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Days day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Days.Wednesday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valeur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de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l'énumeration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3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3D5C261-7E0E-8CB8-AB7C-B82AA7CCD85D}"/>
              </a:ext>
            </a:extLst>
          </p:cNvPr>
          <p:cNvSpPr txBox="1"/>
          <p:nvPr/>
        </p:nvSpPr>
        <p:spPr>
          <a:xfrm>
            <a:off x="1796142" y="360595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Days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dayFromInteger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(Days)1;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integerFromDay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Days.Wednesday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  <p:grpSp>
        <p:nvGrpSpPr>
          <p:cNvPr id="11" name="object 6">
            <a:extLst>
              <a:ext uri="{FF2B5EF4-FFF2-40B4-BE49-F238E27FC236}">
                <a16:creationId xmlns:a16="http://schemas.microsoft.com/office/drawing/2014/main" id="{AB18272B-CE4A-0B70-6A35-77F957DFC12D}"/>
              </a:ext>
            </a:extLst>
          </p:cNvPr>
          <p:cNvGrpSpPr/>
          <p:nvPr/>
        </p:nvGrpSpPr>
        <p:grpSpPr>
          <a:xfrm>
            <a:off x="6096000" y="5752654"/>
            <a:ext cx="1130935" cy="662305"/>
            <a:chOff x="6609540" y="6034785"/>
            <a:chExt cx="1130935" cy="662305"/>
          </a:xfrm>
        </p:grpSpPr>
        <p:pic>
          <p:nvPicPr>
            <p:cNvPr id="12" name="object 7">
              <a:extLst>
                <a:ext uri="{FF2B5EF4-FFF2-40B4-BE49-F238E27FC236}">
                  <a16:creationId xmlns:a16="http://schemas.microsoft.com/office/drawing/2014/main" id="{6A4EA08D-9558-8373-16D6-F4F225EE0E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9540" y="6038002"/>
              <a:ext cx="1130913" cy="628002"/>
            </a:xfrm>
            <a:prstGeom prst="rect">
              <a:avLst/>
            </a:prstGeom>
          </p:spPr>
        </p:pic>
        <p:pic>
          <p:nvPicPr>
            <p:cNvPr id="13" name="object 8">
              <a:extLst>
                <a:ext uri="{FF2B5EF4-FFF2-40B4-BE49-F238E27FC236}">
                  <a16:creationId xmlns:a16="http://schemas.microsoft.com/office/drawing/2014/main" id="{53A7C4ED-C5CD-DC39-640D-8ACFDDC9D76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9420" y="6083807"/>
              <a:ext cx="783323" cy="612686"/>
            </a:xfrm>
            <a:prstGeom prst="rect">
              <a:avLst/>
            </a:prstGeom>
          </p:spPr>
        </p:pic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9ADA0527-E949-CA58-E137-F0B023F4BD9F}"/>
                </a:ext>
              </a:extLst>
            </p:cNvPr>
            <p:cNvSpPr/>
            <p:nvPr/>
          </p:nvSpPr>
          <p:spPr>
            <a:xfrm>
              <a:off x="6650736" y="6041135"/>
              <a:ext cx="1047115" cy="541020"/>
            </a:xfrm>
            <a:custGeom>
              <a:avLst/>
              <a:gdLst/>
              <a:ahLst/>
              <a:cxnLst/>
              <a:rect l="l" t="t" r="r" b="b"/>
              <a:pathLst>
                <a:path w="1047115" h="541020">
                  <a:moveTo>
                    <a:pt x="1046988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956818" y="541019"/>
                  </a:lnTo>
                  <a:lnTo>
                    <a:pt x="1046988" y="450849"/>
                  </a:lnTo>
                  <a:lnTo>
                    <a:pt x="1046988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3D7B3CED-790F-B5B2-39E4-D9DE19A082A2}"/>
                </a:ext>
              </a:extLst>
            </p:cNvPr>
            <p:cNvSpPr/>
            <p:nvPr/>
          </p:nvSpPr>
          <p:spPr>
            <a:xfrm>
              <a:off x="7607554" y="6491985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90170" y="0"/>
                  </a:moveTo>
                  <a:lnTo>
                    <a:pt x="18034" y="18033"/>
                  </a:lnTo>
                  <a:lnTo>
                    <a:pt x="0" y="90169"/>
                  </a:lnTo>
                  <a:lnTo>
                    <a:pt x="90170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45212CD7-736E-D51E-0593-E9669F1E8DA9}"/>
                </a:ext>
              </a:extLst>
            </p:cNvPr>
            <p:cNvSpPr/>
            <p:nvPr/>
          </p:nvSpPr>
          <p:spPr>
            <a:xfrm>
              <a:off x="6650736" y="6041135"/>
              <a:ext cx="1047115" cy="541020"/>
            </a:xfrm>
            <a:custGeom>
              <a:avLst/>
              <a:gdLst/>
              <a:ahLst/>
              <a:cxnLst/>
              <a:rect l="l" t="t" r="r" b="b"/>
              <a:pathLst>
                <a:path w="1047115" h="541020">
                  <a:moveTo>
                    <a:pt x="956818" y="541019"/>
                  </a:moveTo>
                  <a:lnTo>
                    <a:pt x="974852" y="468883"/>
                  </a:lnTo>
                  <a:lnTo>
                    <a:pt x="1046988" y="450849"/>
                  </a:lnTo>
                  <a:lnTo>
                    <a:pt x="956818" y="541019"/>
                  </a:lnTo>
                  <a:lnTo>
                    <a:pt x="0" y="541019"/>
                  </a:lnTo>
                  <a:lnTo>
                    <a:pt x="0" y="0"/>
                  </a:lnTo>
                  <a:lnTo>
                    <a:pt x="1046988" y="0"/>
                  </a:lnTo>
                  <a:lnTo>
                    <a:pt x="1046988" y="450849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2">
              <a:extLst>
                <a:ext uri="{FF2B5EF4-FFF2-40B4-BE49-F238E27FC236}">
                  <a16:creationId xmlns:a16="http://schemas.microsoft.com/office/drawing/2014/main" id="{3B4ED65A-29D6-659D-CF81-D0CE2F7EA62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1236" y="6097523"/>
              <a:ext cx="681990" cy="511289"/>
            </a:xfrm>
            <a:prstGeom prst="rect">
              <a:avLst/>
            </a:prstGeom>
          </p:spPr>
        </p:pic>
      </p:grpSp>
      <p:sp>
        <p:nvSpPr>
          <p:cNvPr id="18" name="object 13">
            <a:extLst>
              <a:ext uri="{FF2B5EF4-FFF2-40B4-BE49-F238E27FC236}">
                <a16:creationId xmlns:a16="http://schemas.microsoft.com/office/drawing/2014/main" id="{F68C9C89-5CD6-3D9B-6740-9D249D4FF465}"/>
              </a:ext>
            </a:extLst>
          </p:cNvPr>
          <p:cNvSpPr txBox="1"/>
          <p:nvPr/>
        </p:nvSpPr>
        <p:spPr>
          <a:xfrm>
            <a:off x="6460411" y="5864567"/>
            <a:ext cx="4006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nsolas"/>
                <a:cs typeface="Consolas"/>
              </a:rPr>
              <a:t>FOR</a:t>
            </a:r>
            <a:endParaRPr sz="1800" dirty="0">
              <a:latin typeface="Consolas"/>
              <a:cs typeface="Consolas"/>
            </a:endParaRPr>
          </a:p>
        </p:txBody>
      </p:sp>
      <p:pic>
        <p:nvPicPr>
          <p:cNvPr id="19" name="object 14">
            <a:extLst>
              <a:ext uri="{FF2B5EF4-FFF2-40B4-BE49-F238E27FC236}">
                <a16:creationId xmlns:a16="http://schemas.microsoft.com/office/drawing/2014/main" id="{4D4A75A9-2749-F21D-AB36-576122C0D20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2688" y="5506021"/>
            <a:ext cx="507492" cy="507492"/>
          </a:xfrm>
          <a:prstGeom prst="rect">
            <a:avLst/>
          </a:prstGeom>
        </p:spPr>
      </p:pic>
      <p:grpSp>
        <p:nvGrpSpPr>
          <p:cNvPr id="20" name="object 15">
            <a:extLst>
              <a:ext uri="{FF2B5EF4-FFF2-40B4-BE49-F238E27FC236}">
                <a16:creationId xmlns:a16="http://schemas.microsoft.com/office/drawing/2014/main" id="{D4167C15-97EC-B3F2-D5EE-217D161593D6}"/>
              </a:ext>
            </a:extLst>
          </p:cNvPr>
          <p:cNvGrpSpPr/>
          <p:nvPr/>
        </p:nvGrpSpPr>
        <p:grpSpPr>
          <a:xfrm>
            <a:off x="8020860" y="5769419"/>
            <a:ext cx="1160145" cy="662305"/>
            <a:chOff x="8534400" y="6051550"/>
            <a:chExt cx="1160145" cy="662305"/>
          </a:xfrm>
        </p:grpSpPr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F7A87228-3832-D93F-8B04-390F6C49150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1972" y="6054766"/>
              <a:ext cx="1130913" cy="628002"/>
            </a:xfrm>
            <a:prstGeom prst="rect">
              <a:avLst/>
            </a:prstGeom>
          </p:spPr>
        </p:pic>
        <p:pic>
          <p:nvPicPr>
            <p:cNvPr id="22" name="object 17">
              <a:extLst>
                <a:ext uri="{FF2B5EF4-FFF2-40B4-BE49-F238E27FC236}">
                  <a16:creationId xmlns:a16="http://schemas.microsoft.com/office/drawing/2014/main" id="{585A4D4B-E944-74DA-3F1B-935732E1981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4400" y="6100571"/>
              <a:ext cx="1159751" cy="612686"/>
            </a:xfrm>
            <a:prstGeom prst="rect">
              <a:avLst/>
            </a:prstGeom>
          </p:spPr>
        </p:pic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DC977CAE-969C-CCFE-DB53-EA19D1E4EB9A}"/>
                </a:ext>
              </a:extLst>
            </p:cNvPr>
            <p:cNvSpPr/>
            <p:nvPr/>
          </p:nvSpPr>
          <p:spPr>
            <a:xfrm>
              <a:off x="8583167" y="6057900"/>
              <a:ext cx="1047115" cy="541020"/>
            </a:xfrm>
            <a:custGeom>
              <a:avLst/>
              <a:gdLst/>
              <a:ahLst/>
              <a:cxnLst/>
              <a:rect l="l" t="t" r="r" b="b"/>
              <a:pathLst>
                <a:path w="1047115" h="541020">
                  <a:moveTo>
                    <a:pt x="1046987" y="0"/>
                  </a:moveTo>
                  <a:lnTo>
                    <a:pt x="0" y="0"/>
                  </a:lnTo>
                  <a:lnTo>
                    <a:pt x="0" y="541020"/>
                  </a:lnTo>
                  <a:lnTo>
                    <a:pt x="956817" y="541020"/>
                  </a:lnTo>
                  <a:lnTo>
                    <a:pt x="1046987" y="450850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5C6AE46F-BDC0-6A70-D95B-05587667D2DB}"/>
                </a:ext>
              </a:extLst>
            </p:cNvPr>
            <p:cNvSpPr/>
            <p:nvPr/>
          </p:nvSpPr>
          <p:spPr>
            <a:xfrm>
              <a:off x="9539986" y="6508750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90170" y="0"/>
                  </a:moveTo>
                  <a:lnTo>
                    <a:pt x="18034" y="18034"/>
                  </a:lnTo>
                  <a:lnTo>
                    <a:pt x="0" y="90170"/>
                  </a:lnTo>
                  <a:lnTo>
                    <a:pt x="90170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0">
              <a:extLst>
                <a:ext uri="{FF2B5EF4-FFF2-40B4-BE49-F238E27FC236}">
                  <a16:creationId xmlns:a16="http://schemas.microsoft.com/office/drawing/2014/main" id="{0C72B7F2-8113-1119-D188-970B9113EF3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76817" y="6051550"/>
              <a:ext cx="1067816" cy="574027"/>
            </a:xfrm>
            <a:prstGeom prst="rect">
              <a:avLst/>
            </a:prstGeom>
          </p:spPr>
        </p:pic>
      </p:grpSp>
      <p:sp>
        <p:nvSpPr>
          <p:cNvPr id="26" name="object 21">
            <a:extLst>
              <a:ext uri="{FF2B5EF4-FFF2-40B4-BE49-F238E27FC236}">
                <a16:creationId xmlns:a16="http://schemas.microsoft.com/office/drawing/2014/main" id="{E8944B37-6064-80B3-0405-3B6A32EA39C9}"/>
              </a:ext>
            </a:extLst>
          </p:cNvPr>
          <p:cNvSpPr txBox="1"/>
          <p:nvPr/>
        </p:nvSpPr>
        <p:spPr>
          <a:xfrm>
            <a:off x="8204755" y="5881940"/>
            <a:ext cx="77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nsolas"/>
                <a:cs typeface="Consolas"/>
              </a:rPr>
              <a:t>SWITCH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27" name="object 22">
            <a:extLst>
              <a:ext uri="{FF2B5EF4-FFF2-40B4-BE49-F238E27FC236}">
                <a16:creationId xmlns:a16="http://schemas.microsoft.com/office/drawing/2014/main" id="{D08F8159-E72B-BF8B-5524-B755DACFF6C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6643" y="5522784"/>
            <a:ext cx="50596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57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Enumération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Il est possible de définir des énumérations englobantes à l’aide des opérateurs de décalage de bits, permettant de conditionner plusieurs valeurs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E6D893-CCDB-7F63-4AAF-DCD3A719CD61}"/>
              </a:ext>
            </a:extLst>
          </p:cNvPr>
          <p:cNvSpPr txBox="1"/>
          <p:nvPr/>
        </p:nvSpPr>
        <p:spPr>
          <a:xfrm>
            <a:off x="1153886" y="2749613"/>
            <a:ext cx="6096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enum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Days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Monday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   1 &lt;&lt; 0,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0b00000001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Tuesday =   1 &lt;&lt; 1,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0b00000010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Wednesday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1 &lt;&lt; 2,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0b00000100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Thursday =  1 &lt;&lt; 3,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0b00001000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Friday =    1 &lt;&lt; 4,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0b00010000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Saturday =  1 &lt;&lt; 5,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0b00100000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Sunday =    1 &lt;&lt; 6, </a:t>
            </a:r>
            <a:r>
              <a:rPr lang="fr-FR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0b01000000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Week =      0b00011111,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WeekEnd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  0b01100000,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fr-FR" sz="16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3D099A5-C7EC-4AAD-BA2A-FFFADB119934}"/>
              </a:ext>
            </a:extLst>
          </p:cNvPr>
          <p:cNvSpPr txBox="1"/>
          <p:nvPr/>
        </p:nvSpPr>
        <p:spPr>
          <a:xfrm>
            <a:off x="5529943" y="56095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Days.Saturday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isInWeekEnd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(day &amp;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Days.WeekEnd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&gt; 0;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328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Enumération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Classes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565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données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(définis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 </a:t>
            </a:r>
            <a:r>
              <a:rPr lang="fr-FR" sz="2000" spc="-10" dirty="0" err="1">
                <a:latin typeface="Segoe UI"/>
                <a:cs typeface="Segoe UI"/>
              </a:rPr>
              <a:t>namespace</a:t>
            </a:r>
            <a:r>
              <a:rPr lang="fr-FR" sz="2000" spc="-10" dirty="0">
                <a:latin typeface="Segoe UI"/>
                <a:cs typeface="Segoe UI"/>
              </a:rPr>
              <a:t>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modèle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création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d'objets</a:t>
            </a:r>
            <a:r>
              <a:rPr lang="fr-FR" sz="2000" spc="-25" dirty="0">
                <a:latin typeface="Segoe UI"/>
                <a:cs typeface="Segoe UI"/>
              </a:rPr>
              <a:t> qui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Défini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des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caractéristiques</a:t>
            </a:r>
            <a:r>
              <a:rPr lang="fr-FR" sz="1800" spc="10" dirty="0">
                <a:latin typeface="Segoe UI"/>
                <a:cs typeface="Segoe UI"/>
              </a:rPr>
              <a:t> </a:t>
            </a:r>
            <a:r>
              <a:rPr lang="fr-FR" sz="1800" i="1" dirty="0">
                <a:latin typeface="Segoe UI"/>
                <a:cs typeface="Segoe UI"/>
              </a:rPr>
              <a:t>via</a:t>
            </a:r>
            <a:r>
              <a:rPr lang="fr-FR" sz="1800" i="1" spc="-10" dirty="0">
                <a:latin typeface="Segoe UI"/>
                <a:cs typeface="Segoe UI"/>
              </a:rPr>
              <a:t> </a:t>
            </a:r>
            <a:r>
              <a:rPr lang="fr-FR" sz="1800" i="1" dirty="0">
                <a:latin typeface="Segoe UI"/>
                <a:cs typeface="Segoe UI"/>
              </a:rPr>
              <a:t>des</a:t>
            </a:r>
            <a:r>
              <a:rPr lang="fr-FR" sz="1800" i="1" spc="-15" dirty="0">
                <a:latin typeface="Segoe UI"/>
                <a:cs typeface="Segoe UI"/>
              </a:rPr>
              <a:t> </a:t>
            </a:r>
            <a:r>
              <a:rPr lang="fr-FR" sz="1800" i="1" spc="-10" dirty="0">
                <a:latin typeface="Segoe UI"/>
                <a:cs typeface="Segoe UI"/>
              </a:rPr>
              <a:t>champs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Défini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5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comportement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i="1" dirty="0">
                <a:latin typeface="Segoe UI"/>
                <a:cs typeface="Segoe UI"/>
              </a:rPr>
              <a:t>via</a:t>
            </a:r>
            <a:r>
              <a:rPr lang="fr-FR" sz="1800" i="1" spc="-30" dirty="0">
                <a:latin typeface="Segoe UI"/>
                <a:cs typeface="Segoe UI"/>
              </a:rPr>
              <a:t> </a:t>
            </a:r>
            <a:r>
              <a:rPr lang="fr-FR" sz="1800" i="1" dirty="0">
                <a:latin typeface="Segoe UI"/>
                <a:cs typeface="Segoe UI"/>
              </a:rPr>
              <a:t>des</a:t>
            </a:r>
            <a:r>
              <a:rPr lang="fr-FR" sz="1800" i="1" spc="-30" dirty="0">
                <a:latin typeface="Segoe UI"/>
                <a:cs typeface="Segoe UI"/>
              </a:rPr>
              <a:t> </a:t>
            </a:r>
            <a:r>
              <a:rPr lang="fr-FR" sz="1800" i="1" dirty="0">
                <a:latin typeface="Segoe UI"/>
                <a:cs typeface="Segoe UI"/>
              </a:rPr>
              <a:t>méthodes</a:t>
            </a:r>
            <a:r>
              <a:rPr lang="fr-FR" sz="1800" i="1" spc="-20" dirty="0">
                <a:latin typeface="Segoe UI"/>
                <a:cs typeface="Segoe UI"/>
              </a:rPr>
              <a:t> </a:t>
            </a:r>
            <a:r>
              <a:rPr lang="fr-FR" sz="1800" i="1" spc="-10" dirty="0">
                <a:latin typeface="Segoe UI"/>
                <a:cs typeface="Segoe UI"/>
              </a:rPr>
              <a:t>d'instance</a:t>
            </a:r>
            <a:endParaRPr lang="fr-FR" sz="18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09"/>
              </a:spcBef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objet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instance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d'une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35" dirty="0">
                <a:latin typeface="Segoe UI"/>
                <a:cs typeface="Segoe UI"/>
              </a:rPr>
              <a:t>C’est-</a:t>
            </a:r>
            <a:r>
              <a:rPr lang="fr-FR" sz="2000" dirty="0">
                <a:latin typeface="Segoe UI"/>
                <a:cs typeface="Segoe UI"/>
              </a:rPr>
              <a:t>à-dire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l'utilisation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modèle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variable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référencer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objet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235437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055A58-1EA8-9F25-2A72-C2336848F27E}"/>
              </a:ext>
            </a:extLst>
          </p:cNvPr>
          <p:cNvSpPr txBox="1"/>
          <p:nvPr/>
        </p:nvSpPr>
        <p:spPr>
          <a:xfrm>
            <a:off x="1469572" y="2253191"/>
            <a:ext cx="89589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id;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Start() {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}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Accelerate() {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something and return an int }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Break() {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something and return an int }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grpSp>
        <p:nvGrpSpPr>
          <p:cNvPr id="6" name="object 15">
            <a:extLst>
              <a:ext uri="{FF2B5EF4-FFF2-40B4-BE49-F238E27FC236}">
                <a16:creationId xmlns:a16="http://schemas.microsoft.com/office/drawing/2014/main" id="{D34247D0-EE8A-31D0-DE02-21051DE171AE}"/>
              </a:ext>
            </a:extLst>
          </p:cNvPr>
          <p:cNvGrpSpPr/>
          <p:nvPr/>
        </p:nvGrpSpPr>
        <p:grpSpPr>
          <a:xfrm>
            <a:off x="6640683" y="2150688"/>
            <a:ext cx="1916713" cy="853952"/>
            <a:chOff x="5911341" y="1721866"/>
            <a:chExt cx="2408555" cy="1018540"/>
          </a:xfrm>
        </p:grpSpPr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58BB42AE-C3A8-1557-8CA0-488B970B24B3}"/>
                </a:ext>
              </a:extLst>
            </p:cNvPr>
            <p:cNvSpPr/>
            <p:nvPr/>
          </p:nvSpPr>
          <p:spPr>
            <a:xfrm>
              <a:off x="5917691" y="1728216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2228088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40" y="1005839"/>
                  </a:lnTo>
                  <a:lnTo>
                    <a:pt x="2228088" y="1005839"/>
                  </a:lnTo>
                  <a:lnTo>
                    <a:pt x="2272652" y="999851"/>
                  </a:lnTo>
                  <a:lnTo>
                    <a:pt x="2312698" y="982951"/>
                  </a:lnTo>
                  <a:lnTo>
                    <a:pt x="2346626" y="956738"/>
                  </a:lnTo>
                  <a:lnTo>
                    <a:pt x="2372839" y="922810"/>
                  </a:lnTo>
                  <a:lnTo>
                    <a:pt x="2389739" y="882764"/>
                  </a:lnTo>
                  <a:lnTo>
                    <a:pt x="2395728" y="838200"/>
                  </a:lnTo>
                  <a:lnTo>
                    <a:pt x="2395728" y="167639"/>
                  </a:lnTo>
                  <a:lnTo>
                    <a:pt x="2389739" y="123075"/>
                  </a:lnTo>
                  <a:lnTo>
                    <a:pt x="2372839" y="83029"/>
                  </a:lnTo>
                  <a:lnTo>
                    <a:pt x="2346626" y="49101"/>
                  </a:lnTo>
                  <a:lnTo>
                    <a:pt x="2312698" y="22888"/>
                  </a:lnTo>
                  <a:lnTo>
                    <a:pt x="2272652" y="5988"/>
                  </a:lnTo>
                  <a:lnTo>
                    <a:pt x="22280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7">
              <a:extLst>
                <a:ext uri="{FF2B5EF4-FFF2-40B4-BE49-F238E27FC236}">
                  <a16:creationId xmlns:a16="http://schemas.microsoft.com/office/drawing/2014/main" id="{80A2DAED-A515-7C35-1295-DED4C0F8EF4D}"/>
                </a:ext>
              </a:extLst>
            </p:cNvPr>
            <p:cNvSpPr/>
            <p:nvPr/>
          </p:nvSpPr>
          <p:spPr>
            <a:xfrm>
              <a:off x="5917691" y="1728216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40" y="0"/>
                  </a:lnTo>
                  <a:lnTo>
                    <a:pt x="2228088" y="0"/>
                  </a:lnTo>
                  <a:lnTo>
                    <a:pt x="2272652" y="5988"/>
                  </a:lnTo>
                  <a:lnTo>
                    <a:pt x="2312698" y="22888"/>
                  </a:lnTo>
                  <a:lnTo>
                    <a:pt x="2346626" y="49101"/>
                  </a:lnTo>
                  <a:lnTo>
                    <a:pt x="2372839" y="83029"/>
                  </a:lnTo>
                  <a:lnTo>
                    <a:pt x="2389739" y="123075"/>
                  </a:lnTo>
                  <a:lnTo>
                    <a:pt x="2395728" y="167639"/>
                  </a:lnTo>
                  <a:lnTo>
                    <a:pt x="2395728" y="838200"/>
                  </a:lnTo>
                  <a:lnTo>
                    <a:pt x="2389739" y="882764"/>
                  </a:lnTo>
                  <a:lnTo>
                    <a:pt x="2372839" y="922810"/>
                  </a:lnTo>
                  <a:lnTo>
                    <a:pt x="2346626" y="956738"/>
                  </a:lnTo>
                  <a:lnTo>
                    <a:pt x="2312698" y="982951"/>
                  </a:lnTo>
                  <a:lnTo>
                    <a:pt x="2272652" y="999851"/>
                  </a:lnTo>
                  <a:lnTo>
                    <a:pt x="2228088" y="1005839"/>
                  </a:lnTo>
                  <a:lnTo>
                    <a:pt x="167640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8">
            <a:extLst>
              <a:ext uri="{FF2B5EF4-FFF2-40B4-BE49-F238E27FC236}">
                <a16:creationId xmlns:a16="http://schemas.microsoft.com/office/drawing/2014/main" id="{B2D2C2F4-C60D-E848-F87A-9F79BD53D886}"/>
              </a:ext>
            </a:extLst>
          </p:cNvPr>
          <p:cNvSpPr txBox="1"/>
          <p:nvPr/>
        </p:nvSpPr>
        <p:spPr>
          <a:xfrm>
            <a:off x="7215195" y="2427486"/>
            <a:ext cx="768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Champs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DEB2771A-E821-1F50-F9F9-AC5FBE4AFDCD}"/>
              </a:ext>
            </a:extLst>
          </p:cNvPr>
          <p:cNvSpPr/>
          <p:nvPr/>
        </p:nvSpPr>
        <p:spPr>
          <a:xfrm>
            <a:off x="4365496" y="2522672"/>
            <a:ext cx="2281537" cy="853952"/>
          </a:xfrm>
          <a:custGeom>
            <a:avLst/>
            <a:gdLst/>
            <a:ahLst/>
            <a:cxnLst/>
            <a:rect l="l" t="t" r="r" b="b"/>
            <a:pathLst>
              <a:path w="1554479" h="1050925">
                <a:moveTo>
                  <a:pt x="63118" y="939800"/>
                </a:moveTo>
                <a:lnTo>
                  <a:pt x="0" y="1050925"/>
                </a:lnTo>
                <a:lnTo>
                  <a:pt x="126746" y="1034796"/>
                </a:lnTo>
                <a:lnTo>
                  <a:pt x="112625" y="1013713"/>
                </a:lnTo>
                <a:lnTo>
                  <a:pt x="89662" y="1013713"/>
                </a:lnTo>
                <a:lnTo>
                  <a:pt x="68452" y="982090"/>
                </a:lnTo>
                <a:lnTo>
                  <a:pt x="84319" y="971453"/>
                </a:lnTo>
                <a:lnTo>
                  <a:pt x="63118" y="939800"/>
                </a:lnTo>
                <a:close/>
              </a:path>
              <a:path w="1554479" h="1050925">
                <a:moveTo>
                  <a:pt x="84319" y="971453"/>
                </a:moveTo>
                <a:lnTo>
                  <a:pt x="68452" y="982090"/>
                </a:lnTo>
                <a:lnTo>
                  <a:pt x="89662" y="1013713"/>
                </a:lnTo>
                <a:lnTo>
                  <a:pt x="105509" y="1003090"/>
                </a:lnTo>
                <a:lnTo>
                  <a:pt x="84319" y="971453"/>
                </a:lnTo>
                <a:close/>
              </a:path>
              <a:path w="1554479" h="1050925">
                <a:moveTo>
                  <a:pt x="105509" y="1003090"/>
                </a:moveTo>
                <a:lnTo>
                  <a:pt x="89662" y="1013713"/>
                </a:lnTo>
                <a:lnTo>
                  <a:pt x="112625" y="1013713"/>
                </a:lnTo>
                <a:lnTo>
                  <a:pt x="105509" y="1003090"/>
                </a:lnTo>
                <a:close/>
              </a:path>
              <a:path w="1554479" h="1050925">
                <a:moveTo>
                  <a:pt x="1533271" y="0"/>
                </a:moveTo>
                <a:lnTo>
                  <a:pt x="84319" y="971453"/>
                </a:lnTo>
                <a:lnTo>
                  <a:pt x="105509" y="1003090"/>
                </a:lnTo>
                <a:lnTo>
                  <a:pt x="1554479" y="31750"/>
                </a:lnTo>
                <a:lnTo>
                  <a:pt x="153327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1" name="object 15">
            <a:extLst>
              <a:ext uri="{FF2B5EF4-FFF2-40B4-BE49-F238E27FC236}">
                <a16:creationId xmlns:a16="http://schemas.microsoft.com/office/drawing/2014/main" id="{210CD702-0619-FF5F-0B9F-540F9B382CEF}"/>
              </a:ext>
            </a:extLst>
          </p:cNvPr>
          <p:cNvGrpSpPr/>
          <p:nvPr/>
        </p:nvGrpSpPr>
        <p:grpSpPr>
          <a:xfrm>
            <a:off x="5246815" y="944217"/>
            <a:ext cx="1926872" cy="778751"/>
            <a:chOff x="5911341" y="1721866"/>
            <a:chExt cx="2408555" cy="1018540"/>
          </a:xfrm>
        </p:grpSpPr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584C8A1C-4732-7469-D6FE-4F3FECC99749}"/>
                </a:ext>
              </a:extLst>
            </p:cNvPr>
            <p:cNvSpPr/>
            <p:nvPr/>
          </p:nvSpPr>
          <p:spPr>
            <a:xfrm>
              <a:off x="5917691" y="1728216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2228088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40" y="1005839"/>
                  </a:lnTo>
                  <a:lnTo>
                    <a:pt x="2228088" y="1005839"/>
                  </a:lnTo>
                  <a:lnTo>
                    <a:pt x="2272652" y="999851"/>
                  </a:lnTo>
                  <a:lnTo>
                    <a:pt x="2312698" y="982951"/>
                  </a:lnTo>
                  <a:lnTo>
                    <a:pt x="2346626" y="956738"/>
                  </a:lnTo>
                  <a:lnTo>
                    <a:pt x="2372839" y="922810"/>
                  </a:lnTo>
                  <a:lnTo>
                    <a:pt x="2389739" y="882764"/>
                  </a:lnTo>
                  <a:lnTo>
                    <a:pt x="2395728" y="838200"/>
                  </a:lnTo>
                  <a:lnTo>
                    <a:pt x="2395728" y="167639"/>
                  </a:lnTo>
                  <a:lnTo>
                    <a:pt x="2389739" y="123075"/>
                  </a:lnTo>
                  <a:lnTo>
                    <a:pt x="2372839" y="83029"/>
                  </a:lnTo>
                  <a:lnTo>
                    <a:pt x="2346626" y="49101"/>
                  </a:lnTo>
                  <a:lnTo>
                    <a:pt x="2312698" y="22888"/>
                  </a:lnTo>
                  <a:lnTo>
                    <a:pt x="2272652" y="5988"/>
                  </a:lnTo>
                  <a:lnTo>
                    <a:pt x="22280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B6C8C727-1C4A-4A3E-3610-667A31CC0CAF}"/>
                </a:ext>
              </a:extLst>
            </p:cNvPr>
            <p:cNvSpPr/>
            <p:nvPr/>
          </p:nvSpPr>
          <p:spPr>
            <a:xfrm>
              <a:off x="5917691" y="1728216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40" y="0"/>
                  </a:lnTo>
                  <a:lnTo>
                    <a:pt x="2228088" y="0"/>
                  </a:lnTo>
                  <a:lnTo>
                    <a:pt x="2272652" y="5988"/>
                  </a:lnTo>
                  <a:lnTo>
                    <a:pt x="2312698" y="22888"/>
                  </a:lnTo>
                  <a:lnTo>
                    <a:pt x="2346626" y="49101"/>
                  </a:lnTo>
                  <a:lnTo>
                    <a:pt x="2372839" y="83029"/>
                  </a:lnTo>
                  <a:lnTo>
                    <a:pt x="2389739" y="123075"/>
                  </a:lnTo>
                  <a:lnTo>
                    <a:pt x="2395728" y="167639"/>
                  </a:lnTo>
                  <a:lnTo>
                    <a:pt x="2395728" y="838200"/>
                  </a:lnTo>
                  <a:lnTo>
                    <a:pt x="2389739" y="882764"/>
                  </a:lnTo>
                  <a:lnTo>
                    <a:pt x="2372839" y="922810"/>
                  </a:lnTo>
                  <a:lnTo>
                    <a:pt x="2346626" y="956738"/>
                  </a:lnTo>
                  <a:lnTo>
                    <a:pt x="2312698" y="982951"/>
                  </a:lnTo>
                  <a:lnTo>
                    <a:pt x="2272652" y="999851"/>
                  </a:lnTo>
                  <a:lnTo>
                    <a:pt x="2228088" y="1005839"/>
                  </a:lnTo>
                  <a:lnTo>
                    <a:pt x="167640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8">
            <a:extLst>
              <a:ext uri="{FF2B5EF4-FFF2-40B4-BE49-F238E27FC236}">
                <a16:creationId xmlns:a16="http://schemas.microsoft.com/office/drawing/2014/main" id="{8E88B0CF-0360-7891-5F31-D452FAE6D7BE}"/>
              </a:ext>
            </a:extLst>
          </p:cNvPr>
          <p:cNvSpPr txBox="1"/>
          <p:nvPr/>
        </p:nvSpPr>
        <p:spPr>
          <a:xfrm>
            <a:off x="5825758" y="1161070"/>
            <a:ext cx="768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spc="-10" dirty="0">
                <a:solidFill>
                  <a:srgbClr val="FFFFFF"/>
                </a:solidFill>
                <a:latin typeface="Calibri"/>
                <a:cs typeface="Calibri"/>
              </a:rPr>
              <a:t>Identité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43D9DE57-3E7F-E423-0618-93A142B17761}"/>
              </a:ext>
            </a:extLst>
          </p:cNvPr>
          <p:cNvSpPr/>
          <p:nvPr/>
        </p:nvSpPr>
        <p:spPr>
          <a:xfrm>
            <a:off x="3167568" y="1611086"/>
            <a:ext cx="2093839" cy="1358153"/>
          </a:xfrm>
          <a:custGeom>
            <a:avLst/>
            <a:gdLst/>
            <a:ahLst/>
            <a:cxnLst/>
            <a:rect l="l" t="t" r="r" b="b"/>
            <a:pathLst>
              <a:path w="1554479" h="1050925">
                <a:moveTo>
                  <a:pt x="63118" y="939800"/>
                </a:moveTo>
                <a:lnTo>
                  <a:pt x="0" y="1050925"/>
                </a:lnTo>
                <a:lnTo>
                  <a:pt x="126746" y="1034796"/>
                </a:lnTo>
                <a:lnTo>
                  <a:pt x="112625" y="1013713"/>
                </a:lnTo>
                <a:lnTo>
                  <a:pt x="89662" y="1013713"/>
                </a:lnTo>
                <a:lnTo>
                  <a:pt x="68452" y="982090"/>
                </a:lnTo>
                <a:lnTo>
                  <a:pt x="84319" y="971453"/>
                </a:lnTo>
                <a:lnTo>
                  <a:pt x="63118" y="939800"/>
                </a:lnTo>
                <a:close/>
              </a:path>
              <a:path w="1554479" h="1050925">
                <a:moveTo>
                  <a:pt x="84319" y="971453"/>
                </a:moveTo>
                <a:lnTo>
                  <a:pt x="68452" y="982090"/>
                </a:lnTo>
                <a:lnTo>
                  <a:pt x="89662" y="1013713"/>
                </a:lnTo>
                <a:lnTo>
                  <a:pt x="105509" y="1003090"/>
                </a:lnTo>
                <a:lnTo>
                  <a:pt x="84319" y="971453"/>
                </a:lnTo>
                <a:close/>
              </a:path>
              <a:path w="1554479" h="1050925">
                <a:moveTo>
                  <a:pt x="105509" y="1003090"/>
                </a:moveTo>
                <a:lnTo>
                  <a:pt x="89662" y="1013713"/>
                </a:lnTo>
                <a:lnTo>
                  <a:pt x="112625" y="1013713"/>
                </a:lnTo>
                <a:lnTo>
                  <a:pt x="105509" y="1003090"/>
                </a:lnTo>
                <a:close/>
              </a:path>
              <a:path w="1554479" h="1050925">
                <a:moveTo>
                  <a:pt x="1533271" y="0"/>
                </a:moveTo>
                <a:lnTo>
                  <a:pt x="84319" y="971453"/>
                </a:lnTo>
                <a:lnTo>
                  <a:pt x="105509" y="1003090"/>
                </a:lnTo>
                <a:lnTo>
                  <a:pt x="1554479" y="31750"/>
                </a:lnTo>
                <a:lnTo>
                  <a:pt x="153327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6" name="object 15">
            <a:extLst>
              <a:ext uri="{FF2B5EF4-FFF2-40B4-BE49-F238E27FC236}">
                <a16:creationId xmlns:a16="http://schemas.microsoft.com/office/drawing/2014/main" id="{A2F275D5-801A-D4F8-DCE0-8B822F1D770E}"/>
              </a:ext>
            </a:extLst>
          </p:cNvPr>
          <p:cNvGrpSpPr/>
          <p:nvPr/>
        </p:nvGrpSpPr>
        <p:grpSpPr>
          <a:xfrm>
            <a:off x="9073323" y="3057768"/>
            <a:ext cx="1916713" cy="853952"/>
            <a:chOff x="5911341" y="1721866"/>
            <a:chExt cx="2408555" cy="1018540"/>
          </a:xfrm>
        </p:grpSpPr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FEB206E6-F6D4-FC83-31C3-AD855E53F33B}"/>
                </a:ext>
              </a:extLst>
            </p:cNvPr>
            <p:cNvSpPr/>
            <p:nvPr/>
          </p:nvSpPr>
          <p:spPr>
            <a:xfrm>
              <a:off x="5917691" y="1728216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2228088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40" y="1005839"/>
                  </a:lnTo>
                  <a:lnTo>
                    <a:pt x="2228088" y="1005839"/>
                  </a:lnTo>
                  <a:lnTo>
                    <a:pt x="2272652" y="999851"/>
                  </a:lnTo>
                  <a:lnTo>
                    <a:pt x="2312698" y="982951"/>
                  </a:lnTo>
                  <a:lnTo>
                    <a:pt x="2346626" y="956738"/>
                  </a:lnTo>
                  <a:lnTo>
                    <a:pt x="2372839" y="922810"/>
                  </a:lnTo>
                  <a:lnTo>
                    <a:pt x="2389739" y="882764"/>
                  </a:lnTo>
                  <a:lnTo>
                    <a:pt x="2395728" y="838200"/>
                  </a:lnTo>
                  <a:lnTo>
                    <a:pt x="2395728" y="167639"/>
                  </a:lnTo>
                  <a:lnTo>
                    <a:pt x="2389739" y="123075"/>
                  </a:lnTo>
                  <a:lnTo>
                    <a:pt x="2372839" y="83029"/>
                  </a:lnTo>
                  <a:lnTo>
                    <a:pt x="2346626" y="49101"/>
                  </a:lnTo>
                  <a:lnTo>
                    <a:pt x="2312698" y="22888"/>
                  </a:lnTo>
                  <a:lnTo>
                    <a:pt x="2272652" y="5988"/>
                  </a:lnTo>
                  <a:lnTo>
                    <a:pt x="22280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BF1D4C1A-2DF3-33E0-32F4-B0E54CA00461}"/>
                </a:ext>
              </a:extLst>
            </p:cNvPr>
            <p:cNvSpPr/>
            <p:nvPr/>
          </p:nvSpPr>
          <p:spPr>
            <a:xfrm>
              <a:off x="5917691" y="1728216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40" y="0"/>
                  </a:lnTo>
                  <a:lnTo>
                    <a:pt x="2228088" y="0"/>
                  </a:lnTo>
                  <a:lnTo>
                    <a:pt x="2272652" y="5988"/>
                  </a:lnTo>
                  <a:lnTo>
                    <a:pt x="2312698" y="22888"/>
                  </a:lnTo>
                  <a:lnTo>
                    <a:pt x="2346626" y="49101"/>
                  </a:lnTo>
                  <a:lnTo>
                    <a:pt x="2372839" y="83029"/>
                  </a:lnTo>
                  <a:lnTo>
                    <a:pt x="2389739" y="123075"/>
                  </a:lnTo>
                  <a:lnTo>
                    <a:pt x="2395728" y="167639"/>
                  </a:lnTo>
                  <a:lnTo>
                    <a:pt x="2395728" y="838200"/>
                  </a:lnTo>
                  <a:lnTo>
                    <a:pt x="2389739" y="882764"/>
                  </a:lnTo>
                  <a:lnTo>
                    <a:pt x="2372839" y="922810"/>
                  </a:lnTo>
                  <a:lnTo>
                    <a:pt x="2346626" y="956738"/>
                  </a:lnTo>
                  <a:lnTo>
                    <a:pt x="2312698" y="982951"/>
                  </a:lnTo>
                  <a:lnTo>
                    <a:pt x="2272652" y="999851"/>
                  </a:lnTo>
                  <a:lnTo>
                    <a:pt x="2228088" y="1005839"/>
                  </a:lnTo>
                  <a:lnTo>
                    <a:pt x="167640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8">
            <a:extLst>
              <a:ext uri="{FF2B5EF4-FFF2-40B4-BE49-F238E27FC236}">
                <a16:creationId xmlns:a16="http://schemas.microsoft.com/office/drawing/2014/main" id="{D36A430A-697C-1F30-C331-E4F9C26377DD}"/>
              </a:ext>
            </a:extLst>
          </p:cNvPr>
          <p:cNvSpPr txBox="1"/>
          <p:nvPr/>
        </p:nvSpPr>
        <p:spPr>
          <a:xfrm>
            <a:off x="9542957" y="3334566"/>
            <a:ext cx="120522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spc="-10" dirty="0">
                <a:solidFill>
                  <a:srgbClr val="FFFFFF"/>
                </a:solidFill>
                <a:latin typeface="Calibri"/>
                <a:cs typeface="Calibri"/>
              </a:rPr>
              <a:t>Méthodes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FE0B925E-2CD0-62F5-65AB-C4FF82FB5D23}"/>
              </a:ext>
            </a:extLst>
          </p:cNvPr>
          <p:cNvSpPr/>
          <p:nvPr/>
        </p:nvSpPr>
        <p:spPr>
          <a:xfrm>
            <a:off x="6798136" y="3429752"/>
            <a:ext cx="2281537" cy="853952"/>
          </a:xfrm>
          <a:custGeom>
            <a:avLst/>
            <a:gdLst/>
            <a:ahLst/>
            <a:cxnLst/>
            <a:rect l="l" t="t" r="r" b="b"/>
            <a:pathLst>
              <a:path w="1554479" h="1050925">
                <a:moveTo>
                  <a:pt x="63118" y="939800"/>
                </a:moveTo>
                <a:lnTo>
                  <a:pt x="0" y="1050925"/>
                </a:lnTo>
                <a:lnTo>
                  <a:pt x="126746" y="1034796"/>
                </a:lnTo>
                <a:lnTo>
                  <a:pt x="112625" y="1013713"/>
                </a:lnTo>
                <a:lnTo>
                  <a:pt x="89662" y="1013713"/>
                </a:lnTo>
                <a:lnTo>
                  <a:pt x="68452" y="982090"/>
                </a:lnTo>
                <a:lnTo>
                  <a:pt x="84319" y="971453"/>
                </a:lnTo>
                <a:lnTo>
                  <a:pt x="63118" y="939800"/>
                </a:lnTo>
                <a:close/>
              </a:path>
              <a:path w="1554479" h="1050925">
                <a:moveTo>
                  <a:pt x="84319" y="971453"/>
                </a:moveTo>
                <a:lnTo>
                  <a:pt x="68452" y="982090"/>
                </a:lnTo>
                <a:lnTo>
                  <a:pt x="89662" y="1013713"/>
                </a:lnTo>
                <a:lnTo>
                  <a:pt x="105509" y="1003090"/>
                </a:lnTo>
                <a:lnTo>
                  <a:pt x="84319" y="971453"/>
                </a:lnTo>
                <a:close/>
              </a:path>
              <a:path w="1554479" h="1050925">
                <a:moveTo>
                  <a:pt x="105509" y="1003090"/>
                </a:moveTo>
                <a:lnTo>
                  <a:pt x="89662" y="1013713"/>
                </a:lnTo>
                <a:lnTo>
                  <a:pt x="112625" y="1013713"/>
                </a:lnTo>
                <a:lnTo>
                  <a:pt x="105509" y="1003090"/>
                </a:lnTo>
                <a:close/>
              </a:path>
              <a:path w="1554479" h="1050925">
                <a:moveTo>
                  <a:pt x="1533271" y="0"/>
                </a:moveTo>
                <a:lnTo>
                  <a:pt x="84319" y="971453"/>
                </a:lnTo>
                <a:lnTo>
                  <a:pt x="105509" y="1003090"/>
                </a:lnTo>
                <a:lnTo>
                  <a:pt x="1554479" y="31750"/>
                </a:lnTo>
                <a:lnTo>
                  <a:pt x="153327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1" name="object 5">
            <a:extLst>
              <a:ext uri="{FF2B5EF4-FFF2-40B4-BE49-F238E27FC236}">
                <a16:creationId xmlns:a16="http://schemas.microsoft.com/office/drawing/2014/main" id="{699DC4CD-6E62-C9BA-BD4C-948FB1FB9007}"/>
              </a:ext>
            </a:extLst>
          </p:cNvPr>
          <p:cNvGrpSpPr/>
          <p:nvPr/>
        </p:nvGrpSpPr>
        <p:grpSpPr>
          <a:xfrm>
            <a:off x="9675828" y="5477002"/>
            <a:ext cx="1130935" cy="662305"/>
            <a:chOff x="9675828" y="5477002"/>
            <a:chExt cx="1130935" cy="662305"/>
          </a:xfrm>
        </p:grpSpPr>
        <p:pic>
          <p:nvPicPr>
            <p:cNvPr id="22" name="object 6">
              <a:extLst>
                <a:ext uri="{FF2B5EF4-FFF2-40B4-BE49-F238E27FC236}">
                  <a16:creationId xmlns:a16="http://schemas.microsoft.com/office/drawing/2014/main" id="{8C073FDA-5A74-A39E-0EAA-0DD1092F97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5828" y="5480219"/>
              <a:ext cx="1130913" cy="628002"/>
            </a:xfrm>
            <a:prstGeom prst="rect">
              <a:avLst/>
            </a:prstGeom>
          </p:spPr>
        </p:pic>
        <p:pic>
          <p:nvPicPr>
            <p:cNvPr id="23" name="object 7">
              <a:extLst>
                <a:ext uri="{FF2B5EF4-FFF2-40B4-BE49-F238E27FC236}">
                  <a16:creationId xmlns:a16="http://schemas.microsoft.com/office/drawing/2014/main" id="{3E772E55-A09D-1B32-6A8C-6237C68F68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2264" y="5526024"/>
              <a:ext cx="1033297" cy="612686"/>
            </a:xfrm>
            <a:prstGeom prst="rect">
              <a:avLst/>
            </a:prstGeom>
          </p:spPr>
        </p:pic>
        <p:sp>
          <p:nvSpPr>
            <p:cNvPr id="24" name="object 8">
              <a:extLst>
                <a:ext uri="{FF2B5EF4-FFF2-40B4-BE49-F238E27FC236}">
                  <a16:creationId xmlns:a16="http://schemas.microsoft.com/office/drawing/2014/main" id="{3A645AEA-28DD-3A75-EFA8-D25C14B9E113}"/>
                </a:ext>
              </a:extLst>
            </p:cNvPr>
            <p:cNvSpPr/>
            <p:nvPr/>
          </p:nvSpPr>
          <p:spPr>
            <a:xfrm>
              <a:off x="9717024" y="5483352"/>
              <a:ext cx="1047115" cy="541020"/>
            </a:xfrm>
            <a:custGeom>
              <a:avLst/>
              <a:gdLst/>
              <a:ahLst/>
              <a:cxnLst/>
              <a:rect l="l" t="t" r="r" b="b"/>
              <a:pathLst>
                <a:path w="1047115" h="541020">
                  <a:moveTo>
                    <a:pt x="1046987" y="0"/>
                  </a:moveTo>
                  <a:lnTo>
                    <a:pt x="0" y="0"/>
                  </a:lnTo>
                  <a:lnTo>
                    <a:pt x="0" y="541020"/>
                  </a:lnTo>
                  <a:lnTo>
                    <a:pt x="956818" y="541020"/>
                  </a:lnTo>
                  <a:lnTo>
                    <a:pt x="1046987" y="450850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9">
              <a:extLst>
                <a:ext uri="{FF2B5EF4-FFF2-40B4-BE49-F238E27FC236}">
                  <a16:creationId xmlns:a16="http://schemas.microsoft.com/office/drawing/2014/main" id="{E6B5A1A5-A59F-B52D-2690-6CD0D591C3D3}"/>
                </a:ext>
              </a:extLst>
            </p:cNvPr>
            <p:cNvSpPr/>
            <p:nvPr/>
          </p:nvSpPr>
          <p:spPr>
            <a:xfrm>
              <a:off x="10673842" y="5934202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90169" y="0"/>
                  </a:moveTo>
                  <a:lnTo>
                    <a:pt x="18033" y="18034"/>
                  </a:lnTo>
                  <a:lnTo>
                    <a:pt x="0" y="90170"/>
                  </a:lnTo>
                  <a:lnTo>
                    <a:pt x="90169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0">
              <a:extLst>
                <a:ext uri="{FF2B5EF4-FFF2-40B4-BE49-F238E27FC236}">
                  <a16:creationId xmlns:a16="http://schemas.microsoft.com/office/drawing/2014/main" id="{9E3D1123-846D-6E38-68FB-E5A41EB6553A}"/>
                </a:ext>
              </a:extLst>
            </p:cNvPr>
            <p:cNvSpPr/>
            <p:nvPr/>
          </p:nvSpPr>
          <p:spPr>
            <a:xfrm>
              <a:off x="9717024" y="5483352"/>
              <a:ext cx="1047115" cy="541020"/>
            </a:xfrm>
            <a:custGeom>
              <a:avLst/>
              <a:gdLst/>
              <a:ahLst/>
              <a:cxnLst/>
              <a:rect l="l" t="t" r="r" b="b"/>
              <a:pathLst>
                <a:path w="1047115" h="541020">
                  <a:moveTo>
                    <a:pt x="956818" y="541020"/>
                  </a:moveTo>
                  <a:lnTo>
                    <a:pt x="974851" y="468884"/>
                  </a:lnTo>
                  <a:lnTo>
                    <a:pt x="1046987" y="450850"/>
                  </a:lnTo>
                  <a:lnTo>
                    <a:pt x="956818" y="541020"/>
                  </a:lnTo>
                  <a:lnTo>
                    <a:pt x="0" y="541020"/>
                  </a:lnTo>
                  <a:lnTo>
                    <a:pt x="0" y="0"/>
                  </a:lnTo>
                  <a:lnTo>
                    <a:pt x="1046987" y="0"/>
                  </a:lnTo>
                  <a:lnTo>
                    <a:pt x="1046987" y="45085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11">
              <a:extLst>
                <a:ext uri="{FF2B5EF4-FFF2-40B4-BE49-F238E27FC236}">
                  <a16:creationId xmlns:a16="http://schemas.microsoft.com/office/drawing/2014/main" id="{3C25512C-5544-A6C4-0BC4-3960EB1E9F1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0" y="5539740"/>
              <a:ext cx="931926" cy="511289"/>
            </a:xfrm>
            <a:prstGeom prst="rect">
              <a:avLst/>
            </a:prstGeom>
          </p:spPr>
        </p:pic>
      </p:grpSp>
      <p:sp>
        <p:nvSpPr>
          <p:cNvPr id="28" name="object 12">
            <a:extLst>
              <a:ext uri="{FF2B5EF4-FFF2-40B4-BE49-F238E27FC236}">
                <a16:creationId xmlns:a16="http://schemas.microsoft.com/office/drawing/2014/main" id="{98A3CFA4-DEF8-E463-7E80-4B1F608394C9}"/>
              </a:ext>
            </a:extLst>
          </p:cNvPr>
          <p:cNvSpPr txBox="1"/>
          <p:nvPr/>
        </p:nvSpPr>
        <p:spPr>
          <a:xfrm>
            <a:off x="9916794" y="5589219"/>
            <a:ext cx="65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nsolas"/>
                <a:cs typeface="Consolas"/>
              </a:rPr>
              <a:t>CLASS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29" name="object 13">
            <a:extLst>
              <a:ext uri="{FF2B5EF4-FFF2-40B4-BE49-F238E27FC236}">
                <a16:creationId xmlns:a16="http://schemas.microsoft.com/office/drawing/2014/main" id="{8B3F8DE4-12E5-A46F-987F-C84FA1347C3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64040" y="5230367"/>
            <a:ext cx="507492" cy="50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94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84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Déclaration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variable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i="1" spc="-25" dirty="0">
                <a:latin typeface="Segoe UI"/>
                <a:cs typeface="Segoe UI"/>
              </a:rPr>
              <a:t>Car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i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i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18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Instanciation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l'objet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mémoire…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…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puis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d'autres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objets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09EC50-923F-CAC8-5399-99B721DD4828}"/>
              </a:ext>
            </a:extLst>
          </p:cNvPr>
          <p:cNvSpPr txBox="1"/>
          <p:nvPr/>
        </p:nvSpPr>
        <p:spPr>
          <a:xfrm>
            <a:off x="1698171" y="2046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ED541B-5319-EEDF-8F38-545F2833B326}"/>
              </a:ext>
            </a:extLst>
          </p:cNvPr>
          <p:cNvSpPr txBox="1"/>
          <p:nvPr/>
        </p:nvSpPr>
        <p:spPr>
          <a:xfrm>
            <a:off x="1698171" y="34895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A75DA5-D2BF-5B4D-F4A6-2560A223D5C9}"/>
              </a:ext>
            </a:extLst>
          </p:cNvPr>
          <p:cNvSpPr txBox="1"/>
          <p:nvPr/>
        </p:nvSpPr>
        <p:spPr>
          <a:xfrm>
            <a:off x="1698171" y="50072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myNewCar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myOldCar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  <a:endParaRPr lang="fr-FR" dirty="0"/>
          </a:p>
        </p:txBody>
      </p: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C5916249-2773-55BD-3690-6DC85E51ED52}"/>
              </a:ext>
            </a:extLst>
          </p:cNvPr>
          <p:cNvGrpSpPr/>
          <p:nvPr/>
        </p:nvGrpSpPr>
        <p:grpSpPr>
          <a:xfrm>
            <a:off x="7368849" y="3800609"/>
            <a:ext cx="2408555" cy="1018540"/>
            <a:chOff x="7557261" y="4146550"/>
            <a:chExt cx="2408555" cy="1018540"/>
          </a:xfrm>
        </p:grpSpPr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2BB5A8FA-FE14-B3BA-D0D7-BD81B71312C1}"/>
                </a:ext>
              </a:extLst>
            </p:cNvPr>
            <p:cNvSpPr/>
            <p:nvPr/>
          </p:nvSpPr>
          <p:spPr>
            <a:xfrm>
              <a:off x="7563611" y="4152900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2228088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40" y="1005839"/>
                  </a:lnTo>
                  <a:lnTo>
                    <a:pt x="2228088" y="1005839"/>
                  </a:lnTo>
                  <a:lnTo>
                    <a:pt x="2272652" y="999851"/>
                  </a:lnTo>
                  <a:lnTo>
                    <a:pt x="2312698" y="982951"/>
                  </a:lnTo>
                  <a:lnTo>
                    <a:pt x="2346626" y="956738"/>
                  </a:lnTo>
                  <a:lnTo>
                    <a:pt x="2372839" y="922810"/>
                  </a:lnTo>
                  <a:lnTo>
                    <a:pt x="2389739" y="882764"/>
                  </a:lnTo>
                  <a:lnTo>
                    <a:pt x="2395728" y="838200"/>
                  </a:lnTo>
                  <a:lnTo>
                    <a:pt x="2395728" y="167639"/>
                  </a:lnTo>
                  <a:lnTo>
                    <a:pt x="2389739" y="123075"/>
                  </a:lnTo>
                  <a:lnTo>
                    <a:pt x="2372839" y="83029"/>
                  </a:lnTo>
                  <a:lnTo>
                    <a:pt x="2346626" y="49101"/>
                  </a:lnTo>
                  <a:lnTo>
                    <a:pt x="2312698" y="22888"/>
                  </a:lnTo>
                  <a:lnTo>
                    <a:pt x="2272652" y="5988"/>
                  </a:lnTo>
                  <a:lnTo>
                    <a:pt x="22280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A3BB9448-22BF-B80B-49B7-3143A4E238EE}"/>
                </a:ext>
              </a:extLst>
            </p:cNvPr>
            <p:cNvSpPr/>
            <p:nvPr/>
          </p:nvSpPr>
          <p:spPr>
            <a:xfrm>
              <a:off x="7563611" y="4152900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40" y="0"/>
                  </a:lnTo>
                  <a:lnTo>
                    <a:pt x="2228088" y="0"/>
                  </a:lnTo>
                  <a:lnTo>
                    <a:pt x="2272652" y="5988"/>
                  </a:lnTo>
                  <a:lnTo>
                    <a:pt x="2312698" y="22888"/>
                  </a:lnTo>
                  <a:lnTo>
                    <a:pt x="2346626" y="49101"/>
                  </a:lnTo>
                  <a:lnTo>
                    <a:pt x="2372839" y="83029"/>
                  </a:lnTo>
                  <a:lnTo>
                    <a:pt x="2389739" y="123075"/>
                  </a:lnTo>
                  <a:lnTo>
                    <a:pt x="2395728" y="167639"/>
                  </a:lnTo>
                  <a:lnTo>
                    <a:pt x="2395728" y="838200"/>
                  </a:lnTo>
                  <a:lnTo>
                    <a:pt x="2389739" y="882764"/>
                  </a:lnTo>
                  <a:lnTo>
                    <a:pt x="2372839" y="922810"/>
                  </a:lnTo>
                  <a:lnTo>
                    <a:pt x="2346626" y="956738"/>
                  </a:lnTo>
                  <a:lnTo>
                    <a:pt x="2312698" y="982951"/>
                  </a:lnTo>
                  <a:lnTo>
                    <a:pt x="2272652" y="999851"/>
                  </a:lnTo>
                  <a:lnTo>
                    <a:pt x="2228088" y="1005839"/>
                  </a:lnTo>
                  <a:lnTo>
                    <a:pt x="167640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3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3">
            <a:extLst>
              <a:ext uri="{FF2B5EF4-FFF2-40B4-BE49-F238E27FC236}">
                <a16:creationId xmlns:a16="http://schemas.microsoft.com/office/drawing/2014/main" id="{6E3D61CF-F782-EDD8-C6CE-52C9BB0BD7AB}"/>
              </a:ext>
            </a:extLst>
          </p:cNvPr>
          <p:cNvSpPr txBox="1"/>
          <p:nvPr/>
        </p:nvSpPr>
        <p:spPr>
          <a:xfrm>
            <a:off x="7548173" y="4007873"/>
            <a:ext cx="205041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Allocation</a:t>
            </a:r>
            <a:r>
              <a:rPr sz="18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dynamique</a:t>
            </a:r>
            <a:endParaRPr sz="18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mémoire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B0369434-D021-A538-41BE-39C024DF8B10}"/>
              </a:ext>
            </a:extLst>
          </p:cNvPr>
          <p:cNvSpPr/>
          <p:nvPr/>
        </p:nvSpPr>
        <p:spPr>
          <a:xfrm>
            <a:off x="5350566" y="3762254"/>
            <a:ext cx="2031364" cy="1604645"/>
          </a:xfrm>
          <a:custGeom>
            <a:avLst/>
            <a:gdLst/>
            <a:ahLst/>
            <a:cxnLst/>
            <a:rect l="l" t="t" r="r" b="b"/>
            <a:pathLst>
              <a:path w="2031365" h="1604645">
                <a:moveTo>
                  <a:pt x="2027047" y="223012"/>
                </a:moveTo>
                <a:lnTo>
                  <a:pt x="185661" y="37973"/>
                </a:lnTo>
                <a:lnTo>
                  <a:pt x="185851" y="36068"/>
                </a:lnTo>
                <a:lnTo>
                  <a:pt x="189484" y="0"/>
                </a:lnTo>
                <a:lnTo>
                  <a:pt x="70104" y="45466"/>
                </a:lnTo>
                <a:lnTo>
                  <a:pt x="178054" y="113792"/>
                </a:lnTo>
                <a:lnTo>
                  <a:pt x="181864" y="75819"/>
                </a:lnTo>
                <a:lnTo>
                  <a:pt x="2023237" y="260985"/>
                </a:lnTo>
                <a:lnTo>
                  <a:pt x="2027047" y="223012"/>
                </a:lnTo>
                <a:close/>
              </a:path>
              <a:path w="2031365" h="1604645">
                <a:moveTo>
                  <a:pt x="2030349" y="700659"/>
                </a:moveTo>
                <a:lnTo>
                  <a:pt x="2019173" y="664337"/>
                </a:lnTo>
                <a:lnTo>
                  <a:pt x="103581" y="1257122"/>
                </a:lnTo>
                <a:lnTo>
                  <a:pt x="92329" y="1220724"/>
                </a:lnTo>
                <a:lnTo>
                  <a:pt x="0" y="1309116"/>
                </a:lnTo>
                <a:lnTo>
                  <a:pt x="126111" y="1329944"/>
                </a:lnTo>
                <a:lnTo>
                  <a:pt x="116598" y="1299210"/>
                </a:lnTo>
                <a:lnTo>
                  <a:pt x="114858" y="1293583"/>
                </a:lnTo>
                <a:lnTo>
                  <a:pt x="2030349" y="700659"/>
                </a:lnTo>
                <a:close/>
              </a:path>
              <a:path w="2031365" h="1604645">
                <a:moveTo>
                  <a:pt x="2030857" y="918464"/>
                </a:moveTo>
                <a:lnTo>
                  <a:pt x="2018665" y="882396"/>
                </a:lnTo>
                <a:lnTo>
                  <a:pt x="102146" y="1532470"/>
                </a:lnTo>
                <a:lnTo>
                  <a:pt x="89916" y="1496390"/>
                </a:lnTo>
                <a:lnTo>
                  <a:pt x="0" y="1587220"/>
                </a:lnTo>
                <a:lnTo>
                  <a:pt x="126619" y="1604632"/>
                </a:lnTo>
                <a:lnTo>
                  <a:pt x="116459" y="1574673"/>
                </a:lnTo>
                <a:lnTo>
                  <a:pt x="114376" y="1568538"/>
                </a:lnTo>
                <a:lnTo>
                  <a:pt x="2030857" y="91846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644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79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L'objet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utilisable à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travers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variable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champs</a:t>
            </a: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698500" lvl="1" indent="-228600"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méthodes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564CF9C-13ED-B889-AAA0-9D54FC7BAB18}"/>
              </a:ext>
            </a:extLst>
          </p:cNvPr>
          <p:cNvSpPr txBox="1"/>
          <p:nvPr/>
        </p:nvSpPr>
        <p:spPr>
          <a:xfrm>
            <a:off x="1785257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myCar.name  = 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"Cléo"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myCar.name;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1F874C-1135-7A42-708A-52AB73C2365A}"/>
              </a:ext>
            </a:extLst>
          </p:cNvPr>
          <p:cNvSpPr txBox="1"/>
          <p:nvPr/>
        </p:nvSpPr>
        <p:spPr>
          <a:xfrm>
            <a:off x="1785257" y="45833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myCar.Start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speed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7819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b="1" dirty="0" err="1">
                <a:latin typeface="Segoe UI"/>
                <a:cs typeface="Segoe UI"/>
              </a:rPr>
              <a:t>this</a:t>
            </a: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accéder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aux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champs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 interne de classe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1300" indent="-228600">
              <a:buFont typeface="Arial"/>
              <a:buChar char="•"/>
              <a:tabLst>
                <a:tab pos="698500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A4E0BAC-A855-E389-6615-9F09B6B9644B}"/>
              </a:ext>
            </a:extLst>
          </p:cNvPr>
          <p:cNvSpPr txBox="1"/>
          <p:nvPr/>
        </p:nvSpPr>
        <p:spPr>
          <a:xfrm>
            <a:off x="1719943" y="223614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Break()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--;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5784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51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Toute création</a:t>
            </a:r>
            <a:r>
              <a:rPr lang="fr-FR" sz="2400" spc="-25" dirty="0">
                <a:latin typeface="Segoe UI"/>
                <a:cs typeface="Segoe UI"/>
              </a:rPr>
              <a:t> d’un </a:t>
            </a:r>
            <a:r>
              <a:rPr lang="fr-FR" sz="2400" spc="-20" dirty="0">
                <a:latin typeface="Segoe UI"/>
                <a:cs typeface="Segoe UI"/>
              </a:rPr>
              <a:t>objet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passe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constructeur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constructeurs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50" dirty="0">
                <a:latin typeface="Segoe UI"/>
                <a:cs typeface="Segoe UI"/>
              </a:rPr>
              <a:t> 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Permettant</a:t>
            </a:r>
            <a:r>
              <a:rPr lang="fr-FR" sz="2000" spc="-9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d’initialiser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objet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Définir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valeurs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défaut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sans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indication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retour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(pas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‘</a:t>
            </a:r>
            <a:r>
              <a:rPr lang="fr-FR" sz="2000" spc="-10" dirty="0" err="1">
                <a:latin typeface="Segoe UI"/>
                <a:cs typeface="Segoe UI"/>
              </a:rPr>
              <a:t>void</a:t>
            </a:r>
            <a:r>
              <a:rPr lang="fr-FR" sz="2000" spc="-10" dirty="0">
                <a:latin typeface="Segoe UI"/>
                <a:cs typeface="Segoe UI"/>
              </a:rPr>
              <a:t>’)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Portant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même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nom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classe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Pouvant</a:t>
            </a:r>
            <a:r>
              <a:rPr lang="fr-FR" sz="2000" spc="-8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être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surchargées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583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8A13E4-168F-9548-7B5D-1862BADE504C}"/>
              </a:ext>
            </a:extLst>
          </p:cNvPr>
          <p:cNvSpPr txBox="1"/>
          <p:nvPr/>
        </p:nvSpPr>
        <p:spPr>
          <a:xfrm>
            <a:off x="1785257" y="1328287"/>
            <a:ext cx="8991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90)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3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‘</a:t>
            </a:r>
            <a:r>
              <a:rPr lang="fr-FR" sz="2400" dirty="0" err="1">
                <a:latin typeface="Segoe UI"/>
                <a:cs typeface="Segoe UI"/>
              </a:rPr>
              <a:t>this</a:t>
            </a:r>
            <a:r>
              <a:rPr lang="fr-FR" sz="2400" dirty="0">
                <a:latin typeface="Segoe UI"/>
                <a:cs typeface="Segoe UI"/>
              </a:rPr>
              <a:t>’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constructeur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9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initialiser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8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champ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appeler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autre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constructeur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6DAC8A-8E23-56B6-6186-CA4A55A721F8}"/>
              </a:ext>
            </a:extLst>
          </p:cNvPr>
          <p:cNvSpPr txBox="1"/>
          <p:nvPr/>
        </p:nvSpPr>
        <p:spPr>
          <a:xfrm>
            <a:off x="2231572" y="279955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: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"Cléo"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456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68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Si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aucun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constructeur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n’est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classe,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spc="-10" dirty="0">
                <a:latin typeface="Segoe UI"/>
                <a:cs typeface="Segoe UI"/>
              </a:rPr>
              <a:t>	l</a:t>
            </a:r>
            <a:r>
              <a:rPr lang="fr-FR" sz="2400" dirty="0">
                <a:latin typeface="Segoe UI"/>
                <a:cs typeface="Segoe UI"/>
              </a:rPr>
              <a:t>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compilateur</a:t>
            </a:r>
            <a:r>
              <a:rPr lang="fr-FR" sz="2400" spc="-35" dirty="0">
                <a:latin typeface="Segoe UI"/>
                <a:cs typeface="Segoe UI"/>
              </a:rPr>
              <a:t> en </a:t>
            </a:r>
            <a:r>
              <a:rPr lang="fr-FR" sz="2400" dirty="0">
                <a:latin typeface="Segoe UI"/>
                <a:cs typeface="Segoe UI"/>
              </a:rPr>
              <a:t>génère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automatiquement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Celui-</a:t>
            </a:r>
            <a:r>
              <a:rPr lang="fr-FR" sz="2000" dirty="0">
                <a:latin typeface="Segoe UI"/>
                <a:cs typeface="Segoe UI"/>
              </a:rPr>
              <a:t>ci est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dit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«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défaut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»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sans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paramètre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 initialise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champs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valeur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défaut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chaque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type</a:t>
            </a:r>
            <a:endParaRPr lang="fr-FR" sz="2000" dirty="0">
              <a:latin typeface="Segoe UI"/>
              <a:cs typeface="Segoe UI"/>
            </a:endParaRPr>
          </a:p>
          <a:p>
            <a:pPr marL="927100" lvl="2">
              <a:lnSpc>
                <a:spcPct val="100000"/>
              </a:lnSpc>
              <a:spcBef>
                <a:spcPts val="500"/>
              </a:spcBef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(ex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: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0</a:t>
            </a:r>
            <a:r>
              <a:rPr lang="fr-FR" sz="1800" spc="-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pour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un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entier)</a:t>
            </a:r>
            <a:endParaRPr lang="fr-FR" sz="18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5C3846-92CC-416A-369E-6D07586B1E30}"/>
              </a:ext>
            </a:extLst>
          </p:cNvPr>
          <p:cNvSpPr txBox="1"/>
          <p:nvPr/>
        </p:nvSpPr>
        <p:spPr>
          <a:xfrm>
            <a:off x="2057400" y="441329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214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Cependant,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en 	</a:t>
            </a:r>
            <a:r>
              <a:rPr lang="fr-FR" sz="2400" dirty="0">
                <a:latin typeface="Segoe UI"/>
                <a:cs typeface="Segoe UI"/>
              </a:rPr>
              <a:t>passant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directement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champs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30E8F1-9495-63DE-5955-EB5872FC510E}"/>
              </a:ext>
            </a:extLst>
          </p:cNvPr>
          <p:cNvSpPr txBox="1"/>
          <p:nvPr/>
        </p:nvSpPr>
        <p:spPr>
          <a:xfrm>
            <a:off x="1937657" y="277676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"Cléo"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"Renaud"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90;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1901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986340" y="2044505"/>
            <a:ext cx="6274431" cy="202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100"/>
              </a:spcBef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C#,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déclarer </a:t>
            </a:r>
            <a:r>
              <a:rPr lang="fr-FR" sz="2400" dirty="0">
                <a:latin typeface="Segoe UI"/>
                <a:cs typeface="Segoe UI"/>
              </a:rPr>
              <a:t>plusieurs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seul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fichier.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Cependant,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un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fichier</a:t>
            </a:r>
            <a:r>
              <a:rPr lang="fr-FR" sz="2400" b="1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par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classe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est </a:t>
            </a:r>
            <a:r>
              <a:rPr lang="fr-FR" sz="2400" dirty="0">
                <a:latin typeface="Segoe UI"/>
                <a:cs typeface="Segoe UI"/>
              </a:rPr>
              <a:t>considéré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comme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meilleure pratique.</a:t>
            </a:r>
            <a:endParaRPr lang="fr-FR" sz="2400" dirty="0">
              <a:latin typeface="Segoe UI"/>
              <a:cs typeface="Segoe UI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C8D62647-DD9D-9D25-5784-D36679F677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80" y="2340101"/>
            <a:ext cx="2424683" cy="217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28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6078488" cy="49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Accessibilité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en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public </a:t>
            </a:r>
            <a:r>
              <a:rPr lang="fr-FR" sz="2400" dirty="0">
                <a:latin typeface="Segoe UI"/>
                <a:cs typeface="Segoe UI"/>
              </a:rPr>
              <a:t>» afin que </a:t>
            </a:r>
            <a:r>
              <a:rPr lang="fr-FR" sz="2400" spc="-20" dirty="0">
                <a:latin typeface="Segoe UI"/>
                <a:cs typeface="Segoe UI"/>
              </a:rPr>
              <a:t>celle-</a:t>
            </a:r>
            <a:r>
              <a:rPr lang="fr-FR" sz="2400" dirty="0">
                <a:latin typeface="Segoe UI"/>
                <a:cs typeface="Segoe UI"/>
              </a:rPr>
              <a:t>ci</a:t>
            </a:r>
            <a:r>
              <a:rPr lang="fr-FR" sz="2400" spc="1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soit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visible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dans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autre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projet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Cependant,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définir</a:t>
            </a:r>
            <a:endParaRPr lang="fr-FR" sz="2400" dirty="0">
              <a:latin typeface="Segoe UI"/>
              <a:cs typeface="Segoe UI"/>
            </a:endParaRPr>
          </a:p>
          <a:p>
            <a:pPr marL="241300" marR="91440">
              <a:lnSpc>
                <a:spcPct val="100000"/>
              </a:lnSpc>
              <a:spcBef>
                <a:spcPts val="5"/>
              </a:spcBef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internal</a:t>
            </a:r>
            <a:r>
              <a:rPr lang="fr-FR" sz="2400" b="1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afin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de </a:t>
            </a:r>
            <a:r>
              <a:rPr lang="fr-FR" sz="2400" dirty="0">
                <a:latin typeface="Segoe UI"/>
                <a:cs typeface="Segoe UI"/>
              </a:rPr>
              <a:t>n’être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visible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dans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projet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qui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0" dirty="0">
                <a:latin typeface="Segoe UI"/>
                <a:cs typeface="Segoe UI"/>
              </a:rPr>
              <a:t> contient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Si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aucun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n’est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présent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alors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par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défaut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internal</a:t>
            </a:r>
            <a:r>
              <a:rPr lang="fr-FR" sz="2400" b="1" spc="-2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7A6F43-B2F7-10A0-BC77-6CD2894F8074}"/>
              </a:ext>
            </a:extLst>
          </p:cNvPr>
          <p:cNvSpPr txBox="1"/>
          <p:nvPr/>
        </p:nvSpPr>
        <p:spPr>
          <a:xfrm>
            <a:off x="8229600" y="2335964"/>
            <a:ext cx="2775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C13C86E-AC4E-011C-2EBC-EE8752CEFC82}"/>
              </a:ext>
            </a:extLst>
          </p:cNvPr>
          <p:cNvSpPr txBox="1"/>
          <p:nvPr/>
        </p:nvSpPr>
        <p:spPr>
          <a:xfrm>
            <a:off x="8229600" y="3727710"/>
            <a:ext cx="3777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8966C2-EBB7-9A6B-C0ED-6F91A5F87801}"/>
              </a:ext>
            </a:extLst>
          </p:cNvPr>
          <p:cNvSpPr txBox="1"/>
          <p:nvPr/>
        </p:nvSpPr>
        <p:spPr>
          <a:xfrm>
            <a:off x="8229600" y="5119456"/>
            <a:ext cx="2797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8947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Classes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Attention,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plusieurs</a:t>
            </a:r>
            <a:r>
              <a:rPr lang="fr-FR" sz="2400" u="sng" spc="-6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variables</a:t>
            </a:r>
            <a:r>
              <a:rPr lang="fr-FR" sz="2400" u="sng" spc="-5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peuvent</a:t>
            </a:r>
            <a:r>
              <a:rPr lang="fr-FR" sz="2400" u="sng" spc="-9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référencer</a:t>
            </a:r>
            <a:r>
              <a:rPr lang="fr-FR" sz="2400" u="sng" spc="-8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le</a:t>
            </a:r>
            <a:r>
              <a:rPr lang="fr-FR" sz="2400" u="sng" spc="-7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même</a:t>
            </a:r>
            <a:r>
              <a:rPr lang="fr-FR" sz="2400" u="sng" spc="-7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objet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i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i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18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manipulation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l’objet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reste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similaire…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…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mais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modifications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visibles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toutes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références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09EC50-923F-CAC8-5399-99B721DD4828}"/>
              </a:ext>
            </a:extLst>
          </p:cNvPr>
          <p:cNvSpPr txBox="1"/>
          <p:nvPr/>
        </p:nvSpPr>
        <p:spPr>
          <a:xfrm>
            <a:off x="1698171" y="18793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sameCar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ED541B-5319-EEDF-8F38-545F2833B326}"/>
              </a:ext>
            </a:extLst>
          </p:cNvPr>
          <p:cNvSpPr txBox="1"/>
          <p:nvPr/>
        </p:nvSpPr>
        <p:spPr>
          <a:xfrm>
            <a:off x="1698171" y="37289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1800" dirty="0" err="1">
                <a:latin typeface="Trebuchet MS"/>
                <a:cs typeface="Trebuchet MS"/>
              </a:rPr>
              <a:t>myCar.Name</a:t>
            </a:r>
            <a:r>
              <a:rPr lang="fr-FR" sz="1800" spc="5" dirty="0">
                <a:latin typeface="Trebuchet MS"/>
                <a:cs typeface="Trebuchet MS"/>
              </a:rPr>
              <a:t>  </a:t>
            </a:r>
            <a:r>
              <a:rPr lang="fr-FR" sz="1800" spc="90" dirty="0">
                <a:latin typeface="Trebuchet MS"/>
                <a:cs typeface="Trebuchet MS"/>
              </a:rPr>
              <a:t>=</a:t>
            </a:r>
            <a:r>
              <a:rPr lang="fr-FR" sz="1800" spc="20" dirty="0">
                <a:latin typeface="Trebuchet MS"/>
                <a:cs typeface="Trebuchet MS"/>
              </a:rPr>
              <a:t>  </a:t>
            </a:r>
            <a:r>
              <a:rPr lang="fr-FR" sz="1800" spc="229" dirty="0">
                <a:solidFill>
                  <a:srgbClr val="A21515"/>
                </a:solidFill>
                <a:latin typeface="Trebuchet MS"/>
                <a:cs typeface="Trebuchet MS"/>
              </a:rPr>
              <a:t>"Cléo"</a:t>
            </a:r>
            <a:r>
              <a:rPr lang="fr-FR" sz="1800" spc="229" dirty="0">
                <a:latin typeface="Trebuchet MS"/>
                <a:cs typeface="Trebuchet MS"/>
              </a:rPr>
              <a:t>;</a:t>
            </a:r>
            <a:endParaRPr lang="fr-FR" sz="1800" dirty="0">
              <a:latin typeface="Trebuchet MS"/>
              <a:cs typeface="Trebuchet M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A75DA5-D2BF-5B4D-F4A6-2560A223D5C9}"/>
              </a:ext>
            </a:extLst>
          </p:cNvPr>
          <p:cNvSpPr txBox="1"/>
          <p:nvPr/>
        </p:nvSpPr>
        <p:spPr>
          <a:xfrm>
            <a:off x="1698171" y="5029055"/>
            <a:ext cx="815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newCar.Name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Cléo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sameCar.Name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Cléo aussi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6743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Deuxième partie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La mémoire</a:t>
            </a: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Gestion de la mémoire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dirty="0"/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Il existe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2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mécanismes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gestion</a:t>
            </a:r>
          </a:p>
          <a:p>
            <a:pPr>
              <a:lnSpc>
                <a:spcPct val="100000"/>
              </a:lnSpc>
              <a:spcBef>
                <a:spcPts val="685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pile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(ou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stack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anglais)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Fonctionnement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standard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pile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Gère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valeurs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structures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Byte,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short,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int</a:t>
            </a:r>
            <a:r>
              <a:rPr lang="fr-FR" sz="1800" dirty="0">
                <a:latin typeface="Segoe UI"/>
                <a:cs typeface="Segoe UI"/>
              </a:rPr>
              <a:t>,</a:t>
            </a:r>
            <a:r>
              <a:rPr lang="fr-FR" sz="1800" spc="-4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long,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bool</a:t>
            </a:r>
            <a:r>
              <a:rPr lang="fr-FR" sz="1800" dirty="0">
                <a:latin typeface="Segoe UI"/>
                <a:cs typeface="Segoe UI"/>
              </a:rPr>
              <a:t>,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float</a:t>
            </a:r>
            <a:r>
              <a:rPr lang="fr-FR" sz="1800" dirty="0">
                <a:latin typeface="Segoe UI"/>
                <a:cs typeface="Segoe UI"/>
              </a:rPr>
              <a:t>,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double,</a:t>
            </a:r>
            <a:r>
              <a:rPr lang="fr-FR" sz="1800" spc="-30" dirty="0">
                <a:latin typeface="Segoe UI"/>
                <a:cs typeface="Segoe UI"/>
              </a:rPr>
              <a:t> </a:t>
            </a:r>
            <a:r>
              <a:rPr lang="fr-FR" sz="1800" dirty="0" err="1">
                <a:latin typeface="Segoe UI"/>
                <a:cs typeface="Segoe UI"/>
              </a:rPr>
              <a:t>decimal</a:t>
            </a:r>
            <a:r>
              <a:rPr lang="fr-FR" sz="1800" dirty="0">
                <a:latin typeface="Segoe UI"/>
                <a:cs typeface="Segoe UI"/>
              </a:rPr>
              <a:t>,</a:t>
            </a:r>
            <a:r>
              <a:rPr lang="fr-FR" sz="1800" spc="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char</a:t>
            </a:r>
            <a:r>
              <a:rPr lang="fr-FR" sz="1800" spc="-2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ou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encore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spc="-10" dirty="0" err="1">
                <a:latin typeface="Segoe UI"/>
                <a:cs typeface="Segoe UI"/>
              </a:rPr>
              <a:t>DateTime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Gère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références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(des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pointeurs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objets)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tas »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(ou</a:t>
            </a:r>
            <a:r>
              <a:rPr lang="fr-FR" sz="2400" spc="1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heap</a:t>
            </a:r>
            <a:r>
              <a:rPr lang="fr-FR" sz="2400" dirty="0">
                <a:latin typeface="Segoe UI"/>
                <a:cs typeface="Segoe UI"/>
              </a:rPr>
              <a:t> en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anglais)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Fonctionne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Garbage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Collector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Gère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objets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56460" y="1106424"/>
            <a:ext cx="7691755" cy="1537970"/>
          </a:xfrm>
          <a:custGeom>
            <a:avLst/>
            <a:gdLst/>
            <a:ahLst/>
            <a:cxnLst/>
            <a:rect l="l" t="t" r="r" b="b"/>
            <a:pathLst>
              <a:path w="7691755" h="1537970">
                <a:moveTo>
                  <a:pt x="7691628" y="0"/>
                </a:moveTo>
                <a:lnTo>
                  <a:pt x="0" y="0"/>
                </a:lnTo>
                <a:lnTo>
                  <a:pt x="0" y="1537715"/>
                </a:lnTo>
                <a:lnTo>
                  <a:pt x="7691628" y="1537715"/>
                </a:lnTo>
                <a:lnTo>
                  <a:pt x="7691628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26</a:t>
            </a:fld>
            <a:endParaRPr spc="-25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83B042D4-3166-B777-6E32-C318DB3C005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7">
            <a:extLst>
              <a:ext uri="{FF2B5EF4-FFF2-40B4-BE49-F238E27FC236}">
                <a16:creationId xmlns:a16="http://schemas.microsoft.com/office/drawing/2014/main" id="{B6248DCC-2983-4515-B647-0AD40ED8FFD4}"/>
              </a:ext>
            </a:extLst>
          </p:cNvPr>
          <p:cNvSpPr/>
          <p:nvPr/>
        </p:nvSpPr>
        <p:spPr>
          <a:xfrm>
            <a:off x="2156460" y="1106424"/>
            <a:ext cx="7691755" cy="1537970"/>
          </a:xfrm>
          <a:custGeom>
            <a:avLst/>
            <a:gdLst/>
            <a:ahLst/>
            <a:cxnLst/>
            <a:rect l="l" t="t" r="r" b="b"/>
            <a:pathLst>
              <a:path w="7691755" h="1537970">
                <a:moveTo>
                  <a:pt x="7691628" y="0"/>
                </a:moveTo>
                <a:lnTo>
                  <a:pt x="0" y="0"/>
                </a:lnTo>
                <a:lnTo>
                  <a:pt x="0" y="1537715"/>
                </a:lnTo>
                <a:lnTo>
                  <a:pt x="7691628" y="1537715"/>
                </a:lnTo>
                <a:lnTo>
                  <a:pt x="7691628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9701" y="3738117"/>
            <a:ext cx="2560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680085" algn="l"/>
                <a:tab pos="1345565" algn="l"/>
                <a:tab pos="1612265" algn="l"/>
                <a:tab pos="1879600" algn="l"/>
              </a:tabLst>
            </a:pPr>
            <a:r>
              <a:rPr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05" dirty="0">
                <a:latin typeface="Trebuchet MS"/>
                <a:cs typeface="Trebuchet MS"/>
              </a:rPr>
              <a:t>myInt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50" dirty="0">
                <a:latin typeface="Trebuchet MS"/>
                <a:cs typeface="Trebuchet MS"/>
              </a:rPr>
              <a:t>123; </a:t>
            </a:r>
            <a:r>
              <a:rPr sz="1800" spc="145" dirty="0">
                <a:solidFill>
                  <a:srgbClr val="0000FF"/>
                </a:solidFill>
                <a:latin typeface="Trebuchet MS"/>
                <a:cs typeface="Trebuchet MS"/>
              </a:rPr>
              <a:t>char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	</a:t>
            </a:r>
            <a:r>
              <a:rPr sz="1800" spc="-10" dirty="0">
                <a:latin typeface="Trebuchet MS"/>
                <a:cs typeface="Trebuchet MS"/>
              </a:rPr>
              <a:t>myChar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459" dirty="0">
                <a:latin typeface="Trebuchet MS"/>
                <a:cs typeface="Trebuchet MS"/>
              </a:rPr>
              <a:t>'\n';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4" name="object 14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27654" y="2002916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18" name="object 18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22" name="object 22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13">
            <a:extLst>
              <a:ext uri="{FF2B5EF4-FFF2-40B4-BE49-F238E27FC236}">
                <a16:creationId xmlns:a16="http://schemas.microsoft.com/office/drawing/2014/main" id="{040E705C-BBDA-4D6C-4B7D-3720E41FC768}"/>
              </a:ext>
            </a:extLst>
          </p:cNvPr>
          <p:cNvGrpSpPr/>
          <p:nvPr/>
        </p:nvGrpSpPr>
        <p:grpSpPr>
          <a:xfrm>
            <a:off x="3846639" y="1878248"/>
            <a:ext cx="1120775" cy="575310"/>
            <a:chOff x="2441194" y="1880361"/>
            <a:chExt cx="1120775" cy="575310"/>
          </a:xfrm>
        </p:grpSpPr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BA7E1EA4-F6E3-2805-10D3-C51879FE432A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2718AB0A-A07E-19E7-3A6B-FA5063F4E8AD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00072" y="3165348"/>
            <a:ext cx="8427720" cy="36893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70485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Segoe UI"/>
                <a:cs typeface="Segoe UI"/>
              </a:rPr>
              <a:t>On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entre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dans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méthode,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variables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sont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empilés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dans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mémoire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27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295266" y="199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 dirty="0">
              <a:latin typeface="Calibri"/>
              <a:cs typeface="Calibri"/>
            </a:endParaRP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7B454F07-0256-F494-F8E2-E3550E4D4759}"/>
              </a:ext>
            </a:extLst>
          </p:cNvPr>
          <p:cNvCxnSpPr/>
          <p:nvPr/>
        </p:nvCxnSpPr>
        <p:spPr>
          <a:xfrm>
            <a:off x="2958353" y="2872292"/>
            <a:ext cx="6228678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tre 1">
            <a:extLst>
              <a:ext uri="{FF2B5EF4-FFF2-40B4-BE49-F238E27FC236}">
                <a16:creationId xmlns:a16="http://schemas.microsoft.com/office/drawing/2014/main" id="{CD2F83AF-E496-B91D-F176-9806BC14F8DA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7">
            <a:extLst>
              <a:ext uri="{FF2B5EF4-FFF2-40B4-BE49-F238E27FC236}">
                <a16:creationId xmlns:a16="http://schemas.microsoft.com/office/drawing/2014/main" id="{B6248DCC-2983-4515-B647-0AD40ED8FFD4}"/>
              </a:ext>
            </a:extLst>
          </p:cNvPr>
          <p:cNvSpPr/>
          <p:nvPr/>
        </p:nvSpPr>
        <p:spPr>
          <a:xfrm>
            <a:off x="2156460" y="1106424"/>
            <a:ext cx="7691755" cy="1537970"/>
          </a:xfrm>
          <a:custGeom>
            <a:avLst/>
            <a:gdLst/>
            <a:ahLst/>
            <a:cxnLst/>
            <a:rect l="l" t="t" r="r" b="b"/>
            <a:pathLst>
              <a:path w="7691755" h="1537970">
                <a:moveTo>
                  <a:pt x="7691628" y="0"/>
                </a:moveTo>
                <a:lnTo>
                  <a:pt x="0" y="0"/>
                </a:lnTo>
                <a:lnTo>
                  <a:pt x="0" y="1537715"/>
                </a:lnTo>
                <a:lnTo>
                  <a:pt x="7691628" y="1537715"/>
                </a:lnTo>
                <a:lnTo>
                  <a:pt x="7691628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4" name="object 14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27654" y="2002916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18" name="object 18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43807" y="1396110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22" name="object 22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33167" y="1402460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13">
            <a:extLst>
              <a:ext uri="{FF2B5EF4-FFF2-40B4-BE49-F238E27FC236}">
                <a16:creationId xmlns:a16="http://schemas.microsoft.com/office/drawing/2014/main" id="{040E705C-BBDA-4D6C-4B7D-3720E41FC768}"/>
              </a:ext>
            </a:extLst>
          </p:cNvPr>
          <p:cNvGrpSpPr/>
          <p:nvPr/>
        </p:nvGrpSpPr>
        <p:grpSpPr>
          <a:xfrm>
            <a:off x="3846639" y="1878248"/>
            <a:ext cx="1120775" cy="575310"/>
            <a:chOff x="2441194" y="1880361"/>
            <a:chExt cx="1120775" cy="575310"/>
          </a:xfrm>
        </p:grpSpPr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BA7E1EA4-F6E3-2805-10D3-C51879FE432A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2718AB0A-A07E-19E7-3A6B-FA5063F4E8AD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28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295266" y="199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1" name="object 29">
            <a:extLst>
              <a:ext uri="{FF2B5EF4-FFF2-40B4-BE49-F238E27FC236}">
                <a16:creationId xmlns:a16="http://schemas.microsoft.com/office/drawing/2014/main" id="{488F9585-41F9-AFF4-D6A2-AC793B164501}"/>
              </a:ext>
            </a:extLst>
          </p:cNvPr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64668BE0-71A1-66CA-9C48-36CF84C53AA4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C33CAC30-61C2-5BC7-058C-7C049482A7F1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13">
            <a:extLst>
              <a:ext uri="{FF2B5EF4-FFF2-40B4-BE49-F238E27FC236}">
                <a16:creationId xmlns:a16="http://schemas.microsoft.com/office/drawing/2014/main" id="{1EA2FFEB-19FB-A3D2-E426-9B5A3F84A861}"/>
              </a:ext>
            </a:extLst>
          </p:cNvPr>
          <p:cNvGrpSpPr/>
          <p:nvPr/>
        </p:nvGrpSpPr>
        <p:grpSpPr>
          <a:xfrm>
            <a:off x="5245873" y="1886711"/>
            <a:ext cx="1120775" cy="575310"/>
            <a:chOff x="2441194" y="1880361"/>
            <a:chExt cx="1120775" cy="575310"/>
          </a:xfrm>
        </p:grpSpPr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036BE759-4579-32CD-C0E7-F717FEB3CB87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15">
              <a:extLst>
                <a:ext uri="{FF2B5EF4-FFF2-40B4-BE49-F238E27FC236}">
                  <a16:creationId xmlns:a16="http://schemas.microsoft.com/office/drawing/2014/main" id="{23476827-4B4C-21BA-5DAE-8621E7C9C268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0">
            <a:extLst>
              <a:ext uri="{FF2B5EF4-FFF2-40B4-BE49-F238E27FC236}">
                <a16:creationId xmlns:a16="http://schemas.microsoft.com/office/drawing/2014/main" id="{06229246-1E49-9AA2-763F-B5139159DE85}"/>
              </a:ext>
            </a:extLst>
          </p:cNvPr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1530A43A-D1B6-C748-691E-5B94B591E5FB}"/>
              </a:ext>
            </a:extLst>
          </p:cNvPr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8" name="object 7">
            <a:extLst>
              <a:ext uri="{FF2B5EF4-FFF2-40B4-BE49-F238E27FC236}">
                <a16:creationId xmlns:a16="http://schemas.microsoft.com/office/drawing/2014/main" id="{E2952056-1075-B515-6AD7-97001E1030AD}"/>
              </a:ext>
            </a:extLst>
          </p:cNvPr>
          <p:cNvSpPr txBox="1"/>
          <p:nvPr/>
        </p:nvSpPr>
        <p:spPr>
          <a:xfrm>
            <a:off x="2118741" y="3209035"/>
            <a:ext cx="136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z="1800" spc="114" dirty="0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sz="1800" spc="75" dirty="0" err="1">
                <a:latin typeface="Trebuchet MS"/>
                <a:cs typeface="Trebuchet MS"/>
              </a:rPr>
              <a:t>myCar</a:t>
            </a:r>
            <a:r>
              <a:rPr sz="1800" spc="75" dirty="0">
                <a:latin typeface="Trebuchet MS"/>
                <a:cs typeface="Trebuchet MS"/>
              </a:rPr>
              <a:t>;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1A58A201-9C3E-09DD-7BAE-48E554331C4B}"/>
              </a:ext>
            </a:extLst>
          </p:cNvPr>
          <p:cNvSpPr/>
          <p:nvPr/>
        </p:nvSpPr>
        <p:spPr>
          <a:xfrm>
            <a:off x="3103498" y="2422398"/>
            <a:ext cx="2494915" cy="674370"/>
          </a:xfrm>
          <a:custGeom>
            <a:avLst/>
            <a:gdLst/>
            <a:ahLst/>
            <a:cxnLst/>
            <a:rect l="l" t="t" r="r" b="b"/>
            <a:pathLst>
              <a:path w="2494915" h="674369">
                <a:moveTo>
                  <a:pt x="2379135" y="36924"/>
                </a:moveTo>
                <a:lnTo>
                  <a:pt x="0" y="637159"/>
                </a:lnTo>
                <a:lnTo>
                  <a:pt x="9398" y="674115"/>
                </a:lnTo>
                <a:lnTo>
                  <a:pt x="2388456" y="73869"/>
                </a:lnTo>
                <a:lnTo>
                  <a:pt x="2379135" y="36924"/>
                </a:lnTo>
                <a:close/>
              </a:path>
              <a:path w="2494915" h="674369">
                <a:moveTo>
                  <a:pt x="2488928" y="32257"/>
                </a:moveTo>
                <a:lnTo>
                  <a:pt x="2397633" y="32257"/>
                </a:lnTo>
                <a:lnTo>
                  <a:pt x="2406904" y="69214"/>
                </a:lnTo>
                <a:lnTo>
                  <a:pt x="2388456" y="73869"/>
                </a:lnTo>
                <a:lnTo>
                  <a:pt x="2397760" y="110743"/>
                </a:lnTo>
                <a:lnTo>
                  <a:pt x="2488928" y="32257"/>
                </a:lnTo>
                <a:close/>
              </a:path>
              <a:path w="2494915" h="674369">
                <a:moveTo>
                  <a:pt x="2397633" y="32257"/>
                </a:moveTo>
                <a:lnTo>
                  <a:pt x="2379135" y="36924"/>
                </a:lnTo>
                <a:lnTo>
                  <a:pt x="2388456" y="73869"/>
                </a:lnTo>
                <a:lnTo>
                  <a:pt x="2406904" y="69214"/>
                </a:lnTo>
                <a:lnTo>
                  <a:pt x="2397633" y="32257"/>
                </a:lnTo>
                <a:close/>
              </a:path>
              <a:path w="2494915" h="674369">
                <a:moveTo>
                  <a:pt x="2369820" y="0"/>
                </a:moveTo>
                <a:lnTo>
                  <a:pt x="2379135" y="36924"/>
                </a:lnTo>
                <a:lnTo>
                  <a:pt x="2397633" y="32257"/>
                </a:lnTo>
                <a:lnTo>
                  <a:pt x="2488928" y="32257"/>
                </a:lnTo>
                <a:lnTo>
                  <a:pt x="2494534" y="27431"/>
                </a:lnTo>
                <a:lnTo>
                  <a:pt x="236982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Titre 1">
            <a:extLst>
              <a:ext uri="{FF2B5EF4-FFF2-40B4-BE49-F238E27FC236}">
                <a16:creationId xmlns:a16="http://schemas.microsoft.com/office/drawing/2014/main" id="{0295A60C-78FD-04AA-5295-F30D7AC3B91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  <p:extLst>
      <p:ext uri="{BB962C8B-B14F-4D97-AF65-F5344CB8AC3E}">
        <p14:creationId xmlns:p14="http://schemas.microsoft.com/office/powerpoint/2010/main" val="390627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7">
            <a:extLst>
              <a:ext uri="{FF2B5EF4-FFF2-40B4-BE49-F238E27FC236}">
                <a16:creationId xmlns:a16="http://schemas.microsoft.com/office/drawing/2014/main" id="{B6248DCC-2983-4515-B647-0AD40ED8FFD4}"/>
              </a:ext>
            </a:extLst>
          </p:cNvPr>
          <p:cNvSpPr/>
          <p:nvPr/>
        </p:nvSpPr>
        <p:spPr>
          <a:xfrm>
            <a:off x="2156460" y="1106424"/>
            <a:ext cx="7691755" cy="1537970"/>
          </a:xfrm>
          <a:custGeom>
            <a:avLst/>
            <a:gdLst/>
            <a:ahLst/>
            <a:cxnLst/>
            <a:rect l="l" t="t" r="r" b="b"/>
            <a:pathLst>
              <a:path w="7691755" h="1537970">
                <a:moveTo>
                  <a:pt x="7691628" y="0"/>
                </a:moveTo>
                <a:lnTo>
                  <a:pt x="0" y="0"/>
                </a:lnTo>
                <a:lnTo>
                  <a:pt x="0" y="1537715"/>
                </a:lnTo>
                <a:lnTo>
                  <a:pt x="7691628" y="1537715"/>
                </a:lnTo>
                <a:lnTo>
                  <a:pt x="7691628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4" name="object 14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27654" y="2002916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18" name="object 18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43807" y="1396110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22" name="object 22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33167" y="1402460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13">
            <a:extLst>
              <a:ext uri="{FF2B5EF4-FFF2-40B4-BE49-F238E27FC236}">
                <a16:creationId xmlns:a16="http://schemas.microsoft.com/office/drawing/2014/main" id="{040E705C-BBDA-4D6C-4B7D-3720E41FC768}"/>
              </a:ext>
            </a:extLst>
          </p:cNvPr>
          <p:cNvGrpSpPr/>
          <p:nvPr/>
        </p:nvGrpSpPr>
        <p:grpSpPr>
          <a:xfrm>
            <a:off x="3846639" y="1878248"/>
            <a:ext cx="1120775" cy="575310"/>
            <a:chOff x="2441194" y="1880361"/>
            <a:chExt cx="1120775" cy="575310"/>
          </a:xfrm>
        </p:grpSpPr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BA7E1EA4-F6E3-2805-10D3-C51879FE432A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2718AB0A-A07E-19E7-3A6B-FA5063F4E8AD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29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295266" y="199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1" name="object 29">
            <a:extLst>
              <a:ext uri="{FF2B5EF4-FFF2-40B4-BE49-F238E27FC236}">
                <a16:creationId xmlns:a16="http://schemas.microsoft.com/office/drawing/2014/main" id="{488F9585-41F9-AFF4-D6A2-AC793B164501}"/>
              </a:ext>
            </a:extLst>
          </p:cNvPr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64668BE0-71A1-66CA-9C48-36CF84C53AA4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C33CAC30-61C2-5BC7-058C-7C049482A7F1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13">
            <a:extLst>
              <a:ext uri="{FF2B5EF4-FFF2-40B4-BE49-F238E27FC236}">
                <a16:creationId xmlns:a16="http://schemas.microsoft.com/office/drawing/2014/main" id="{1EA2FFEB-19FB-A3D2-E426-9B5A3F84A861}"/>
              </a:ext>
            </a:extLst>
          </p:cNvPr>
          <p:cNvGrpSpPr/>
          <p:nvPr/>
        </p:nvGrpSpPr>
        <p:grpSpPr>
          <a:xfrm>
            <a:off x="5245873" y="1886711"/>
            <a:ext cx="1120775" cy="575310"/>
            <a:chOff x="2441194" y="1880361"/>
            <a:chExt cx="1120775" cy="575310"/>
          </a:xfrm>
        </p:grpSpPr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036BE759-4579-32CD-C0E7-F717FEB3CB87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15">
              <a:extLst>
                <a:ext uri="{FF2B5EF4-FFF2-40B4-BE49-F238E27FC236}">
                  <a16:creationId xmlns:a16="http://schemas.microsoft.com/office/drawing/2014/main" id="{23476827-4B4C-21BA-5DAE-8621E7C9C268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chemeClr val="accent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0">
            <a:extLst>
              <a:ext uri="{FF2B5EF4-FFF2-40B4-BE49-F238E27FC236}">
                <a16:creationId xmlns:a16="http://schemas.microsoft.com/office/drawing/2014/main" id="{06229246-1E49-9AA2-763F-B5139159DE85}"/>
              </a:ext>
            </a:extLst>
          </p:cNvPr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lang="fr-FR" sz="1800" spc="-20" dirty="0">
                <a:solidFill>
                  <a:srgbClr val="6F2F9F"/>
                </a:solidFill>
                <a:latin typeface="Calibri"/>
                <a:cs typeface="Calibri"/>
              </a:rPr>
              <a:t>obj1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1530A43A-D1B6-C748-691E-5B94B591E5FB}"/>
              </a:ext>
            </a:extLst>
          </p:cNvPr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1A58A201-9C3E-09DD-7BAE-48E554331C4B}"/>
              </a:ext>
            </a:extLst>
          </p:cNvPr>
          <p:cNvSpPr/>
          <p:nvPr/>
        </p:nvSpPr>
        <p:spPr>
          <a:xfrm>
            <a:off x="3103498" y="2422398"/>
            <a:ext cx="2494915" cy="674370"/>
          </a:xfrm>
          <a:custGeom>
            <a:avLst/>
            <a:gdLst/>
            <a:ahLst/>
            <a:cxnLst/>
            <a:rect l="l" t="t" r="r" b="b"/>
            <a:pathLst>
              <a:path w="2494915" h="674369">
                <a:moveTo>
                  <a:pt x="2379135" y="36924"/>
                </a:moveTo>
                <a:lnTo>
                  <a:pt x="0" y="637159"/>
                </a:lnTo>
                <a:lnTo>
                  <a:pt x="9398" y="674115"/>
                </a:lnTo>
                <a:lnTo>
                  <a:pt x="2388456" y="73869"/>
                </a:lnTo>
                <a:lnTo>
                  <a:pt x="2379135" y="36924"/>
                </a:lnTo>
                <a:close/>
              </a:path>
              <a:path w="2494915" h="674369">
                <a:moveTo>
                  <a:pt x="2488928" y="32257"/>
                </a:moveTo>
                <a:lnTo>
                  <a:pt x="2397633" y="32257"/>
                </a:lnTo>
                <a:lnTo>
                  <a:pt x="2406904" y="69214"/>
                </a:lnTo>
                <a:lnTo>
                  <a:pt x="2388456" y="73869"/>
                </a:lnTo>
                <a:lnTo>
                  <a:pt x="2397760" y="110743"/>
                </a:lnTo>
                <a:lnTo>
                  <a:pt x="2488928" y="32257"/>
                </a:lnTo>
                <a:close/>
              </a:path>
              <a:path w="2494915" h="674369">
                <a:moveTo>
                  <a:pt x="2397633" y="32257"/>
                </a:moveTo>
                <a:lnTo>
                  <a:pt x="2379135" y="36924"/>
                </a:lnTo>
                <a:lnTo>
                  <a:pt x="2388456" y="73869"/>
                </a:lnTo>
                <a:lnTo>
                  <a:pt x="2406904" y="69214"/>
                </a:lnTo>
                <a:lnTo>
                  <a:pt x="2397633" y="32257"/>
                </a:lnTo>
                <a:close/>
              </a:path>
              <a:path w="2494915" h="674369">
                <a:moveTo>
                  <a:pt x="2369820" y="0"/>
                </a:moveTo>
                <a:lnTo>
                  <a:pt x="2379135" y="36924"/>
                </a:lnTo>
                <a:lnTo>
                  <a:pt x="2397633" y="32257"/>
                </a:lnTo>
                <a:lnTo>
                  <a:pt x="2488928" y="32257"/>
                </a:lnTo>
                <a:lnTo>
                  <a:pt x="2494534" y="27431"/>
                </a:lnTo>
                <a:lnTo>
                  <a:pt x="236982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9D19B73C-DF19-36A5-E965-8926FCF55D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6932" y="4777739"/>
            <a:ext cx="1597152" cy="778764"/>
          </a:xfrm>
          <a:prstGeom prst="rect">
            <a:avLst/>
          </a:prstGeom>
        </p:spPr>
      </p:pic>
      <p:sp>
        <p:nvSpPr>
          <p:cNvPr id="26" name="object 11">
            <a:extLst>
              <a:ext uri="{FF2B5EF4-FFF2-40B4-BE49-F238E27FC236}">
                <a16:creationId xmlns:a16="http://schemas.microsoft.com/office/drawing/2014/main" id="{3FCE5705-EEE5-462B-9BEC-E9DF87B96287}"/>
              </a:ext>
            </a:extLst>
          </p:cNvPr>
          <p:cNvSpPr txBox="1"/>
          <p:nvPr/>
        </p:nvSpPr>
        <p:spPr>
          <a:xfrm>
            <a:off x="3982973" y="4911979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 dirty="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(renaud,cléo)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34">
            <a:extLst>
              <a:ext uri="{FF2B5EF4-FFF2-40B4-BE49-F238E27FC236}">
                <a16:creationId xmlns:a16="http://schemas.microsoft.com/office/drawing/2014/main" id="{032746F8-6DB5-9D2F-E8D8-FFE34A8D8501}"/>
              </a:ext>
            </a:extLst>
          </p:cNvPr>
          <p:cNvSpPr/>
          <p:nvPr/>
        </p:nvSpPr>
        <p:spPr>
          <a:xfrm>
            <a:off x="4498847" y="3553205"/>
            <a:ext cx="153670" cy="1063625"/>
          </a:xfrm>
          <a:custGeom>
            <a:avLst/>
            <a:gdLst/>
            <a:ahLst/>
            <a:cxnLst/>
            <a:rect l="l" t="t" r="r" b="b"/>
            <a:pathLst>
              <a:path w="153670" h="1063625">
                <a:moveTo>
                  <a:pt x="77319" y="950798"/>
                </a:moveTo>
                <a:lnTo>
                  <a:pt x="39242" y="953897"/>
                </a:lnTo>
                <a:lnTo>
                  <a:pt x="105537" y="1063244"/>
                </a:lnTo>
                <a:lnTo>
                  <a:pt x="143065" y="969772"/>
                </a:lnTo>
                <a:lnTo>
                  <a:pt x="78866" y="969772"/>
                </a:lnTo>
                <a:lnTo>
                  <a:pt x="77319" y="950798"/>
                </a:lnTo>
                <a:close/>
              </a:path>
              <a:path w="153670" h="1063625">
                <a:moveTo>
                  <a:pt x="115288" y="947708"/>
                </a:moveTo>
                <a:lnTo>
                  <a:pt x="77319" y="950798"/>
                </a:lnTo>
                <a:lnTo>
                  <a:pt x="78866" y="969772"/>
                </a:lnTo>
                <a:lnTo>
                  <a:pt x="116839" y="966724"/>
                </a:lnTo>
                <a:lnTo>
                  <a:pt x="115288" y="947708"/>
                </a:lnTo>
                <a:close/>
              </a:path>
              <a:path w="153670" h="1063625">
                <a:moveTo>
                  <a:pt x="153162" y="944626"/>
                </a:moveTo>
                <a:lnTo>
                  <a:pt x="115288" y="947708"/>
                </a:lnTo>
                <a:lnTo>
                  <a:pt x="116839" y="966724"/>
                </a:lnTo>
                <a:lnTo>
                  <a:pt x="78866" y="969772"/>
                </a:lnTo>
                <a:lnTo>
                  <a:pt x="143065" y="969772"/>
                </a:lnTo>
                <a:lnTo>
                  <a:pt x="153162" y="944626"/>
                </a:lnTo>
                <a:close/>
              </a:path>
              <a:path w="153670" h="1063625">
                <a:moveTo>
                  <a:pt x="37973" y="0"/>
                </a:moveTo>
                <a:lnTo>
                  <a:pt x="0" y="3048"/>
                </a:lnTo>
                <a:lnTo>
                  <a:pt x="77319" y="950798"/>
                </a:lnTo>
                <a:lnTo>
                  <a:pt x="115288" y="947708"/>
                </a:lnTo>
                <a:lnTo>
                  <a:pt x="3797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C5DF43D-DC44-B412-A86A-C99841402786}"/>
              </a:ext>
            </a:extLst>
          </p:cNvPr>
          <p:cNvSpPr txBox="1"/>
          <p:nvPr/>
        </p:nvSpPr>
        <p:spPr>
          <a:xfrm>
            <a:off x="3281172" y="3178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50" dirty="0">
                <a:latin typeface="Trebuchet MS"/>
                <a:cs typeface="Trebuchet MS"/>
              </a:rPr>
              <a:t>= </a:t>
            </a:r>
            <a:r>
              <a:rPr lang="fr-FR" sz="1800" spc="-25" dirty="0">
                <a:solidFill>
                  <a:srgbClr val="0000FF"/>
                </a:solidFill>
                <a:latin typeface="Trebuchet MS"/>
                <a:cs typeface="Trebuchet MS"/>
              </a:rPr>
              <a:t>new </a:t>
            </a:r>
            <a:r>
              <a:rPr lang="fr-FR" sz="1800" spc="250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z="1800" spc="250" dirty="0">
                <a:latin typeface="Trebuchet MS"/>
                <a:cs typeface="Trebuchet MS"/>
              </a:rPr>
              <a:t>();</a:t>
            </a:r>
            <a:endParaRPr lang="fr-FR" dirty="0"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D9737617-CEF7-E6E2-43EC-A080B8BD9C06}"/>
              </a:ext>
            </a:extLst>
          </p:cNvPr>
          <p:cNvSpPr txBox="1"/>
          <p:nvPr/>
        </p:nvSpPr>
        <p:spPr>
          <a:xfrm>
            <a:off x="2118741" y="3209035"/>
            <a:ext cx="136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z="1800" spc="114" dirty="0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sz="1800" spc="75" dirty="0" err="1">
                <a:latin typeface="Trebuchet MS"/>
                <a:cs typeface="Trebuchet MS"/>
              </a:rPr>
              <a:t>myCar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42674168-9393-525F-F26C-BDC48FD4146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  <p:extLst>
      <p:ext uri="{BB962C8B-B14F-4D97-AF65-F5344CB8AC3E}">
        <p14:creationId xmlns:p14="http://schemas.microsoft.com/office/powerpoint/2010/main" val="3248509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7">
            <a:extLst>
              <a:ext uri="{FF2B5EF4-FFF2-40B4-BE49-F238E27FC236}">
                <a16:creationId xmlns:a16="http://schemas.microsoft.com/office/drawing/2014/main" id="{B6248DCC-2983-4515-B647-0AD40ED8FFD4}"/>
              </a:ext>
            </a:extLst>
          </p:cNvPr>
          <p:cNvSpPr/>
          <p:nvPr/>
        </p:nvSpPr>
        <p:spPr>
          <a:xfrm>
            <a:off x="2156460" y="1106424"/>
            <a:ext cx="7691755" cy="1537970"/>
          </a:xfrm>
          <a:custGeom>
            <a:avLst/>
            <a:gdLst/>
            <a:ahLst/>
            <a:cxnLst/>
            <a:rect l="l" t="t" r="r" b="b"/>
            <a:pathLst>
              <a:path w="7691755" h="1537970">
                <a:moveTo>
                  <a:pt x="7691628" y="0"/>
                </a:moveTo>
                <a:lnTo>
                  <a:pt x="0" y="0"/>
                </a:lnTo>
                <a:lnTo>
                  <a:pt x="0" y="1537715"/>
                </a:lnTo>
                <a:lnTo>
                  <a:pt x="7691628" y="1537715"/>
                </a:lnTo>
                <a:lnTo>
                  <a:pt x="7691628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4" name="object 14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27654" y="2002916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18" name="object 18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43807" y="1396110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22" name="object 22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33167" y="1402460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13">
            <a:extLst>
              <a:ext uri="{FF2B5EF4-FFF2-40B4-BE49-F238E27FC236}">
                <a16:creationId xmlns:a16="http://schemas.microsoft.com/office/drawing/2014/main" id="{040E705C-BBDA-4D6C-4B7D-3720E41FC768}"/>
              </a:ext>
            </a:extLst>
          </p:cNvPr>
          <p:cNvGrpSpPr/>
          <p:nvPr/>
        </p:nvGrpSpPr>
        <p:grpSpPr>
          <a:xfrm>
            <a:off x="3846639" y="1878248"/>
            <a:ext cx="1120775" cy="575310"/>
            <a:chOff x="2441194" y="1880361"/>
            <a:chExt cx="1120775" cy="575310"/>
          </a:xfrm>
        </p:grpSpPr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BA7E1EA4-F6E3-2805-10D3-C51879FE432A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2718AB0A-A07E-19E7-3A6B-FA5063F4E8AD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30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295266" y="199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1" name="object 29">
            <a:extLst>
              <a:ext uri="{FF2B5EF4-FFF2-40B4-BE49-F238E27FC236}">
                <a16:creationId xmlns:a16="http://schemas.microsoft.com/office/drawing/2014/main" id="{488F9585-41F9-AFF4-D6A2-AC793B164501}"/>
              </a:ext>
            </a:extLst>
          </p:cNvPr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64668BE0-71A1-66CA-9C48-36CF84C53AA4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C33CAC30-61C2-5BC7-058C-7C049482A7F1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13">
            <a:extLst>
              <a:ext uri="{FF2B5EF4-FFF2-40B4-BE49-F238E27FC236}">
                <a16:creationId xmlns:a16="http://schemas.microsoft.com/office/drawing/2014/main" id="{1EA2FFEB-19FB-A3D2-E426-9B5A3F84A861}"/>
              </a:ext>
            </a:extLst>
          </p:cNvPr>
          <p:cNvGrpSpPr/>
          <p:nvPr/>
        </p:nvGrpSpPr>
        <p:grpSpPr>
          <a:xfrm>
            <a:off x="5245873" y="1886711"/>
            <a:ext cx="1120775" cy="575310"/>
            <a:chOff x="2441194" y="1880361"/>
            <a:chExt cx="1120775" cy="575310"/>
          </a:xfrm>
        </p:grpSpPr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036BE759-4579-32CD-C0E7-F717FEB3CB87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15">
              <a:extLst>
                <a:ext uri="{FF2B5EF4-FFF2-40B4-BE49-F238E27FC236}">
                  <a16:creationId xmlns:a16="http://schemas.microsoft.com/office/drawing/2014/main" id="{23476827-4B4C-21BA-5DAE-8621E7C9C268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0">
            <a:extLst>
              <a:ext uri="{FF2B5EF4-FFF2-40B4-BE49-F238E27FC236}">
                <a16:creationId xmlns:a16="http://schemas.microsoft.com/office/drawing/2014/main" id="{06229246-1E49-9AA2-763F-B5139159DE85}"/>
              </a:ext>
            </a:extLst>
          </p:cNvPr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lang="fr-FR" sz="1800" spc="-20" dirty="0">
                <a:solidFill>
                  <a:srgbClr val="6F2F9F"/>
                </a:solidFill>
                <a:latin typeface="Calibri"/>
                <a:cs typeface="Calibri"/>
              </a:rPr>
              <a:t>obj1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1530A43A-D1B6-C748-691E-5B94B591E5FB}"/>
              </a:ext>
            </a:extLst>
          </p:cNvPr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9D19B73C-DF19-36A5-E965-8926FCF55D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6932" y="4777739"/>
            <a:ext cx="1597152" cy="778764"/>
          </a:xfrm>
          <a:prstGeom prst="rect">
            <a:avLst/>
          </a:prstGeom>
        </p:spPr>
      </p:pic>
      <p:sp>
        <p:nvSpPr>
          <p:cNvPr id="26" name="object 11">
            <a:extLst>
              <a:ext uri="{FF2B5EF4-FFF2-40B4-BE49-F238E27FC236}">
                <a16:creationId xmlns:a16="http://schemas.microsoft.com/office/drawing/2014/main" id="{3FCE5705-EEE5-462B-9BEC-E9DF87B96287}"/>
              </a:ext>
            </a:extLst>
          </p:cNvPr>
          <p:cNvSpPr txBox="1"/>
          <p:nvPr/>
        </p:nvSpPr>
        <p:spPr>
          <a:xfrm>
            <a:off x="3982973" y="4911979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 dirty="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(renaud,cléo)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34">
            <a:extLst>
              <a:ext uri="{FF2B5EF4-FFF2-40B4-BE49-F238E27FC236}">
                <a16:creationId xmlns:a16="http://schemas.microsoft.com/office/drawing/2014/main" id="{032746F8-6DB5-9D2F-E8D8-FFE34A8D8501}"/>
              </a:ext>
            </a:extLst>
          </p:cNvPr>
          <p:cNvSpPr/>
          <p:nvPr/>
        </p:nvSpPr>
        <p:spPr>
          <a:xfrm rot="19011523">
            <a:off x="5355152" y="3652299"/>
            <a:ext cx="218200" cy="1614919"/>
          </a:xfrm>
          <a:custGeom>
            <a:avLst/>
            <a:gdLst/>
            <a:ahLst/>
            <a:cxnLst/>
            <a:rect l="l" t="t" r="r" b="b"/>
            <a:pathLst>
              <a:path w="153670" h="1063625">
                <a:moveTo>
                  <a:pt x="77319" y="950798"/>
                </a:moveTo>
                <a:lnTo>
                  <a:pt x="39242" y="953897"/>
                </a:lnTo>
                <a:lnTo>
                  <a:pt x="105537" y="1063244"/>
                </a:lnTo>
                <a:lnTo>
                  <a:pt x="143065" y="969772"/>
                </a:lnTo>
                <a:lnTo>
                  <a:pt x="78866" y="969772"/>
                </a:lnTo>
                <a:lnTo>
                  <a:pt x="77319" y="950798"/>
                </a:lnTo>
                <a:close/>
              </a:path>
              <a:path w="153670" h="1063625">
                <a:moveTo>
                  <a:pt x="115288" y="947708"/>
                </a:moveTo>
                <a:lnTo>
                  <a:pt x="77319" y="950798"/>
                </a:lnTo>
                <a:lnTo>
                  <a:pt x="78866" y="969772"/>
                </a:lnTo>
                <a:lnTo>
                  <a:pt x="116839" y="966724"/>
                </a:lnTo>
                <a:lnTo>
                  <a:pt x="115288" y="947708"/>
                </a:lnTo>
                <a:close/>
              </a:path>
              <a:path w="153670" h="1063625">
                <a:moveTo>
                  <a:pt x="153162" y="944626"/>
                </a:moveTo>
                <a:lnTo>
                  <a:pt x="115288" y="947708"/>
                </a:lnTo>
                <a:lnTo>
                  <a:pt x="116839" y="966724"/>
                </a:lnTo>
                <a:lnTo>
                  <a:pt x="78866" y="969772"/>
                </a:lnTo>
                <a:lnTo>
                  <a:pt x="143065" y="969772"/>
                </a:lnTo>
                <a:lnTo>
                  <a:pt x="153162" y="944626"/>
                </a:lnTo>
                <a:close/>
              </a:path>
              <a:path w="153670" h="1063625">
                <a:moveTo>
                  <a:pt x="37973" y="0"/>
                </a:moveTo>
                <a:lnTo>
                  <a:pt x="0" y="3048"/>
                </a:lnTo>
                <a:lnTo>
                  <a:pt x="77319" y="950798"/>
                </a:lnTo>
                <a:lnTo>
                  <a:pt x="115288" y="947708"/>
                </a:lnTo>
                <a:lnTo>
                  <a:pt x="3797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C5DF43D-DC44-B412-A86A-C99841402786}"/>
              </a:ext>
            </a:extLst>
          </p:cNvPr>
          <p:cNvSpPr txBox="1"/>
          <p:nvPr/>
        </p:nvSpPr>
        <p:spPr>
          <a:xfrm>
            <a:off x="3281172" y="3178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50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= </a:t>
            </a:r>
            <a:r>
              <a:rPr lang="fr-FR" sz="1800" spc="-25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new </a:t>
            </a:r>
            <a:r>
              <a:rPr lang="fr-FR" sz="1800" spc="250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Car();</a:t>
            </a:r>
            <a:endParaRPr lang="fr-FR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D9737617-CEF7-E6E2-43EC-A080B8BD9C06}"/>
              </a:ext>
            </a:extLst>
          </p:cNvPr>
          <p:cNvSpPr txBox="1"/>
          <p:nvPr/>
        </p:nvSpPr>
        <p:spPr>
          <a:xfrm>
            <a:off x="2118741" y="3209035"/>
            <a:ext cx="136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spc="114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Car</a:t>
            </a:r>
            <a:r>
              <a:rPr lang="fr-FR" sz="1800" spc="114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spc="75" dirty="0" err="1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myCar</a:t>
            </a:r>
            <a:endParaRPr sz="1800" dirty="0">
              <a:solidFill>
                <a:schemeClr val="bg2">
                  <a:lumMod val="90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7" name="object 24">
            <a:extLst>
              <a:ext uri="{FF2B5EF4-FFF2-40B4-BE49-F238E27FC236}">
                <a16:creationId xmlns:a16="http://schemas.microsoft.com/office/drawing/2014/main" id="{39C331B5-AF75-76FA-302E-AC81737EBAE9}"/>
              </a:ext>
            </a:extLst>
          </p:cNvPr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9" name="object 25">
              <a:extLst>
                <a:ext uri="{FF2B5EF4-FFF2-40B4-BE49-F238E27FC236}">
                  <a16:creationId xmlns:a16="http://schemas.microsoft.com/office/drawing/2014/main" id="{41BC8DE1-59F0-1CE9-BA6A-9D275A56E9A1}"/>
                </a:ext>
              </a:extLst>
            </p:cNvPr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26">
              <a:extLst>
                <a:ext uri="{FF2B5EF4-FFF2-40B4-BE49-F238E27FC236}">
                  <a16:creationId xmlns:a16="http://schemas.microsoft.com/office/drawing/2014/main" id="{CCBE30E9-22F5-9C0D-EAE6-80F46F0E57F1}"/>
                </a:ext>
              </a:extLst>
            </p:cNvPr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7">
            <a:extLst>
              <a:ext uri="{FF2B5EF4-FFF2-40B4-BE49-F238E27FC236}">
                <a16:creationId xmlns:a16="http://schemas.microsoft.com/office/drawing/2014/main" id="{3BABB367-E91A-1963-C3AF-011D8EA67F0F}"/>
              </a:ext>
            </a:extLst>
          </p:cNvPr>
          <p:cNvSpPr txBox="1"/>
          <p:nvPr/>
        </p:nvSpPr>
        <p:spPr>
          <a:xfrm>
            <a:off x="664311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8" name="object 40">
            <a:extLst>
              <a:ext uri="{FF2B5EF4-FFF2-40B4-BE49-F238E27FC236}">
                <a16:creationId xmlns:a16="http://schemas.microsoft.com/office/drawing/2014/main" id="{252212AF-2D65-6321-4F62-15E00CB19CE0}"/>
              </a:ext>
            </a:extLst>
          </p:cNvPr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29622C2C-C94D-385A-E32B-18C1035C46B2}"/>
                </a:ext>
              </a:extLst>
            </p:cNvPr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1E542A9E-769C-D7AE-8AE8-0461230B1B5D}"/>
                </a:ext>
              </a:extLst>
            </p:cNvPr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3">
            <a:extLst>
              <a:ext uri="{FF2B5EF4-FFF2-40B4-BE49-F238E27FC236}">
                <a16:creationId xmlns:a16="http://schemas.microsoft.com/office/drawing/2014/main" id="{A6190F58-62E6-1071-3A47-FA7163D8E2F6}"/>
              </a:ext>
            </a:extLst>
          </p:cNvPr>
          <p:cNvSpPr txBox="1"/>
          <p:nvPr/>
        </p:nvSpPr>
        <p:spPr>
          <a:xfrm>
            <a:off x="664311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84ED560-1078-50E6-ED1D-BB6981D52101}"/>
              </a:ext>
            </a:extLst>
          </p:cNvPr>
          <p:cNvSpPr txBox="1"/>
          <p:nvPr/>
        </p:nvSpPr>
        <p:spPr>
          <a:xfrm>
            <a:off x="2024743" y="35012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pc="114" dirty="0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lang="fr-FR" sz="1800" spc="-10" dirty="0" err="1">
                <a:latin typeface="Trebuchet MS"/>
                <a:cs typeface="Trebuchet MS"/>
              </a:rPr>
              <a:t>newCar</a:t>
            </a:r>
            <a:r>
              <a:rPr lang="fr-FR" spc="-10" dirty="0">
                <a:latin typeface="Trebuchet MS"/>
                <a:cs typeface="Trebuchet MS"/>
              </a:rPr>
              <a:t> </a:t>
            </a:r>
            <a:r>
              <a:rPr lang="fr-FR" sz="1800" spc="50" dirty="0">
                <a:latin typeface="Trebuchet MS"/>
                <a:cs typeface="Trebuchet MS"/>
              </a:rPr>
              <a:t>= </a:t>
            </a:r>
            <a:r>
              <a:rPr lang="fr-FR" sz="1800" spc="-25" dirty="0">
                <a:solidFill>
                  <a:srgbClr val="0000FF"/>
                </a:solidFill>
                <a:latin typeface="Trebuchet MS"/>
                <a:cs typeface="Trebuchet MS"/>
              </a:rPr>
              <a:t>new </a:t>
            </a:r>
            <a:r>
              <a:rPr lang="fr-FR" sz="1800" spc="245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z="1800" spc="245" dirty="0">
                <a:latin typeface="Trebuchet MS"/>
                <a:cs typeface="Trebuchet MS"/>
              </a:rPr>
              <a:t>();</a:t>
            </a:r>
            <a:endParaRPr lang="fr-FR" dirty="0"/>
          </a:p>
        </p:txBody>
      </p:sp>
      <p:grpSp>
        <p:nvGrpSpPr>
          <p:cNvPr id="49" name="object 45">
            <a:extLst>
              <a:ext uri="{FF2B5EF4-FFF2-40B4-BE49-F238E27FC236}">
                <a16:creationId xmlns:a16="http://schemas.microsoft.com/office/drawing/2014/main" id="{FC18F01A-CE62-DC15-B72A-509D282C4222}"/>
              </a:ext>
            </a:extLst>
          </p:cNvPr>
          <p:cNvGrpSpPr/>
          <p:nvPr/>
        </p:nvGrpSpPr>
        <p:grpSpPr>
          <a:xfrm>
            <a:off x="5841365" y="4971160"/>
            <a:ext cx="1605280" cy="783590"/>
            <a:chOff x="5841365" y="4971160"/>
            <a:chExt cx="1605280" cy="783590"/>
          </a:xfrm>
        </p:grpSpPr>
        <p:pic>
          <p:nvPicPr>
            <p:cNvPr id="50" name="object 46">
              <a:extLst>
                <a:ext uri="{FF2B5EF4-FFF2-40B4-BE49-F238E27FC236}">
                  <a16:creationId xmlns:a16="http://schemas.microsoft.com/office/drawing/2014/main" id="{C7628D52-356A-79DF-9A52-82C0C5178D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0" y="4974335"/>
              <a:ext cx="1598676" cy="777239"/>
            </a:xfrm>
            <a:prstGeom prst="rect">
              <a:avLst/>
            </a:prstGeom>
          </p:spPr>
        </p:pic>
        <p:sp>
          <p:nvSpPr>
            <p:cNvPr id="51" name="object 47">
              <a:extLst>
                <a:ext uri="{FF2B5EF4-FFF2-40B4-BE49-F238E27FC236}">
                  <a16:creationId xmlns:a16="http://schemas.microsoft.com/office/drawing/2014/main" id="{C094844D-60F9-C6DC-5818-7EAED31678E0}"/>
                </a:ext>
              </a:extLst>
            </p:cNvPr>
            <p:cNvSpPr/>
            <p:nvPr/>
          </p:nvSpPr>
          <p:spPr>
            <a:xfrm>
              <a:off x="5844540" y="4974335"/>
              <a:ext cx="1598930" cy="777240"/>
            </a:xfrm>
            <a:custGeom>
              <a:avLst/>
              <a:gdLst/>
              <a:ahLst/>
              <a:cxnLst/>
              <a:rect l="l" t="t" r="r" b="b"/>
              <a:pathLst>
                <a:path w="1598929" h="777239">
                  <a:moveTo>
                    <a:pt x="0" y="388619"/>
                  </a:moveTo>
                  <a:lnTo>
                    <a:pt x="9501" y="328518"/>
                  </a:lnTo>
                  <a:lnTo>
                    <a:pt x="37057" y="271319"/>
                  </a:lnTo>
                  <a:lnTo>
                    <a:pt x="81247" y="217714"/>
                  </a:lnTo>
                  <a:lnTo>
                    <a:pt x="140648" y="168394"/>
                  </a:lnTo>
                  <a:lnTo>
                    <a:pt x="175608" y="145557"/>
                  </a:lnTo>
                  <a:lnTo>
                    <a:pt x="213838" y="124051"/>
                  </a:lnTo>
                  <a:lnTo>
                    <a:pt x="255160" y="103961"/>
                  </a:lnTo>
                  <a:lnTo>
                    <a:pt x="299397" y="85375"/>
                  </a:lnTo>
                  <a:lnTo>
                    <a:pt x="346369" y="68378"/>
                  </a:lnTo>
                  <a:lnTo>
                    <a:pt x="395901" y="53057"/>
                  </a:lnTo>
                  <a:lnTo>
                    <a:pt x="447813" y="39499"/>
                  </a:lnTo>
                  <a:lnTo>
                    <a:pt x="501929" y="27790"/>
                  </a:lnTo>
                  <a:lnTo>
                    <a:pt x="558071" y="18016"/>
                  </a:lnTo>
                  <a:lnTo>
                    <a:pt x="616060" y="10263"/>
                  </a:lnTo>
                  <a:lnTo>
                    <a:pt x="675719" y="4619"/>
                  </a:lnTo>
                  <a:lnTo>
                    <a:pt x="736871" y="1169"/>
                  </a:lnTo>
                  <a:lnTo>
                    <a:pt x="799338" y="0"/>
                  </a:lnTo>
                  <a:lnTo>
                    <a:pt x="861804" y="1169"/>
                  </a:lnTo>
                  <a:lnTo>
                    <a:pt x="922956" y="4619"/>
                  </a:lnTo>
                  <a:lnTo>
                    <a:pt x="982615" y="10263"/>
                  </a:lnTo>
                  <a:lnTo>
                    <a:pt x="1040604" y="18016"/>
                  </a:lnTo>
                  <a:lnTo>
                    <a:pt x="1096746" y="27790"/>
                  </a:lnTo>
                  <a:lnTo>
                    <a:pt x="1150862" y="39499"/>
                  </a:lnTo>
                  <a:lnTo>
                    <a:pt x="1202774" y="53057"/>
                  </a:lnTo>
                  <a:lnTo>
                    <a:pt x="1252306" y="68378"/>
                  </a:lnTo>
                  <a:lnTo>
                    <a:pt x="1299278" y="85375"/>
                  </a:lnTo>
                  <a:lnTo>
                    <a:pt x="1343515" y="103961"/>
                  </a:lnTo>
                  <a:lnTo>
                    <a:pt x="1384837" y="124051"/>
                  </a:lnTo>
                  <a:lnTo>
                    <a:pt x="1423067" y="145557"/>
                  </a:lnTo>
                  <a:lnTo>
                    <a:pt x="1458027" y="168394"/>
                  </a:lnTo>
                  <a:lnTo>
                    <a:pt x="1489540" y="192475"/>
                  </a:lnTo>
                  <a:lnTo>
                    <a:pt x="1541513" y="244024"/>
                  </a:lnTo>
                  <a:lnTo>
                    <a:pt x="1577564" y="299512"/>
                  </a:lnTo>
                  <a:lnTo>
                    <a:pt x="1596271" y="358249"/>
                  </a:lnTo>
                  <a:lnTo>
                    <a:pt x="1598676" y="388619"/>
                  </a:lnTo>
                  <a:lnTo>
                    <a:pt x="1596271" y="418990"/>
                  </a:lnTo>
                  <a:lnTo>
                    <a:pt x="1577564" y="477727"/>
                  </a:lnTo>
                  <a:lnTo>
                    <a:pt x="1541513" y="533215"/>
                  </a:lnTo>
                  <a:lnTo>
                    <a:pt x="1489540" y="584764"/>
                  </a:lnTo>
                  <a:lnTo>
                    <a:pt x="1458027" y="608845"/>
                  </a:lnTo>
                  <a:lnTo>
                    <a:pt x="1423067" y="631682"/>
                  </a:lnTo>
                  <a:lnTo>
                    <a:pt x="1384837" y="653188"/>
                  </a:lnTo>
                  <a:lnTo>
                    <a:pt x="1343515" y="673278"/>
                  </a:lnTo>
                  <a:lnTo>
                    <a:pt x="1299278" y="691864"/>
                  </a:lnTo>
                  <a:lnTo>
                    <a:pt x="1252306" y="708861"/>
                  </a:lnTo>
                  <a:lnTo>
                    <a:pt x="1202774" y="724182"/>
                  </a:lnTo>
                  <a:lnTo>
                    <a:pt x="1150862" y="737740"/>
                  </a:lnTo>
                  <a:lnTo>
                    <a:pt x="1096746" y="749449"/>
                  </a:lnTo>
                  <a:lnTo>
                    <a:pt x="1040604" y="759223"/>
                  </a:lnTo>
                  <a:lnTo>
                    <a:pt x="982615" y="766976"/>
                  </a:lnTo>
                  <a:lnTo>
                    <a:pt x="922956" y="772620"/>
                  </a:lnTo>
                  <a:lnTo>
                    <a:pt x="861804" y="776070"/>
                  </a:lnTo>
                  <a:lnTo>
                    <a:pt x="799338" y="777239"/>
                  </a:lnTo>
                  <a:lnTo>
                    <a:pt x="736871" y="776070"/>
                  </a:lnTo>
                  <a:lnTo>
                    <a:pt x="675719" y="772620"/>
                  </a:lnTo>
                  <a:lnTo>
                    <a:pt x="616060" y="766976"/>
                  </a:lnTo>
                  <a:lnTo>
                    <a:pt x="558071" y="759223"/>
                  </a:lnTo>
                  <a:lnTo>
                    <a:pt x="501929" y="749449"/>
                  </a:lnTo>
                  <a:lnTo>
                    <a:pt x="447813" y="737740"/>
                  </a:lnTo>
                  <a:lnTo>
                    <a:pt x="395901" y="724182"/>
                  </a:lnTo>
                  <a:lnTo>
                    <a:pt x="346369" y="708861"/>
                  </a:lnTo>
                  <a:lnTo>
                    <a:pt x="299397" y="691864"/>
                  </a:lnTo>
                  <a:lnTo>
                    <a:pt x="255160" y="673278"/>
                  </a:lnTo>
                  <a:lnTo>
                    <a:pt x="213838" y="653188"/>
                  </a:lnTo>
                  <a:lnTo>
                    <a:pt x="175608" y="631682"/>
                  </a:lnTo>
                  <a:lnTo>
                    <a:pt x="140648" y="608845"/>
                  </a:lnTo>
                  <a:lnTo>
                    <a:pt x="109135" y="584764"/>
                  </a:lnTo>
                  <a:lnTo>
                    <a:pt x="57162" y="533215"/>
                  </a:lnTo>
                  <a:lnTo>
                    <a:pt x="21111" y="477727"/>
                  </a:lnTo>
                  <a:lnTo>
                    <a:pt x="2404" y="418990"/>
                  </a:lnTo>
                  <a:lnTo>
                    <a:pt x="0" y="388619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48">
            <a:extLst>
              <a:ext uri="{FF2B5EF4-FFF2-40B4-BE49-F238E27FC236}">
                <a16:creationId xmlns:a16="http://schemas.microsoft.com/office/drawing/2014/main" id="{1AFC4F49-AE74-4574-B0E0-C2AFD5D74CB1}"/>
              </a:ext>
            </a:extLst>
          </p:cNvPr>
          <p:cNvSpPr txBox="1"/>
          <p:nvPr/>
        </p:nvSpPr>
        <p:spPr>
          <a:xfrm>
            <a:off x="6181471" y="5107685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(citron,d3)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1A58A201-9C3E-09DD-7BAE-48E554331C4B}"/>
              </a:ext>
            </a:extLst>
          </p:cNvPr>
          <p:cNvSpPr/>
          <p:nvPr/>
        </p:nvSpPr>
        <p:spPr>
          <a:xfrm rot="20993770">
            <a:off x="4301427" y="2640176"/>
            <a:ext cx="2494915" cy="674370"/>
          </a:xfrm>
          <a:custGeom>
            <a:avLst/>
            <a:gdLst/>
            <a:ahLst/>
            <a:cxnLst/>
            <a:rect l="l" t="t" r="r" b="b"/>
            <a:pathLst>
              <a:path w="2494915" h="674369">
                <a:moveTo>
                  <a:pt x="2379135" y="36924"/>
                </a:moveTo>
                <a:lnTo>
                  <a:pt x="0" y="637159"/>
                </a:lnTo>
                <a:lnTo>
                  <a:pt x="9398" y="674115"/>
                </a:lnTo>
                <a:lnTo>
                  <a:pt x="2388456" y="73869"/>
                </a:lnTo>
                <a:lnTo>
                  <a:pt x="2379135" y="36924"/>
                </a:lnTo>
                <a:close/>
              </a:path>
              <a:path w="2494915" h="674369">
                <a:moveTo>
                  <a:pt x="2488928" y="32257"/>
                </a:moveTo>
                <a:lnTo>
                  <a:pt x="2397633" y="32257"/>
                </a:lnTo>
                <a:lnTo>
                  <a:pt x="2406904" y="69214"/>
                </a:lnTo>
                <a:lnTo>
                  <a:pt x="2388456" y="73869"/>
                </a:lnTo>
                <a:lnTo>
                  <a:pt x="2397760" y="110743"/>
                </a:lnTo>
                <a:lnTo>
                  <a:pt x="2488928" y="32257"/>
                </a:lnTo>
                <a:close/>
              </a:path>
              <a:path w="2494915" h="674369">
                <a:moveTo>
                  <a:pt x="2397633" y="32257"/>
                </a:moveTo>
                <a:lnTo>
                  <a:pt x="2379135" y="36924"/>
                </a:lnTo>
                <a:lnTo>
                  <a:pt x="2388456" y="73869"/>
                </a:lnTo>
                <a:lnTo>
                  <a:pt x="2406904" y="69214"/>
                </a:lnTo>
                <a:lnTo>
                  <a:pt x="2397633" y="32257"/>
                </a:lnTo>
                <a:close/>
              </a:path>
              <a:path w="2494915" h="674369">
                <a:moveTo>
                  <a:pt x="2369820" y="0"/>
                </a:moveTo>
                <a:lnTo>
                  <a:pt x="2379135" y="36924"/>
                </a:lnTo>
                <a:lnTo>
                  <a:pt x="2397633" y="32257"/>
                </a:lnTo>
                <a:lnTo>
                  <a:pt x="2488928" y="32257"/>
                </a:lnTo>
                <a:lnTo>
                  <a:pt x="2494534" y="27431"/>
                </a:lnTo>
                <a:lnTo>
                  <a:pt x="236982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AE6630EB-ABCB-3FC7-B176-30E6FAF6F25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  <p:extLst>
      <p:ext uri="{BB962C8B-B14F-4D97-AF65-F5344CB8AC3E}">
        <p14:creationId xmlns:p14="http://schemas.microsoft.com/office/powerpoint/2010/main" val="591007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7">
            <a:extLst>
              <a:ext uri="{FF2B5EF4-FFF2-40B4-BE49-F238E27FC236}">
                <a16:creationId xmlns:a16="http://schemas.microsoft.com/office/drawing/2014/main" id="{B6248DCC-2983-4515-B647-0AD40ED8FFD4}"/>
              </a:ext>
            </a:extLst>
          </p:cNvPr>
          <p:cNvSpPr/>
          <p:nvPr/>
        </p:nvSpPr>
        <p:spPr>
          <a:xfrm>
            <a:off x="2156460" y="1106424"/>
            <a:ext cx="7691755" cy="1537970"/>
          </a:xfrm>
          <a:custGeom>
            <a:avLst/>
            <a:gdLst/>
            <a:ahLst/>
            <a:cxnLst/>
            <a:rect l="l" t="t" r="r" b="b"/>
            <a:pathLst>
              <a:path w="7691755" h="1537970">
                <a:moveTo>
                  <a:pt x="7691628" y="0"/>
                </a:moveTo>
                <a:lnTo>
                  <a:pt x="0" y="0"/>
                </a:lnTo>
                <a:lnTo>
                  <a:pt x="0" y="1537715"/>
                </a:lnTo>
                <a:lnTo>
                  <a:pt x="7691628" y="1537715"/>
                </a:lnTo>
                <a:lnTo>
                  <a:pt x="7691628" y="0"/>
                </a:lnTo>
                <a:close/>
              </a:path>
            </a:pathLst>
          </a:custGeom>
          <a:solidFill>
            <a:srgbClr val="4471C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4" name="object 14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27654" y="2002916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18" name="object 18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43807" y="1396110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22" name="object 22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33167" y="1402460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13">
            <a:extLst>
              <a:ext uri="{FF2B5EF4-FFF2-40B4-BE49-F238E27FC236}">
                <a16:creationId xmlns:a16="http://schemas.microsoft.com/office/drawing/2014/main" id="{040E705C-BBDA-4D6C-4B7D-3720E41FC768}"/>
              </a:ext>
            </a:extLst>
          </p:cNvPr>
          <p:cNvGrpSpPr/>
          <p:nvPr/>
        </p:nvGrpSpPr>
        <p:grpSpPr>
          <a:xfrm>
            <a:off x="3846639" y="1878248"/>
            <a:ext cx="1120775" cy="575310"/>
            <a:chOff x="2441194" y="1880361"/>
            <a:chExt cx="1120775" cy="575310"/>
          </a:xfrm>
        </p:grpSpPr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BA7E1EA4-F6E3-2805-10D3-C51879FE432A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2718AB0A-A07E-19E7-3A6B-FA5063F4E8AD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31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295266" y="199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1" name="object 29">
            <a:extLst>
              <a:ext uri="{FF2B5EF4-FFF2-40B4-BE49-F238E27FC236}">
                <a16:creationId xmlns:a16="http://schemas.microsoft.com/office/drawing/2014/main" id="{488F9585-41F9-AFF4-D6A2-AC793B164501}"/>
              </a:ext>
            </a:extLst>
          </p:cNvPr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64668BE0-71A1-66CA-9C48-36CF84C53AA4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C33CAC30-61C2-5BC7-058C-7C049482A7F1}"/>
                </a:ext>
              </a:extLst>
            </p:cNvPr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13">
            <a:extLst>
              <a:ext uri="{FF2B5EF4-FFF2-40B4-BE49-F238E27FC236}">
                <a16:creationId xmlns:a16="http://schemas.microsoft.com/office/drawing/2014/main" id="{1EA2FFEB-19FB-A3D2-E426-9B5A3F84A861}"/>
              </a:ext>
            </a:extLst>
          </p:cNvPr>
          <p:cNvGrpSpPr/>
          <p:nvPr/>
        </p:nvGrpSpPr>
        <p:grpSpPr>
          <a:xfrm>
            <a:off x="5245873" y="1886711"/>
            <a:ext cx="1120775" cy="575310"/>
            <a:chOff x="2441194" y="1880361"/>
            <a:chExt cx="1120775" cy="575310"/>
          </a:xfrm>
        </p:grpSpPr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036BE759-4579-32CD-C0E7-F717FEB3CB87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15">
              <a:extLst>
                <a:ext uri="{FF2B5EF4-FFF2-40B4-BE49-F238E27FC236}">
                  <a16:creationId xmlns:a16="http://schemas.microsoft.com/office/drawing/2014/main" id="{23476827-4B4C-21BA-5DAE-8621E7C9C268}"/>
                </a:ext>
              </a:extLst>
            </p:cNvPr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0">
            <a:extLst>
              <a:ext uri="{FF2B5EF4-FFF2-40B4-BE49-F238E27FC236}">
                <a16:creationId xmlns:a16="http://schemas.microsoft.com/office/drawing/2014/main" id="{06229246-1E49-9AA2-763F-B5139159DE85}"/>
              </a:ext>
            </a:extLst>
          </p:cNvPr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lang="fr-FR" sz="1800" spc="-20" dirty="0">
                <a:solidFill>
                  <a:srgbClr val="6F2F9F"/>
                </a:solidFill>
                <a:latin typeface="Calibri"/>
                <a:cs typeface="Calibri"/>
              </a:rPr>
              <a:t>obj1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1530A43A-D1B6-C748-691E-5B94B591E5FB}"/>
              </a:ext>
            </a:extLst>
          </p:cNvPr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9D19B73C-DF19-36A5-E965-8926FCF55D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6932" y="4777739"/>
            <a:ext cx="1597152" cy="778764"/>
          </a:xfrm>
          <a:prstGeom prst="rect">
            <a:avLst/>
          </a:prstGeom>
        </p:spPr>
      </p:pic>
      <p:sp>
        <p:nvSpPr>
          <p:cNvPr id="26" name="object 11">
            <a:extLst>
              <a:ext uri="{FF2B5EF4-FFF2-40B4-BE49-F238E27FC236}">
                <a16:creationId xmlns:a16="http://schemas.microsoft.com/office/drawing/2014/main" id="{3FCE5705-EEE5-462B-9BEC-E9DF87B96287}"/>
              </a:ext>
            </a:extLst>
          </p:cNvPr>
          <p:cNvSpPr txBox="1"/>
          <p:nvPr/>
        </p:nvSpPr>
        <p:spPr>
          <a:xfrm>
            <a:off x="3982973" y="4911979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 dirty="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(renaud,cléo)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C5DF43D-DC44-B412-A86A-C99841402786}"/>
              </a:ext>
            </a:extLst>
          </p:cNvPr>
          <p:cNvSpPr txBox="1"/>
          <p:nvPr/>
        </p:nvSpPr>
        <p:spPr>
          <a:xfrm>
            <a:off x="3281172" y="3178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50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= </a:t>
            </a:r>
            <a:r>
              <a:rPr lang="fr-FR" sz="1800" spc="-25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new </a:t>
            </a:r>
            <a:r>
              <a:rPr lang="fr-FR" sz="1800" spc="250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Car();</a:t>
            </a:r>
            <a:endParaRPr lang="fr-FR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D9737617-CEF7-E6E2-43EC-A080B8BD9C06}"/>
              </a:ext>
            </a:extLst>
          </p:cNvPr>
          <p:cNvSpPr txBox="1"/>
          <p:nvPr/>
        </p:nvSpPr>
        <p:spPr>
          <a:xfrm>
            <a:off x="2118741" y="3209035"/>
            <a:ext cx="136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spc="114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Car</a:t>
            </a:r>
            <a:r>
              <a:rPr lang="fr-FR" sz="1800" spc="114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spc="75" dirty="0" err="1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myCar</a:t>
            </a:r>
            <a:endParaRPr sz="1800" dirty="0">
              <a:solidFill>
                <a:schemeClr val="bg2">
                  <a:lumMod val="90000"/>
                </a:schemeClr>
              </a:solidFill>
              <a:latin typeface="Trebuchet MS"/>
              <a:cs typeface="Trebuchet MS"/>
            </a:endParaRPr>
          </a:p>
        </p:txBody>
      </p:sp>
      <p:grpSp>
        <p:nvGrpSpPr>
          <p:cNvPr id="7" name="object 24">
            <a:extLst>
              <a:ext uri="{FF2B5EF4-FFF2-40B4-BE49-F238E27FC236}">
                <a16:creationId xmlns:a16="http://schemas.microsoft.com/office/drawing/2014/main" id="{39C331B5-AF75-76FA-302E-AC81737EBAE9}"/>
              </a:ext>
            </a:extLst>
          </p:cNvPr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9" name="object 25">
              <a:extLst>
                <a:ext uri="{FF2B5EF4-FFF2-40B4-BE49-F238E27FC236}">
                  <a16:creationId xmlns:a16="http://schemas.microsoft.com/office/drawing/2014/main" id="{41BC8DE1-59F0-1CE9-BA6A-9D275A56E9A1}"/>
                </a:ext>
              </a:extLst>
            </p:cNvPr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26">
              <a:extLst>
                <a:ext uri="{FF2B5EF4-FFF2-40B4-BE49-F238E27FC236}">
                  <a16:creationId xmlns:a16="http://schemas.microsoft.com/office/drawing/2014/main" id="{CCBE30E9-22F5-9C0D-EAE6-80F46F0E57F1}"/>
                </a:ext>
              </a:extLst>
            </p:cNvPr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7">
            <a:extLst>
              <a:ext uri="{FF2B5EF4-FFF2-40B4-BE49-F238E27FC236}">
                <a16:creationId xmlns:a16="http://schemas.microsoft.com/office/drawing/2014/main" id="{3BABB367-E91A-1963-C3AF-011D8EA67F0F}"/>
              </a:ext>
            </a:extLst>
          </p:cNvPr>
          <p:cNvSpPr txBox="1"/>
          <p:nvPr/>
        </p:nvSpPr>
        <p:spPr>
          <a:xfrm>
            <a:off x="664311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8" name="object 40">
            <a:extLst>
              <a:ext uri="{FF2B5EF4-FFF2-40B4-BE49-F238E27FC236}">
                <a16:creationId xmlns:a16="http://schemas.microsoft.com/office/drawing/2014/main" id="{252212AF-2D65-6321-4F62-15E00CB19CE0}"/>
              </a:ext>
            </a:extLst>
          </p:cNvPr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29622C2C-C94D-385A-E32B-18C1035C46B2}"/>
                </a:ext>
              </a:extLst>
            </p:cNvPr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1E542A9E-769C-D7AE-8AE8-0461230B1B5D}"/>
                </a:ext>
              </a:extLst>
            </p:cNvPr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3">
            <a:extLst>
              <a:ext uri="{FF2B5EF4-FFF2-40B4-BE49-F238E27FC236}">
                <a16:creationId xmlns:a16="http://schemas.microsoft.com/office/drawing/2014/main" id="{A6190F58-62E6-1071-3A47-FA7163D8E2F6}"/>
              </a:ext>
            </a:extLst>
          </p:cNvPr>
          <p:cNvSpPr txBox="1"/>
          <p:nvPr/>
        </p:nvSpPr>
        <p:spPr>
          <a:xfrm>
            <a:off x="664311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84ED560-1078-50E6-ED1D-BB6981D52101}"/>
              </a:ext>
            </a:extLst>
          </p:cNvPr>
          <p:cNvSpPr txBox="1"/>
          <p:nvPr/>
        </p:nvSpPr>
        <p:spPr>
          <a:xfrm>
            <a:off x="2024743" y="35012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114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Car</a:t>
            </a:r>
            <a:r>
              <a:rPr lang="fr-FR" spc="114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fr-FR" sz="1800" spc="-10" dirty="0" err="1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newCar</a:t>
            </a:r>
            <a:r>
              <a:rPr lang="fr-FR" spc="-10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fr-FR" sz="1800" spc="50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= </a:t>
            </a:r>
            <a:r>
              <a:rPr lang="fr-FR" sz="1800" spc="-25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new </a:t>
            </a:r>
            <a:r>
              <a:rPr lang="fr-FR" sz="1800" spc="245" dirty="0">
                <a:solidFill>
                  <a:schemeClr val="bg2">
                    <a:lumMod val="90000"/>
                  </a:schemeClr>
                </a:solidFill>
                <a:latin typeface="Trebuchet MS"/>
                <a:cs typeface="Trebuchet MS"/>
              </a:rPr>
              <a:t>Car();</a:t>
            </a:r>
            <a:endParaRPr lang="fr-FR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49" name="object 45">
            <a:extLst>
              <a:ext uri="{FF2B5EF4-FFF2-40B4-BE49-F238E27FC236}">
                <a16:creationId xmlns:a16="http://schemas.microsoft.com/office/drawing/2014/main" id="{FC18F01A-CE62-DC15-B72A-509D282C4222}"/>
              </a:ext>
            </a:extLst>
          </p:cNvPr>
          <p:cNvGrpSpPr/>
          <p:nvPr/>
        </p:nvGrpSpPr>
        <p:grpSpPr>
          <a:xfrm>
            <a:off x="5841365" y="4971160"/>
            <a:ext cx="1605280" cy="783590"/>
            <a:chOff x="5841365" y="4971160"/>
            <a:chExt cx="1605280" cy="783590"/>
          </a:xfrm>
        </p:grpSpPr>
        <p:pic>
          <p:nvPicPr>
            <p:cNvPr id="50" name="object 46">
              <a:extLst>
                <a:ext uri="{FF2B5EF4-FFF2-40B4-BE49-F238E27FC236}">
                  <a16:creationId xmlns:a16="http://schemas.microsoft.com/office/drawing/2014/main" id="{C7628D52-356A-79DF-9A52-82C0C5178D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0" y="4974335"/>
              <a:ext cx="1598676" cy="777239"/>
            </a:xfrm>
            <a:prstGeom prst="rect">
              <a:avLst/>
            </a:prstGeom>
          </p:spPr>
        </p:pic>
        <p:sp>
          <p:nvSpPr>
            <p:cNvPr id="51" name="object 47">
              <a:extLst>
                <a:ext uri="{FF2B5EF4-FFF2-40B4-BE49-F238E27FC236}">
                  <a16:creationId xmlns:a16="http://schemas.microsoft.com/office/drawing/2014/main" id="{C094844D-60F9-C6DC-5818-7EAED31678E0}"/>
                </a:ext>
              </a:extLst>
            </p:cNvPr>
            <p:cNvSpPr/>
            <p:nvPr/>
          </p:nvSpPr>
          <p:spPr>
            <a:xfrm>
              <a:off x="5844540" y="4974335"/>
              <a:ext cx="1598930" cy="777240"/>
            </a:xfrm>
            <a:custGeom>
              <a:avLst/>
              <a:gdLst/>
              <a:ahLst/>
              <a:cxnLst/>
              <a:rect l="l" t="t" r="r" b="b"/>
              <a:pathLst>
                <a:path w="1598929" h="777239">
                  <a:moveTo>
                    <a:pt x="0" y="388619"/>
                  </a:moveTo>
                  <a:lnTo>
                    <a:pt x="9501" y="328518"/>
                  </a:lnTo>
                  <a:lnTo>
                    <a:pt x="37057" y="271319"/>
                  </a:lnTo>
                  <a:lnTo>
                    <a:pt x="81247" y="217714"/>
                  </a:lnTo>
                  <a:lnTo>
                    <a:pt x="140648" y="168394"/>
                  </a:lnTo>
                  <a:lnTo>
                    <a:pt x="175608" y="145557"/>
                  </a:lnTo>
                  <a:lnTo>
                    <a:pt x="213838" y="124051"/>
                  </a:lnTo>
                  <a:lnTo>
                    <a:pt x="255160" y="103961"/>
                  </a:lnTo>
                  <a:lnTo>
                    <a:pt x="299397" y="85375"/>
                  </a:lnTo>
                  <a:lnTo>
                    <a:pt x="346369" y="68378"/>
                  </a:lnTo>
                  <a:lnTo>
                    <a:pt x="395901" y="53057"/>
                  </a:lnTo>
                  <a:lnTo>
                    <a:pt x="447813" y="39499"/>
                  </a:lnTo>
                  <a:lnTo>
                    <a:pt x="501929" y="27790"/>
                  </a:lnTo>
                  <a:lnTo>
                    <a:pt x="558071" y="18016"/>
                  </a:lnTo>
                  <a:lnTo>
                    <a:pt x="616060" y="10263"/>
                  </a:lnTo>
                  <a:lnTo>
                    <a:pt x="675719" y="4619"/>
                  </a:lnTo>
                  <a:lnTo>
                    <a:pt x="736871" y="1169"/>
                  </a:lnTo>
                  <a:lnTo>
                    <a:pt x="799338" y="0"/>
                  </a:lnTo>
                  <a:lnTo>
                    <a:pt x="861804" y="1169"/>
                  </a:lnTo>
                  <a:lnTo>
                    <a:pt x="922956" y="4619"/>
                  </a:lnTo>
                  <a:lnTo>
                    <a:pt x="982615" y="10263"/>
                  </a:lnTo>
                  <a:lnTo>
                    <a:pt x="1040604" y="18016"/>
                  </a:lnTo>
                  <a:lnTo>
                    <a:pt x="1096746" y="27790"/>
                  </a:lnTo>
                  <a:lnTo>
                    <a:pt x="1150862" y="39499"/>
                  </a:lnTo>
                  <a:lnTo>
                    <a:pt x="1202774" y="53057"/>
                  </a:lnTo>
                  <a:lnTo>
                    <a:pt x="1252306" y="68378"/>
                  </a:lnTo>
                  <a:lnTo>
                    <a:pt x="1299278" y="85375"/>
                  </a:lnTo>
                  <a:lnTo>
                    <a:pt x="1343515" y="103961"/>
                  </a:lnTo>
                  <a:lnTo>
                    <a:pt x="1384837" y="124051"/>
                  </a:lnTo>
                  <a:lnTo>
                    <a:pt x="1423067" y="145557"/>
                  </a:lnTo>
                  <a:lnTo>
                    <a:pt x="1458027" y="168394"/>
                  </a:lnTo>
                  <a:lnTo>
                    <a:pt x="1489540" y="192475"/>
                  </a:lnTo>
                  <a:lnTo>
                    <a:pt x="1541513" y="244024"/>
                  </a:lnTo>
                  <a:lnTo>
                    <a:pt x="1577564" y="299512"/>
                  </a:lnTo>
                  <a:lnTo>
                    <a:pt x="1596271" y="358249"/>
                  </a:lnTo>
                  <a:lnTo>
                    <a:pt x="1598676" y="388619"/>
                  </a:lnTo>
                  <a:lnTo>
                    <a:pt x="1596271" y="418990"/>
                  </a:lnTo>
                  <a:lnTo>
                    <a:pt x="1577564" y="477727"/>
                  </a:lnTo>
                  <a:lnTo>
                    <a:pt x="1541513" y="533215"/>
                  </a:lnTo>
                  <a:lnTo>
                    <a:pt x="1489540" y="584764"/>
                  </a:lnTo>
                  <a:lnTo>
                    <a:pt x="1458027" y="608845"/>
                  </a:lnTo>
                  <a:lnTo>
                    <a:pt x="1423067" y="631682"/>
                  </a:lnTo>
                  <a:lnTo>
                    <a:pt x="1384837" y="653188"/>
                  </a:lnTo>
                  <a:lnTo>
                    <a:pt x="1343515" y="673278"/>
                  </a:lnTo>
                  <a:lnTo>
                    <a:pt x="1299278" y="691864"/>
                  </a:lnTo>
                  <a:lnTo>
                    <a:pt x="1252306" y="708861"/>
                  </a:lnTo>
                  <a:lnTo>
                    <a:pt x="1202774" y="724182"/>
                  </a:lnTo>
                  <a:lnTo>
                    <a:pt x="1150862" y="737740"/>
                  </a:lnTo>
                  <a:lnTo>
                    <a:pt x="1096746" y="749449"/>
                  </a:lnTo>
                  <a:lnTo>
                    <a:pt x="1040604" y="759223"/>
                  </a:lnTo>
                  <a:lnTo>
                    <a:pt x="982615" y="766976"/>
                  </a:lnTo>
                  <a:lnTo>
                    <a:pt x="922956" y="772620"/>
                  </a:lnTo>
                  <a:lnTo>
                    <a:pt x="861804" y="776070"/>
                  </a:lnTo>
                  <a:lnTo>
                    <a:pt x="799338" y="777239"/>
                  </a:lnTo>
                  <a:lnTo>
                    <a:pt x="736871" y="776070"/>
                  </a:lnTo>
                  <a:lnTo>
                    <a:pt x="675719" y="772620"/>
                  </a:lnTo>
                  <a:lnTo>
                    <a:pt x="616060" y="766976"/>
                  </a:lnTo>
                  <a:lnTo>
                    <a:pt x="558071" y="759223"/>
                  </a:lnTo>
                  <a:lnTo>
                    <a:pt x="501929" y="749449"/>
                  </a:lnTo>
                  <a:lnTo>
                    <a:pt x="447813" y="737740"/>
                  </a:lnTo>
                  <a:lnTo>
                    <a:pt x="395901" y="724182"/>
                  </a:lnTo>
                  <a:lnTo>
                    <a:pt x="346369" y="708861"/>
                  </a:lnTo>
                  <a:lnTo>
                    <a:pt x="299397" y="691864"/>
                  </a:lnTo>
                  <a:lnTo>
                    <a:pt x="255160" y="673278"/>
                  </a:lnTo>
                  <a:lnTo>
                    <a:pt x="213838" y="653188"/>
                  </a:lnTo>
                  <a:lnTo>
                    <a:pt x="175608" y="631682"/>
                  </a:lnTo>
                  <a:lnTo>
                    <a:pt x="140648" y="608845"/>
                  </a:lnTo>
                  <a:lnTo>
                    <a:pt x="109135" y="584764"/>
                  </a:lnTo>
                  <a:lnTo>
                    <a:pt x="57162" y="533215"/>
                  </a:lnTo>
                  <a:lnTo>
                    <a:pt x="21111" y="477727"/>
                  </a:lnTo>
                  <a:lnTo>
                    <a:pt x="2404" y="418990"/>
                  </a:lnTo>
                  <a:lnTo>
                    <a:pt x="0" y="388619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48">
            <a:extLst>
              <a:ext uri="{FF2B5EF4-FFF2-40B4-BE49-F238E27FC236}">
                <a16:creationId xmlns:a16="http://schemas.microsoft.com/office/drawing/2014/main" id="{1AFC4F49-AE74-4574-B0E0-C2AFD5D74CB1}"/>
              </a:ext>
            </a:extLst>
          </p:cNvPr>
          <p:cNvSpPr txBox="1"/>
          <p:nvPr/>
        </p:nvSpPr>
        <p:spPr>
          <a:xfrm>
            <a:off x="6181471" y="5107685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(citron,d3)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220ACCAF-FEC1-DC6B-0AB3-85736BA07D3F}"/>
              </a:ext>
            </a:extLst>
          </p:cNvPr>
          <p:cNvSpPr txBox="1"/>
          <p:nvPr/>
        </p:nvSpPr>
        <p:spPr>
          <a:xfrm>
            <a:off x="2024743" y="38447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pc="114" dirty="0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lang="fr-FR" sz="1800" spc="-10" dirty="0" err="1">
                <a:latin typeface="Trebuchet MS"/>
                <a:cs typeface="Trebuchet MS"/>
              </a:rPr>
              <a:t>sameNewCar</a:t>
            </a:r>
            <a:r>
              <a:rPr lang="fr-FR" sz="1800" spc="-10" dirty="0">
                <a:latin typeface="Trebuchet MS"/>
                <a:cs typeface="Trebuchet MS"/>
              </a:rPr>
              <a:t> </a:t>
            </a:r>
            <a:r>
              <a:rPr lang="fr-FR" sz="1800" spc="50" dirty="0">
                <a:latin typeface="Trebuchet MS"/>
                <a:cs typeface="Trebuchet MS"/>
              </a:rPr>
              <a:t>=</a:t>
            </a:r>
            <a:r>
              <a:rPr lang="fr-FR" spc="50" dirty="0">
                <a:latin typeface="Trebuchet MS"/>
                <a:cs typeface="Trebuchet MS"/>
              </a:rPr>
              <a:t> </a:t>
            </a:r>
            <a:r>
              <a:rPr lang="fr-FR" sz="1800" spc="75" dirty="0" err="1">
                <a:latin typeface="Trebuchet MS"/>
                <a:cs typeface="Trebuchet MS"/>
              </a:rPr>
              <a:t>newCar</a:t>
            </a:r>
            <a:r>
              <a:rPr lang="fr-FR" sz="1800" spc="75" dirty="0">
                <a:latin typeface="Trebuchet MS"/>
                <a:cs typeface="Trebuchet MS"/>
              </a:rPr>
              <a:t>;</a:t>
            </a:r>
            <a:endParaRPr lang="fr-FR" dirty="0"/>
          </a:p>
        </p:txBody>
      </p:sp>
      <p:grpSp>
        <p:nvGrpSpPr>
          <p:cNvPr id="60" name="object 32">
            <a:extLst>
              <a:ext uri="{FF2B5EF4-FFF2-40B4-BE49-F238E27FC236}">
                <a16:creationId xmlns:a16="http://schemas.microsoft.com/office/drawing/2014/main" id="{D214D631-13F1-20B8-305F-51E4CD6A4DE3}"/>
              </a:ext>
            </a:extLst>
          </p:cNvPr>
          <p:cNvGrpSpPr/>
          <p:nvPr/>
        </p:nvGrpSpPr>
        <p:grpSpPr>
          <a:xfrm>
            <a:off x="8048561" y="1894754"/>
            <a:ext cx="1120775" cy="575310"/>
            <a:chOff x="8035797" y="1273810"/>
            <a:chExt cx="1120775" cy="575310"/>
          </a:xfrm>
        </p:grpSpPr>
        <p:sp>
          <p:nvSpPr>
            <p:cNvPr id="61" name="object 33">
              <a:extLst>
                <a:ext uri="{FF2B5EF4-FFF2-40B4-BE49-F238E27FC236}">
                  <a16:creationId xmlns:a16="http://schemas.microsoft.com/office/drawing/2014/main" id="{69519B25-8BC3-D5E7-620A-B6D9C00AFE10}"/>
                </a:ext>
              </a:extLst>
            </p:cNvPr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34">
              <a:extLst>
                <a:ext uri="{FF2B5EF4-FFF2-40B4-BE49-F238E27FC236}">
                  <a16:creationId xmlns:a16="http://schemas.microsoft.com/office/drawing/2014/main" id="{46DC4F78-3D30-77FA-CF36-23AEB3F4FE53}"/>
                </a:ext>
              </a:extLst>
            </p:cNvPr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15">
            <a:extLst>
              <a:ext uri="{FF2B5EF4-FFF2-40B4-BE49-F238E27FC236}">
                <a16:creationId xmlns:a16="http://schemas.microsoft.com/office/drawing/2014/main" id="{F00C6CE6-668A-F836-17F4-CD65DFE97C30}"/>
              </a:ext>
            </a:extLst>
          </p:cNvPr>
          <p:cNvSpPr txBox="1"/>
          <p:nvPr/>
        </p:nvSpPr>
        <p:spPr>
          <a:xfrm>
            <a:off x="8391779" y="1996566"/>
            <a:ext cx="42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56" name="object 32">
            <a:extLst>
              <a:ext uri="{FF2B5EF4-FFF2-40B4-BE49-F238E27FC236}">
                <a16:creationId xmlns:a16="http://schemas.microsoft.com/office/drawing/2014/main" id="{A5633565-EE27-46B5-6874-E7C7F794C22B}"/>
              </a:ext>
            </a:extLst>
          </p:cNvPr>
          <p:cNvGrpSpPr/>
          <p:nvPr/>
        </p:nvGrpSpPr>
        <p:grpSpPr>
          <a:xfrm>
            <a:off x="8035797" y="1273810"/>
            <a:ext cx="1120775" cy="575310"/>
            <a:chOff x="8035797" y="1273810"/>
            <a:chExt cx="1120775" cy="575310"/>
          </a:xfrm>
        </p:grpSpPr>
        <p:sp>
          <p:nvSpPr>
            <p:cNvPr id="57" name="object 33">
              <a:extLst>
                <a:ext uri="{FF2B5EF4-FFF2-40B4-BE49-F238E27FC236}">
                  <a16:creationId xmlns:a16="http://schemas.microsoft.com/office/drawing/2014/main" id="{E1ACD23A-63CC-1E44-FCE2-7A5D267A6FDF}"/>
                </a:ext>
              </a:extLst>
            </p:cNvPr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34">
              <a:extLst>
                <a:ext uri="{FF2B5EF4-FFF2-40B4-BE49-F238E27FC236}">
                  <a16:creationId xmlns:a16="http://schemas.microsoft.com/office/drawing/2014/main" id="{87EA52F7-44E6-A4B6-2E22-D3E03FC1104D}"/>
                </a:ext>
              </a:extLst>
            </p:cNvPr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35">
            <a:extLst>
              <a:ext uri="{FF2B5EF4-FFF2-40B4-BE49-F238E27FC236}">
                <a16:creationId xmlns:a16="http://schemas.microsoft.com/office/drawing/2014/main" id="{EF906A26-D555-19BB-D002-D24C8900598A}"/>
              </a:ext>
            </a:extLst>
          </p:cNvPr>
          <p:cNvSpPr txBox="1"/>
          <p:nvPr/>
        </p:nvSpPr>
        <p:spPr>
          <a:xfrm>
            <a:off x="8193278" y="1396110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sameCar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1A58A201-9C3E-09DD-7BAE-48E554331C4B}"/>
              </a:ext>
            </a:extLst>
          </p:cNvPr>
          <p:cNvSpPr/>
          <p:nvPr/>
        </p:nvSpPr>
        <p:spPr>
          <a:xfrm rot="839189">
            <a:off x="7541729" y="2085595"/>
            <a:ext cx="639270" cy="180029"/>
          </a:xfrm>
          <a:custGeom>
            <a:avLst/>
            <a:gdLst/>
            <a:ahLst/>
            <a:cxnLst/>
            <a:rect l="l" t="t" r="r" b="b"/>
            <a:pathLst>
              <a:path w="2494915" h="674369">
                <a:moveTo>
                  <a:pt x="2379135" y="36924"/>
                </a:moveTo>
                <a:lnTo>
                  <a:pt x="0" y="637159"/>
                </a:lnTo>
                <a:lnTo>
                  <a:pt x="9398" y="674115"/>
                </a:lnTo>
                <a:lnTo>
                  <a:pt x="2388456" y="73869"/>
                </a:lnTo>
                <a:lnTo>
                  <a:pt x="2379135" y="36924"/>
                </a:lnTo>
                <a:close/>
              </a:path>
              <a:path w="2494915" h="674369">
                <a:moveTo>
                  <a:pt x="2488928" y="32257"/>
                </a:moveTo>
                <a:lnTo>
                  <a:pt x="2397633" y="32257"/>
                </a:lnTo>
                <a:lnTo>
                  <a:pt x="2406904" y="69214"/>
                </a:lnTo>
                <a:lnTo>
                  <a:pt x="2388456" y="73869"/>
                </a:lnTo>
                <a:lnTo>
                  <a:pt x="2397760" y="110743"/>
                </a:lnTo>
                <a:lnTo>
                  <a:pt x="2488928" y="32257"/>
                </a:lnTo>
                <a:close/>
              </a:path>
              <a:path w="2494915" h="674369">
                <a:moveTo>
                  <a:pt x="2397633" y="32257"/>
                </a:moveTo>
                <a:lnTo>
                  <a:pt x="2379135" y="36924"/>
                </a:lnTo>
                <a:lnTo>
                  <a:pt x="2388456" y="73869"/>
                </a:lnTo>
                <a:lnTo>
                  <a:pt x="2406904" y="69214"/>
                </a:lnTo>
                <a:lnTo>
                  <a:pt x="2397633" y="32257"/>
                </a:lnTo>
                <a:close/>
              </a:path>
              <a:path w="2494915" h="674369">
                <a:moveTo>
                  <a:pt x="2369820" y="0"/>
                </a:moveTo>
                <a:lnTo>
                  <a:pt x="2379135" y="36924"/>
                </a:lnTo>
                <a:lnTo>
                  <a:pt x="2397633" y="32257"/>
                </a:lnTo>
                <a:lnTo>
                  <a:pt x="2488928" y="32257"/>
                </a:lnTo>
                <a:lnTo>
                  <a:pt x="2494534" y="27431"/>
                </a:lnTo>
                <a:lnTo>
                  <a:pt x="2369820" y="0"/>
                </a:lnTo>
                <a:close/>
              </a:path>
            </a:pathLst>
          </a:custGeom>
          <a:solidFill>
            <a:srgbClr val="6F2F9F"/>
          </a:solidFill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 lang="fr-FR"/>
          </a:p>
        </p:txBody>
      </p:sp>
      <p:sp>
        <p:nvSpPr>
          <p:cNvPr id="65" name="Titre 1">
            <a:extLst>
              <a:ext uri="{FF2B5EF4-FFF2-40B4-BE49-F238E27FC236}">
                <a16:creationId xmlns:a16="http://schemas.microsoft.com/office/drawing/2014/main" id="{29B87D72-9F0B-CA01-0F2C-41498331BD2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  <p:extLst>
      <p:ext uri="{BB962C8B-B14F-4D97-AF65-F5344CB8AC3E}">
        <p14:creationId xmlns:p14="http://schemas.microsoft.com/office/powerpoint/2010/main" val="2053421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156460" y="1106424"/>
            <a:ext cx="7691755" cy="4924425"/>
            <a:chOff x="2156460" y="1106424"/>
            <a:chExt cx="7691755" cy="4924425"/>
          </a:xfrm>
        </p:grpSpPr>
        <p:sp>
          <p:nvSpPr>
            <p:cNvPr id="5" name="object 5"/>
            <p:cNvSpPr/>
            <p:nvPr/>
          </p:nvSpPr>
          <p:spPr>
            <a:xfrm>
              <a:off x="2156460" y="4424171"/>
              <a:ext cx="7691755" cy="1606550"/>
            </a:xfrm>
            <a:custGeom>
              <a:avLst/>
              <a:gdLst/>
              <a:ahLst/>
              <a:cxnLst/>
              <a:rect l="l" t="t" r="r" b="b"/>
              <a:pathLst>
                <a:path w="7691755" h="1606550">
                  <a:moveTo>
                    <a:pt x="3845814" y="0"/>
                  </a:moveTo>
                  <a:lnTo>
                    <a:pt x="3771020" y="148"/>
                  </a:lnTo>
                  <a:lnTo>
                    <a:pt x="3696573" y="593"/>
                  </a:lnTo>
                  <a:lnTo>
                    <a:pt x="3622486" y="1331"/>
                  </a:lnTo>
                  <a:lnTo>
                    <a:pt x="3548771" y="2359"/>
                  </a:lnTo>
                  <a:lnTo>
                    <a:pt x="3475442" y="3676"/>
                  </a:lnTo>
                  <a:lnTo>
                    <a:pt x="3402511" y="5277"/>
                  </a:lnTo>
                  <a:lnTo>
                    <a:pt x="3329991" y="7161"/>
                  </a:lnTo>
                  <a:lnTo>
                    <a:pt x="3257896" y="9324"/>
                  </a:lnTo>
                  <a:lnTo>
                    <a:pt x="3186238" y="11765"/>
                  </a:lnTo>
                  <a:lnTo>
                    <a:pt x="3115029" y="14480"/>
                  </a:lnTo>
                  <a:lnTo>
                    <a:pt x="3044284" y="17466"/>
                  </a:lnTo>
                  <a:lnTo>
                    <a:pt x="2974014" y="20722"/>
                  </a:lnTo>
                  <a:lnTo>
                    <a:pt x="2904233" y="24244"/>
                  </a:lnTo>
                  <a:lnTo>
                    <a:pt x="2834953" y="28029"/>
                  </a:lnTo>
                  <a:lnTo>
                    <a:pt x="2766188" y="32076"/>
                  </a:lnTo>
                  <a:lnTo>
                    <a:pt x="2697950" y="36380"/>
                  </a:lnTo>
                  <a:lnTo>
                    <a:pt x="2630253" y="40940"/>
                  </a:lnTo>
                  <a:lnTo>
                    <a:pt x="2563108" y="45753"/>
                  </a:lnTo>
                  <a:lnTo>
                    <a:pt x="2496530" y="50816"/>
                  </a:lnTo>
                  <a:lnTo>
                    <a:pt x="2430530" y="56127"/>
                  </a:lnTo>
                  <a:lnTo>
                    <a:pt x="2365122" y="61682"/>
                  </a:lnTo>
                  <a:lnTo>
                    <a:pt x="2300319" y="67479"/>
                  </a:lnTo>
                  <a:lnTo>
                    <a:pt x="2236134" y="73516"/>
                  </a:lnTo>
                  <a:lnTo>
                    <a:pt x="2172579" y="79789"/>
                  </a:lnTo>
                  <a:lnTo>
                    <a:pt x="2109667" y="86296"/>
                  </a:lnTo>
                  <a:lnTo>
                    <a:pt x="2047412" y="93035"/>
                  </a:lnTo>
                  <a:lnTo>
                    <a:pt x="1985826" y="100002"/>
                  </a:lnTo>
                  <a:lnTo>
                    <a:pt x="1924921" y="107195"/>
                  </a:lnTo>
                  <a:lnTo>
                    <a:pt x="1864712" y="114612"/>
                  </a:lnTo>
                  <a:lnTo>
                    <a:pt x="1805211" y="122249"/>
                  </a:lnTo>
                  <a:lnTo>
                    <a:pt x="1746430" y="130103"/>
                  </a:lnTo>
                  <a:lnTo>
                    <a:pt x="1688383" y="138173"/>
                  </a:lnTo>
                  <a:lnTo>
                    <a:pt x="1631083" y="146456"/>
                  </a:lnTo>
                  <a:lnTo>
                    <a:pt x="1574541" y="154948"/>
                  </a:lnTo>
                  <a:lnTo>
                    <a:pt x="1518773" y="163647"/>
                  </a:lnTo>
                  <a:lnTo>
                    <a:pt x="1463789" y="172550"/>
                  </a:lnTo>
                  <a:lnTo>
                    <a:pt x="1409604" y="181656"/>
                  </a:lnTo>
                  <a:lnTo>
                    <a:pt x="1356229" y="190960"/>
                  </a:lnTo>
                  <a:lnTo>
                    <a:pt x="1303679" y="200460"/>
                  </a:lnTo>
                  <a:lnTo>
                    <a:pt x="1251965" y="210155"/>
                  </a:lnTo>
                  <a:lnTo>
                    <a:pt x="1201101" y="220040"/>
                  </a:lnTo>
                  <a:lnTo>
                    <a:pt x="1151099" y="230113"/>
                  </a:lnTo>
                  <a:lnTo>
                    <a:pt x="1101973" y="240372"/>
                  </a:lnTo>
                  <a:lnTo>
                    <a:pt x="1053736" y="250814"/>
                  </a:lnTo>
                  <a:lnTo>
                    <a:pt x="1006399" y="261435"/>
                  </a:lnTo>
                  <a:lnTo>
                    <a:pt x="959977" y="272235"/>
                  </a:lnTo>
                  <a:lnTo>
                    <a:pt x="914482" y="283209"/>
                  </a:lnTo>
                  <a:lnTo>
                    <a:pt x="869926" y="294355"/>
                  </a:lnTo>
                  <a:lnTo>
                    <a:pt x="826324" y="305671"/>
                  </a:lnTo>
                  <a:lnTo>
                    <a:pt x="783687" y="317153"/>
                  </a:lnTo>
                  <a:lnTo>
                    <a:pt x="742029" y="328799"/>
                  </a:lnTo>
                  <a:lnTo>
                    <a:pt x="701362" y="340607"/>
                  </a:lnTo>
                  <a:lnTo>
                    <a:pt x="661700" y="352573"/>
                  </a:lnTo>
                  <a:lnTo>
                    <a:pt x="623055" y="364696"/>
                  </a:lnTo>
                  <a:lnTo>
                    <a:pt x="585441" y="376971"/>
                  </a:lnTo>
                  <a:lnTo>
                    <a:pt x="548869" y="389397"/>
                  </a:lnTo>
                  <a:lnTo>
                    <a:pt x="478907" y="414690"/>
                  </a:lnTo>
                  <a:lnTo>
                    <a:pt x="413272" y="440553"/>
                  </a:lnTo>
                  <a:lnTo>
                    <a:pt x="352067" y="466964"/>
                  </a:lnTo>
                  <a:lnTo>
                    <a:pt x="295395" y="493903"/>
                  </a:lnTo>
                  <a:lnTo>
                    <a:pt x="243360" y="521346"/>
                  </a:lnTo>
                  <a:lnTo>
                    <a:pt x="196065" y="549273"/>
                  </a:lnTo>
                  <a:lnTo>
                    <a:pt x="153613" y="577663"/>
                  </a:lnTo>
                  <a:lnTo>
                    <a:pt x="116107" y="606494"/>
                  </a:lnTo>
                  <a:lnTo>
                    <a:pt x="83649" y="635743"/>
                  </a:lnTo>
                  <a:lnTo>
                    <a:pt x="56345" y="665390"/>
                  </a:lnTo>
                  <a:lnTo>
                    <a:pt x="25274" y="710560"/>
                  </a:lnTo>
                  <a:lnTo>
                    <a:pt x="6376" y="756503"/>
                  </a:lnTo>
                  <a:lnTo>
                    <a:pt x="0" y="803147"/>
                  </a:lnTo>
                  <a:lnTo>
                    <a:pt x="712" y="818767"/>
                  </a:lnTo>
                  <a:lnTo>
                    <a:pt x="11301" y="865181"/>
                  </a:lnTo>
                  <a:lnTo>
                    <a:pt x="34295" y="910871"/>
                  </a:lnTo>
                  <a:lnTo>
                    <a:pt x="69347" y="955763"/>
                  </a:lnTo>
                  <a:lnTo>
                    <a:pt x="99240" y="985212"/>
                  </a:lnTo>
                  <a:lnTo>
                    <a:pt x="134235" y="1014253"/>
                  </a:lnTo>
                  <a:lnTo>
                    <a:pt x="174227" y="1042864"/>
                  </a:lnTo>
                  <a:lnTo>
                    <a:pt x="219114" y="1071024"/>
                  </a:lnTo>
                  <a:lnTo>
                    <a:pt x="268792" y="1098711"/>
                  </a:lnTo>
                  <a:lnTo>
                    <a:pt x="323158" y="1125904"/>
                  </a:lnTo>
                  <a:lnTo>
                    <a:pt x="382109" y="1152581"/>
                  </a:lnTo>
                  <a:lnTo>
                    <a:pt x="445542" y="1178721"/>
                  </a:lnTo>
                  <a:lnTo>
                    <a:pt x="513354" y="1204301"/>
                  </a:lnTo>
                  <a:lnTo>
                    <a:pt x="585441" y="1229301"/>
                  </a:lnTo>
                  <a:lnTo>
                    <a:pt x="623055" y="1241577"/>
                  </a:lnTo>
                  <a:lnTo>
                    <a:pt x="661700" y="1253699"/>
                  </a:lnTo>
                  <a:lnTo>
                    <a:pt x="701362" y="1265666"/>
                  </a:lnTo>
                  <a:lnTo>
                    <a:pt x="742029" y="1277474"/>
                  </a:lnTo>
                  <a:lnTo>
                    <a:pt x="783687" y="1289120"/>
                  </a:lnTo>
                  <a:lnTo>
                    <a:pt x="826324" y="1300603"/>
                  </a:lnTo>
                  <a:lnTo>
                    <a:pt x="869926" y="1311919"/>
                  </a:lnTo>
                  <a:lnTo>
                    <a:pt x="914482" y="1323065"/>
                  </a:lnTo>
                  <a:lnTo>
                    <a:pt x="959977" y="1334040"/>
                  </a:lnTo>
                  <a:lnTo>
                    <a:pt x="1006399" y="1344839"/>
                  </a:lnTo>
                  <a:lnTo>
                    <a:pt x="1053736" y="1355462"/>
                  </a:lnTo>
                  <a:lnTo>
                    <a:pt x="1101973" y="1365904"/>
                  </a:lnTo>
                  <a:lnTo>
                    <a:pt x="1151099" y="1376163"/>
                  </a:lnTo>
                  <a:lnTo>
                    <a:pt x="1201101" y="1386237"/>
                  </a:lnTo>
                  <a:lnTo>
                    <a:pt x="1251965" y="1396123"/>
                  </a:lnTo>
                  <a:lnTo>
                    <a:pt x="1303679" y="1405817"/>
                  </a:lnTo>
                  <a:lnTo>
                    <a:pt x="1356229" y="1415318"/>
                  </a:lnTo>
                  <a:lnTo>
                    <a:pt x="1409604" y="1424623"/>
                  </a:lnTo>
                  <a:lnTo>
                    <a:pt x="1463789" y="1433729"/>
                  </a:lnTo>
                  <a:lnTo>
                    <a:pt x="1518773" y="1442633"/>
                  </a:lnTo>
                  <a:lnTo>
                    <a:pt x="1574541" y="1451333"/>
                  </a:lnTo>
                  <a:lnTo>
                    <a:pt x="1631083" y="1459825"/>
                  </a:lnTo>
                  <a:lnTo>
                    <a:pt x="1688383" y="1468108"/>
                  </a:lnTo>
                  <a:lnTo>
                    <a:pt x="1746430" y="1476179"/>
                  </a:lnTo>
                  <a:lnTo>
                    <a:pt x="1805211" y="1484034"/>
                  </a:lnTo>
                  <a:lnTo>
                    <a:pt x="1864712" y="1491672"/>
                  </a:lnTo>
                  <a:lnTo>
                    <a:pt x="1924921" y="1499089"/>
                  </a:lnTo>
                  <a:lnTo>
                    <a:pt x="1985826" y="1506282"/>
                  </a:lnTo>
                  <a:lnTo>
                    <a:pt x="2047412" y="1513250"/>
                  </a:lnTo>
                  <a:lnTo>
                    <a:pt x="2109667" y="1519989"/>
                  </a:lnTo>
                  <a:lnTo>
                    <a:pt x="2172579" y="1526497"/>
                  </a:lnTo>
                  <a:lnTo>
                    <a:pt x="2236134" y="1532771"/>
                  </a:lnTo>
                  <a:lnTo>
                    <a:pt x="2300319" y="1538808"/>
                  </a:lnTo>
                  <a:lnTo>
                    <a:pt x="2365122" y="1544606"/>
                  </a:lnTo>
                  <a:lnTo>
                    <a:pt x="2430530" y="1550162"/>
                  </a:lnTo>
                  <a:lnTo>
                    <a:pt x="2496530" y="1555473"/>
                  </a:lnTo>
                  <a:lnTo>
                    <a:pt x="2563108" y="1560536"/>
                  </a:lnTo>
                  <a:lnTo>
                    <a:pt x="2630253" y="1565350"/>
                  </a:lnTo>
                  <a:lnTo>
                    <a:pt x="2697950" y="1569910"/>
                  </a:lnTo>
                  <a:lnTo>
                    <a:pt x="2766188" y="1574215"/>
                  </a:lnTo>
                  <a:lnTo>
                    <a:pt x="2834953" y="1578262"/>
                  </a:lnTo>
                  <a:lnTo>
                    <a:pt x="2904233" y="1582048"/>
                  </a:lnTo>
                  <a:lnTo>
                    <a:pt x="2974014" y="1585570"/>
                  </a:lnTo>
                  <a:lnTo>
                    <a:pt x="3044284" y="1588826"/>
                  </a:lnTo>
                  <a:lnTo>
                    <a:pt x="3115029" y="1591813"/>
                  </a:lnTo>
                  <a:lnTo>
                    <a:pt x="3186238" y="1594529"/>
                  </a:lnTo>
                  <a:lnTo>
                    <a:pt x="3257896" y="1596969"/>
                  </a:lnTo>
                  <a:lnTo>
                    <a:pt x="3329991" y="1599133"/>
                  </a:lnTo>
                  <a:lnTo>
                    <a:pt x="3402511" y="1601017"/>
                  </a:lnTo>
                  <a:lnTo>
                    <a:pt x="3475442" y="1602619"/>
                  </a:lnTo>
                  <a:lnTo>
                    <a:pt x="3548771" y="1603935"/>
                  </a:lnTo>
                  <a:lnTo>
                    <a:pt x="3622486" y="1604964"/>
                  </a:lnTo>
                  <a:lnTo>
                    <a:pt x="3696573" y="1605702"/>
                  </a:lnTo>
                  <a:lnTo>
                    <a:pt x="3771020" y="1606147"/>
                  </a:lnTo>
                  <a:lnTo>
                    <a:pt x="3845814" y="1606295"/>
                  </a:lnTo>
                  <a:lnTo>
                    <a:pt x="3920607" y="1606147"/>
                  </a:lnTo>
                  <a:lnTo>
                    <a:pt x="3995054" y="1605702"/>
                  </a:lnTo>
                  <a:lnTo>
                    <a:pt x="4069141" y="1604964"/>
                  </a:lnTo>
                  <a:lnTo>
                    <a:pt x="4142856" y="1603935"/>
                  </a:lnTo>
                  <a:lnTo>
                    <a:pt x="4216185" y="1602619"/>
                  </a:lnTo>
                  <a:lnTo>
                    <a:pt x="4289116" y="1601017"/>
                  </a:lnTo>
                  <a:lnTo>
                    <a:pt x="4361636" y="1599133"/>
                  </a:lnTo>
                  <a:lnTo>
                    <a:pt x="4433731" y="1596969"/>
                  </a:lnTo>
                  <a:lnTo>
                    <a:pt x="4505389" y="1594529"/>
                  </a:lnTo>
                  <a:lnTo>
                    <a:pt x="4576598" y="1591813"/>
                  </a:lnTo>
                  <a:lnTo>
                    <a:pt x="4647343" y="1588826"/>
                  </a:lnTo>
                  <a:lnTo>
                    <a:pt x="4717613" y="1585570"/>
                  </a:lnTo>
                  <a:lnTo>
                    <a:pt x="4787394" y="1582048"/>
                  </a:lnTo>
                  <a:lnTo>
                    <a:pt x="4856674" y="1578262"/>
                  </a:lnTo>
                  <a:lnTo>
                    <a:pt x="4925439" y="1574215"/>
                  </a:lnTo>
                  <a:lnTo>
                    <a:pt x="4993677" y="1569910"/>
                  </a:lnTo>
                  <a:lnTo>
                    <a:pt x="5061374" y="1565350"/>
                  </a:lnTo>
                  <a:lnTo>
                    <a:pt x="5128519" y="1560536"/>
                  </a:lnTo>
                  <a:lnTo>
                    <a:pt x="5195097" y="1555473"/>
                  </a:lnTo>
                  <a:lnTo>
                    <a:pt x="5261097" y="1550162"/>
                  </a:lnTo>
                  <a:lnTo>
                    <a:pt x="5326505" y="1544606"/>
                  </a:lnTo>
                  <a:lnTo>
                    <a:pt x="5391308" y="1538808"/>
                  </a:lnTo>
                  <a:lnTo>
                    <a:pt x="5455493" y="1532771"/>
                  </a:lnTo>
                  <a:lnTo>
                    <a:pt x="5519048" y="1526497"/>
                  </a:lnTo>
                  <a:lnTo>
                    <a:pt x="5581960" y="1519989"/>
                  </a:lnTo>
                  <a:lnTo>
                    <a:pt x="5644215" y="1513250"/>
                  </a:lnTo>
                  <a:lnTo>
                    <a:pt x="5705801" y="1506282"/>
                  </a:lnTo>
                  <a:lnTo>
                    <a:pt x="5766706" y="1499089"/>
                  </a:lnTo>
                  <a:lnTo>
                    <a:pt x="5826915" y="1491672"/>
                  </a:lnTo>
                  <a:lnTo>
                    <a:pt x="5886416" y="1484034"/>
                  </a:lnTo>
                  <a:lnTo>
                    <a:pt x="5945197" y="1476179"/>
                  </a:lnTo>
                  <a:lnTo>
                    <a:pt x="6003244" y="1468108"/>
                  </a:lnTo>
                  <a:lnTo>
                    <a:pt x="6060544" y="1459825"/>
                  </a:lnTo>
                  <a:lnTo>
                    <a:pt x="6117086" y="1451333"/>
                  </a:lnTo>
                  <a:lnTo>
                    <a:pt x="6172854" y="1442633"/>
                  </a:lnTo>
                  <a:lnTo>
                    <a:pt x="6227838" y="1433729"/>
                  </a:lnTo>
                  <a:lnTo>
                    <a:pt x="6282023" y="1424623"/>
                  </a:lnTo>
                  <a:lnTo>
                    <a:pt x="6335398" y="1415318"/>
                  </a:lnTo>
                  <a:lnTo>
                    <a:pt x="6387948" y="1405817"/>
                  </a:lnTo>
                  <a:lnTo>
                    <a:pt x="6439662" y="1396123"/>
                  </a:lnTo>
                  <a:lnTo>
                    <a:pt x="6490526" y="1386237"/>
                  </a:lnTo>
                  <a:lnTo>
                    <a:pt x="6540528" y="1376163"/>
                  </a:lnTo>
                  <a:lnTo>
                    <a:pt x="6589654" y="1365904"/>
                  </a:lnTo>
                  <a:lnTo>
                    <a:pt x="6637891" y="1355462"/>
                  </a:lnTo>
                  <a:lnTo>
                    <a:pt x="6685228" y="1344839"/>
                  </a:lnTo>
                  <a:lnTo>
                    <a:pt x="6731650" y="1334040"/>
                  </a:lnTo>
                  <a:lnTo>
                    <a:pt x="6777145" y="1323065"/>
                  </a:lnTo>
                  <a:lnTo>
                    <a:pt x="6821701" y="1311919"/>
                  </a:lnTo>
                  <a:lnTo>
                    <a:pt x="6865303" y="1300603"/>
                  </a:lnTo>
                  <a:lnTo>
                    <a:pt x="6907940" y="1289120"/>
                  </a:lnTo>
                  <a:lnTo>
                    <a:pt x="6949598" y="1277474"/>
                  </a:lnTo>
                  <a:lnTo>
                    <a:pt x="6990265" y="1265666"/>
                  </a:lnTo>
                  <a:lnTo>
                    <a:pt x="7029927" y="1253699"/>
                  </a:lnTo>
                  <a:lnTo>
                    <a:pt x="7068572" y="1241577"/>
                  </a:lnTo>
                  <a:lnTo>
                    <a:pt x="7106186" y="1229301"/>
                  </a:lnTo>
                  <a:lnTo>
                    <a:pt x="7142758" y="1216875"/>
                  </a:lnTo>
                  <a:lnTo>
                    <a:pt x="7212720" y="1191582"/>
                  </a:lnTo>
                  <a:lnTo>
                    <a:pt x="7278355" y="1165720"/>
                  </a:lnTo>
                  <a:lnTo>
                    <a:pt x="7339560" y="1139309"/>
                  </a:lnTo>
                  <a:lnTo>
                    <a:pt x="7396232" y="1112371"/>
                  </a:lnTo>
                  <a:lnTo>
                    <a:pt x="7448267" y="1084928"/>
                  </a:lnTo>
                  <a:lnTo>
                    <a:pt x="7495562" y="1057002"/>
                  </a:lnTo>
                  <a:lnTo>
                    <a:pt x="7538014" y="1028614"/>
                  </a:lnTo>
                  <a:lnTo>
                    <a:pt x="7575520" y="999785"/>
                  </a:lnTo>
                  <a:lnTo>
                    <a:pt x="7607978" y="970537"/>
                  </a:lnTo>
                  <a:lnTo>
                    <a:pt x="7635282" y="940892"/>
                  </a:lnTo>
                  <a:lnTo>
                    <a:pt x="7666353" y="895726"/>
                  </a:lnTo>
                  <a:lnTo>
                    <a:pt x="7685251" y="849787"/>
                  </a:lnTo>
                  <a:lnTo>
                    <a:pt x="7691628" y="803147"/>
                  </a:lnTo>
                  <a:lnTo>
                    <a:pt x="7690915" y="787526"/>
                  </a:lnTo>
                  <a:lnTo>
                    <a:pt x="7680326" y="741107"/>
                  </a:lnTo>
                  <a:lnTo>
                    <a:pt x="7657332" y="695414"/>
                  </a:lnTo>
                  <a:lnTo>
                    <a:pt x="7622280" y="650518"/>
                  </a:lnTo>
                  <a:lnTo>
                    <a:pt x="7592387" y="621067"/>
                  </a:lnTo>
                  <a:lnTo>
                    <a:pt x="7557392" y="592025"/>
                  </a:lnTo>
                  <a:lnTo>
                    <a:pt x="7517400" y="563412"/>
                  </a:lnTo>
                  <a:lnTo>
                    <a:pt x="7472513" y="535251"/>
                  </a:lnTo>
                  <a:lnTo>
                    <a:pt x="7422835" y="507563"/>
                  </a:lnTo>
                  <a:lnTo>
                    <a:pt x="7368469" y="480369"/>
                  </a:lnTo>
                  <a:lnTo>
                    <a:pt x="7309518" y="453692"/>
                  </a:lnTo>
                  <a:lnTo>
                    <a:pt x="7246085" y="427552"/>
                  </a:lnTo>
                  <a:lnTo>
                    <a:pt x="7178273" y="401971"/>
                  </a:lnTo>
                  <a:lnTo>
                    <a:pt x="7106186" y="376971"/>
                  </a:lnTo>
                  <a:lnTo>
                    <a:pt x="7068572" y="364696"/>
                  </a:lnTo>
                  <a:lnTo>
                    <a:pt x="7029927" y="352573"/>
                  </a:lnTo>
                  <a:lnTo>
                    <a:pt x="6990265" y="340607"/>
                  </a:lnTo>
                  <a:lnTo>
                    <a:pt x="6949598" y="328799"/>
                  </a:lnTo>
                  <a:lnTo>
                    <a:pt x="6907940" y="317153"/>
                  </a:lnTo>
                  <a:lnTo>
                    <a:pt x="6865303" y="305671"/>
                  </a:lnTo>
                  <a:lnTo>
                    <a:pt x="6821701" y="294355"/>
                  </a:lnTo>
                  <a:lnTo>
                    <a:pt x="6777145" y="283209"/>
                  </a:lnTo>
                  <a:lnTo>
                    <a:pt x="6731650" y="272235"/>
                  </a:lnTo>
                  <a:lnTo>
                    <a:pt x="6685228" y="261435"/>
                  </a:lnTo>
                  <a:lnTo>
                    <a:pt x="6637891" y="250814"/>
                  </a:lnTo>
                  <a:lnTo>
                    <a:pt x="6589654" y="240372"/>
                  </a:lnTo>
                  <a:lnTo>
                    <a:pt x="6540528" y="230113"/>
                  </a:lnTo>
                  <a:lnTo>
                    <a:pt x="6490526" y="220040"/>
                  </a:lnTo>
                  <a:lnTo>
                    <a:pt x="6439662" y="210155"/>
                  </a:lnTo>
                  <a:lnTo>
                    <a:pt x="6387948" y="200460"/>
                  </a:lnTo>
                  <a:lnTo>
                    <a:pt x="6335398" y="190960"/>
                  </a:lnTo>
                  <a:lnTo>
                    <a:pt x="6282023" y="181656"/>
                  </a:lnTo>
                  <a:lnTo>
                    <a:pt x="6227838" y="172550"/>
                  </a:lnTo>
                  <a:lnTo>
                    <a:pt x="6172854" y="163647"/>
                  </a:lnTo>
                  <a:lnTo>
                    <a:pt x="6117086" y="154948"/>
                  </a:lnTo>
                  <a:lnTo>
                    <a:pt x="6060544" y="146456"/>
                  </a:lnTo>
                  <a:lnTo>
                    <a:pt x="6003244" y="138173"/>
                  </a:lnTo>
                  <a:lnTo>
                    <a:pt x="5945197" y="130103"/>
                  </a:lnTo>
                  <a:lnTo>
                    <a:pt x="5886416" y="122249"/>
                  </a:lnTo>
                  <a:lnTo>
                    <a:pt x="5826915" y="114612"/>
                  </a:lnTo>
                  <a:lnTo>
                    <a:pt x="5766706" y="107195"/>
                  </a:lnTo>
                  <a:lnTo>
                    <a:pt x="5705801" y="100002"/>
                  </a:lnTo>
                  <a:lnTo>
                    <a:pt x="5644215" y="93035"/>
                  </a:lnTo>
                  <a:lnTo>
                    <a:pt x="5581960" y="86296"/>
                  </a:lnTo>
                  <a:lnTo>
                    <a:pt x="5519048" y="79789"/>
                  </a:lnTo>
                  <a:lnTo>
                    <a:pt x="5455493" y="73516"/>
                  </a:lnTo>
                  <a:lnTo>
                    <a:pt x="5391308" y="67479"/>
                  </a:lnTo>
                  <a:lnTo>
                    <a:pt x="5326505" y="61682"/>
                  </a:lnTo>
                  <a:lnTo>
                    <a:pt x="5261097" y="56127"/>
                  </a:lnTo>
                  <a:lnTo>
                    <a:pt x="5195097" y="50816"/>
                  </a:lnTo>
                  <a:lnTo>
                    <a:pt x="5128519" y="45753"/>
                  </a:lnTo>
                  <a:lnTo>
                    <a:pt x="5061374" y="40940"/>
                  </a:lnTo>
                  <a:lnTo>
                    <a:pt x="4993677" y="36380"/>
                  </a:lnTo>
                  <a:lnTo>
                    <a:pt x="4925439" y="32076"/>
                  </a:lnTo>
                  <a:lnTo>
                    <a:pt x="4856674" y="28029"/>
                  </a:lnTo>
                  <a:lnTo>
                    <a:pt x="4787394" y="24244"/>
                  </a:lnTo>
                  <a:lnTo>
                    <a:pt x="4717613" y="20722"/>
                  </a:lnTo>
                  <a:lnTo>
                    <a:pt x="4647343" y="17466"/>
                  </a:lnTo>
                  <a:lnTo>
                    <a:pt x="4576598" y="14480"/>
                  </a:lnTo>
                  <a:lnTo>
                    <a:pt x="4505389" y="11765"/>
                  </a:lnTo>
                  <a:lnTo>
                    <a:pt x="4433731" y="9324"/>
                  </a:lnTo>
                  <a:lnTo>
                    <a:pt x="4361636" y="7161"/>
                  </a:lnTo>
                  <a:lnTo>
                    <a:pt x="4289116" y="5277"/>
                  </a:lnTo>
                  <a:lnTo>
                    <a:pt x="4216185" y="3676"/>
                  </a:lnTo>
                  <a:lnTo>
                    <a:pt x="4142856" y="2359"/>
                  </a:lnTo>
                  <a:lnTo>
                    <a:pt x="4069141" y="1331"/>
                  </a:lnTo>
                  <a:lnTo>
                    <a:pt x="3995054" y="593"/>
                  </a:lnTo>
                  <a:lnTo>
                    <a:pt x="3920607" y="148"/>
                  </a:lnTo>
                  <a:lnTo>
                    <a:pt x="3845814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56460" y="1106424"/>
              <a:ext cx="7691755" cy="1537970"/>
            </a:xfrm>
            <a:custGeom>
              <a:avLst/>
              <a:gdLst/>
              <a:ahLst/>
              <a:cxnLst/>
              <a:rect l="l" t="t" r="r" b="b"/>
              <a:pathLst>
                <a:path w="7691755" h="1537970">
                  <a:moveTo>
                    <a:pt x="7691628" y="0"/>
                  </a:moveTo>
                  <a:lnTo>
                    <a:pt x="0" y="0"/>
                  </a:lnTo>
                  <a:lnTo>
                    <a:pt x="0" y="1537715"/>
                  </a:lnTo>
                  <a:lnTo>
                    <a:pt x="7691628" y="1537715"/>
                  </a:lnTo>
                  <a:lnTo>
                    <a:pt x="7691628" y="0"/>
                  </a:lnTo>
                  <a:close/>
                </a:path>
              </a:pathLst>
            </a:custGeom>
            <a:solidFill>
              <a:srgbClr val="4471C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2147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226" y="1874266"/>
            <a:ext cx="1120775" cy="575310"/>
            <a:chOff x="3840226" y="1874266"/>
            <a:chExt cx="1120775" cy="575310"/>
          </a:xfrm>
        </p:grpSpPr>
        <p:sp>
          <p:nvSpPr>
            <p:cNvPr id="13" name="object 13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4657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7" name="object 17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7544" y="200291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37734" y="1874266"/>
            <a:ext cx="1120775" cy="575310"/>
            <a:chOff x="5237734" y="1874266"/>
            <a:chExt cx="1120775" cy="575310"/>
          </a:xfrm>
        </p:grpSpPr>
        <p:sp>
          <p:nvSpPr>
            <p:cNvPr id="21" name="object 21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25" name="object 25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64311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35797" y="1273810"/>
            <a:ext cx="1120775" cy="575310"/>
            <a:chOff x="8035797" y="1273810"/>
            <a:chExt cx="1120775" cy="575310"/>
          </a:xfrm>
        </p:grpSpPr>
        <p:sp>
          <p:nvSpPr>
            <p:cNvPr id="29" name="object 29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042147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sameCar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33" name="object 33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84657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37" name="object 37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447544" y="140246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41" name="object 41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45" name="object 45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64311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643757" y="4774565"/>
            <a:ext cx="1604010" cy="785495"/>
            <a:chOff x="3643757" y="4774565"/>
            <a:chExt cx="1604010" cy="785495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6932" y="4777740"/>
              <a:ext cx="1597152" cy="77876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646932" y="4777740"/>
              <a:ext cx="1597660" cy="779145"/>
            </a:xfrm>
            <a:custGeom>
              <a:avLst/>
              <a:gdLst/>
              <a:ahLst/>
              <a:cxnLst/>
              <a:rect l="l" t="t" r="r" b="b"/>
              <a:pathLst>
                <a:path w="1597660" h="779145">
                  <a:moveTo>
                    <a:pt x="0" y="389382"/>
                  </a:moveTo>
                  <a:lnTo>
                    <a:pt x="9491" y="329171"/>
                  </a:lnTo>
                  <a:lnTo>
                    <a:pt x="37018" y="271866"/>
                  </a:lnTo>
                  <a:lnTo>
                    <a:pt x="81162" y="218158"/>
                  </a:lnTo>
                  <a:lnTo>
                    <a:pt x="140503" y="168742"/>
                  </a:lnTo>
                  <a:lnTo>
                    <a:pt x="175428" y="145859"/>
                  </a:lnTo>
                  <a:lnTo>
                    <a:pt x="213620" y="124309"/>
                  </a:lnTo>
                  <a:lnTo>
                    <a:pt x="254902" y="104179"/>
                  </a:lnTo>
                  <a:lnTo>
                    <a:pt x="299094" y="85555"/>
                  </a:lnTo>
                  <a:lnTo>
                    <a:pt x="346022" y="68523"/>
                  </a:lnTo>
                  <a:lnTo>
                    <a:pt x="395506" y="53170"/>
                  </a:lnTo>
                  <a:lnTo>
                    <a:pt x="447369" y="39584"/>
                  </a:lnTo>
                  <a:lnTo>
                    <a:pt x="501434" y="27849"/>
                  </a:lnTo>
                  <a:lnTo>
                    <a:pt x="557524" y="18054"/>
                  </a:lnTo>
                  <a:lnTo>
                    <a:pt x="615460" y="10285"/>
                  </a:lnTo>
                  <a:lnTo>
                    <a:pt x="675066" y="4629"/>
                  </a:lnTo>
                  <a:lnTo>
                    <a:pt x="736163" y="1171"/>
                  </a:lnTo>
                  <a:lnTo>
                    <a:pt x="798576" y="0"/>
                  </a:lnTo>
                  <a:lnTo>
                    <a:pt x="860988" y="1171"/>
                  </a:lnTo>
                  <a:lnTo>
                    <a:pt x="922085" y="4629"/>
                  </a:lnTo>
                  <a:lnTo>
                    <a:pt x="981691" y="10285"/>
                  </a:lnTo>
                  <a:lnTo>
                    <a:pt x="1039627" y="18054"/>
                  </a:lnTo>
                  <a:lnTo>
                    <a:pt x="1095717" y="27849"/>
                  </a:lnTo>
                  <a:lnTo>
                    <a:pt x="1149782" y="39584"/>
                  </a:lnTo>
                  <a:lnTo>
                    <a:pt x="1201645" y="53170"/>
                  </a:lnTo>
                  <a:lnTo>
                    <a:pt x="1251129" y="68523"/>
                  </a:lnTo>
                  <a:lnTo>
                    <a:pt x="1298057" y="85555"/>
                  </a:lnTo>
                  <a:lnTo>
                    <a:pt x="1342249" y="104179"/>
                  </a:lnTo>
                  <a:lnTo>
                    <a:pt x="1383531" y="124309"/>
                  </a:lnTo>
                  <a:lnTo>
                    <a:pt x="1421723" y="145859"/>
                  </a:lnTo>
                  <a:lnTo>
                    <a:pt x="1456648" y="168742"/>
                  </a:lnTo>
                  <a:lnTo>
                    <a:pt x="1488129" y="192870"/>
                  </a:lnTo>
                  <a:lnTo>
                    <a:pt x="1540049" y="244519"/>
                  </a:lnTo>
                  <a:lnTo>
                    <a:pt x="1576062" y="300112"/>
                  </a:lnTo>
                  <a:lnTo>
                    <a:pt x="1594749" y="358957"/>
                  </a:lnTo>
                  <a:lnTo>
                    <a:pt x="1597152" y="389382"/>
                  </a:lnTo>
                  <a:lnTo>
                    <a:pt x="1594749" y="419806"/>
                  </a:lnTo>
                  <a:lnTo>
                    <a:pt x="1576062" y="478651"/>
                  </a:lnTo>
                  <a:lnTo>
                    <a:pt x="1540049" y="534244"/>
                  </a:lnTo>
                  <a:lnTo>
                    <a:pt x="1488129" y="585893"/>
                  </a:lnTo>
                  <a:lnTo>
                    <a:pt x="1456648" y="610021"/>
                  </a:lnTo>
                  <a:lnTo>
                    <a:pt x="1421723" y="632904"/>
                  </a:lnTo>
                  <a:lnTo>
                    <a:pt x="1383531" y="654454"/>
                  </a:lnTo>
                  <a:lnTo>
                    <a:pt x="1342249" y="674584"/>
                  </a:lnTo>
                  <a:lnTo>
                    <a:pt x="1298057" y="693208"/>
                  </a:lnTo>
                  <a:lnTo>
                    <a:pt x="1251129" y="710240"/>
                  </a:lnTo>
                  <a:lnTo>
                    <a:pt x="1201645" y="725593"/>
                  </a:lnTo>
                  <a:lnTo>
                    <a:pt x="1149782" y="739179"/>
                  </a:lnTo>
                  <a:lnTo>
                    <a:pt x="1095717" y="750914"/>
                  </a:lnTo>
                  <a:lnTo>
                    <a:pt x="1039627" y="760709"/>
                  </a:lnTo>
                  <a:lnTo>
                    <a:pt x="981691" y="768478"/>
                  </a:lnTo>
                  <a:lnTo>
                    <a:pt x="922085" y="774134"/>
                  </a:lnTo>
                  <a:lnTo>
                    <a:pt x="860988" y="777592"/>
                  </a:lnTo>
                  <a:lnTo>
                    <a:pt x="798576" y="778764"/>
                  </a:lnTo>
                  <a:lnTo>
                    <a:pt x="736163" y="777592"/>
                  </a:lnTo>
                  <a:lnTo>
                    <a:pt x="675066" y="774134"/>
                  </a:lnTo>
                  <a:lnTo>
                    <a:pt x="615460" y="768478"/>
                  </a:lnTo>
                  <a:lnTo>
                    <a:pt x="557524" y="760709"/>
                  </a:lnTo>
                  <a:lnTo>
                    <a:pt x="501434" y="750914"/>
                  </a:lnTo>
                  <a:lnTo>
                    <a:pt x="447369" y="739179"/>
                  </a:lnTo>
                  <a:lnTo>
                    <a:pt x="395506" y="725593"/>
                  </a:lnTo>
                  <a:lnTo>
                    <a:pt x="346022" y="710240"/>
                  </a:lnTo>
                  <a:lnTo>
                    <a:pt x="299094" y="693208"/>
                  </a:lnTo>
                  <a:lnTo>
                    <a:pt x="254902" y="674584"/>
                  </a:lnTo>
                  <a:lnTo>
                    <a:pt x="213620" y="654454"/>
                  </a:lnTo>
                  <a:lnTo>
                    <a:pt x="175428" y="632904"/>
                  </a:lnTo>
                  <a:lnTo>
                    <a:pt x="140503" y="610021"/>
                  </a:lnTo>
                  <a:lnTo>
                    <a:pt x="109022" y="585893"/>
                  </a:lnTo>
                  <a:lnTo>
                    <a:pt x="57102" y="534244"/>
                  </a:lnTo>
                  <a:lnTo>
                    <a:pt x="21089" y="478651"/>
                  </a:lnTo>
                  <a:lnTo>
                    <a:pt x="2402" y="419806"/>
                  </a:lnTo>
                  <a:lnTo>
                    <a:pt x="0" y="389382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982973" y="4911979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(renaud,cléo)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841365" y="4971160"/>
            <a:ext cx="1605280" cy="783590"/>
            <a:chOff x="5841365" y="4971160"/>
            <a:chExt cx="1605280" cy="783590"/>
          </a:xfrm>
        </p:grpSpPr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0" y="4974335"/>
              <a:ext cx="1598676" cy="77723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844540" y="4974335"/>
              <a:ext cx="1598930" cy="777240"/>
            </a:xfrm>
            <a:custGeom>
              <a:avLst/>
              <a:gdLst/>
              <a:ahLst/>
              <a:cxnLst/>
              <a:rect l="l" t="t" r="r" b="b"/>
              <a:pathLst>
                <a:path w="1598929" h="777239">
                  <a:moveTo>
                    <a:pt x="0" y="388619"/>
                  </a:moveTo>
                  <a:lnTo>
                    <a:pt x="9501" y="328518"/>
                  </a:lnTo>
                  <a:lnTo>
                    <a:pt x="37057" y="271319"/>
                  </a:lnTo>
                  <a:lnTo>
                    <a:pt x="81247" y="217714"/>
                  </a:lnTo>
                  <a:lnTo>
                    <a:pt x="140648" y="168394"/>
                  </a:lnTo>
                  <a:lnTo>
                    <a:pt x="175608" y="145557"/>
                  </a:lnTo>
                  <a:lnTo>
                    <a:pt x="213838" y="124051"/>
                  </a:lnTo>
                  <a:lnTo>
                    <a:pt x="255160" y="103961"/>
                  </a:lnTo>
                  <a:lnTo>
                    <a:pt x="299397" y="85375"/>
                  </a:lnTo>
                  <a:lnTo>
                    <a:pt x="346369" y="68378"/>
                  </a:lnTo>
                  <a:lnTo>
                    <a:pt x="395901" y="53057"/>
                  </a:lnTo>
                  <a:lnTo>
                    <a:pt x="447813" y="39499"/>
                  </a:lnTo>
                  <a:lnTo>
                    <a:pt x="501929" y="27790"/>
                  </a:lnTo>
                  <a:lnTo>
                    <a:pt x="558071" y="18016"/>
                  </a:lnTo>
                  <a:lnTo>
                    <a:pt x="616060" y="10263"/>
                  </a:lnTo>
                  <a:lnTo>
                    <a:pt x="675719" y="4619"/>
                  </a:lnTo>
                  <a:lnTo>
                    <a:pt x="736871" y="1169"/>
                  </a:lnTo>
                  <a:lnTo>
                    <a:pt x="799338" y="0"/>
                  </a:lnTo>
                  <a:lnTo>
                    <a:pt x="861804" y="1169"/>
                  </a:lnTo>
                  <a:lnTo>
                    <a:pt x="922956" y="4619"/>
                  </a:lnTo>
                  <a:lnTo>
                    <a:pt x="982615" y="10263"/>
                  </a:lnTo>
                  <a:lnTo>
                    <a:pt x="1040604" y="18016"/>
                  </a:lnTo>
                  <a:lnTo>
                    <a:pt x="1096746" y="27790"/>
                  </a:lnTo>
                  <a:lnTo>
                    <a:pt x="1150862" y="39499"/>
                  </a:lnTo>
                  <a:lnTo>
                    <a:pt x="1202774" y="53057"/>
                  </a:lnTo>
                  <a:lnTo>
                    <a:pt x="1252306" y="68378"/>
                  </a:lnTo>
                  <a:lnTo>
                    <a:pt x="1299278" y="85375"/>
                  </a:lnTo>
                  <a:lnTo>
                    <a:pt x="1343515" y="103961"/>
                  </a:lnTo>
                  <a:lnTo>
                    <a:pt x="1384837" y="124051"/>
                  </a:lnTo>
                  <a:lnTo>
                    <a:pt x="1423067" y="145557"/>
                  </a:lnTo>
                  <a:lnTo>
                    <a:pt x="1458027" y="168394"/>
                  </a:lnTo>
                  <a:lnTo>
                    <a:pt x="1489540" y="192475"/>
                  </a:lnTo>
                  <a:lnTo>
                    <a:pt x="1541513" y="244024"/>
                  </a:lnTo>
                  <a:lnTo>
                    <a:pt x="1577564" y="299512"/>
                  </a:lnTo>
                  <a:lnTo>
                    <a:pt x="1596271" y="358249"/>
                  </a:lnTo>
                  <a:lnTo>
                    <a:pt x="1598676" y="388619"/>
                  </a:lnTo>
                  <a:lnTo>
                    <a:pt x="1596271" y="418990"/>
                  </a:lnTo>
                  <a:lnTo>
                    <a:pt x="1577564" y="477727"/>
                  </a:lnTo>
                  <a:lnTo>
                    <a:pt x="1541513" y="533215"/>
                  </a:lnTo>
                  <a:lnTo>
                    <a:pt x="1489540" y="584764"/>
                  </a:lnTo>
                  <a:lnTo>
                    <a:pt x="1458027" y="608845"/>
                  </a:lnTo>
                  <a:lnTo>
                    <a:pt x="1423067" y="631682"/>
                  </a:lnTo>
                  <a:lnTo>
                    <a:pt x="1384837" y="653188"/>
                  </a:lnTo>
                  <a:lnTo>
                    <a:pt x="1343515" y="673278"/>
                  </a:lnTo>
                  <a:lnTo>
                    <a:pt x="1299278" y="691864"/>
                  </a:lnTo>
                  <a:lnTo>
                    <a:pt x="1252306" y="708861"/>
                  </a:lnTo>
                  <a:lnTo>
                    <a:pt x="1202774" y="724182"/>
                  </a:lnTo>
                  <a:lnTo>
                    <a:pt x="1150862" y="737740"/>
                  </a:lnTo>
                  <a:lnTo>
                    <a:pt x="1096746" y="749449"/>
                  </a:lnTo>
                  <a:lnTo>
                    <a:pt x="1040604" y="759223"/>
                  </a:lnTo>
                  <a:lnTo>
                    <a:pt x="982615" y="766976"/>
                  </a:lnTo>
                  <a:lnTo>
                    <a:pt x="922956" y="772620"/>
                  </a:lnTo>
                  <a:lnTo>
                    <a:pt x="861804" y="776070"/>
                  </a:lnTo>
                  <a:lnTo>
                    <a:pt x="799338" y="777239"/>
                  </a:lnTo>
                  <a:lnTo>
                    <a:pt x="736871" y="776070"/>
                  </a:lnTo>
                  <a:lnTo>
                    <a:pt x="675719" y="772620"/>
                  </a:lnTo>
                  <a:lnTo>
                    <a:pt x="616060" y="766976"/>
                  </a:lnTo>
                  <a:lnTo>
                    <a:pt x="558071" y="759223"/>
                  </a:lnTo>
                  <a:lnTo>
                    <a:pt x="501929" y="749449"/>
                  </a:lnTo>
                  <a:lnTo>
                    <a:pt x="447813" y="737740"/>
                  </a:lnTo>
                  <a:lnTo>
                    <a:pt x="395901" y="724182"/>
                  </a:lnTo>
                  <a:lnTo>
                    <a:pt x="346369" y="708861"/>
                  </a:lnTo>
                  <a:lnTo>
                    <a:pt x="299397" y="691864"/>
                  </a:lnTo>
                  <a:lnTo>
                    <a:pt x="255160" y="673278"/>
                  </a:lnTo>
                  <a:lnTo>
                    <a:pt x="213838" y="653188"/>
                  </a:lnTo>
                  <a:lnTo>
                    <a:pt x="175608" y="631682"/>
                  </a:lnTo>
                  <a:lnTo>
                    <a:pt x="140648" y="608845"/>
                  </a:lnTo>
                  <a:lnTo>
                    <a:pt x="109135" y="584764"/>
                  </a:lnTo>
                  <a:lnTo>
                    <a:pt x="57162" y="533215"/>
                  </a:lnTo>
                  <a:lnTo>
                    <a:pt x="21111" y="477727"/>
                  </a:lnTo>
                  <a:lnTo>
                    <a:pt x="2404" y="418990"/>
                  </a:lnTo>
                  <a:lnTo>
                    <a:pt x="0" y="388619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181471" y="5107685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(citron,d3)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732782" y="2473197"/>
            <a:ext cx="3637279" cy="2501265"/>
          </a:xfrm>
          <a:custGeom>
            <a:avLst/>
            <a:gdLst/>
            <a:ahLst/>
            <a:cxnLst/>
            <a:rect l="l" t="t" r="r" b="b"/>
            <a:pathLst>
              <a:path w="3637279" h="2501265">
                <a:moveTo>
                  <a:pt x="1189228" y="17272"/>
                </a:moveTo>
                <a:lnTo>
                  <a:pt x="1155192" y="0"/>
                </a:lnTo>
                <a:lnTo>
                  <a:pt x="34950" y="2195741"/>
                </a:lnTo>
                <a:lnTo>
                  <a:pt x="1016" y="2178431"/>
                </a:lnTo>
                <a:lnTo>
                  <a:pt x="0" y="2306193"/>
                </a:lnTo>
                <a:lnTo>
                  <a:pt x="102870" y="2230374"/>
                </a:lnTo>
                <a:lnTo>
                  <a:pt x="102362" y="2230120"/>
                </a:lnTo>
                <a:lnTo>
                  <a:pt x="68897" y="2213064"/>
                </a:lnTo>
                <a:lnTo>
                  <a:pt x="1189228" y="17272"/>
                </a:lnTo>
                <a:close/>
              </a:path>
              <a:path w="3637279" h="2501265">
                <a:moveTo>
                  <a:pt x="2234057" y="56007"/>
                </a:moveTo>
                <a:lnTo>
                  <a:pt x="2196084" y="52705"/>
                </a:lnTo>
                <a:lnTo>
                  <a:pt x="1993684" y="2323681"/>
                </a:lnTo>
                <a:lnTo>
                  <a:pt x="1955800" y="2320290"/>
                </a:lnTo>
                <a:lnTo>
                  <a:pt x="2002536" y="2439162"/>
                </a:lnTo>
                <a:lnTo>
                  <a:pt x="2059952" y="2346071"/>
                </a:lnTo>
                <a:lnTo>
                  <a:pt x="2069592" y="2330450"/>
                </a:lnTo>
                <a:lnTo>
                  <a:pt x="2031657" y="2327071"/>
                </a:lnTo>
                <a:lnTo>
                  <a:pt x="2234057" y="56007"/>
                </a:lnTo>
                <a:close/>
              </a:path>
              <a:path w="3637279" h="2501265">
                <a:moveTo>
                  <a:pt x="3637153" y="63500"/>
                </a:moveTo>
                <a:lnTo>
                  <a:pt x="3603752" y="45212"/>
                </a:lnTo>
                <a:lnTo>
                  <a:pt x="2329878" y="2391448"/>
                </a:lnTo>
                <a:lnTo>
                  <a:pt x="2296414" y="2373249"/>
                </a:lnTo>
                <a:lnTo>
                  <a:pt x="2292096" y="2501011"/>
                </a:lnTo>
                <a:lnTo>
                  <a:pt x="2396871" y="2427859"/>
                </a:lnTo>
                <a:lnTo>
                  <a:pt x="2394064" y="2426335"/>
                </a:lnTo>
                <a:lnTo>
                  <a:pt x="2363381" y="2409660"/>
                </a:lnTo>
                <a:lnTo>
                  <a:pt x="3637153" y="6350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32</a:t>
            </a:fld>
            <a:endParaRPr spc="-25" dirty="0"/>
          </a:p>
        </p:txBody>
      </p:sp>
      <p:sp>
        <p:nvSpPr>
          <p:cNvPr id="60" name="Titre 1">
            <a:extLst>
              <a:ext uri="{FF2B5EF4-FFF2-40B4-BE49-F238E27FC236}">
                <a16:creationId xmlns:a16="http://schemas.microsoft.com/office/drawing/2014/main" id="{BEF5B5D7-83B0-E8B1-1AEF-AB2AC6C8585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156460" y="1106424"/>
            <a:ext cx="7691755" cy="4924425"/>
            <a:chOff x="2156460" y="1106424"/>
            <a:chExt cx="7691755" cy="4924425"/>
          </a:xfrm>
        </p:grpSpPr>
        <p:sp>
          <p:nvSpPr>
            <p:cNvPr id="5" name="object 5"/>
            <p:cNvSpPr/>
            <p:nvPr/>
          </p:nvSpPr>
          <p:spPr>
            <a:xfrm>
              <a:off x="2156460" y="4424171"/>
              <a:ext cx="7691755" cy="1606550"/>
            </a:xfrm>
            <a:custGeom>
              <a:avLst/>
              <a:gdLst/>
              <a:ahLst/>
              <a:cxnLst/>
              <a:rect l="l" t="t" r="r" b="b"/>
              <a:pathLst>
                <a:path w="7691755" h="1606550">
                  <a:moveTo>
                    <a:pt x="3845814" y="0"/>
                  </a:moveTo>
                  <a:lnTo>
                    <a:pt x="3771020" y="148"/>
                  </a:lnTo>
                  <a:lnTo>
                    <a:pt x="3696573" y="593"/>
                  </a:lnTo>
                  <a:lnTo>
                    <a:pt x="3622486" y="1331"/>
                  </a:lnTo>
                  <a:lnTo>
                    <a:pt x="3548771" y="2359"/>
                  </a:lnTo>
                  <a:lnTo>
                    <a:pt x="3475442" y="3676"/>
                  </a:lnTo>
                  <a:lnTo>
                    <a:pt x="3402511" y="5277"/>
                  </a:lnTo>
                  <a:lnTo>
                    <a:pt x="3329991" y="7161"/>
                  </a:lnTo>
                  <a:lnTo>
                    <a:pt x="3257896" y="9324"/>
                  </a:lnTo>
                  <a:lnTo>
                    <a:pt x="3186238" y="11765"/>
                  </a:lnTo>
                  <a:lnTo>
                    <a:pt x="3115029" y="14480"/>
                  </a:lnTo>
                  <a:lnTo>
                    <a:pt x="3044284" y="17466"/>
                  </a:lnTo>
                  <a:lnTo>
                    <a:pt x="2974014" y="20722"/>
                  </a:lnTo>
                  <a:lnTo>
                    <a:pt x="2904233" y="24244"/>
                  </a:lnTo>
                  <a:lnTo>
                    <a:pt x="2834953" y="28029"/>
                  </a:lnTo>
                  <a:lnTo>
                    <a:pt x="2766188" y="32076"/>
                  </a:lnTo>
                  <a:lnTo>
                    <a:pt x="2697950" y="36380"/>
                  </a:lnTo>
                  <a:lnTo>
                    <a:pt x="2630253" y="40940"/>
                  </a:lnTo>
                  <a:lnTo>
                    <a:pt x="2563108" y="45753"/>
                  </a:lnTo>
                  <a:lnTo>
                    <a:pt x="2496530" y="50816"/>
                  </a:lnTo>
                  <a:lnTo>
                    <a:pt x="2430530" y="56127"/>
                  </a:lnTo>
                  <a:lnTo>
                    <a:pt x="2365122" y="61682"/>
                  </a:lnTo>
                  <a:lnTo>
                    <a:pt x="2300319" y="67479"/>
                  </a:lnTo>
                  <a:lnTo>
                    <a:pt x="2236134" y="73516"/>
                  </a:lnTo>
                  <a:lnTo>
                    <a:pt x="2172579" y="79789"/>
                  </a:lnTo>
                  <a:lnTo>
                    <a:pt x="2109667" y="86296"/>
                  </a:lnTo>
                  <a:lnTo>
                    <a:pt x="2047412" y="93035"/>
                  </a:lnTo>
                  <a:lnTo>
                    <a:pt x="1985826" y="100002"/>
                  </a:lnTo>
                  <a:lnTo>
                    <a:pt x="1924921" y="107195"/>
                  </a:lnTo>
                  <a:lnTo>
                    <a:pt x="1864712" y="114612"/>
                  </a:lnTo>
                  <a:lnTo>
                    <a:pt x="1805211" y="122249"/>
                  </a:lnTo>
                  <a:lnTo>
                    <a:pt x="1746430" y="130103"/>
                  </a:lnTo>
                  <a:lnTo>
                    <a:pt x="1688383" y="138173"/>
                  </a:lnTo>
                  <a:lnTo>
                    <a:pt x="1631083" y="146456"/>
                  </a:lnTo>
                  <a:lnTo>
                    <a:pt x="1574541" y="154948"/>
                  </a:lnTo>
                  <a:lnTo>
                    <a:pt x="1518773" y="163647"/>
                  </a:lnTo>
                  <a:lnTo>
                    <a:pt x="1463789" y="172550"/>
                  </a:lnTo>
                  <a:lnTo>
                    <a:pt x="1409604" y="181656"/>
                  </a:lnTo>
                  <a:lnTo>
                    <a:pt x="1356229" y="190960"/>
                  </a:lnTo>
                  <a:lnTo>
                    <a:pt x="1303679" y="200460"/>
                  </a:lnTo>
                  <a:lnTo>
                    <a:pt x="1251965" y="210155"/>
                  </a:lnTo>
                  <a:lnTo>
                    <a:pt x="1201101" y="220040"/>
                  </a:lnTo>
                  <a:lnTo>
                    <a:pt x="1151099" y="230113"/>
                  </a:lnTo>
                  <a:lnTo>
                    <a:pt x="1101973" y="240372"/>
                  </a:lnTo>
                  <a:lnTo>
                    <a:pt x="1053736" y="250814"/>
                  </a:lnTo>
                  <a:lnTo>
                    <a:pt x="1006399" y="261435"/>
                  </a:lnTo>
                  <a:lnTo>
                    <a:pt x="959977" y="272235"/>
                  </a:lnTo>
                  <a:lnTo>
                    <a:pt x="914482" y="283209"/>
                  </a:lnTo>
                  <a:lnTo>
                    <a:pt x="869926" y="294355"/>
                  </a:lnTo>
                  <a:lnTo>
                    <a:pt x="826324" y="305671"/>
                  </a:lnTo>
                  <a:lnTo>
                    <a:pt x="783687" y="317153"/>
                  </a:lnTo>
                  <a:lnTo>
                    <a:pt x="742029" y="328799"/>
                  </a:lnTo>
                  <a:lnTo>
                    <a:pt x="701362" y="340607"/>
                  </a:lnTo>
                  <a:lnTo>
                    <a:pt x="661700" y="352573"/>
                  </a:lnTo>
                  <a:lnTo>
                    <a:pt x="623055" y="364696"/>
                  </a:lnTo>
                  <a:lnTo>
                    <a:pt x="585441" y="376971"/>
                  </a:lnTo>
                  <a:lnTo>
                    <a:pt x="548869" y="389397"/>
                  </a:lnTo>
                  <a:lnTo>
                    <a:pt x="478907" y="414690"/>
                  </a:lnTo>
                  <a:lnTo>
                    <a:pt x="413272" y="440553"/>
                  </a:lnTo>
                  <a:lnTo>
                    <a:pt x="352067" y="466964"/>
                  </a:lnTo>
                  <a:lnTo>
                    <a:pt x="295395" y="493903"/>
                  </a:lnTo>
                  <a:lnTo>
                    <a:pt x="243360" y="521346"/>
                  </a:lnTo>
                  <a:lnTo>
                    <a:pt x="196065" y="549273"/>
                  </a:lnTo>
                  <a:lnTo>
                    <a:pt x="153613" y="577663"/>
                  </a:lnTo>
                  <a:lnTo>
                    <a:pt x="116107" y="606494"/>
                  </a:lnTo>
                  <a:lnTo>
                    <a:pt x="83649" y="635743"/>
                  </a:lnTo>
                  <a:lnTo>
                    <a:pt x="56345" y="665390"/>
                  </a:lnTo>
                  <a:lnTo>
                    <a:pt x="25274" y="710560"/>
                  </a:lnTo>
                  <a:lnTo>
                    <a:pt x="6376" y="756503"/>
                  </a:lnTo>
                  <a:lnTo>
                    <a:pt x="0" y="803147"/>
                  </a:lnTo>
                  <a:lnTo>
                    <a:pt x="712" y="818767"/>
                  </a:lnTo>
                  <a:lnTo>
                    <a:pt x="11301" y="865181"/>
                  </a:lnTo>
                  <a:lnTo>
                    <a:pt x="34295" y="910871"/>
                  </a:lnTo>
                  <a:lnTo>
                    <a:pt x="69347" y="955763"/>
                  </a:lnTo>
                  <a:lnTo>
                    <a:pt x="99240" y="985212"/>
                  </a:lnTo>
                  <a:lnTo>
                    <a:pt x="134235" y="1014253"/>
                  </a:lnTo>
                  <a:lnTo>
                    <a:pt x="174227" y="1042864"/>
                  </a:lnTo>
                  <a:lnTo>
                    <a:pt x="219114" y="1071024"/>
                  </a:lnTo>
                  <a:lnTo>
                    <a:pt x="268792" y="1098711"/>
                  </a:lnTo>
                  <a:lnTo>
                    <a:pt x="323158" y="1125904"/>
                  </a:lnTo>
                  <a:lnTo>
                    <a:pt x="382109" y="1152581"/>
                  </a:lnTo>
                  <a:lnTo>
                    <a:pt x="445542" y="1178721"/>
                  </a:lnTo>
                  <a:lnTo>
                    <a:pt x="513354" y="1204301"/>
                  </a:lnTo>
                  <a:lnTo>
                    <a:pt x="585441" y="1229301"/>
                  </a:lnTo>
                  <a:lnTo>
                    <a:pt x="623055" y="1241577"/>
                  </a:lnTo>
                  <a:lnTo>
                    <a:pt x="661700" y="1253699"/>
                  </a:lnTo>
                  <a:lnTo>
                    <a:pt x="701362" y="1265666"/>
                  </a:lnTo>
                  <a:lnTo>
                    <a:pt x="742029" y="1277474"/>
                  </a:lnTo>
                  <a:lnTo>
                    <a:pt x="783687" y="1289120"/>
                  </a:lnTo>
                  <a:lnTo>
                    <a:pt x="826324" y="1300603"/>
                  </a:lnTo>
                  <a:lnTo>
                    <a:pt x="869926" y="1311919"/>
                  </a:lnTo>
                  <a:lnTo>
                    <a:pt x="914482" y="1323065"/>
                  </a:lnTo>
                  <a:lnTo>
                    <a:pt x="959977" y="1334040"/>
                  </a:lnTo>
                  <a:lnTo>
                    <a:pt x="1006399" y="1344839"/>
                  </a:lnTo>
                  <a:lnTo>
                    <a:pt x="1053736" y="1355462"/>
                  </a:lnTo>
                  <a:lnTo>
                    <a:pt x="1101973" y="1365904"/>
                  </a:lnTo>
                  <a:lnTo>
                    <a:pt x="1151099" y="1376163"/>
                  </a:lnTo>
                  <a:lnTo>
                    <a:pt x="1201101" y="1386237"/>
                  </a:lnTo>
                  <a:lnTo>
                    <a:pt x="1251965" y="1396123"/>
                  </a:lnTo>
                  <a:lnTo>
                    <a:pt x="1303679" y="1405817"/>
                  </a:lnTo>
                  <a:lnTo>
                    <a:pt x="1356229" y="1415318"/>
                  </a:lnTo>
                  <a:lnTo>
                    <a:pt x="1409604" y="1424623"/>
                  </a:lnTo>
                  <a:lnTo>
                    <a:pt x="1463789" y="1433729"/>
                  </a:lnTo>
                  <a:lnTo>
                    <a:pt x="1518773" y="1442633"/>
                  </a:lnTo>
                  <a:lnTo>
                    <a:pt x="1574541" y="1451333"/>
                  </a:lnTo>
                  <a:lnTo>
                    <a:pt x="1631083" y="1459825"/>
                  </a:lnTo>
                  <a:lnTo>
                    <a:pt x="1688383" y="1468108"/>
                  </a:lnTo>
                  <a:lnTo>
                    <a:pt x="1746430" y="1476179"/>
                  </a:lnTo>
                  <a:lnTo>
                    <a:pt x="1805211" y="1484034"/>
                  </a:lnTo>
                  <a:lnTo>
                    <a:pt x="1864712" y="1491672"/>
                  </a:lnTo>
                  <a:lnTo>
                    <a:pt x="1924921" y="1499089"/>
                  </a:lnTo>
                  <a:lnTo>
                    <a:pt x="1985826" y="1506282"/>
                  </a:lnTo>
                  <a:lnTo>
                    <a:pt x="2047412" y="1513250"/>
                  </a:lnTo>
                  <a:lnTo>
                    <a:pt x="2109667" y="1519989"/>
                  </a:lnTo>
                  <a:lnTo>
                    <a:pt x="2172579" y="1526497"/>
                  </a:lnTo>
                  <a:lnTo>
                    <a:pt x="2236134" y="1532771"/>
                  </a:lnTo>
                  <a:lnTo>
                    <a:pt x="2300319" y="1538808"/>
                  </a:lnTo>
                  <a:lnTo>
                    <a:pt x="2365122" y="1544606"/>
                  </a:lnTo>
                  <a:lnTo>
                    <a:pt x="2430530" y="1550162"/>
                  </a:lnTo>
                  <a:lnTo>
                    <a:pt x="2496530" y="1555473"/>
                  </a:lnTo>
                  <a:lnTo>
                    <a:pt x="2563108" y="1560536"/>
                  </a:lnTo>
                  <a:lnTo>
                    <a:pt x="2630253" y="1565350"/>
                  </a:lnTo>
                  <a:lnTo>
                    <a:pt x="2697950" y="1569910"/>
                  </a:lnTo>
                  <a:lnTo>
                    <a:pt x="2766188" y="1574215"/>
                  </a:lnTo>
                  <a:lnTo>
                    <a:pt x="2834953" y="1578262"/>
                  </a:lnTo>
                  <a:lnTo>
                    <a:pt x="2904233" y="1582048"/>
                  </a:lnTo>
                  <a:lnTo>
                    <a:pt x="2974014" y="1585570"/>
                  </a:lnTo>
                  <a:lnTo>
                    <a:pt x="3044284" y="1588826"/>
                  </a:lnTo>
                  <a:lnTo>
                    <a:pt x="3115029" y="1591813"/>
                  </a:lnTo>
                  <a:lnTo>
                    <a:pt x="3186238" y="1594529"/>
                  </a:lnTo>
                  <a:lnTo>
                    <a:pt x="3257896" y="1596969"/>
                  </a:lnTo>
                  <a:lnTo>
                    <a:pt x="3329991" y="1599133"/>
                  </a:lnTo>
                  <a:lnTo>
                    <a:pt x="3402511" y="1601017"/>
                  </a:lnTo>
                  <a:lnTo>
                    <a:pt x="3475442" y="1602619"/>
                  </a:lnTo>
                  <a:lnTo>
                    <a:pt x="3548771" y="1603935"/>
                  </a:lnTo>
                  <a:lnTo>
                    <a:pt x="3622486" y="1604964"/>
                  </a:lnTo>
                  <a:lnTo>
                    <a:pt x="3696573" y="1605702"/>
                  </a:lnTo>
                  <a:lnTo>
                    <a:pt x="3771020" y="1606147"/>
                  </a:lnTo>
                  <a:lnTo>
                    <a:pt x="3845814" y="1606295"/>
                  </a:lnTo>
                  <a:lnTo>
                    <a:pt x="3920607" y="1606147"/>
                  </a:lnTo>
                  <a:lnTo>
                    <a:pt x="3995054" y="1605702"/>
                  </a:lnTo>
                  <a:lnTo>
                    <a:pt x="4069141" y="1604964"/>
                  </a:lnTo>
                  <a:lnTo>
                    <a:pt x="4142856" y="1603935"/>
                  </a:lnTo>
                  <a:lnTo>
                    <a:pt x="4216185" y="1602619"/>
                  </a:lnTo>
                  <a:lnTo>
                    <a:pt x="4289116" y="1601017"/>
                  </a:lnTo>
                  <a:lnTo>
                    <a:pt x="4361636" y="1599133"/>
                  </a:lnTo>
                  <a:lnTo>
                    <a:pt x="4433731" y="1596969"/>
                  </a:lnTo>
                  <a:lnTo>
                    <a:pt x="4505389" y="1594529"/>
                  </a:lnTo>
                  <a:lnTo>
                    <a:pt x="4576598" y="1591813"/>
                  </a:lnTo>
                  <a:lnTo>
                    <a:pt x="4647343" y="1588826"/>
                  </a:lnTo>
                  <a:lnTo>
                    <a:pt x="4717613" y="1585570"/>
                  </a:lnTo>
                  <a:lnTo>
                    <a:pt x="4787394" y="1582048"/>
                  </a:lnTo>
                  <a:lnTo>
                    <a:pt x="4856674" y="1578262"/>
                  </a:lnTo>
                  <a:lnTo>
                    <a:pt x="4925439" y="1574215"/>
                  </a:lnTo>
                  <a:lnTo>
                    <a:pt x="4993677" y="1569910"/>
                  </a:lnTo>
                  <a:lnTo>
                    <a:pt x="5061374" y="1565350"/>
                  </a:lnTo>
                  <a:lnTo>
                    <a:pt x="5128519" y="1560536"/>
                  </a:lnTo>
                  <a:lnTo>
                    <a:pt x="5195097" y="1555473"/>
                  </a:lnTo>
                  <a:lnTo>
                    <a:pt x="5261097" y="1550162"/>
                  </a:lnTo>
                  <a:lnTo>
                    <a:pt x="5326505" y="1544606"/>
                  </a:lnTo>
                  <a:lnTo>
                    <a:pt x="5391308" y="1538808"/>
                  </a:lnTo>
                  <a:lnTo>
                    <a:pt x="5455493" y="1532771"/>
                  </a:lnTo>
                  <a:lnTo>
                    <a:pt x="5519048" y="1526497"/>
                  </a:lnTo>
                  <a:lnTo>
                    <a:pt x="5581960" y="1519989"/>
                  </a:lnTo>
                  <a:lnTo>
                    <a:pt x="5644215" y="1513250"/>
                  </a:lnTo>
                  <a:lnTo>
                    <a:pt x="5705801" y="1506282"/>
                  </a:lnTo>
                  <a:lnTo>
                    <a:pt x="5766706" y="1499089"/>
                  </a:lnTo>
                  <a:lnTo>
                    <a:pt x="5826915" y="1491672"/>
                  </a:lnTo>
                  <a:lnTo>
                    <a:pt x="5886416" y="1484034"/>
                  </a:lnTo>
                  <a:lnTo>
                    <a:pt x="5945197" y="1476179"/>
                  </a:lnTo>
                  <a:lnTo>
                    <a:pt x="6003244" y="1468108"/>
                  </a:lnTo>
                  <a:lnTo>
                    <a:pt x="6060544" y="1459825"/>
                  </a:lnTo>
                  <a:lnTo>
                    <a:pt x="6117086" y="1451333"/>
                  </a:lnTo>
                  <a:lnTo>
                    <a:pt x="6172854" y="1442633"/>
                  </a:lnTo>
                  <a:lnTo>
                    <a:pt x="6227838" y="1433729"/>
                  </a:lnTo>
                  <a:lnTo>
                    <a:pt x="6282023" y="1424623"/>
                  </a:lnTo>
                  <a:lnTo>
                    <a:pt x="6335398" y="1415318"/>
                  </a:lnTo>
                  <a:lnTo>
                    <a:pt x="6387948" y="1405817"/>
                  </a:lnTo>
                  <a:lnTo>
                    <a:pt x="6439662" y="1396123"/>
                  </a:lnTo>
                  <a:lnTo>
                    <a:pt x="6490526" y="1386237"/>
                  </a:lnTo>
                  <a:lnTo>
                    <a:pt x="6540528" y="1376163"/>
                  </a:lnTo>
                  <a:lnTo>
                    <a:pt x="6589654" y="1365904"/>
                  </a:lnTo>
                  <a:lnTo>
                    <a:pt x="6637891" y="1355462"/>
                  </a:lnTo>
                  <a:lnTo>
                    <a:pt x="6685228" y="1344839"/>
                  </a:lnTo>
                  <a:lnTo>
                    <a:pt x="6731650" y="1334040"/>
                  </a:lnTo>
                  <a:lnTo>
                    <a:pt x="6777145" y="1323065"/>
                  </a:lnTo>
                  <a:lnTo>
                    <a:pt x="6821701" y="1311919"/>
                  </a:lnTo>
                  <a:lnTo>
                    <a:pt x="6865303" y="1300603"/>
                  </a:lnTo>
                  <a:lnTo>
                    <a:pt x="6907940" y="1289120"/>
                  </a:lnTo>
                  <a:lnTo>
                    <a:pt x="6949598" y="1277474"/>
                  </a:lnTo>
                  <a:lnTo>
                    <a:pt x="6990265" y="1265666"/>
                  </a:lnTo>
                  <a:lnTo>
                    <a:pt x="7029927" y="1253699"/>
                  </a:lnTo>
                  <a:lnTo>
                    <a:pt x="7068572" y="1241577"/>
                  </a:lnTo>
                  <a:lnTo>
                    <a:pt x="7106186" y="1229301"/>
                  </a:lnTo>
                  <a:lnTo>
                    <a:pt x="7142758" y="1216875"/>
                  </a:lnTo>
                  <a:lnTo>
                    <a:pt x="7212720" y="1191582"/>
                  </a:lnTo>
                  <a:lnTo>
                    <a:pt x="7278355" y="1165720"/>
                  </a:lnTo>
                  <a:lnTo>
                    <a:pt x="7339560" y="1139309"/>
                  </a:lnTo>
                  <a:lnTo>
                    <a:pt x="7396232" y="1112371"/>
                  </a:lnTo>
                  <a:lnTo>
                    <a:pt x="7448267" y="1084928"/>
                  </a:lnTo>
                  <a:lnTo>
                    <a:pt x="7495562" y="1057002"/>
                  </a:lnTo>
                  <a:lnTo>
                    <a:pt x="7538014" y="1028614"/>
                  </a:lnTo>
                  <a:lnTo>
                    <a:pt x="7575520" y="999785"/>
                  </a:lnTo>
                  <a:lnTo>
                    <a:pt x="7607978" y="970537"/>
                  </a:lnTo>
                  <a:lnTo>
                    <a:pt x="7635282" y="940892"/>
                  </a:lnTo>
                  <a:lnTo>
                    <a:pt x="7666353" y="895726"/>
                  </a:lnTo>
                  <a:lnTo>
                    <a:pt x="7685251" y="849787"/>
                  </a:lnTo>
                  <a:lnTo>
                    <a:pt x="7691628" y="803147"/>
                  </a:lnTo>
                  <a:lnTo>
                    <a:pt x="7690915" y="787526"/>
                  </a:lnTo>
                  <a:lnTo>
                    <a:pt x="7680326" y="741107"/>
                  </a:lnTo>
                  <a:lnTo>
                    <a:pt x="7657332" y="695414"/>
                  </a:lnTo>
                  <a:lnTo>
                    <a:pt x="7622280" y="650518"/>
                  </a:lnTo>
                  <a:lnTo>
                    <a:pt x="7592387" y="621067"/>
                  </a:lnTo>
                  <a:lnTo>
                    <a:pt x="7557392" y="592025"/>
                  </a:lnTo>
                  <a:lnTo>
                    <a:pt x="7517400" y="563412"/>
                  </a:lnTo>
                  <a:lnTo>
                    <a:pt x="7472513" y="535251"/>
                  </a:lnTo>
                  <a:lnTo>
                    <a:pt x="7422835" y="507563"/>
                  </a:lnTo>
                  <a:lnTo>
                    <a:pt x="7368469" y="480369"/>
                  </a:lnTo>
                  <a:lnTo>
                    <a:pt x="7309518" y="453692"/>
                  </a:lnTo>
                  <a:lnTo>
                    <a:pt x="7246085" y="427552"/>
                  </a:lnTo>
                  <a:lnTo>
                    <a:pt x="7178273" y="401971"/>
                  </a:lnTo>
                  <a:lnTo>
                    <a:pt x="7106186" y="376971"/>
                  </a:lnTo>
                  <a:lnTo>
                    <a:pt x="7068572" y="364696"/>
                  </a:lnTo>
                  <a:lnTo>
                    <a:pt x="7029927" y="352573"/>
                  </a:lnTo>
                  <a:lnTo>
                    <a:pt x="6990265" y="340607"/>
                  </a:lnTo>
                  <a:lnTo>
                    <a:pt x="6949598" y="328799"/>
                  </a:lnTo>
                  <a:lnTo>
                    <a:pt x="6907940" y="317153"/>
                  </a:lnTo>
                  <a:lnTo>
                    <a:pt x="6865303" y="305671"/>
                  </a:lnTo>
                  <a:lnTo>
                    <a:pt x="6821701" y="294355"/>
                  </a:lnTo>
                  <a:lnTo>
                    <a:pt x="6777145" y="283209"/>
                  </a:lnTo>
                  <a:lnTo>
                    <a:pt x="6731650" y="272235"/>
                  </a:lnTo>
                  <a:lnTo>
                    <a:pt x="6685228" y="261435"/>
                  </a:lnTo>
                  <a:lnTo>
                    <a:pt x="6637891" y="250814"/>
                  </a:lnTo>
                  <a:lnTo>
                    <a:pt x="6589654" y="240372"/>
                  </a:lnTo>
                  <a:lnTo>
                    <a:pt x="6540528" y="230113"/>
                  </a:lnTo>
                  <a:lnTo>
                    <a:pt x="6490526" y="220040"/>
                  </a:lnTo>
                  <a:lnTo>
                    <a:pt x="6439662" y="210155"/>
                  </a:lnTo>
                  <a:lnTo>
                    <a:pt x="6387948" y="200460"/>
                  </a:lnTo>
                  <a:lnTo>
                    <a:pt x="6335398" y="190960"/>
                  </a:lnTo>
                  <a:lnTo>
                    <a:pt x="6282023" y="181656"/>
                  </a:lnTo>
                  <a:lnTo>
                    <a:pt x="6227838" y="172550"/>
                  </a:lnTo>
                  <a:lnTo>
                    <a:pt x="6172854" y="163647"/>
                  </a:lnTo>
                  <a:lnTo>
                    <a:pt x="6117086" y="154948"/>
                  </a:lnTo>
                  <a:lnTo>
                    <a:pt x="6060544" y="146456"/>
                  </a:lnTo>
                  <a:lnTo>
                    <a:pt x="6003244" y="138173"/>
                  </a:lnTo>
                  <a:lnTo>
                    <a:pt x="5945197" y="130103"/>
                  </a:lnTo>
                  <a:lnTo>
                    <a:pt x="5886416" y="122249"/>
                  </a:lnTo>
                  <a:lnTo>
                    <a:pt x="5826915" y="114612"/>
                  </a:lnTo>
                  <a:lnTo>
                    <a:pt x="5766706" y="107195"/>
                  </a:lnTo>
                  <a:lnTo>
                    <a:pt x="5705801" y="100002"/>
                  </a:lnTo>
                  <a:lnTo>
                    <a:pt x="5644215" y="93035"/>
                  </a:lnTo>
                  <a:lnTo>
                    <a:pt x="5581960" y="86296"/>
                  </a:lnTo>
                  <a:lnTo>
                    <a:pt x="5519048" y="79789"/>
                  </a:lnTo>
                  <a:lnTo>
                    <a:pt x="5455493" y="73516"/>
                  </a:lnTo>
                  <a:lnTo>
                    <a:pt x="5391308" y="67479"/>
                  </a:lnTo>
                  <a:lnTo>
                    <a:pt x="5326505" y="61682"/>
                  </a:lnTo>
                  <a:lnTo>
                    <a:pt x="5261097" y="56127"/>
                  </a:lnTo>
                  <a:lnTo>
                    <a:pt x="5195097" y="50816"/>
                  </a:lnTo>
                  <a:lnTo>
                    <a:pt x="5128519" y="45753"/>
                  </a:lnTo>
                  <a:lnTo>
                    <a:pt x="5061374" y="40940"/>
                  </a:lnTo>
                  <a:lnTo>
                    <a:pt x="4993677" y="36380"/>
                  </a:lnTo>
                  <a:lnTo>
                    <a:pt x="4925439" y="32076"/>
                  </a:lnTo>
                  <a:lnTo>
                    <a:pt x="4856674" y="28029"/>
                  </a:lnTo>
                  <a:lnTo>
                    <a:pt x="4787394" y="24244"/>
                  </a:lnTo>
                  <a:lnTo>
                    <a:pt x="4717613" y="20722"/>
                  </a:lnTo>
                  <a:lnTo>
                    <a:pt x="4647343" y="17466"/>
                  </a:lnTo>
                  <a:lnTo>
                    <a:pt x="4576598" y="14480"/>
                  </a:lnTo>
                  <a:lnTo>
                    <a:pt x="4505389" y="11765"/>
                  </a:lnTo>
                  <a:lnTo>
                    <a:pt x="4433731" y="9324"/>
                  </a:lnTo>
                  <a:lnTo>
                    <a:pt x="4361636" y="7161"/>
                  </a:lnTo>
                  <a:lnTo>
                    <a:pt x="4289116" y="5277"/>
                  </a:lnTo>
                  <a:lnTo>
                    <a:pt x="4216185" y="3676"/>
                  </a:lnTo>
                  <a:lnTo>
                    <a:pt x="4142856" y="2359"/>
                  </a:lnTo>
                  <a:lnTo>
                    <a:pt x="4069141" y="1331"/>
                  </a:lnTo>
                  <a:lnTo>
                    <a:pt x="3995054" y="593"/>
                  </a:lnTo>
                  <a:lnTo>
                    <a:pt x="3920607" y="148"/>
                  </a:lnTo>
                  <a:lnTo>
                    <a:pt x="3845814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56460" y="1106424"/>
              <a:ext cx="7691755" cy="1537970"/>
            </a:xfrm>
            <a:custGeom>
              <a:avLst/>
              <a:gdLst/>
              <a:ahLst/>
              <a:cxnLst/>
              <a:rect l="l" t="t" r="r" b="b"/>
              <a:pathLst>
                <a:path w="7691755" h="1537970">
                  <a:moveTo>
                    <a:pt x="7691628" y="0"/>
                  </a:moveTo>
                  <a:lnTo>
                    <a:pt x="0" y="0"/>
                  </a:lnTo>
                  <a:lnTo>
                    <a:pt x="0" y="1537715"/>
                  </a:lnTo>
                  <a:lnTo>
                    <a:pt x="7691628" y="1537715"/>
                  </a:lnTo>
                  <a:lnTo>
                    <a:pt x="7691628" y="0"/>
                  </a:lnTo>
                  <a:close/>
                </a:path>
              </a:pathLst>
            </a:custGeom>
            <a:solidFill>
              <a:srgbClr val="4471C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2147" y="1880616"/>
            <a:ext cx="1108075" cy="5626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226" y="1874266"/>
            <a:ext cx="1120775" cy="575310"/>
            <a:chOff x="3840226" y="1874266"/>
            <a:chExt cx="1120775" cy="575310"/>
          </a:xfrm>
        </p:grpSpPr>
        <p:sp>
          <p:nvSpPr>
            <p:cNvPr id="13" name="object 13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46576" y="1880616"/>
            <a:ext cx="1108075" cy="5626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7" name="object 17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7544" y="1886711"/>
            <a:ext cx="1108075" cy="56261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5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44084" y="1880616"/>
            <a:ext cx="1108075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22" name="object 22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43116" y="1880616"/>
            <a:ext cx="1108075" cy="5626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1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35797" y="1273810"/>
            <a:ext cx="1120775" cy="575310"/>
            <a:chOff x="8035797" y="1273810"/>
            <a:chExt cx="1120775" cy="575310"/>
          </a:xfrm>
        </p:grpSpPr>
        <p:sp>
          <p:nvSpPr>
            <p:cNvPr id="26" name="object 26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042147" y="1280160"/>
            <a:ext cx="1108075" cy="6007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latin typeface="Calibri"/>
                <a:cs typeface="Calibri"/>
              </a:rPr>
              <a:t>sameCar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30" name="object 30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46576" y="1280160"/>
            <a:ext cx="1108075" cy="6007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34" name="object 34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447544" y="1286255"/>
            <a:ext cx="1108075" cy="60071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15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8" name="object 38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42" name="object 42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43116" y="1280160"/>
            <a:ext cx="1108075" cy="6007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43757" y="4774565"/>
            <a:ext cx="1604010" cy="785495"/>
            <a:chOff x="3643757" y="4774565"/>
            <a:chExt cx="1604010" cy="78549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6932" y="4777740"/>
              <a:ext cx="1597152" cy="77876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646932" y="4777740"/>
              <a:ext cx="1597660" cy="779145"/>
            </a:xfrm>
            <a:custGeom>
              <a:avLst/>
              <a:gdLst/>
              <a:ahLst/>
              <a:cxnLst/>
              <a:rect l="l" t="t" r="r" b="b"/>
              <a:pathLst>
                <a:path w="1597660" h="779145">
                  <a:moveTo>
                    <a:pt x="0" y="389382"/>
                  </a:moveTo>
                  <a:lnTo>
                    <a:pt x="9491" y="329171"/>
                  </a:lnTo>
                  <a:lnTo>
                    <a:pt x="37018" y="271866"/>
                  </a:lnTo>
                  <a:lnTo>
                    <a:pt x="81162" y="218158"/>
                  </a:lnTo>
                  <a:lnTo>
                    <a:pt x="140503" y="168742"/>
                  </a:lnTo>
                  <a:lnTo>
                    <a:pt x="175428" y="145859"/>
                  </a:lnTo>
                  <a:lnTo>
                    <a:pt x="213620" y="124309"/>
                  </a:lnTo>
                  <a:lnTo>
                    <a:pt x="254902" y="104179"/>
                  </a:lnTo>
                  <a:lnTo>
                    <a:pt x="299094" y="85555"/>
                  </a:lnTo>
                  <a:lnTo>
                    <a:pt x="346022" y="68523"/>
                  </a:lnTo>
                  <a:lnTo>
                    <a:pt x="395506" y="53170"/>
                  </a:lnTo>
                  <a:lnTo>
                    <a:pt x="447369" y="39584"/>
                  </a:lnTo>
                  <a:lnTo>
                    <a:pt x="501434" y="27849"/>
                  </a:lnTo>
                  <a:lnTo>
                    <a:pt x="557524" y="18054"/>
                  </a:lnTo>
                  <a:lnTo>
                    <a:pt x="615460" y="10285"/>
                  </a:lnTo>
                  <a:lnTo>
                    <a:pt x="675066" y="4629"/>
                  </a:lnTo>
                  <a:lnTo>
                    <a:pt x="736163" y="1171"/>
                  </a:lnTo>
                  <a:lnTo>
                    <a:pt x="798576" y="0"/>
                  </a:lnTo>
                  <a:lnTo>
                    <a:pt x="860988" y="1171"/>
                  </a:lnTo>
                  <a:lnTo>
                    <a:pt x="922085" y="4629"/>
                  </a:lnTo>
                  <a:lnTo>
                    <a:pt x="981691" y="10285"/>
                  </a:lnTo>
                  <a:lnTo>
                    <a:pt x="1039627" y="18054"/>
                  </a:lnTo>
                  <a:lnTo>
                    <a:pt x="1095717" y="27849"/>
                  </a:lnTo>
                  <a:lnTo>
                    <a:pt x="1149782" y="39584"/>
                  </a:lnTo>
                  <a:lnTo>
                    <a:pt x="1201645" y="53170"/>
                  </a:lnTo>
                  <a:lnTo>
                    <a:pt x="1251129" y="68523"/>
                  </a:lnTo>
                  <a:lnTo>
                    <a:pt x="1298057" y="85555"/>
                  </a:lnTo>
                  <a:lnTo>
                    <a:pt x="1342249" y="104179"/>
                  </a:lnTo>
                  <a:lnTo>
                    <a:pt x="1383531" y="124309"/>
                  </a:lnTo>
                  <a:lnTo>
                    <a:pt x="1421723" y="145859"/>
                  </a:lnTo>
                  <a:lnTo>
                    <a:pt x="1456648" y="168742"/>
                  </a:lnTo>
                  <a:lnTo>
                    <a:pt x="1488129" y="192870"/>
                  </a:lnTo>
                  <a:lnTo>
                    <a:pt x="1540049" y="244519"/>
                  </a:lnTo>
                  <a:lnTo>
                    <a:pt x="1576062" y="300112"/>
                  </a:lnTo>
                  <a:lnTo>
                    <a:pt x="1594749" y="358957"/>
                  </a:lnTo>
                  <a:lnTo>
                    <a:pt x="1597152" y="389382"/>
                  </a:lnTo>
                  <a:lnTo>
                    <a:pt x="1594749" y="419806"/>
                  </a:lnTo>
                  <a:lnTo>
                    <a:pt x="1576062" y="478651"/>
                  </a:lnTo>
                  <a:lnTo>
                    <a:pt x="1540049" y="534244"/>
                  </a:lnTo>
                  <a:lnTo>
                    <a:pt x="1488129" y="585893"/>
                  </a:lnTo>
                  <a:lnTo>
                    <a:pt x="1456648" y="610021"/>
                  </a:lnTo>
                  <a:lnTo>
                    <a:pt x="1421723" y="632904"/>
                  </a:lnTo>
                  <a:lnTo>
                    <a:pt x="1383531" y="654454"/>
                  </a:lnTo>
                  <a:lnTo>
                    <a:pt x="1342249" y="674584"/>
                  </a:lnTo>
                  <a:lnTo>
                    <a:pt x="1298057" y="693208"/>
                  </a:lnTo>
                  <a:lnTo>
                    <a:pt x="1251129" y="710240"/>
                  </a:lnTo>
                  <a:lnTo>
                    <a:pt x="1201645" y="725593"/>
                  </a:lnTo>
                  <a:lnTo>
                    <a:pt x="1149782" y="739179"/>
                  </a:lnTo>
                  <a:lnTo>
                    <a:pt x="1095717" y="750914"/>
                  </a:lnTo>
                  <a:lnTo>
                    <a:pt x="1039627" y="760709"/>
                  </a:lnTo>
                  <a:lnTo>
                    <a:pt x="981691" y="768478"/>
                  </a:lnTo>
                  <a:lnTo>
                    <a:pt x="922085" y="774134"/>
                  </a:lnTo>
                  <a:lnTo>
                    <a:pt x="860988" y="777592"/>
                  </a:lnTo>
                  <a:lnTo>
                    <a:pt x="798576" y="778764"/>
                  </a:lnTo>
                  <a:lnTo>
                    <a:pt x="736163" y="777592"/>
                  </a:lnTo>
                  <a:lnTo>
                    <a:pt x="675066" y="774134"/>
                  </a:lnTo>
                  <a:lnTo>
                    <a:pt x="615460" y="768478"/>
                  </a:lnTo>
                  <a:lnTo>
                    <a:pt x="557524" y="760709"/>
                  </a:lnTo>
                  <a:lnTo>
                    <a:pt x="501434" y="750914"/>
                  </a:lnTo>
                  <a:lnTo>
                    <a:pt x="447369" y="739179"/>
                  </a:lnTo>
                  <a:lnTo>
                    <a:pt x="395506" y="725593"/>
                  </a:lnTo>
                  <a:lnTo>
                    <a:pt x="346022" y="710240"/>
                  </a:lnTo>
                  <a:lnTo>
                    <a:pt x="299094" y="693208"/>
                  </a:lnTo>
                  <a:lnTo>
                    <a:pt x="254902" y="674584"/>
                  </a:lnTo>
                  <a:lnTo>
                    <a:pt x="213620" y="654454"/>
                  </a:lnTo>
                  <a:lnTo>
                    <a:pt x="175428" y="632904"/>
                  </a:lnTo>
                  <a:lnTo>
                    <a:pt x="140503" y="610021"/>
                  </a:lnTo>
                  <a:lnTo>
                    <a:pt x="109022" y="585893"/>
                  </a:lnTo>
                  <a:lnTo>
                    <a:pt x="57102" y="534244"/>
                  </a:lnTo>
                  <a:lnTo>
                    <a:pt x="21089" y="478651"/>
                  </a:lnTo>
                  <a:lnTo>
                    <a:pt x="2402" y="419806"/>
                  </a:lnTo>
                  <a:lnTo>
                    <a:pt x="0" y="389382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982973" y="4911979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(renaud,cléo)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841365" y="4971160"/>
            <a:ext cx="1605280" cy="783590"/>
            <a:chOff x="5841365" y="4971160"/>
            <a:chExt cx="1605280" cy="783590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0" y="4974335"/>
              <a:ext cx="1598676" cy="77723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844540" y="4974335"/>
              <a:ext cx="1598930" cy="777240"/>
            </a:xfrm>
            <a:custGeom>
              <a:avLst/>
              <a:gdLst/>
              <a:ahLst/>
              <a:cxnLst/>
              <a:rect l="l" t="t" r="r" b="b"/>
              <a:pathLst>
                <a:path w="1598929" h="777239">
                  <a:moveTo>
                    <a:pt x="0" y="388619"/>
                  </a:moveTo>
                  <a:lnTo>
                    <a:pt x="9501" y="328518"/>
                  </a:lnTo>
                  <a:lnTo>
                    <a:pt x="37057" y="271319"/>
                  </a:lnTo>
                  <a:lnTo>
                    <a:pt x="81247" y="217714"/>
                  </a:lnTo>
                  <a:lnTo>
                    <a:pt x="140648" y="168394"/>
                  </a:lnTo>
                  <a:lnTo>
                    <a:pt x="175608" y="145557"/>
                  </a:lnTo>
                  <a:lnTo>
                    <a:pt x="213838" y="124051"/>
                  </a:lnTo>
                  <a:lnTo>
                    <a:pt x="255160" y="103961"/>
                  </a:lnTo>
                  <a:lnTo>
                    <a:pt x="299397" y="85375"/>
                  </a:lnTo>
                  <a:lnTo>
                    <a:pt x="346369" y="68378"/>
                  </a:lnTo>
                  <a:lnTo>
                    <a:pt x="395901" y="53057"/>
                  </a:lnTo>
                  <a:lnTo>
                    <a:pt x="447813" y="39499"/>
                  </a:lnTo>
                  <a:lnTo>
                    <a:pt x="501929" y="27790"/>
                  </a:lnTo>
                  <a:lnTo>
                    <a:pt x="558071" y="18016"/>
                  </a:lnTo>
                  <a:lnTo>
                    <a:pt x="616060" y="10263"/>
                  </a:lnTo>
                  <a:lnTo>
                    <a:pt x="675719" y="4619"/>
                  </a:lnTo>
                  <a:lnTo>
                    <a:pt x="736871" y="1169"/>
                  </a:lnTo>
                  <a:lnTo>
                    <a:pt x="799338" y="0"/>
                  </a:lnTo>
                  <a:lnTo>
                    <a:pt x="861804" y="1169"/>
                  </a:lnTo>
                  <a:lnTo>
                    <a:pt x="922956" y="4619"/>
                  </a:lnTo>
                  <a:lnTo>
                    <a:pt x="982615" y="10263"/>
                  </a:lnTo>
                  <a:lnTo>
                    <a:pt x="1040604" y="18016"/>
                  </a:lnTo>
                  <a:lnTo>
                    <a:pt x="1096746" y="27790"/>
                  </a:lnTo>
                  <a:lnTo>
                    <a:pt x="1150862" y="39499"/>
                  </a:lnTo>
                  <a:lnTo>
                    <a:pt x="1202774" y="53057"/>
                  </a:lnTo>
                  <a:lnTo>
                    <a:pt x="1252306" y="68378"/>
                  </a:lnTo>
                  <a:lnTo>
                    <a:pt x="1299278" y="85375"/>
                  </a:lnTo>
                  <a:lnTo>
                    <a:pt x="1343515" y="103961"/>
                  </a:lnTo>
                  <a:lnTo>
                    <a:pt x="1384837" y="124051"/>
                  </a:lnTo>
                  <a:lnTo>
                    <a:pt x="1423067" y="145557"/>
                  </a:lnTo>
                  <a:lnTo>
                    <a:pt x="1458027" y="168394"/>
                  </a:lnTo>
                  <a:lnTo>
                    <a:pt x="1489540" y="192475"/>
                  </a:lnTo>
                  <a:lnTo>
                    <a:pt x="1541513" y="244024"/>
                  </a:lnTo>
                  <a:lnTo>
                    <a:pt x="1577564" y="299512"/>
                  </a:lnTo>
                  <a:lnTo>
                    <a:pt x="1596271" y="358249"/>
                  </a:lnTo>
                  <a:lnTo>
                    <a:pt x="1598676" y="388619"/>
                  </a:lnTo>
                  <a:lnTo>
                    <a:pt x="1596271" y="418990"/>
                  </a:lnTo>
                  <a:lnTo>
                    <a:pt x="1577564" y="477727"/>
                  </a:lnTo>
                  <a:lnTo>
                    <a:pt x="1541513" y="533215"/>
                  </a:lnTo>
                  <a:lnTo>
                    <a:pt x="1489540" y="584764"/>
                  </a:lnTo>
                  <a:lnTo>
                    <a:pt x="1458027" y="608845"/>
                  </a:lnTo>
                  <a:lnTo>
                    <a:pt x="1423067" y="631682"/>
                  </a:lnTo>
                  <a:lnTo>
                    <a:pt x="1384837" y="653188"/>
                  </a:lnTo>
                  <a:lnTo>
                    <a:pt x="1343515" y="673278"/>
                  </a:lnTo>
                  <a:lnTo>
                    <a:pt x="1299278" y="691864"/>
                  </a:lnTo>
                  <a:lnTo>
                    <a:pt x="1252306" y="708861"/>
                  </a:lnTo>
                  <a:lnTo>
                    <a:pt x="1202774" y="724182"/>
                  </a:lnTo>
                  <a:lnTo>
                    <a:pt x="1150862" y="737740"/>
                  </a:lnTo>
                  <a:lnTo>
                    <a:pt x="1096746" y="749449"/>
                  </a:lnTo>
                  <a:lnTo>
                    <a:pt x="1040604" y="759223"/>
                  </a:lnTo>
                  <a:lnTo>
                    <a:pt x="982615" y="766976"/>
                  </a:lnTo>
                  <a:lnTo>
                    <a:pt x="922956" y="772620"/>
                  </a:lnTo>
                  <a:lnTo>
                    <a:pt x="861804" y="776070"/>
                  </a:lnTo>
                  <a:lnTo>
                    <a:pt x="799338" y="777239"/>
                  </a:lnTo>
                  <a:lnTo>
                    <a:pt x="736871" y="776070"/>
                  </a:lnTo>
                  <a:lnTo>
                    <a:pt x="675719" y="772620"/>
                  </a:lnTo>
                  <a:lnTo>
                    <a:pt x="616060" y="766976"/>
                  </a:lnTo>
                  <a:lnTo>
                    <a:pt x="558071" y="759223"/>
                  </a:lnTo>
                  <a:lnTo>
                    <a:pt x="501929" y="749449"/>
                  </a:lnTo>
                  <a:lnTo>
                    <a:pt x="447813" y="737740"/>
                  </a:lnTo>
                  <a:lnTo>
                    <a:pt x="395901" y="724182"/>
                  </a:lnTo>
                  <a:lnTo>
                    <a:pt x="346369" y="708861"/>
                  </a:lnTo>
                  <a:lnTo>
                    <a:pt x="299397" y="691864"/>
                  </a:lnTo>
                  <a:lnTo>
                    <a:pt x="255160" y="673278"/>
                  </a:lnTo>
                  <a:lnTo>
                    <a:pt x="213838" y="653188"/>
                  </a:lnTo>
                  <a:lnTo>
                    <a:pt x="175608" y="631682"/>
                  </a:lnTo>
                  <a:lnTo>
                    <a:pt x="140648" y="608845"/>
                  </a:lnTo>
                  <a:lnTo>
                    <a:pt x="109135" y="584764"/>
                  </a:lnTo>
                  <a:lnTo>
                    <a:pt x="57162" y="533215"/>
                  </a:lnTo>
                  <a:lnTo>
                    <a:pt x="21111" y="477727"/>
                  </a:lnTo>
                  <a:lnTo>
                    <a:pt x="2404" y="418990"/>
                  </a:lnTo>
                  <a:lnTo>
                    <a:pt x="0" y="388619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181471" y="5107685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(citron,d3)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121150" y="2473198"/>
            <a:ext cx="4248785" cy="3021330"/>
            <a:chOff x="4121150" y="2473198"/>
            <a:chExt cx="4248785" cy="3021330"/>
          </a:xfrm>
        </p:grpSpPr>
        <p:sp>
          <p:nvSpPr>
            <p:cNvPr id="54" name="object 54"/>
            <p:cNvSpPr/>
            <p:nvPr/>
          </p:nvSpPr>
          <p:spPr>
            <a:xfrm>
              <a:off x="4732782" y="2473197"/>
              <a:ext cx="3637279" cy="2501265"/>
            </a:xfrm>
            <a:custGeom>
              <a:avLst/>
              <a:gdLst/>
              <a:ahLst/>
              <a:cxnLst/>
              <a:rect l="l" t="t" r="r" b="b"/>
              <a:pathLst>
                <a:path w="3637279" h="2501265">
                  <a:moveTo>
                    <a:pt x="1189228" y="17272"/>
                  </a:moveTo>
                  <a:lnTo>
                    <a:pt x="1155192" y="0"/>
                  </a:lnTo>
                  <a:lnTo>
                    <a:pt x="34950" y="2195741"/>
                  </a:lnTo>
                  <a:lnTo>
                    <a:pt x="1016" y="2178431"/>
                  </a:lnTo>
                  <a:lnTo>
                    <a:pt x="0" y="2306193"/>
                  </a:lnTo>
                  <a:lnTo>
                    <a:pt x="102870" y="2230374"/>
                  </a:lnTo>
                  <a:lnTo>
                    <a:pt x="102362" y="2230120"/>
                  </a:lnTo>
                  <a:lnTo>
                    <a:pt x="68897" y="2213064"/>
                  </a:lnTo>
                  <a:lnTo>
                    <a:pt x="1189228" y="17272"/>
                  </a:lnTo>
                  <a:close/>
                </a:path>
                <a:path w="3637279" h="2501265">
                  <a:moveTo>
                    <a:pt x="2234057" y="56007"/>
                  </a:moveTo>
                  <a:lnTo>
                    <a:pt x="2196084" y="52705"/>
                  </a:lnTo>
                  <a:lnTo>
                    <a:pt x="1993684" y="2323681"/>
                  </a:lnTo>
                  <a:lnTo>
                    <a:pt x="1955800" y="2320290"/>
                  </a:lnTo>
                  <a:lnTo>
                    <a:pt x="2002536" y="2439162"/>
                  </a:lnTo>
                  <a:lnTo>
                    <a:pt x="2059952" y="2346071"/>
                  </a:lnTo>
                  <a:lnTo>
                    <a:pt x="2069592" y="2330450"/>
                  </a:lnTo>
                  <a:lnTo>
                    <a:pt x="2031657" y="2327071"/>
                  </a:lnTo>
                  <a:lnTo>
                    <a:pt x="2234057" y="56007"/>
                  </a:lnTo>
                  <a:close/>
                </a:path>
                <a:path w="3637279" h="2501265">
                  <a:moveTo>
                    <a:pt x="3637153" y="63500"/>
                  </a:moveTo>
                  <a:lnTo>
                    <a:pt x="3603752" y="45212"/>
                  </a:lnTo>
                  <a:lnTo>
                    <a:pt x="2329878" y="2391448"/>
                  </a:lnTo>
                  <a:lnTo>
                    <a:pt x="2296414" y="2373249"/>
                  </a:lnTo>
                  <a:lnTo>
                    <a:pt x="2292096" y="2501011"/>
                  </a:lnTo>
                  <a:lnTo>
                    <a:pt x="2396871" y="2427859"/>
                  </a:lnTo>
                  <a:lnTo>
                    <a:pt x="2394064" y="2426335"/>
                  </a:lnTo>
                  <a:lnTo>
                    <a:pt x="2363381" y="2409660"/>
                  </a:lnTo>
                  <a:lnTo>
                    <a:pt x="3637153" y="6350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75047" y="3326130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407924" y="0"/>
                  </a:moveTo>
                  <a:lnTo>
                    <a:pt x="271906" y="147828"/>
                  </a:lnTo>
                  <a:lnTo>
                    <a:pt x="135889" y="0"/>
                  </a:lnTo>
                  <a:lnTo>
                    <a:pt x="0" y="124968"/>
                  </a:lnTo>
                  <a:lnTo>
                    <a:pt x="146557" y="284226"/>
                  </a:lnTo>
                  <a:lnTo>
                    <a:pt x="0" y="443484"/>
                  </a:lnTo>
                  <a:lnTo>
                    <a:pt x="135889" y="568452"/>
                  </a:lnTo>
                  <a:lnTo>
                    <a:pt x="271906" y="420624"/>
                  </a:lnTo>
                  <a:lnTo>
                    <a:pt x="407924" y="568452"/>
                  </a:lnTo>
                  <a:lnTo>
                    <a:pt x="543813" y="443484"/>
                  </a:lnTo>
                  <a:lnTo>
                    <a:pt x="397255" y="284226"/>
                  </a:lnTo>
                  <a:lnTo>
                    <a:pt x="543813" y="124968"/>
                  </a:lnTo>
                  <a:lnTo>
                    <a:pt x="40792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75047" y="3326130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0" y="124968"/>
                  </a:moveTo>
                  <a:lnTo>
                    <a:pt x="135889" y="0"/>
                  </a:lnTo>
                  <a:lnTo>
                    <a:pt x="271906" y="147828"/>
                  </a:lnTo>
                  <a:lnTo>
                    <a:pt x="407924" y="0"/>
                  </a:lnTo>
                  <a:lnTo>
                    <a:pt x="543813" y="124968"/>
                  </a:lnTo>
                  <a:lnTo>
                    <a:pt x="397255" y="284226"/>
                  </a:lnTo>
                  <a:lnTo>
                    <a:pt x="543813" y="443484"/>
                  </a:lnTo>
                  <a:lnTo>
                    <a:pt x="407924" y="568452"/>
                  </a:lnTo>
                  <a:lnTo>
                    <a:pt x="271906" y="420624"/>
                  </a:lnTo>
                  <a:lnTo>
                    <a:pt x="135889" y="568452"/>
                  </a:lnTo>
                  <a:lnTo>
                    <a:pt x="0" y="443484"/>
                  </a:lnTo>
                  <a:lnTo>
                    <a:pt x="146557" y="284226"/>
                  </a:lnTo>
                  <a:lnTo>
                    <a:pt x="0" y="124968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27500" y="4919599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408686" y="0"/>
                  </a:moveTo>
                  <a:lnTo>
                    <a:pt x="272288" y="147700"/>
                  </a:lnTo>
                  <a:lnTo>
                    <a:pt x="135889" y="0"/>
                  </a:lnTo>
                  <a:lnTo>
                    <a:pt x="0" y="125475"/>
                  </a:lnTo>
                  <a:lnTo>
                    <a:pt x="146430" y="284099"/>
                  </a:lnTo>
                  <a:lnTo>
                    <a:pt x="0" y="442722"/>
                  </a:lnTo>
                  <a:lnTo>
                    <a:pt x="135889" y="568197"/>
                  </a:lnTo>
                  <a:lnTo>
                    <a:pt x="272288" y="420497"/>
                  </a:lnTo>
                  <a:lnTo>
                    <a:pt x="408686" y="568197"/>
                  </a:lnTo>
                  <a:lnTo>
                    <a:pt x="544576" y="442722"/>
                  </a:lnTo>
                  <a:lnTo>
                    <a:pt x="398145" y="284099"/>
                  </a:lnTo>
                  <a:lnTo>
                    <a:pt x="544576" y="125475"/>
                  </a:lnTo>
                  <a:lnTo>
                    <a:pt x="40868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27500" y="4919599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0" y="125475"/>
                  </a:moveTo>
                  <a:lnTo>
                    <a:pt x="135889" y="0"/>
                  </a:lnTo>
                  <a:lnTo>
                    <a:pt x="272288" y="147700"/>
                  </a:lnTo>
                  <a:lnTo>
                    <a:pt x="408686" y="0"/>
                  </a:lnTo>
                  <a:lnTo>
                    <a:pt x="544576" y="125475"/>
                  </a:lnTo>
                  <a:lnTo>
                    <a:pt x="398145" y="284099"/>
                  </a:lnTo>
                  <a:lnTo>
                    <a:pt x="544576" y="442722"/>
                  </a:lnTo>
                  <a:lnTo>
                    <a:pt x="408686" y="568197"/>
                  </a:lnTo>
                  <a:lnTo>
                    <a:pt x="272288" y="420497"/>
                  </a:lnTo>
                  <a:lnTo>
                    <a:pt x="135889" y="568197"/>
                  </a:lnTo>
                  <a:lnTo>
                    <a:pt x="0" y="442722"/>
                  </a:lnTo>
                  <a:lnTo>
                    <a:pt x="146430" y="284099"/>
                  </a:lnTo>
                  <a:lnTo>
                    <a:pt x="0" y="12547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118741" y="3209035"/>
            <a:ext cx="229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1345565" algn="l"/>
                <a:tab pos="1612265" algn="l"/>
              </a:tabLst>
            </a:pP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myCar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95" dirty="0">
                <a:latin typeface="Trebuchet MS"/>
                <a:cs typeface="Trebuchet MS"/>
              </a:rPr>
              <a:t>null;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33</a:t>
            </a:fld>
            <a:endParaRPr spc="-25" dirty="0"/>
          </a:p>
        </p:txBody>
      </p:sp>
      <p:sp>
        <p:nvSpPr>
          <p:cNvPr id="60" name="object 60"/>
          <p:cNvSpPr txBox="1"/>
          <p:nvPr/>
        </p:nvSpPr>
        <p:spPr>
          <a:xfrm>
            <a:off x="298704" y="3768852"/>
            <a:ext cx="2606040" cy="92392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 marR="118745" algn="just">
              <a:lnSpc>
                <a:spcPct val="98900"/>
              </a:lnSpc>
              <a:spcBef>
                <a:spcPts val="340"/>
              </a:spcBef>
            </a:pPr>
            <a:r>
              <a:rPr sz="1800" dirty="0">
                <a:latin typeface="Segoe UI"/>
                <a:cs typeface="Segoe UI"/>
              </a:rPr>
              <a:t>Le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Garbage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Collector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va </a:t>
            </a:r>
            <a:r>
              <a:rPr sz="1800" dirty="0">
                <a:latin typeface="Segoe UI"/>
                <a:cs typeface="Segoe UI"/>
              </a:rPr>
              <a:t>détruire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l’objet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qui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n’est </a:t>
            </a:r>
            <a:r>
              <a:rPr sz="1800" dirty="0">
                <a:latin typeface="Segoe UI"/>
                <a:cs typeface="Segoe UI"/>
              </a:rPr>
              <a:t>plus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référencé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4" name="Titre 1">
            <a:extLst>
              <a:ext uri="{FF2B5EF4-FFF2-40B4-BE49-F238E27FC236}">
                <a16:creationId xmlns:a16="http://schemas.microsoft.com/office/drawing/2014/main" id="{A328A9D5-BEEA-3A59-396A-E7BE300152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156460" y="1106424"/>
            <a:ext cx="7691755" cy="4924425"/>
            <a:chOff x="2156460" y="1106424"/>
            <a:chExt cx="7691755" cy="4924425"/>
          </a:xfrm>
        </p:grpSpPr>
        <p:sp>
          <p:nvSpPr>
            <p:cNvPr id="5" name="object 5"/>
            <p:cNvSpPr/>
            <p:nvPr/>
          </p:nvSpPr>
          <p:spPr>
            <a:xfrm>
              <a:off x="2156460" y="4424171"/>
              <a:ext cx="7691755" cy="1606550"/>
            </a:xfrm>
            <a:custGeom>
              <a:avLst/>
              <a:gdLst/>
              <a:ahLst/>
              <a:cxnLst/>
              <a:rect l="l" t="t" r="r" b="b"/>
              <a:pathLst>
                <a:path w="7691755" h="1606550">
                  <a:moveTo>
                    <a:pt x="3845814" y="0"/>
                  </a:moveTo>
                  <a:lnTo>
                    <a:pt x="3771020" y="148"/>
                  </a:lnTo>
                  <a:lnTo>
                    <a:pt x="3696573" y="593"/>
                  </a:lnTo>
                  <a:lnTo>
                    <a:pt x="3622486" y="1331"/>
                  </a:lnTo>
                  <a:lnTo>
                    <a:pt x="3548771" y="2359"/>
                  </a:lnTo>
                  <a:lnTo>
                    <a:pt x="3475442" y="3676"/>
                  </a:lnTo>
                  <a:lnTo>
                    <a:pt x="3402511" y="5277"/>
                  </a:lnTo>
                  <a:lnTo>
                    <a:pt x="3329991" y="7161"/>
                  </a:lnTo>
                  <a:lnTo>
                    <a:pt x="3257896" y="9324"/>
                  </a:lnTo>
                  <a:lnTo>
                    <a:pt x="3186238" y="11765"/>
                  </a:lnTo>
                  <a:lnTo>
                    <a:pt x="3115029" y="14480"/>
                  </a:lnTo>
                  <a:lnTo>
                    <a:pt x="3044284" y="17466"/>
                  </a:lnTo>
                  <a:lnTo>
                    <a:pt x="2974014" y="20722"/>
                  </a:lnTo>
                  <a:lnTo>
                    <a:pt x="2904233" y="24244"/>
                  </a:lnTo>
                  <a:lnTo>
                    <a:pt x="2834953" y="28029"/>
                  </a:lnTo>
                  <a:lnTo>
                    <a:pt x="2766188" y="32076"/>
                  </a:lnTo>
                  <a:lnTo>
                    <a:pt x="2697950" y="36380"/>
                  </a:lnTo>
                  <a:lnTo>
                    <a:pt x="2630253" y="40940"/>
                  </a:lnTo>
                  <a:lnTo>
                    <a:pt x="2563108" y="45753"/>
                  </a:lnTo>
                  <a:lnTo>
                    <a:pt x="2496530" y="50816"/>
                  </a:lnTo>
                  <a:lnTo>
                    <a:pt x="2430530" y="56127"/>
                  </a:lnTo>
                  <a:lnTo>
                    <a:pt x="2365122" y="61682"/>
                  </a:lnTo>
                  <a:lnTo>
                    <a:pt x="2300319" y="67479"/>
                  </a:lnTo>
                  <a:lnTo>
                    <a:pt x="2236134" y="73516"/>
                  </a:lnTo>
                  <a:lnTo>
                    <a:pt x="2172579" y="79789"/>
                  </a:lnTo>
                  <a:lnTo>
                    <a:pt x="2109667" y="86296"/>
                  </a:lnTo>
                  <a:lnTo>
                    <a:pt x="2047412" y="93035"/>
                  </a:lnTo>
                  <a:lnTo>
                    <a:pt x="1985826" y="100002"/>
                  </a:lnTo>
                  <a:lnTo>
                    <a:pt x="1924921" y="107195"/>
                  </a:lnTo>
                  <a:lnTo>
                    <a:pt x="1864712" y="114612"/>
                  </a:lnTo>
                  <a:lnTo>
                    <a:pt x="1805211" y="122249"/>
                  </a:lnTo>
                  <a:lnTo>
                    <a:pt x="1746430" y="130103"/>
                  </a:lnTo>
                  <a:lnTo>
                    <a:pt x="1688383" y="138173"/>
                  </a:lnTo>
                  <a:lnTo>
                    <a:pt x="1631083" y="146456"/>
                  </a:lnTo>
                  <a:lnTo>
                    <a:pt x="1574541" y="154948"/>
                  </a:lnTo>
                  <a:lnTo>
                    <a:pt x="1518773" y="163647"/>
                  </a:lnTo>
                  <a:lnTo>
                    <a:pt x="1463789" y="172550"/>
                  </a:lnTo>
                  <a:lnTo>
                    <a:pt x="1409604" y="181656"/>
                  </a:lnTo>
                  <a:lnTo>
                    <a:pt x="1356229" y="190960"/>
                  </a:lnTo>
                  <a:lnTo>
                    <a:pt x="1303679" y="200460"/>
                  </a:lnTo>
                  <a:lnTo>
                    <a:pt x="1251965" y="210155"/>
                  </a:lnTo>
                  <a:lnTo>
                    <a:pt x="1201101" y="220040"/>
                  </a:lnTo>
                  <a:lnTo>
                    <a:pt x="1151099" y="230113"/>
                  </a:lnTo>
                  <a:lnTo>
                    <a:pt x="1101973" y="240372"/>
                  </a:lnTo>
                  <a:lnTo>
                    <a:pt x="1053736" y="250814"/>
                  </a:lnTo>
                  <a:lnTo>
                    <a:pt x="1006399" y="261435"/>
                  </a:lnTo>
                  <a:lnTo>
                    <a:pt x="959977" y="272235"/>
                  </a:lnTo>
                  <a:lnTo>
                    <a:pt x="914482" y="283209"/>
                  </a:lnTo>
                  <a:lnTo>
                    <a:pt x="869926" y="294355"/>
                  </a:lnTo>
                  <a:lnTo>
                    <a:pt x="826324" y="305671"/>
                  </a:lnTo>
                  <a:lnTo>
                    <a:pt x="783687" y="317153"/>
                  </a:lnTo>
                  <a:lnTo>
                    <a:pt x="742029" y="328799"/>
                  </a:lnTo>
                  <a:lnTo>
                    <a:pt x="701362" y="340607"/>
                  </a:lnTo>
                  <a:lnTo>
                    <a:pt x="661700" y="352573"/>
                  </a:lnTo>
                  <a:lnTo>
                    <a:pt x="623055" y="364696"/>
                  </a:lnTo>
                  <a:lnTo>
                    <a:pt x="585441" y="376971"/>
                  </a:lnTo>
                  <a:lnTo>
                    <a:pt x="548869" y="389397"/>
                  </a:lnTo>
                  <a:lnTo>
                    <a:pt x="478907" y="414690"/>
                  </a:lnTo>
                  <a:lnTo>
                    <a:pt x="413272" y="440553"/>
                  </a:lnTo>
                  <a:lnTo>
                    <a:pt x="352067" y="466964"/>
                  </a:lnTo>
                  <a:lnTo>
                    <a:pt x="295395" y="493903"/>
                  </a:lnTo>
                  <a:lnTo>
                    <a:pt x="243360" y="521346"/>
                  </a:lnTo>
                  <a:lnTo>
                    <a:pt x="196065" y="549273"/>
                  </a:lnTo>
                  <a:lnTo>
                    <a:pt x="153613" y="577663"/>
                  </a:lnTo>
                  <a:lnTo>
                    <a:pt x="116107" y="606494"/>
                  </a:lnTo>
                  <a:lnTo>
                    <a:pt x="83649" y="635743"/>
                  </a:lnTo>
                  <a:lnTo>
                    <a:pt x="56345" y="665390"/>
                  </a:lnTo>
                  <a:lnTo>
                    <a:pt x="25274" y="710560"/>
                  </a:lnTo>
                  <a:lnTo>
                    <a:pt x="6376" y="756503"/>
                  </a:lnTo>
                  <a:lnTo>
                    <a:pt x="0" y="803147"/>
                  </a:lnTo>
                  <a:lnTo>
                    <a:pt x="712" y="818767"/>
                  </a:lnTo>
                  <a:lnTo>
                    <a:pt x="11301" y="865181"/>
                  </a:lnTo>
                  <a:lnTo>
                    <a:pt x="34295" y="910871"/>
                  </a:lnTo>
                  <a:lnTo>
                    <a:pt x="69347" y="955763"/>
                  </a:lnTo>
                  <a:lnTo>
                    <a:pt x="99240" y="985212"/>
                  </a:lnTo>
                  <a:lnTo>
                    <a:pt x="134235" y="1014253"/>
                  </a:lnTo>
                  <a:lnTo>
                    <a:pt x="174227" y="1042864"/>
                  </a:lnTo>
                  <a:lnTo>
                    <a:pt x="219114" y="1071024"/>
                  </a:lnTo>
                  <a:lnTo>
                    <a:pt x="268792" y="1098711"/>
                  </a:lnTo>
                  <a:lnTo>
                    <a:pt x="323158" y="1125904"/>
                  </a:lnTo>
                  <a:lnTo>
                    <a:pt x="382109" y="1152581"/>
                  </a:lnTo>
                  <a:lnTo>
                    <a:pt x="445542" y="1178721"/>
                  </a:lnTo>
                  <a:lnTo>
                    <a:pt x="513354" y="1204301"/>
                  </a:lnTo>
                  <a:lnTo>
                    <a:pt x="585441" y="1229301"/>
                  </a:lnTo>
                  <a:lnTo>
                    <a:pt x="623055" y="1241577"/>
                  </a:lnTo>
                  <a:lnTo>
                    <a:pt x="661700" y="1253699"/>
                  </a:lnTo>
                  <a:lnTo>
                    <a:pt x="701362" y="1265666"/>
                  </a:lnTo>
                  <a:lnTo>
                    <a:pt x="742029" y="1277474"/>
                  </a:lnTo>
                  <a:lnTo>
                    <a:pt x="783687" y="1289120"/>
                  </a:lnTo>
                  <a:lnTo>
                    <a:pt x="826324" y="1300603"/>
                  </a:lnTo>
                  <a:lnTo>
                    <a:pt x="869926" y="1311919"/>
                  </a:lnTo>
                  <a:lnTo>
                    <a:pt x="914482" y="1323065"/>
                  </a:lnTo>
                  <a:lnTo>
                    <a:pt x="959977" y="1334040"/>
                  </a:lnTo>
                  <a:lnTo>
                    <a:pt x="1006399" y="1344839"/>
                  </a:lnTo>
                  <a:lnTo>
                    <a:pt x="1053736" y="1355462"/>
                  </a:lnTo>
                  <a:lnTo>
                    <a:pt x="1101973" y="1365904"/>
                  </a:lnTo>
                  <a:lnTo>
                    <a:pt x="1151099" y="1376163"/>
                  </a:lnTo>
                  <a:lnTo>
                    <a:pt x="1201101" y="1386237"/>
                  </a:lnTo>
                  <a:lnTo>
                    <a:pt x="1251965" y="1396123"/>
                  </a:lnTo>
                  <a:lnTo>
                    <a:pt x="1303679" y="1405817"/>
                  </a:lnTo>
                  <a:lnTo>
                    <a:pt x="1356229" y="1415318"/>
                  </a:lnTo>
                  <a:lnTo>
                    <a:pt x="1409604" y="1424623"/>
                  </a:lnTo>
                  <a:lnTo>
                    <a:pt x="1463789" y="1433729"/>
                  </a:lnTo>
                  <a:lnTo>
                    <a:pt x="1518773" y="1442633"/>
                  </a:lnTo>
                  <a:lnTo>
                    <a:pt x="1574541" y="1451333"/>
                  </a:lnTo>
                  <a:lnTo>
                    <a:pt x="1631083" y="1459825"/>
                  </a:lnTo>
                  <a:lnTo>
                    <a:pt x="1688383" y="1468108"/>
                  </a:lnTo>
                  <a:lnTo>
                    <a:pt x="1746430" y="1476179"/>
                  </a:lnTo>
                  <a:lnTo>
                    <a:pt x="1805211" y="1484034"/>
                  </a:lnTo>
                  <a:lnTo>
                    <a:pt x="1864712" y="1491672"/>
                  </a:lnTo>
                  <a:lnTo>
                    <a:pt x="1924921" y="1499089"/>
                  </a:lnTo>
                  <a:lnTo>
                    <a:pt x="1985826" y="1506282"/>
                  </a:lnTo>
                  <a:lnTo>
                    <a:pt x="2047412" y="1513250"/>
                  </a:lnTo>
                  <a:lnTo>
                    <a:pt x="2109667" y="1519989"/>
                  </a:lnTo>
                  <a:lnTo>
                    <a:pt x="2172579" y="1526497"/>
                  </a:lnTo>
                  <a:lnTo>
                    <a:pt x="2236134" y="1532771"/>
                  </a:lnTo>
                  <a:lnTo>
                    <a:pt x="2300319" y="1538808"/>
                  </a:lnTo>
                  <a:lnTo>
                    <a:pt x="2365122" y="1544606"/>
                  </a:lnTo>
                  <a:lnTo>
                    <a:pt x="2430530" y="1550162"/>
                  </a:lnTo>
                  <a:lnTo>
                    <a:pt x="2496530" y="1555473"/>
                  </a:lnTo>
                  <a:lnTo>
                    <a:pt x="2563108" y="1560536"/>
                  </a:lnTo>
                  <a:lnTo>
                    <a:pt x="2630253" y="1565350"/>
                  </a:lnTo>
                  <a:lnTo>
                    <a:pt x="2697950" y="1569910"/>
                  </a:lnTo>
                  <a:lnTo>
                    <a:pt x="2766188" y="1574215"/>
                  </a:lnTo>
                  <a:lnTo>
                    <a:pt x="2834953" y="1578262"/>
                  </a:lnTo>
                  <a:lnTo>
                    <a:pt x="2904233" y="1582048"/>
                  </a:lnTo>
                  <a:lnTo>
                    <a:pt x="2974014" y="1585570"/>
                  </a:lnTo>
                  <a:lnTo>
                    <a:pt x="3044284" y="1588826"/>
                  </a:lnTo>
                  <a:lnTo>
                    <a:pt x="3115029" y="1591813"/>
                  </a:lnTo>
                  <a:lnTo>
                    <a:pt x="3186238" y="1594529"/>
                  </a:lnTo>
                  <a:lnTo>
                    <a:pt x="3257896" y="1596969"/>
                  </a:lnTo>
                  <a:lnTo>
                    <a:pt x="3329991" y="1599133"/>
                  </a:lnTo>
                  <a:lnTo>
                    <a:pt x="3402511" y="1601017"/>
                  </a:lnTo>
                  <a:lnTo>
                    <a:pt x="3475442" y="1602619"/>
                  </a:lnTo>
                  <a:lnTo>
                    <a:pt x="3548771" y="1603935"/>
                  </a:lnTo>
                  <a:lnTo>
                    <a:pt x="3622486" y="1604964"/>
                  </a:lnTo>
                  <a:lnTo>
                    <a:pt x="3696573" y="1605702"/>
                  </a:lnTo>
                  <a:lnTo>
                    <a:pt x="3771020" y="1606147"/>
                  </a:lnTo>
                  <a:lnTo>
                    <a:pt x="3845814" y="1606295"/>
                  </a:lnTo>
                  <a:lnTo>
                    <a:pt x="3920607" y="1606147"/>
                  </a:lnTo>
                  <a:lnTo>
                    <a:pt x="3995054" y="1605702"/>
                  </a:lnTo>
                  <a:lnTo>
                    <a:pt x="4069141" y="1604964"/>
                  </a:lnTo>
                  <a:lnTo>
                    <a:pt x="4142856" y="1603935"/>
                  </a:lnTo>
                  <a:lnTo>
                    <a:pt x="4216185" y="1602619"/>
                  </a:lnTo>
                  <a:lnTo>
                    <a:pt x="4289116" y="1601017"/>
                  </a:lnTo>
                  <a:lnTo>
                    <a:pt x="4361636" y="1599133"/>
                  </a:lnTo>
                  <a:lnTo>
                    <a:pt x="4433731" y="1596969"/>
                  </a:lnTo>
                  <a:lnTo>
                    <a:pt x="4505389" y="1594529"/>
                  </a:lnTo>
                  <a:lnTo>
                    <a:pt x="4576598" y="1591813"/>
                  </a:lnTo>
                  <a:lnTo>
                    <a:pt x="4647343" y="1588826"/>
                  </a:lnTo>
                  <a:lnTo>
                    <a:pt x="4717613" y="1585570"/>
                  </a:lnTo>
                  <a:lnTo>
                    <a:pt x="4787394" y="1582048"/>
                  </a:lnTo>
                  <a:lnTo>
                    <a:pt x="4856674" y="1578262"/>
                  </a:lnTo>
                  <a:lnTo>
                    <a:pt x="4925439" y="1574215"/>
                  </a:lnTo>
                  <a:lnTo>
                    <a:pt x="4993677" y="1569910"/>
                  </a:lnTo>
                  <a:lnTo>
                    <a:pt x="5061374" y="1565350"/>
                  </a:lnTo>
                  <a:lnTo>
                    <a:pt x="5128519" y="1560536"/>
                  </a:lnTo>
                  <a:lnTo>
                    <a:pt x="5195097" y="1555473"/>
                  </a:lnTo>
                  <a:lnTo>
                    <a:pt x="5261097" y="1550162"/>
                  </a:lnTo>
                  <a:lnTo>
                    <a:pt x="5326505" y="1544606"/>
                  </a:lnTo>
                  <a:lnTo>
                    <a:pt x="5391308" y="1538808"/>
                  </a:lnTo>
                  <a:lnTo>
                    <a:pt x="5455493" y="1532771"/>
                  </a:lnTo>
                  <a:lnTo>
                    <a:pt x="5519048" y="1526497"/>
                  </a:lnTo>
                  <a:lnTo>
                    <a:pt x="5581960" y="1519989"/>
                  </a:lnTo>
                  <a:lnTo>
                    <a:pt x="5644215" y="1513250"/>
                  </a:lnTo>
                  <a:lnTo>
                    <a:pt x="5705801" y="1506282"/>
                  </a:lnTo>
                  <a:lnTo>
                    <a:pt x="5766706" y="1499089"/>
                  </a:lnTo>
                  <a:lnTo>
                    <a:pt x="5826915" y="1491672"/>
                  </a:lnTo>
                  <a:lnTo>
                    <a:pt x="5886416" y="1484034"/>
                  </a:lnTo>
                  <a:lnTo>
                    <a:pt x="5945197" y="1476179"/>
                  </a:lnTo>
                  <a:lnTo>
                    <a:pt x="6003244" y="1468108"/>
                  </a:lnTo>
                  <a:lnTo>
                    <a:pt x="6060544" y="1459825"/>
                  </a:lnTo>
                  <a:lnTo>
                    <a:pt x="6117086" y="1451333"/>
                  </a:lnTo>
                  <a:lnTo>
                    <a:pt x="6172854" y="1442633"/>
                  </a:lnTo>
                  <a:lnTo>
                    <a:pt x="6227838" y="1433729"/>
                  </a:lnTo>
                  <a:lnTo>
                    <a:pt x="6282023" y="1424623"/>
                  </a:lnTo>
                  <a:lnTo>
                    <a:pt x="6335398" y="1415318"/>
                  </a:lnTo>
                  <a:lnTo>
                    <a:pt x="6387948" y="1405817"/>
                  </a:lnTo>
                  <a:lnTo>
                    <a:pt x="6439662" y="1396123"/>
                  </a:lnTo>
                  <a:lnTo>
                    <a:pt x="6490526" y="1386237"/>
                  </a:lnTo>
                  <a:lnTo>
                    <a:pt x="6540528" y="1376163"/>
                  </a:lnTo>
                  <a:lnTo>
                    <a:pt x="6589654" y="1365904"/>
                  </a:lnTo>
                  <a:lnTo>
                    <a:pt x="6637891" y="1355462"/>
                  </a:lnTo>
                  <a:lnTo>
                    <a:pt x="6685228" y="1344839"/>
                  </a:lnTo>
                  <a:lnTo>
                    <a:pt x="6731650" y="1334040"/>
                  </a:lnTo>
                  <a:lnTo>
                    <a:pt x="6777145" y="1323065"/>
                  </a:lnTo>
                  <a:lnTo>
                    <a:pt x="6821701" y="1311919"/>
                  </a:lnTo>
                  <a:lnTo>
                    <a:pt x="6865303" y="1300603"/>
                  </a:lnTo>
                  <a:lnTo>
                    <a:pt x="6907940" y="1289120"/>
                  </a:lnTo>
                  <a:lnTo>
                    <a:pt x="6949598" y="1277474"/>
                  </a:lnTo>
                  <a:lnTo>
                    <a:pt x="6990265" y="1265666"/>
                  </a:lnTo>
                  <a:lnTo>
                    <a:pt x="7029927" y="1253699"/>
                  </a:lnTo>
                  <a:lnTo>
                    <a:pt x="7068572" y="1241577"/>
                  </a:lnTo>
                  <a:lnTo>
                    <a:pt x="7106186" y="1229301"/>
                  </a:lnTo>
                  <a:lnTo>
                    <a:pt x="7142758" y="1216875"/>
                  </a:lnTo>
                  <a:lnTo>
                    <a:pt x="7212720" y="1191582"/>
                  </a:lnTo>
                  <a:lnTo>
                    <a:pt x="7278355" y="1165720"/>
                  </a:lnTo>
                  <a:lnTo>
                    <a:pt x="7339560" y="1139309"/>
                  </a:lnTo>
                  <a:lnTo>
                    <a:pt x="7396232" y="1112371"/>
                  </a:lnTo>
                  <a:lnTo>
                    <a:pt x="7448267" y="1084928"/>
                  </a:lnTo>
                  <a:lnTo>
                    <a:pt x="7495562" y="1057002"/>
                  </a:lnTo>
                  <a:lnTo>
                    <a:pt x="7538014" y="1028614"/>
                  </a:lnTo>
                  <a:lnTo>
                    <a:pt x="7575520" y="999785"/>
                  </a:lnTo>
                  <a:lnTo>
                    <a:pt x="7607978" y="970537"/>
                  </a:lnTo>
                  <a:lnTo>
                    <a:pt x="7635282" y="940892"/>
                  </a:lnTo>
                  <a:lnTo>
                    <a:pt x="7666353" y="895726"/>
                  </a:lnTo>
                  <a:lnTo>
                    <a:pt x="7685251" y="849787"/>
                  </a:lnTo>
                  <a:lnTo>
                    <a:pt x="7691628" y="803147"/>
                  </a:lnTo>
                  <a:lnTo>
                    <a:pt x="7690915" y="787526"/>
                  </a:lnTo>
                  <a:lnTo>
                    <a:pt x="7680326" y="741107"/>
                  </a:lnTo>
                  <a:lnTo>
                    <a:pt x="7657332" y="695414"/>
                  </a:lnTo>
                  <a:lnTo>
                    <a:pt x="7622280" y="650518"/>
                  </a:lnTo>
                  <a:lnTo>
                    <a:pt x="7592387" y="621067"/>
                  </a:lnTo>
                  <a:lnTo>
                    <a:pt x="7557392" y="592025"/>
                  </a:lnTo>
                  <a:lnTo>
                    <a:pt x="7517400" y="563412"/>
                  </a:lnTo>
                  <a:lnTo>
                    <a:pt x="7472513" y="535251"/>
                  </a:lnTo>
                  <a:lnTo>
                    <a:pt x="7422835" y="507563"/>
                  </a:lnTo>
                  <a:lnTo>
                    <a:pt x="7368469" y="480369"/>
                  </a:lnTo>
                  <a:lnTo>
                    <a:pt x="7309518" y="453692"/>
                  </a:lnTo>
                  <a:lnTo>
                    <a:pt x="7246085" y="427552"/>
                  </a:lnTo>
                  <a:lnTo>
                    <a:pt x="7178273" y="401971"/>
                  </a:lnTo>
                  <a:lnTo>
                    <a:pt x="7106186" y="376971"/>
                  </a:lnTo>
                  <a:lnTo>
                    <a:pt x="7068572" y="364696"/>
                  </a:lnTo>
                  <a:lnTo>
                    <a:pt x="7029927" y="352573"/>
                  </a:lnTo>
                  <a:lnTo>
                    <a:pt x="6990265" y="340607"/>
                  </a:lnTo>
                  <a:lnTo>
                    <a:pt x="6949598" y="328799"/>
                  </a:lnTo>
                  <a:lnTo>
                    <a:pt x="6907940" y="317153"/>
                  </a:lnTo>
                  <a:lnTo>
                    <a:pt x="6865303" y="305671"/>
                  </a:lnTo>
                  <a:lnTo>
                    <a:pt x="6821701" y="294355"/>
                  </a:lnTo>
                  <a:lnTo>
                    <a:pt x="6777145" y="283209"/>
                  </a:lnTo>
                  <a:lnTo>
                    <a:pt x="6731650" y="272235"/>
                  </a:lnTo>
                  <a:lnTo>
                    <a:pt x="6685228" y="261435"/>
                  </a:lnTo>
                  <a:lnTo>
                    <a:pt x="6637891" y="250814"/>
                  </a:lnTo>
                  <a:lnTo>
                    <a:pt x="6589654" y="240372"/>
                  </a:lnTo>
                  <a:lnTo>
                    <a:pt x="6540528" y="230113"/>
                  </a:lnTo>
                  <a:lnTo>
                    <a:pt x="6490526" y="220040"/>
                  </a:lnTo>
                  <a:lnTo>
                    <a:pt x="6439662" y="210155"/>
                  </a:lnTo>
                  <a:lnTo>
                    <a:pt x="6387948" y="200460"/>
                  </a:lnTo>
                  <a:lnTo>
                    <a:pt x="6335398" y="190960"/>
                  </a:lnTo>
                  <a:lnTo>
                    <a:pt x="6282023" y="181656"/>
                  </a:lnTo>
                  <a:lnTo>
                    <a:pt x="6227838" y="172550"/>
                  </a:lnTo>
                  <a:lnTo>
                    <a:pt x="6172854" y="163647"/>
                  </a:lnTo>
                  <a:lnTo>
                    <a:pt x="6117086" y="154948"/>
                  </a:lnTo>
                  <a:lnTo>
                    <a:pt x="6060544" y="146456"/>
                  </a:lnTo>
                  <a:lnTo>
                    <a:pt x="6003244" y="138173"/>
                  </a:lnTo>
                  <a:lnTo>
                    <a:pt x="5945197" y="130103"/>
                  </a:lnTo>
                  <a:lnTo>
                    <a:pt x="5886416" y="122249"/>
                  </a:lnTo>
                  <a:lnTo>
                    <a:pt x="5826915" y="114612"/>
                  </a:lnTo>
                  <a:lnTo>
                    <a:pt x="5766706" y="107195"/>
                  </a:lnTo>
                  <a:lnTo>
                    <a:pt x="5705801" y="100002"/>
                  </a:lnTo>
                  <a:lnTo>
                    <a:pt x="5644215" y="93035"/>
                  </a:lnTo>
                  <a:lnTo>
                    <a:pt x="5581960" y="86296"/>
                  </a:lnTo>
                  <a:lnTo>
                    <a:pt x="5519048" y="79789"/>
                  </a:lnTo>
                  <a:lnTo>
                    <a:pt x="5455493" y="73516"/>
                  </a:lnTo>
                  <a:lnTo>
                    <a:pt x="5391308" y="67479"/>
                  </a:lnTo>
                  <a:lnTo>
                    <a:pt x="5326505" y="61682"/>
                  </a:lnTo>
                  <a:lnTo>
                    <a:pt x="5261097" y="56127"/>
                  </a:lnTo>
                  <a:lnTo>
                    <a:pt x="5195097" y="50816"/>
                  </a:lnTo>
                  <a:lnTo>
                    <a:pt x="5128519" y="45753"/>
                  </a:lnTo>
                  <a:lnTo>
                    <a:pt x="5061374" y="40940"/>
                  </a:lnTo>
                  <a:lnTo>
                    <a:pt x="4993677" y="36380"/>
                  </a:lnTo>
                  <a:lnTo>
                    <a:pt x="4925439" y="32076"/>
                  </a:lnTo>
                  <a:lnTo>
                    <a:pt x="4856674" y="28029"/>
                  </a:lnTo>
                  <a:lnTo>
                    <a:pt x="4787394" y="24244"/>
                  </a:lnTo>
                  <a:lnTo>
                    <a:pt x="4717613" y="20722"/>
                  </a:lnTo>
                  <a:lnTo>
                    <a:pt x="4647343" y="17466"/>
                  </a:lnTo>
                  <a:lnTo>
                    <a:pt x="4576598" y="14480"/>
                  </a:lnTo>
                  <a:lnTo>
                    <a:pt x="4505389" y="11765"/>
                  </a:lnTo>
                  <a:lnTo>
                    <a:pt x="4433731" y="9324"/>
                  </a:lnTo>
                  <a:lnTo>
                    <a:pt x="4361636" y="7161"/>
                  </a:lnTo>
                  <a:lnTo>
                    <a:pt x="4289116" y="5277"/>
                  </a:lnTo>
                  <a:lnTo>
                    <a:pt x="4216185" y="3676"/>
                  </a:lnTo>
                  <a:lnTo>
                    <a:pt x="4142856" y="2359"/>
                  </a:lnTo>
                  <a:lnTo>
                    <a:pt x="4069141" y="1331"/>
                  </a:lnTo>
                  <a:lnTo>
                    <a:pt x="3995054" y="593"/>
                  </a:lnTo>
                  <a:lnTo>
                    <a:pt x="3920607" y="148"/>
                  </a:lnTo>
                  <a:lnTo>
                    <a:pt x="3845814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56460" y="1106424"/>
              <a:ext cx="7691755" cy="1537970"/>
            </a:xfrm>
            <a:custGeom>
              <a:avLst/>
              <a:gdLst/>
              <a:ahLst/>
              <a:cxnLst/>
              <a:rect l="l" t="t" r="r" b="b"/>
              <a:pathLst>
                <a:path w="7691755" h="1537970">
                  <a:moveTo>
                    <a:pt x="7691628" y="0"/>
                  </a:moveTo>
                  <a:lnTo>
                    <a:pt x="0" y="0"/>
                  </a:lnTo>
                  <a:lnTo>
                    <a:pt x="0" y="1537715"/>
                  </a:lnTo>
                  <a:lnTo>
                    <a:pt x="7691628" y="1537715"/>
                  </a:lnTo>
                  <a:lnTo>
                    <a:pt x="7691628" y="0"/>
                  </a:lnTo>
                  <a:close/>
                </a:path>
              </a:pathLst>
            </a:custGeom>
            <a:solidFill>
              <a:srgbClr val="4471C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2147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obj2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226" y="1874266"/>
            <a:ext cx="1120775" cy="575310"/>
            <a:chOff x="3840226" y="1874266"/>
            <a:chExt cx="1120775" cy="575310"/>
          </a:xfrm>
        </p:grpSpPr>
        <p:sp>
          <p:nvSpPr>
            <p:cNvPr id="13" name="object 13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4657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7" name="object 17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7544" y="200291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21" name="object 21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4311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35797" y="1273810"/>
            <a:ext cx="1120775" cy="575310"/>
            <a:chOff x="8035797" y="1273810"/>
            <a:chExt cx="1120775" cy="575310"/>
          </a:xfrm>
        </p:grpSpPr>
        <p:sp>
          <p:nvSpPr>
            <p:cNvPr id="25" name="object 25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042147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sameCar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29" name="object 2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4657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33" name="object 3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447544" y="140246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7" name="object 37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41" name="object 41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64311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41365" y="4971160"/>
            <a:ext cx="1605280" cy="783590"/>
            <a:chOff x="5841365" y="4971160"/>
            <a:chExt cx="1605280" cy="78359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4540" y="4974335"/>
              <a:ext cx="1598676" cy="77723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844540" y="4974335"/>
              <a:ext cx="1598930" cy="777240"/>
            </a:xfrm>
            <a:custGeom>
              <a:avLst/>
              <a:gdLst/>
              <a:ahLst/>
              <a:cxnLst/>
              <a:rect l="l" t="t" r="r" b="b"/>
              <a:pathLst>
                <a:path w="1598929" h="777239">
                  <a:moveTo>
                    <a:pt x="0" y="388619"/>
                  </a:moveTo>
                  <a:lnTo>
                    <a:pt x="9501" y="328518"/>
                  </a:lnTo>
                  <a:lnTo>
                    <a:pt x="37057" y="271319"/>
                  </a:lnTo>
                  <a:lnTo>
                    <a:pt x="81247" y="217714"/>
                  </a:lnTo>
                  <a:lnTo>
                    <a:pt x="140648" y="168394"/>
                  </a:lnTo>
                  <a:lnTo>
                    <a:pt x="175608" y="145557"/>
                  </a:lnTo>
                  <a:lnTo>
                    <a:pt x="213838" y="124051"/>
                  </a:lnTo>
                  <a:lnTo>
                    <a:pt x="255160" y="103961"/>
                  </a:lnTo>
                  <a:lnTo>
                    <a:pt x="299397" y="85375"/>
                  </a:lnTo>
                  <a:lnTo>
                    <a:pt x="346369" y="68378"/>
                  </a:lnTo>
                  <a:lnTo>
                    <a:pt x="395901" y="53057"/>
                  </a:lnTo>
                  <a:lnTo>
                    <a:pt x="447813" y="39499"/>
                  </a:lnTo>
                  <a:lnTo>
                    <a:pt x="501929" y="27790"/>
                  </a:lnTo>
                  <a:lnTo>
                    <a:pt x="558071" y="18016"/>
                  </a:lnTo>
                  <a:lnTo>
                    <a:pt x="616060" y="10263"/>
                  </a:lnTo>
                  <a:lnTo>
                    <a:pt x="675719" y="4619"/>
                  </a:lnTo>
                  <a:lnTo>
                    <a:pt x="736871" y="1169"/>
                  </a:lnTo>
                  <a:lnTo>
                    <a:pt x="799338" y="0"/>
                  </a:lnTo>
                  <a:lnTo>
                    <a:pt x="861804" y="1169"/>
                  </a:lnTo>
                  <a:lnTo>
                    <a:pt x="922956" y="4619"/>
                  </a:lnTo>
                  <a:lnTo>
                    <a:pt x="982615" y="10263"/>
                  </a:lnTo>
                  <a:lnTo>
                    <a:pt x="1040604" y="18016"/>
                  </a:lnTo>
                  <a:lnTo>
                    <a:pt x="1096746" y="27790"/>
                  </a:lnTo>
                  <a:lnTo>
                    <a:pt x="1150862" y="39499"/>
                  </a:lnTo>
                  <a:lnTo>
                    <a:pt x="1202774" y="53057"/>
                  </a:lnTo>
                  <a:lnTo>
                    <a:pt x="1252306" y="68378"/>
                  </a:lnTo>
                  <a:lnTo>
                    <a:pt x="1299278" y="85375"/>
                  </a:lnTo>
                  <a:lnTo>
                    <a:pt x="1343515" y="103961"/>
                  </a:lnTo>
                  <a:lnTo>
                    <a:pt x="1384837" y="124051"/>
                  </a:lnTo>
                  <a:lnTo>
                    <a:pt x="1423067" y="145557"/>
                  </a:lnTo>
                  <a:lnTo>
                    <a:pt x="1458027" y="168394"/>
                  </a:lnTo>
                  <a:lnTo>
                    <a:pt x="1489540" y="192475"/>
                  </a:lnTo>
                  <a:lnTo>
                    <a:pt x="1541513" y="244024"/>
                  </a:lnTo>
                  <a:lnTo>
                    <a:pt x="1577564" y="299512"/>
                  </a:lnTo>
                  <a:lnTo>
                    <a:pt x="1596271" y="358249"/>
                  </a:lnTo>
                  <a:lnTo>
                    <a:pt x="1598676" y="388619"/>
                  </a:lnTo>
                  <a:lnTo>
                    <a:pt x="1596271" y="418990"/>
                  </a:lnTo>
                  <a:lnTo>
                    <a:pt x="1577564" y="477727"/>
                  </a:lnTo>
                  <a:lnTo>
                    <a:pt x="1541513" y="533215"/>
                  </a:lnTo>
                  <a:lnTo>
                    <a:pt x="1489540" y="584764"/>
                  </a:lnTo>
                  <a:lnTo>
                    <a:pt x="1458027" y="608845"/>
                  </a:lnTo>
                  <a:lnTo>
                    <a:pt x="1423067" y="631682"/>
                  </a:lnTo>
                  <a:lnTo>
                    <a:pt x="1384837" y="653188"/>
                  </a:lnTo>
                  <a:lnTo>
                    <a:pt x="1343515" y="673278"/>
                  </a:lnTo>
                  <a:lnTo>
                    <a:pt x="1299278" y="691864"/>
                  </a:lnTo>
                  <a:lnTo>
                    <a:pt x="1252306" y="708861"/>
                  </a:lnTo>
                  <a:lnTo>
                    <a:pt x="1202774" y="724182"/>
                  </a:lnTo>
                  <a:lnTo>
                    <a:pt x="1150862" y="737740"/>
                  </a:lnTo>
                  <a:lnTo>
                    <a:pt x="1096746" y="749449"/>
                  </a:lnTo>
                  <a:lnTo>
                    <a:pt x="1040604" y="759223"/>
                  </a:lnTo>
                  <a:lnTo>
                    <a:pt x="982615" y="766976"/>
                  </a:lnTo>
                  <a:lnTo>
                    <a:pt x="922956" y="772620"/>
                  </a:lnTo>
                  <a:lnTo>
                    <a:pt x="861804" y="776070"/>
                  </a:lnTo>
                  <a:lnTo>
                    <a:pt x="799338" y="777239"/>
                  </a:lnTo>
                  <a:lnTo>
                    <a:pt x="736871" y="776070"/>
                  </a:lnTo>
                  <a:lnTo>
                    <a:pt x="675719" y="772620"/>
                  </a:lnTo>
                  <a:lnTo>
                    <a:pt x="616060" y="766976"/>
                  </a:lnTo>
                  <a:lnTo>
                    <a:pt x="558071" y="759223"/>
                  </a:lnTo>
                  <a:lnTo>
                    <a:pt x="501929" y="749449"/>
                  </a:lnTo>
                  <a:lnTo>
                    <a:pt x="447813" y="737740"/>
                  </a:lnTo>
                  <a:lnTo>
                    <a:pt x="395901" y="724182"/>
                  </a:lnTo>
                  <a:lnTo>
                    <a:pt x="346369" y="708861"/>
                  </a:lnTo>
                  <a:lnTo>
                    <a:pt x="299397" y="691864"/>
                  </a:lnTo>
                  <a:lnTo>
                    <a:pt x="255160" y="673278"/>
                  </a:lnTo>
                  <a:lnTo>
                    <a:pt x="213838" y="653188"/>
                  </a:lnTo>
                  <a:lnTo>
                    <a:pt x="175608" y="631682"/>
                  </a:lnTo>
                  <a:lnTo>
                    <a:pt x="140648" y="608845"/>
                  </a:lnTo>
                  <a:lnTo>
                    <a:pt x="109135" y="584764"/>
                  </a:lnTo>
                  <a:lnTo>
                    <a:pt x="57162" y="533215"/>
                  </a:lnTo>
                  <a:lnTo>
                    <a:pt x="21111" y="477727"/>
                  </a:lnTo>
                  <a:lnTo>
                    <a:pt x="2404" y="418990"/>
                  </a:lnTo>
                  <a:lnTo>
                    <a:pt x="0" y="388619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181471" y="5107685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(citron,d3)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237734" y="1874266"/>
            <a:ext cx="3132455" cy="3100070"/>
            <a:chOff x="5237734" y="1874266"/>
            <a:chExt cx="3132455" cy="3100070"/>
          </a:xfrm>
        </p:grpSpPr>
        <p:sp>
          <p:nvSpPr>
            <p:cNvPr id="49" name="object 49"/>
            <p:cNvSpPr/>
            <p:nvPr/>
          </p:nvSpPr>
          <p:spPr>
            <a:xfrm>
              <a:off x="6688582" y="2518409"/>
              <a:ext cx="1681480" cy="2456180"/>
            </a:xfrm>
            <a:custGeom>
              <a:avLst/>
              <a:gdLst/>
              <a:ahLst/>
              <a:cxnLst/>
              <a:rect l="l" t="t" r="r" b="b"/>
              <a:pathLst>
                <a:path w="1681479" h="2456179">
                  <a:moveTo>
                    <a:pt x="278257" y="10795"/>
                  </a:moveTo>
                  <a:lnTo>
                    <a:pt x="240284" y="7493"/>
                  </a:lnTo>
                  <a:lnTo>
                    <a:pt x="37884" y="2278469"/>
                  </a:lnTo>
                  <a:lnTo>
                    <a:pt x="0" y="2275078"/>
                  </a:lnTo>
                  <a:lnTo>
                    <a:pt x="46736" y="2393950"/>
                  </a:lnTo>
                  <a:lnTo>
                    <a:pt x="104152" y="2300859"/>
                  </a:lnTo>
                  <a:lnTo>
                    <a:pt x="113792" y="2285238"/>
                  </a:lnTo>
                  <a:lnTo>
                    <a:pt x="75857" y="2281859"/>
                  </a:lnTo>
                  <a:lnTo>
                    <a:pt x="278257" y="10795"/>
                  </a:lnTo>
                  <a:close/>
                </a:path>
                <a:path w="1681479" h="2456179">
                  <a:moveTo>
                    <a:pt x="1681353" y="18288"/>
                  </a:moveTo>
                  <a:lnTo>
                    <a:pt x="1647952" y="0"/>
                  </a:lnTo>
                  <a:lnTo>
                    <a:pt x="374078" y="2346236"/>
                  </a:lnTo>
                  <a:lnTo>
                    <a:pt x="340614" y="2328037"/>
                  </a:lnTo>
                  <a:lnTo>
                    <a:pt x="336296" y="2455799"/>
                  </a:lnTo>
                  <a:lnTo>
                    <a:pt x="441071" y="2382647"/>
                  </a:lnTo>
                  <a:lnTo>
                    <a:pt x="438264" y="2381123"/>
                  </a:lnTo>
                  <a:lnTo>
                    <a:pt x="407581" y="2364448"/>
                  </a:lnTo>
                  <a:lnTo>
                    <a:pt x="1681353" y="18288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118741" y="3209035"/>
            <a:ext cx="242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1478280" algn="l"/>
                <a:tab pos="1744980" algn="l"/>
              </a:tabLst>
            </a:pP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newCar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95" dirty="0">
                <a:latin typeface="Trebuchet MS"/>
                <a:cs typeface="Trebuchet MS"/>
              </a:rPr>
              <a:t>null;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585457" y="3330321"/>
            <a:ext cx="557530" cy="581660"/>
            <a:chOff x="6585457" y="3330321"/>
            <a:chExt cx="557530" cy="581660"/>
          </a:xfrm>
        </p:grpSpPr>
        <p:sp>
          <p:nvSpPr>
            <p:cNvPr id="55" name="object 55"/>
            <p:cNvSpPr/>
            <p:nvPr/>
          </p:nvSpPr>
          <p:spPr>
            <a:xfrm>
              <a:off x="6591807" y="3336671"/>
              <a:ext cx="544830" cy="568960"/>
            </a:xfrm>
            <a:custGeom>
              <a:avLst/>
              <a:gdLst/>
              <a:ahLst/>
              <a:cxnLst/>
              <a:rect l="l" t="t" r="r" b="b"/>
              <a:pathLst>
                <a:path w="544829" h="568960">
                  <a:moveTo>
                    <a:pt x="408559" y="0"/>
                  </a:moveTo>
                  <a:lnTo>
                    <a:pt x="272288" y="147827"/>
                  </a:lnTo>
                  <a:lnTo>
                    <a:pt x="136017" y="0"/>
                  </a:lnTo>
                  <a:lnTo>
                    <a:pt x="0" y="125221"/>
                  </a:lnTo>
                  <a:lnTo>
                    <a:pt x="146558" y="284352"/>
                  </a:lnTo>
                  <a:lnTo>
                    <a:pt x="0" y="443483"/>
                  </a:lnTo>
                  <a:lnTo>
                    <a:pt x="136017" y="568705"/>
                  </a:lnTo>
                  <a:lnTo>
                    <a:pt x="272288" y="420877"/>
                  </a:lnTo>
                  <a:lnTo>
                    <a:pt x="408559" y="568705"/>
                  </a:lnTo>
                  <a:lnTo>
                    <a:pt x="544576" y="443483"/>
                  </a:lnTo>
                  <a:lnTo>
                    <a:pt x="398018" y="284352"/>
                  </a:lnTo>
                  <a:lnTo>
                    <a:pt x="544576" y="125221"/>
                  </a:lnTo>
                  <a:lnTo>
                    <a:pt x="4085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91807" y="3336671"/>
              <a:ext cx="544830" cy="568960"/>
            </a:xfrm>
            <a:custGeom>
              <a:avLst/>
              <a:gdLst/>
              <a:ahLst/>
              <a:cxnLst/>
              <a:rect l="l" t="t" r="r" b="b"/>
              <a:pathLst>
                <a:path w="544829" h="568960">
                  <a:moveTo>
                    <a:pt x="0" y="125221"/>
                  </a:moveTo>
                  <a:lnTo>
                    <a:pt x="136017" y="0"/>
                  </a:lnTo>
                  <a:lnTo>
                    <a:pt x="272288" y="147827"/>
                  </a:lnTo>
                  <a:lnTo>
                    <a:pt x="408559" y="0"/>
                  </a:lnTo>
                  <a:lnTo>
                    <a:pt x="544576" y="125221"/>
                  </a:lnTo>
                  <a:lnTo>
                    <a:pt x="398018" y="284352"/>
                  </a:lnTo>
                  <a:lnTo>
                    <a:pt x="544576" y="443483"/>
                  </a:lnTo>
                  <a:lnTo>
                    <a:pt x="408559" y="568705"/>
                  </a:lnTo>
                  <a:lnTo>
                    <a:pt x="272288" y="420877"/>
                  </a:lnTo>
                  <a:lnTo>
                    <a:pt x="136017" y="568705"/>
                  </a:lnTo>
                  <a:lnTo>
                    <a:pt x="0" y="443483"/>
                  </a:lnTo>
                  <a:lnTo>
                    <a:pt x="146558" y="284352"/>
                  </a:lnTo>
                  <a:lnTo>
                    <a:pt x="0" y="125221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34</a:t>
            </a:fld>
            <a:endParaRPr spc="-25" dirty="0"/>
          </a:p>
        </p:txBody>
      </p:sp>
      <p:sp>
        <p:nvSpPr>
          <p:cNvPr id="60" name="Titre 1">
            <a:extLst>
              <a:ext uri="{FF2B5EF4-FFF2-40B4-BE49-F238E27FC236}">
                <a16:creationId xmlns:a16="http://schemas.microsoft.com/office/drawing/2014/main" id="{7E3FA858-90DC-6226-D3DC-4F72C69455E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156460" y="1106424"/>
            <a:ext cx="7691755" cy="4924425"/>
            <a:chOff x="2156460" y="1106424"/>
            <a:chExt cx="7691755" cy="4924425"/>
          </a:xfrm>
        </p:grpSpPr>
        <p:sp>
          <p:nvSpPr>
            <p:cNvPr id="5" name="object 5"/>
            <p:cNvSpPr/>
            <p:nvPr/>
          </p:nvSpPr>
          <p:spPr>
            <a:xfrm>
              <a:off x="2156460" y="4424171"/>
              <a:ext cx="7691755" cy="1606550"/>
            </a:xfrm>
            <a:custGeom>
              <a:avLst/>
              <a:gdLst/>
              <a:ahLst/>
              <a:cxnLst/>
              <a:rect l="l" t="t" r="r" b="b"/>
              <a:pathLst>
                <a:path w="7691755" h="1606550">
                  <a:moveTo>
                    <a:pt x="3845814" y="0"/>
                  </a:moveTo>
                  <a:lnTo>
                    <a:pt x="3771020" y="148"/>
                  </a:lnTo>
                  <a:lnTo>
                    <a:pt x="3696573" y="593"/>
                  </a:lnTo>
                  <a:lnTo>
                    <a:pt x="3622486" y="1331"/>
                  </a:lnTo>
                  <a:lnTo>
                    <a:pt x="3548771" y="2359"/>
                  </a:lnTo>
                  <a:lnTo>
                    <a:pt x="3475442" y="3676"/>
                  </a:lnTo>
                  <a:lnTo>
                    <a:pt x="3402511" y="5277"/>
                  </a:lnTo>
                  <a:lnTo>
                    <a:pt x="3329991" y="7161"/>
                  </a:lnTo>
                  <a:lnTo>
                    <a:pt x="3257896" y="9324"/>
                  </a:lnTo>
                  <a:lnTo>
                    <a:pt x="3186238" y="11765"/>
                  </a:lnTo>
                  <a:lnTo>
                    <a:pt x="3115029" y="14480"/>
                  </a:lnTo>
                  <a:lnTo>
                    <a:pt x="3044284" y="17466"/>
                  </a:lnTo>
                  <a:lnTo>
                    <a:pt x="2974014" y="20722"/>
                  </a:lnTo>
                  <a:lnTo>
                    <a:pt x="2904233" y="24244"/>
                  </a:lnTo>
                  <a:lnTo>
                    <a:pt x="2834953" y="28029"/>
                  </a:lnTo>
                  <a:lnTo>
                    <a:pt x="2766188" y="32076"/>
                  </a:lnTo>
                  <a:lnTo>
                    <a:pt x="2697950" y="36380"/>
                  </a:lnTo>
                  <a:lnTo>
                    <a:pt x="2630253" y="40940"/>
                  </a:lnTo>
                  <a:lnTo>
                    <a:pt x="2563108" y="45753"/>
                  </a:lnTo>
                  <a:lnTo>
                    <a:pt x="2496530" y="50816"/>
                  </a:lnTo>
                  <a:lnTo>
                    <a:pt x="2430530" y="56127"/>
                  </a:lnTo>
                  <a:lnTo>
                    <a:pt x="2365122" y="61682"/>
                  </a:lnTo>
                  <a:lnTo>
                    <a:pt x="2300319" y="67479"/>
                  </a:lnTo>
                  <a:lnTo>
                    <a:pt x="2236134" y="73516"/>
                  </a:lnTo>
                  <a:lnTo>
                    <a:pt x="2172579" y="79789"/>
                  </a:lnTo>
                  <a:lnTo>
                    <a:pt x="2109667" y="86296"/>
                  </a:lnTo>
                  <a:lnTo>
                    <a:pt x="2047412" y="93035"/>
                  </a:lnTo>
                  <a:lnTo>
                    <a:pt x="1985826" y="100002"/>
                  </a:lnTo>
                  <a:lnTo>
                    <a:pt x="1924921" y="107195"/>
                  </a:lnTo>
                  <a:lnTo>
                    <a:pt x="1864712" y="114612"/>
                  </a:lnTo>
                  <a:lnTo>
                    <a:pt x="1805211" y="122249"/>
                  </a:lnTo>
                  <a:lnTo>
                    <a:pt x="1746430" y="130103"/>
                  </a:lnTo>
                  <a:lnTo>
                    <a:pt x="1688383" y="138173"/>
                  </a:lnTo>
                  <a:lnTo>
                    <a:pt x="1631083" y="146456"/>
                  </a:lnTo>
                  <a:lnTo>
                    <a:pt x="1574541" y="154948"/>
                  </a:lnTo>
                  <a:lnTo>
                    <a:pt x="1518773" y="163647"/>
                  </a:lnTo>
                  <a:lnTo>
                    <a:pt x="1463789" y="172550"/>
                  </a:lnTo>
                  <a:lnTo>
                    <a:pt x="1409604" y="181656"/>
                  </a:lnTo>
                  <a:lnTo>
                    <a:pt x="1356229" y="190960"/>
                  </a:lnTo>
                  <a:lnTo>
                    <a:pt x="1303679" y="200460"/>
                  </a:lnTo>
                  <a:lnTo>
                    <a:pt x="1251965" y="210155"/>
                  </a:lnTo>
                  <a:lnTo>
                    <a:pt x="1201101" y="220040"/>
                  </a:lnTo>
                  <a:lnTo>
                    <a:pt x="1151099" y="230113"/>
                  </a:lnTo>
                  <a:lnTo>
                    <a:pt x="1101973" y="240372"/>
                  </a:lnTo>
                  <a:lnTo>
                    <a:pt x="1053736" y="250814"/>
                  </a:lnTo>
                  <a:lnTo>
                    <a:pt x="1006399" y="261435"/>
                  </a:lnTo>
                  <a:lnTo>
                    <a:pt x="959977" y="272235"/>
                  </a:lnTo>
                  <a:lnTo>
                    <a:pt x="914482" y="283209"/>
                  </a:lnTo>
                  <a:lnTo>
                    <a:pt x="869926" y="294355"/>
                  </a:lnTo>
                  <a:lnTo>
                    <a:pt x="826324" y="305671"/>
                  </a:lnTo>
                  <a:lnTo>
                    <a:pt x="783687" y="317153"/>
                  </a:lnTo>
                  <a:lnTo>
                    <a:pt x="742029" y="328799"/>
                  </a:lnTo>
                  <a:lnTo>
                    <a:pt x="701362" y="340607"/>
                  </a:lnTo>
                  <a:lnTo>
                    <a:pt x="661700" y="352573"/>
                  </a:lnTo>
                  <a:lnTo>
                    <a:pt x="623055" y="364696"/>
                  </a:lnTo>
                  <a:lnTo>
                    <a:pt x="585441" y="376971"/>
                  </a:lnTo>
                  <a:lnTo>
                    <a:pt x="548869" y="389397"/>
                  </a:lnTo>
                  <a:lnTo>
                    <a:pt x="478907" y="414690"/>
                  </a:lnTo>
                  <a:lnTo>
                    <a:pt x="413272" y="440553"/>
                  </a:lnTo>
                  <a:lnTo>
                    <a:pt x="352067" y="466964"/>
                  </a:lnTo>
                  <a:lnTo>
                    <a:pt x="295395" y="493903"/>
                  </a:lnTo>
                  <a:lnTo>
                    <a:pt x="243360" y="521346"/>
                  </a:lnTo>
                  <a:lnTo>
                    <a:pt x="196065" y="549273"/>
                  </a:lnTo>
                  <a:lnTo>
                    <a:pt x="153613" y="577663"/>
                  </a:lnTo>
                  <a:lnTo>
                    <a:pt x="116107" y="606494"/>
                  </a:lnTo>
                  <a:lnTo>
                    <a:pt x="83649" y="635743"/>
                  </a:lnTo>
                  <a:lnTo>
                    <a:pt x="56345" y="665390"/>
                  </a:lnTo>
                  <a:lnTo>
                    <a:pt x="25274" y="710560"/>
                  </a:lnTo>
                  <a:lnTo>
                    <a:pt x="6376" y="756503"/>
                  </a:lnTo>
                  <a:lnTo>
                    <a:pt x="0" y="803147"/>
                  </a:lnTo>
                  <a:lnTo>
                    <a:pt x="712" y="818767"/>
                  </a:lnTo>
                  <a:lnTo>
                    <a:pt x="11301" y="865181"/>
                  </a:lnTo>
                  <a:lnTo>
                    <a:pt x="34295" y="910871"/>
                  </a:lnTo>
                  <a:lnTo>
                    <a:pt x="69347" y="955763"/>
                  </a:lnTo>
                  <a:lnTo>
                    <a:pt x="99240" y="985212"/>
                  </a:lnTo>
                  <a:lnTo>
                    <a:pt x="134235" y="1014253"/>
                  </a:lnTo>
                  <a:lnTo>
                    <a:pt x="174227" y="1042864"/>
                  </a:lnTo>
                  <a:lnTo>
                    <a:pt x="219114" y="1071024"/>
                  </a:lnTo>
                  <a:lnTo>
                    <a:pt x="268792" y="1098711"/>
                  </a:lnTo>
                  <a:lnTo>
                    <a:pt x="323158" y="1125904"/>
                  </a:lnTo>
                  <a:lnTo>
                    <a:pt x="382109" y="1152581"/>
                  </a:lnTo>
                  <a:lnTo>
                    <a:pt x="445542" y="1178721"/>
                  </a:lnTo>
                  <a:lnTo>
                    <a:pt x="513354" y="1204301"/>
                  </a:lnTo>
                  <a:lnTo>
                    <a:pt x="585441" y="1229301"/>
                  </a:lnTo>
                  <a:lnTo>
                    <a:pt x="623055" y="1241577"/>
                  </a:lnTo>
                  <a:lnTo>
                    <a:pt x="661700" y="1253699"/>
                  </a:lnTo>
                  <a:lnTo>
                    <a:pt x="701362" y="1265666"/>
                  </a:lnTo>
                  <a:lnTo>
                    <a:pt x="742029" y="1277474"/>
                  </a:lnTo>
                  <a:lnTo>
                    <a:pt x="783687" y="1289120"/>
                  </a:lnTo>
                  <a:lnTo>
                    <a:pt x="826324" y="1300603"/>
                  </a:lnTo>
                  <a:lnTo>
                    <a:pt x="869926" y="1311919"/>
                  </a:lnTo>
                  <a:lnTo>
                    <a:pt x="914482" y="1323065"/>
                  </a:lnTo>
                  <a:lnTo>
                    <a:pt x="959977" y="1334040"/>
                  </a:lnTo>
                  <a:lnTo>
                    <a:pt x="1006399" y="1344839"/>
                  </a:lnTo>
                  <a:lnTo>
                    <a:pt x="1053736" y="1355462"/>
                  </a:lnTo>
                  <a:lnTo>
                    <a:pt x="1101973" y="1365904"/>
                  </a:lnTo>
                  <a:lnTo>
                    <a:pt x="1151099" y="1376163"/>
                  </a:lnTo>
                  <a:lnTo>
                    <a:pt x="1201101" y="1386237"/>
                  </a:lnTo>
                  <a:lnTo>
                    <a:pt x="1251965" y="1396123"/>
                  </a:lnTo>
                  <a:lnTo>
                    <a:pt x="1303679" y="1405817"/>
                  </a:lnTo>
                  <a:lnTo>
                    <a:pt x="1356229" y="1415318"/>
                  </a:lnTo>
                  <a:lnTo>
                    <a:pt x="1409604" y="1424623"/>
                  </a:lnTo>
                  <a:lnTo>
                    <a:pt x="1463789" y="1433729"/>
                  </a:lnTo>
                  <a:lnTo>
                    <a:pt x="1518773" y="1442633"/>
                  </a:lnTo>
                  <a:lnTo>
                    <a:pt x="1574541" y="1451333"/>
                  </a:lnTo>
                  <a:lnTo>
                    <a:pt x="1631083" y="1459825"/>
                  </a:lnTo>
                  <a:lnTo>
                    <a:pt x="1688383" y="1468108"/>
                  </a:lnTo>
                  <a:lnTo>
                    <a:pt x="1746430" y="1476179"/>
                  </a:lnTo>
                  <a:lnTo>
                    <a:pt x="1805211" y="1484034"/>
                  </a:lnTo>
                  <a:lnTo>
                    <a:pt x="1864712" y="1491672"/>
                  </a:lnTo>
                  <a:lnTo>
                    <a:pt x="1924921" y="1499089"/>
                  </a:lnTo>
                  <a:lnTo>
                    <a:pt x="1985826" y="1506282"/>
                  </a:lnTo>
                  <a:lnTo>
                    <a:pt x="2047412" y="1513250"/>
                  </a:lnTo>
                  <a:lnTo>
                    <a:pt x="2109667" y="1519989"/>
                  </a:lnTo>
                  <a:lnTo>
                    <a:pt x="2172579" y="1526497"/>
                  </a:lnTo>
                  <a:lnTo>
                    <a:pt x="2236134" y="1532771"/>
                  </a:lnTo>
                  <a:lnTo>
                    <a:pt x="2300319" y="1538808"/>
                  </a:lnTo>
                  <a:lnTo>
                    <a:pt x="2365122" y="1544606"/>
                  </a:lnTo>
                  <a:lnTo>
                    <a:pt x="2430530" y="1550162"/>
                  </a:lnTo>
                  <a:lnTo>
                    <a:pt x="2496530" y="1555473"/>
                  </a:lnTo>
                  <a:lnTo>
                    <a:pt x="2563108" y="1560536"/>
                  </a:lnTo>
                  <a:lnTo>
                    <a:pt x="2630253" y="1565350"/>
                  </a:lnTo>
                  <a:lnTo>
                    <a:pt x="2697950" y="1569910"/>
                  </a:lnTo>
                  <a:lnTo>
                    <a:pt x="2766188" y="1574215"/>
                  </a:lnTo>
                  <a:lnTo>
                    <a:pt x="2834953" y="1578262"/>
                  </a:lnTo>
                  <a:lnTo>
                    <a:pt x="2904233" y="1582048"/>
                  </a:lnTo>
                  <a:lnTo>
                    <a:pt x="2974014" y="1585570"/>
                  </a:lnTo>
                  <a:lnTo>
                    <a:pt x="3044284" y="1588826"/>
                  </a:lnTo>
                  <a:lnTo>
                    <a:pt x="3115029" y="1591813"/>
                  </a:lnTo>
                  <a:lnTo>
                    <a:pt x="3186238" y="1594529"/>
                  </a:lnTo>
                  <a:lnTo>
                    <a:pt x="3257896" y="1596969"/>
                  </a:lnTo>
                  <a:lnTo>
                    <a:pt x="3329991" y="1599133"/>
                  </a:lnTo>
                  <a:lnTo>
                    <a:pt x="3402511" y="1601017"/>
                  </a:lnTo>
                  <a:lnTo>
                    <a:pt x="3475442" y="1602619"/>
                  </a:lnTo>
                  <a:lnTo>
                    <a:pt x="3548771" y="1603935"/>
                  </a:lnTo>
                  <a:lnTo>
                    <a:pt x="3622486" y="1604964"/>
                  </a:lnTo>
                  <a:lnTo>
                    <a:pt x="3696573" y="1605702"/>
                  </a:lnTo>
                  <a:lnTo>
                    <a:pt x="3771020" y="1606147"/>
                  </a:lnTo>
                  <a:lnTo>
                    <a:pt x="3845814" y="1606295"/>
                  </a:lnTo>
                  <a:lnTo>
                    <a:pt x="3920607" y="1606147"/>
                  </a:lnTo>
                  <a:lnTo>
                    <a:pt x="3995054" y="1605702"/>
                  </a:lnTo>
                  <a:lnTo>
                    <a:pt x="4069141" y="1604964"/>
                  </a:lnTo>
                  <a:lnTo>
                    <a:pt x="4142856" y="1603935"/>
                  </a:lnTo>
                  <a:lnTo>
                    <a:pt x="4216185" y="1602619"/>
                  </a:lnTo>
                  <a:lnTo>
                    <a:pt x="4289116" y="1601017"/>
                  </a:lnTo>
                  <a:lnTo>
                    <a:pt x="4361636" y="1599133"/>
                  </a:lnTo>
                  <a:lnTo>
                    <a:pt x="4433731" y="1596969"/>
                  </a:lnTo>
                  <a:lnTo>
                    <a:pt x="4505389" y="1594529"/>
                  </a:lnTo>
                  <a:lnTo>
                    <a:pt x="4576598" y="1591813"/>
                  </a:lnTo>
                  <a:lnTo>
                    <a:pt x="4647343" y="1588826"/>
                  </a:lnTo>
                  <a:lnTo>
                    <a:pt x="4717613" y="1585570"/>
                  </a:lnTo>
                  <a:lnTo>
                    <a:pt x="4787394" y="1582048"/>
                  </a:lnTo>
                  <a:lnTo>
                    <a:pt x="4856674" y="1578262"/>
                  </a:lnTo>
                  <a:lnTo>
                    <a:pt x="4925439" y="1574215"/>
                  </a:lnTo>
                  <a:lnTo>
                    <a:pt x="4993677" y="1569910"/>
                  </a:lnTo>
                  <a:lnTo>
                    <a:pt x="5061374" y="1565350"/>
                  </a:lnTo>
                  <a:lnTo>
                    <a:pt x="5128519" y="1560536"/>
                  </a:lnTo>
                  <a:lnTo>
                    <a:pt x="5195097" y="1555473"/>
                  </a:lnTo>
                  <a:lnTo>
                    <a:pt x="5261097" y="1550162"/>
                  </a:lnTo>
                  <a:lnTo>
                    <a:pt x="5326505" y="1544606"/>
                  </a:lnTo>
                  <a:lnTo>
                    <a:pt x="5391308" y="1538808"/>
                  </a:lnTo>
                  <a:lnTo>
                    <a:pt x="5455493" y="1532771"/>
                  </a:lnTo>
                  <a:lnTo>
                    <a:pt x="5519048" y="1526497"/>
                  </a:lnTo>
                  <a:lnTo>
                    <a:pt x="5581960" y="1519989"/>
                  </a:lnTo>
                  <a:lnTo>
                    <a:pt x="5644215" y="1513250"/>
                  </a:lnTo>
                  <a:lnTo>
                    <a:pt x="5705801" y="1506282"/>
                  </a:lnTo>
                  <a:lnTo>
                    <a:pt x="5766706" y="1499089"/>
                  </a:lnTo>
                  <a:lnTo>
                    <a:pt x="5826915" y="1491672"/>
                  </a:lnTo>
                  <a:lnTo>
                    <a:pt x="5886416" y="1484034"/>
                  </a:lnTo>
                  <a:lnTo>
                    <a:pt x="5945197" y="1476179"/>
                  </a:lnTo>
                  <a:lnTo>
                    <a:pt x="6003244" y="1468108"/>
                  </a:lnTo>
                  <a:lnTo>
                    <a:pt x="6060544" y="1459825"/>
                  </a:lnTo>
                  <a:lnTo>
                    <a:pt x="6117086" y="1451333"/>
                  </a:lnTo>
                  <a:lnTo>
                    <a:pt x="6172854" y="1442633"/>
                  </a:lnTo>
                  <a:lnTo>
                    <a:pt x="6227838" y="1433729"/>
                  </a:lnTo>
                  <a:lnTo>
                    <a:pt x="6282023" y="1424623"/>
                  </a:lnTo>
                  <a:lnTo>
                    <a:pt x="6335398" y="1415318"/>
                  </a:lnTo>
                  <a:lnTo>
                    <a:pt x="6387948" y="1405817"/>
                  </a:lnTo>
                  <a:lnTo>
                    <a:pt x="6439662" y="1396123"/>
                  </a:lnTo>
                  <a:lnTo>
                    <a:pt x="6490526" y="1386237"/>
                  </a:lnTo>
                  <a:lnTo>
                    <a:pt x="6540528" y="1376163"/>
                  </a:lnTo>
                  <a:lnTo>
                    <a:pt x="6589654" y="1365904"/>
                  </a:lnTo>
                  <a:lnTo>
                    <a:pt x="6637891" y="1355462"/>
                  </a:lnTo>
                  <a:lnTo>
                    <a:pt x="6685228" y="1344839"/>
                  </a:lnTo>
                  <a:lnTo>
                    <a:pt x="6731650" y="1334040"/>
                  </a:lnTo>
                  <a:lnTo>
                    <a:pt x="6777145" y="1323065"/>
                  </a:lnTo>
                  <a:lnTo>
                    <a:pt x="6821701" y="1311919"/>
                  </a:lnTo>
                  <a:lnTo>
                    <a:pt x="6865303" y="1300603"/>
                  </a:lnTo>
                  <a:lnTo>
                    <a:pt x="6907940" y="1289120"/>
                  </a:lnTo>
                  <a:lnTo>
                    <a:pt x="6949598" y="1277474"/>
                  </a:lnTo>
                  <a:lnTo>
                    <a:pt x="6990265" y="1265666"/>
                  </a:lnTo>
                  <a:lnTo>
                    <a:pt x="7029927" y="1253699"/>
                  </a:lnTo>
                  <a:lnTo>
                    <a:pt x="7068572" y="1241577"/>
                  </a:lnTo>
                  <a:lnTo>
                    <a:pt x="7106186" y="1229301"/>
                  </a:lnTo>
                  <a:lnTo>
                    <a:pt x="7142758" y="1216875"/>
                  </a:lnTo>
                  <a:lnTo>
                    <a:pt x="7212720" y="1191582"/>
                  </a:lnTo>
                  <a:lnTo>
                    <a:pt x="7278355" y="1165720"/>
                  </a:lnTo>
                  <a:lnTo>
                    <a:pt x="7339560" y="1139309"/>
                  </a:lnTo>
                  <a:lnTo>
                    <a:pt x="7396232" y="1112371"/>
                  </a:lnTo>
                  <a:lnTo>
                    <a:pt x="7448267" y="1084928"/>
                  </a:lnTo>
                  <a:lnTo>
                    <a:pt x="7495562" y="1057002"/>
                  </a:lnTo>
                  <a:lnTo>
                    <a:pt x="7538014" y="1028614"/>
                  </a:lnTo>
                  <a:lnTo>
                    <a:pt x="7575520" y="999785"/>
                  </a:lnTo>
                  <a:lnTo>
                    <a:pt x="7607978" y="970537"/>
                  </a:lnTo>
                  <a:lnTo>
                    <a:pt x="7635282" y="940892"/>
                  </a:lnTo>
                  <a:lnTo>
                    <a:pt x="7666353" y="895726"/>
                  </a:lnTo>
                  <a:lnTo>
                    <a:pt x="7685251" y="849787"/>
                  </a:lnTo>
                  <a:lnTo>
                    <a:pt x="7691628" y="803147"/>
                  </a:lnTo>
                  <a:lnTo>
                    <a:pt x="7690915" y="787526"/>
                  </a:lnTo>
                  <a:lnTo>
                    <a:pt x="7680326" y="741107"/>
                  </a:lnTo>
                  <a:lnTo>
                    <a:pt x="7657332" y="695414"/>
                  </a:lnTo>
                  <a:lnTo>
                    <a:pt x="7622280" y="650518"/>
                  </a:lnTo>
                  <a:lnTo>
                    <a:pt x="7592387" y="621067"/>
                  </a:lnTo>
                  <a:lnTo>
                    <a:pt x="7557392" y="592025"/>
                  </a:lnTo>
                  <a:lnTo>
                    <a:pt x="7517400" y="563412"/>
                  </a:lnTo>
                  <a:lnTo>
                    <a:pt x="7472513" y="535251"/>
                  </a:lnTo>
                  <a:lnTo>
                    <a:pt x="7422835" y="507563"/>
                  </a:lnTo>
                  <a:lnTo>
                    <a:pt x="7368469" y="480369"/>
                  </a:lnTo>
                  <a:lnTo>
                    <a:pt x="7309518" y="453692"/>
                  </a:lnTo>
                  <a:lnTo>
                    <a:pt x="7246085" y="427552"/>
                  </a:lnTo>
                  <a:lnTo>
                    <a:pt x="7178273" y="401971"/>
                  </a:lnTo>
                  <a:lnTo>
                    <a:pt x="7106186" y="376971"/>
                  </a:lnTo>
                  <a:lnTo>
                    <a:pt x="7068572" y="364696"/>
                  </a:lnTo>
                  <a:lnTo>
                    <a:pt x="7029927" y="352573"/>
                  </a:lnTo>
                  <a:lnTo>
                    <a:pt x="6990265" y="340607"/>
                  </a:lnTo>
                  <a:lnTo>
                    <a:pt x="6949598" y="328799"/>
                  </a:lnTo>
                  <a:lnTo>
                    <a:pt x="6907940" y="317153"/>
                  </a:lnTo>
                  <a:lnTo>
                    <a:pt x="6865303" y="305671"/>
                  </a:lnTo>
                  <a:lnTo>
                    <a:pt x="6821701" y="294355"/>
                  </a:lnTo>
                  <a:lnTo>
                    <a:pt x="6777145" y="283209"/>
                  </a:lnTo>
                  <a:lnTo>
                    <a:pt x="6731650" y="272235"/>
                  </a:lnTo>
                  <a:lnTo>
                    <a:pt x="6685228" y="261435"/>
                  </a:lnTo>
                  <a:lnTo>
                    <a:pt x="6637891" y="250814"/>
                  </a:lnTo>
                  <a:lnTo>
                    <a:pt x="6589654" y="240372"/>
                  </a:lnTo>
                  <a:lnTo>
                    <a:pt x="6540528" y="230113"/>
                  </a:lnTo>
                  <a:lnTo>
                    <a:pt x="6490526" y="220040"/>
                  </a:lnTo>
                  <a:lnTo>
                    <a:pt x="6439662" y="210155"/>
                  </a:lnTo>
                  <a:lnTo>
                    <a:pt x="6387948" y="200460"/>
                  </a:lnTo>
                  <a:lnTo>
                    <a:pt x="6335398" y="190960"/>
                  </a:lnTo>
                  <a:lnTo>
                    <a:pt x="6282023" y="181656"/>
                  </a:lnTo>
                  <a:lnTo>
                    <a:pt x="6227838" y="172550"/>
                  </a:lnTo>
                  <a:lnTo>
                    <a:pt x="6172854" y="163647"/>
                  </a:lnTo>
                  <a:lnTo>
                    <a:pt x="6117086" y="154948"/>
                  </a:lnTo>
                  <a:lnTo>
                    <a:pt x="6060544" y="146456"/>
                  </a:lnTo>
                  <a:lnTo>
                    <a:pt x="6003244" y="138173"/>
                  </a:lnTo>
                  <a:lnTo>
                    <a:pt x="5945197" y="130103"/>
                  </a:lnTo>
                  <a:lnTo>
                    <a:pt x="5886416" y="122249"/>
                  </a:lnTo>
                  <a:lnTo>
                    <a:pt x="5826915" y="114612"/>
                  </a:lnTo>
                  <a:lnTo>
                    <a:pt x="5766706" y="107195"/>
                  </a:lnTo>
                  <a:lnTo>
                    <a:pt x="5705801" y="100002"/>
                  </a:lnTo>
                  <a:lnTo>
                    <a:pt x="5644215" y="93035"/>
                  </a:lnTo>
                  <a:lnTo>
                    <a:pt x="5581960" y="86296"/>
                  </a:lnTo>
                  <a:lnTo>
                    <a:pt x="5519048" y="79789"/>
                  </a:lnTo>
                  <a:lnTo>
                    <a:pt x="5455493" y="73516"/>
                  </a:lnTo>
                  <a:lnTo>
                    <a:pt x="5391308" y="67479"/>
                  </a:lnTo>
                  <a:lnTo>
                    <a:pt x="5326505" y="61682"/>
                  </a:lnTo>
                  <a:lnTo>
                    <a:pt x="5261097" y="56127"/>
                  </a:lnTo>
                  <a:lnTo>
                    <a:pt x="5195097" y="50816"/>
                  </a:lnTo>
                  <a:lnTo>
                    <a:pt x="5128519" y="45753"/>
                  </a:lnTo>
                  <a:lnTo>
                    <a:pt x="5061374" y="40940"/>
                  </a:lnTo>
                  <a:lnTo>
                    <a:pt x="4993677" y="36380"/>
                  </a:lnTo>
                  <a:lnTo>
                    <a:pt x="4925439" y="32076"/>
                  </a:lnTo>
                  <a:lnTo>
                    <a:pt x="4856674" y="28029"/>
                  </a:lnTo>
                  <a:lnTo>
                    <a:pt x="4787394" y="24244"/>
                  </a:lnTo>
                  <a:lnTo>
                    <a:pt x="4717613" y="20722"/>
                  </a:lnTo>
                  <a:lnTo>
                    <a:pt x="4647343" y="17466"/>
                  </a:lnTo>
                  <a:lnTo>
                    <a:pt x="4576598" y="14480"/>
                  </a:lnTo>
                  <a:lnTo>
                    <a:pt x="4505389" y="11765"/>
                  </a:lnTo>
                  <a:lnTo>
                    <a:pt x="4433731" y="9324"/>
                  </a:lnTo>
                  <a:lnTo>
                    <a:pt x="4361636" y="7161"/>
                  </a:lnTo>
                  <a:lnTo>
                    <a:pt x="4289116" y="5277"/>
                  </a:lnTo>
                  <a:lnTo>
                    <a:pt x="4216185" y="3676"/>
                  </a:lnTo>
                  <a:lnTo>
                    <a:pt x="4142856" y="2359"/>
                  </a:lnTo>
                  <a:lnTo>
                    <a:pt x="4069141" y="1331"/>
                  </a:lnTo>
                  <a:lnTo>
                    <a:pt x="3995054" y="593"/>
                  </a:lnTo>
                  <a:lnTo>
                    <a:pt x="3920607" y="148"/>
                  </a:lnTo>
                  <a:lnTo>
                    <a:pt x="3845814" y="0"/>
                  </a:lnTo>
                  <a:close/>
                </a:path>
              </a:pathLst>
            </a:custGeom>
            <a:solidFill>
              <a:srgbClr val="5B9BD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56460" y="1106424"/>
              <a:ext cx="7691755" cy="1537970"/>
            </a:xfrm>
            <a:custGeom>
              <a:avLst/>
              <a:gdLst/>
              <a:ahLst/>
              <a:cxnLst/>
              <a:rect l="l" t="t" r="r" b="b"/>
              <a:pathLst>
                <a:path w="7691755" h="1537970">
                  <a:moveTo>
                    <a:pt x="7691628" y="0"/>
                  </a:moveTo>
                  <a:lnTo>
                    <a:pt x="0" y="0"/>
                  </a:lnTo>
                  <a:lnTo>
                    <a:pt x="0" y="1537715"/>
                  </a:lnTo>
                  <a:lnTo>
                    <a:pt x="7691628" y="1537715"/>
                  </a:lnTo>
                  <a:lnTo>
                    <a:pt x="7691628" y="0"/>
                  </a:lnTo>
                  <a:close/>
                </a:path>
              </a:pathLst>
            </a:custGeom>
            <a:solidFill>
              <a:srgbClr val="4471C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2147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226" y="1874266"/>
            <a:ext cx="1120775" cy="575310"/>
            <a:chOff x="3840226" y="1874266"/>
            <a:chExt cx="1120775" cy="575310"/>
          </a:xfrm>
        </p:grpSpPr>
        <p:sp>
          <p:nvSpPr>
            <p:cNvPr id="13" name="object 13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4657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7" name="object 17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7544" y="200291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21" name="object 21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43116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35797" y="1273810"/>
            <a:ext cx="1120775" cy="575310"/>
            <a:chOff x="8035797" y="1273810"/>
            <a:chExt cx="1120775" cy="575310"/>
          </a:xfrm>
        </p:grpSpPr>
        <p:sp>
          <p:nvSpPr>
            <p:cNvPr id="25" name="object 25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042147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sameCar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29" name="object 2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4657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33" name="object 3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447544" y="140246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7" name="object 37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244084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41" name="object 41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643116" y="139611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41365" y="4971160"/>
            <a:ext cx="1605280" cy="783590"/>
            <a:chOff x="5841365" y="4971160"/>
            <a:chExt cx="1605280" cy="78359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4540" y="4974335"/>
              <a:ext cx="1598676" cy="77723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844540" y="4974335"/>
              <a:ext cx="1598930" cy="777240"/>
            </a:xfrm>
            <a:custGeom>
              <a:avLst/>
              <a:gdLst/>
              <a:ahLst/>
              <a:cxnLst/>
              <a:rect l="l" t="t" r="r" b="b"/>
              <a:pathLst>
                <a:path w="1598929" h="777239">
                  <a:moveTo>
                    <a:pt x="0" y="388619"/>
                  </a:moveTo>
                  <a:lnTo>
                    <a:pt x="9501" y="328518"/>
                  </a:lnTo>
                  <a:lnTo>
                    <a:pt x="37057" y="271319"/>
                  </a:lnTo>
                  <a:lnTo>
                    <a:pt x="81247" y="217714"/>
                  </a:lnTo>
                  <a:lnTo>
                    <a:pt x="140648" y="168394"/>
                  </a:lnTo>
                  <a:lnTo>
                    <a:pt x="175608" y="145557"/>
                  </a:lnTo>
                  <a:lnTo>
                    <a:pt x="213838" y="124051"/>
                  </a:lnTo>
                  <a:lnTo>
                    <a:pt x="255160" y="103961"/>
                  </a:lnTo>
                  <a:lnTo>
                    <a:pt x="299397" y="85375"/>
                  </a:lnTo>
                  <a:lnTo>
                    <a:pt x="346369" y="68378"/>
                  </a:lnTo>
                  <a:lnTo>
                    <a:pt x="395901" y="53057"/>
                  </a:lnTo>
                  <a:lnTo>
                    <a:pt x="447813" y="39499"/>
                  </a:lnTo>
                  <a:lnTo>
                    <a:pt x="501929" y="27790"/>
                  </a:lnTo>
                  <a:lnTo>
                    <a:pt x="558071" y="18016"/>
                  </a:lnTo>
                  <a:lnTo>
                    <a:pt x="616060" y="10263"/>
                  </a:lnTo>
                  <a:lnTo>
                    <a:pt x="675719" y="4619"/>
                  </a:lnTo>
                  <a:lnTo>
                    <a:pt x="736871" y="1169"/>
                  </a:lnTo>
                  <a:lnTo>
                    <a:pt x="799338" y="0"/>
                  </a:lnTo>
                  <a:lnTo>
                    <a:pt x="861804" y="1169"/>
                  </a:lnTo>
                  <a:lnTo>
                    <a:pt x="922956" y="4619"/>
                  </a:lnTo>
                  <a:lnTo>
                    <a:pt x="982615" y="10263"/>
                  </a:lnTo>
                  <a:lnTo>
                    <a:pt x="1040604" y="18016"/>
                  </a:lnTo>
                  <a:lnTo>
                    <a:pt x="1096746" y="27790"/>
                  </a:lnTo>
                  <a:lnTo>
                    <a:pt x="1150862" y="39499"/>
                  </a:lnTo>
                  <a:lnTo>
                    <a:pt x="1202774" y="53057"/>
                  </a:lnTo>
                  <a:lnTo>
                    <a:pt x="1252306" y="68378"/>
                  </a:lnTo>
                  <a:lnTo>
                    <a:pt x="1299278" y="85375"/>
                  </a:lnTo>
                  <a:lnTo>
                    <a:pt x="1343515" y="103961"/>
                  </a:lnTo>
                  <a:lnTo>
                    <a:pt x="1384837" y="124051"/>
                  </a:lnTo>
                  <a:lnTo>
                    <a:pt x="1423067" y="145557"/>
                  </a:lnTo>
                  <a:lnTo>
                    <a:pt x="1458027" y="168394"/>
                  </a:lnTo>
                  <a:lnTo>
                    <a:pt x="1489540" y="192475"/>
                  </a:lnTo>
                  <a:lnTo>
                    <a:pt x="1541513" y="244024"/>
                  </a:lnTo>
                  <a:lnTo>
                    <a:pt x="1577564" y="299512"/>
                  </a:lnTo>
                  <a:lnTo>
                    <a:pt x="1596271" y="358249"/>
                  </a:lnTo>
                  <a:lnTo>
                    <a:pt x="1598676" y="388619"/>
                  </a:lnTo>
                  <a:lnTo>
                    <a:pt x="1596271" y="418990"/>
                  </a:lnTo>
                  <a:lnTo>
                    <a:pt x="1577564" y="477727"/>
                  </a:lnTo>
                  <a:lnTo>
                    <a:pt x="1541513" y="533215"/>
                  </a:lnTo>
                  <a:lnTo>
                    <a:pt x="1489540" y="584764"/>
                  </a:lnTo>
                  <a:lnTo>
                    <a:pt x="1458027" y="608845"/>
                  </a:lnTo>
                  <a:lnTo>
                    <a:pt x="1423067" y="631682"/>
                  </a:lnTo>
                  <a:lnTo>
                    <a:pt x="1384837" y="653188"/>
                  </a:lnTo>
                  <a:lnTo>
                    <a:pt x="1343515" y="673278"/>
                  </a:lnTo>
                  <a:lnTo>
                    <a:pt x="1299278" y="691864"/>
                  </a:lnTo>
                  <a:lnTo>
                    <a:pt x="1252306" y="708861"/>
                  </a:lnTo>
                  <a:lnTo>
                    <a:pt x="1202774" y="724182"/>
                  </a:lnTo>
                  <a:lnTo>
                    <a:pt x="1150862" y="737740"/>
                  </a:lnTo>
                  <a:lnTo>
                    <a:pt x="1096746" y="749449"/>
                  </a:lnTo>
                  <a:lnTo>
                    <a:pt x="1040604" y="759223"/>
                  </a:lnTo>
                  <a:lnTo>
                    <a:pt x="982615" y="766976"/>
                  </a:lnTo>
                  <a:lnTo>
                    <a:pt x="922956" y="772620"/>
                  </a:lnTo>
                  <a:lnTo>
                    <a:pt x="861804" y="776070"/>
                  </a:lnTo>
                  <a:lnTo>
                    <a:pt x="799338" y="777239"/>
                  </a:lnTo>
                  <a:lnTo>
                    <a:pt x="736871" y="776070"/>
                  </a:lnTo>
                  <a:lnTo>
                    <a:pt x="675719" y="772620"/>
                  </a:lnTo>
                  <a:lnTo>
                    <a:pt x="616060" y="766976"/>
                  </a:lnTo>
                  <a:lnTo>
                    <a:pt x="558071" y="759223"/>
                  </a:lnTo>
                  <a:lnTo>
                    <a:pt x="501929" y="749449"/>
                  </a:lnTo>
                  <a:lnTo>
                    <a:pt x="447813" y="737740"/>
                  </a:lnTo>
                  <a:lnTo>
                    <a:pt x="395901" y="724182"/>
                  </a:lnTo>
                  <a:lnTo>
                    <a:pt x="346369" y="708861"/>
                  </a:lnTo>
                  <a:lnTo>
                    <a:pt x="299397" y="691864"/>
                  </a:lnTo>
                  <a:lnTo>
                    <a:pt x="255160" y="673278"/>
                  </a:lnTo>
                  <a:lnTo>
                    <a:pt x="213838" y="653188"/>
                  </a:lnTo>
                  <a:lnTo>
                    <a:pt x="175608" y="631682"/>
                  </a:lnTo>
                  <a:lnTo>
                    <a:pt x="140648" y="608845"/>
                  </a:lnTo>
                  <a:lnTo>
                    <a:pt x="109135" y="584764"/>
                  </a:lnTo>
                  <a:lnTo>
                    <a:pt x="57162" y="533215"/>
                  </a:lnTo>
                  <a:lnTo>
                    <a:pt x="21111" y="477727"/>
                  </a:lnTo>
                  <a:lnTo>
                    <a:pt x="2404" y="418990"/>
                  </a:lnTo>
                  <a:lnTo>
                    <a:pt x="0" y="388619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181471" y="5107685"/>
            <a:ext cx="925194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Obj2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25" dirty="0"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latin typeface="Calibri"/>
                <a:cs typeface="Calibri"/>
              </a:rPr>
              <a:t>(citron,d3)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237734" y="1874266"/>
            <a:ext cx="3132455" cy="3100070"/>
            <a:chOff x="5237734" y="1874266"/>
            <a:chExt cx="3132455" cy="3100070"/>
          </a:xfrm>
        </p:grpSpPr>
        <p:sp>
          <p:nvSpPr>
            <p:cNvPr id="49" name="object 49"/>
            <p:cNvSpPr/>
            <p:nvPr/>
          </p:nvSpPr>
          <p:spPr>
            <a:xfrm>
              <a:off x="7024878" y="2518410"/>
              <a:ext cx="1345565" cy="2456180"/>
            </a:xfrm>
            <a:custGeom>
              <a:avLst/>
              <a:gdLst/>
              <a:ahLst/>
              <a:cxnLst/>
              <a:rect l="l" t="t" r="r" b="b"/>
              <a:pathLst>
                <a:path w="1345565" h="2456179">
                  <a:moveTo>
                    <a:pt x="4318" y="2328037"/>
                  </a:moveTo>
                  <a:lnTo>
                    <a:pt x="0" y="2455798"/>
                  </a:lnTo>
                  <a:lnTo>
                    <a:pt x="104775" y="2382647"/>
                  </a:lnTo>
                  <a:lnTo>
                    <a:pt x="101971" y="2381122"/>
                  </a:lnTo>
                  <a:lnTo>
                    <a:pt x="62229" y="2381122"/>
                  </a:lnTo>
                  <a:lnTo>
                    <a:pt x="28701" y="2362962"/>
                  </a:lnTo>
                  <a:lnTo>
                    <a:pt x="37786" y="2346230"/>
                  </a:lnTo>
                  <a:lnTo>
                    <a:pt x="4318" y="2328037"/>
                  </a:lnTo>
                  <a:close/>
                </a:path>
                <a:path w="1345565" h="2456179">
                  <a:moveTo>
                    <a:pt x="37786" y="2346230"/>
                  </a:moveTo>
                  <a:lnTo>
                    <a:pt x="28701" y="2362962"/>
                  </a:lnTo>
                  <a:lnTo>
                    <a:pt x="62229" y="2381122"/>
                  </a:lnTo>
                  <a:lnTo>
                    <a:pt x="71286" y="2364442"/>
                  </a:lnTo>
                  <a:lnTo>
                    <a:pt x="37786" y="2346230"/>
                  </a:lnTo>
                  <a:close/>
                </a:path>
                <a:path w="1345565" h="2456179">
                  <a:moveTo>
                    <a:pt x="71286" y="2364442"/>
                  </a:moveTo>
                  <a:lnTo>
                    <a:pt x="62229" y="2381122"/>
                  </a:lnTo>
                  <a:lnTo>
                    <a:pt x="101971" y="2381122"/>
                  </a:lnTo>
                  <a:lnTo>
                    <a:pt x="71286" y="2364442"/>
                  </a:lnTo>
                  <a:close/>
                </a:path>
                <a:path w="1345565" h="2456179">
                  <a:moveTo>
                    <a:pt x="1311655" y="0"/>
                  </a:moveTo>
                  <a:lnTo>
                    <a:pt x="37786" y="2346230"/>
                  </a:lnTo>
                  <a:lnTo>
                    <a:pt x="71286" y="2364442"/>
                  </a:lnTo>
                  <a:lnTo>
                    <a:pt x="1345056" y="18287"/>
                  </a:lnTo>
                  <a:lnTo>
                    <a:pt x="131165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118741" y="3209035"/>
            <a:ext cx="2559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1612265" algn="l"/>
                <a:tab pos="1878964" algn="l"/>
              </a:tabLst>
            </a:pP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sameCar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95" dirty="0">
                <a:latin typeface="Trebuchet MS"/>
                <a:cs typeface="Trebuchet MS"/>
              </a:rPr>
              <a:t>null;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44084" y="1996566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365747" y="3354832"/>
            <a:ext cx="1647825" cy="2288540"/>
            <a:chOff x="6365747" y="3354832"/>
            <a:chExt cx="1647825" cy="2288540"/>
          </a:xfrm>
        </p:grpSpPr>
        <p:sp>
          <p:nvSpPr>
            <p:cNvPr id="55" name="object 55"/>
            <p:cNvSpPr/>
            <p:nvPr/>
          </p:nvSpPr>
          <p:spPr>
            <a:xfrm>
              <a:off x="7463154" y="3361182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407924" y="0"/>
                  </a:moveTo>
                  <a:lnTo>
                    <a:pt x="271906" y="147827"/>
                  </a:lnTo>
                  <a:lnTo>
                    <a:pt x="135890" y="0"/>
                  </a:lnTo>
                  <a:lnTo>
                    <a:pt x="0" y="124967"/>
                  </a:lnTo>
                  <a:lnTo>
                    <a:pt x="146558" y="284225"/>
                  </a:lnTo>
                  <a:lnTo>
                    <a:pt x="0" y="443483"/>
                  </a:lnTo>
                  <a:lnTo>
                    <a:pt x="135890" y="568451"/>
                  </a:lnTo>
                  <a:lnTo>
                    <a:pt x="271906" y="420623"/>
                  </a:lnTo>
                  <a:lnTo>
                    <a:pt x="407924" y="568451"/>
                  </a:lnTo>
                  <a:lnTo>
                    <a:pt x="543814" y="443483"/>
                  </a:lnTo>
                  <a:lnTo>
                    <a:pt x="397255" y="284225"/>
                  </a:lnTo>
                  <a:lnTo>
                    <a:pt x="543814" y="124967"/>
                  </a:lnTo>
                  <a:lnTo>
                    <a:pt x="40792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63154" y="3361182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0" y="124967"/>
                  </a:moveTo>
                  <a:lnTo>
                    <a:pt x="135890" y="0"/>
                  </a:lnTo>
                  <a:lnTo>
                    <a:pt x="271906" y="147827"/>
                  </a:lnTo>
                  <a:lnTo>
                    <a:pt x="407924" y="0"/>
                  </a:lnTo>
                  <a:lnTo>
                    <a:pt x="543814" y="124967"/>
                  </a:lnTo>
                  <a:lnTo>
                    <a:pt x="397255" y="284225"/>
                  </a:lnTo>
                  <a:lnTo>
                    <a:pt x="543814" y="443483"/>
                  </a:lnTo>
                  <a:lnTo>
                    <a:pt x="407924" y="568451"/>
                  </a:lnTo>
                  <a:lnTo>
                    <a:pt x="271906" y="420623"/>
                  </a:lnTo>
                  <a:lnTo>
                    <a:pt x="135890" y="568451"/>
                  </a:lnTo>
                  <a:lnTo>
                    <a:pt x="0" y="443483"/>
                  </a:lnTo>
                  <a:lnTo>
                    <a:pt x="146558" y="284225"/>
                  </a:lnTo>
                  <a:lnTo>
                    <a:pt x="0" y="124967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72097" y="5069205"/>
              <a:ext cx="543560" cy="568325"/>
            </a:xfrm>
            <a:custGeom>
              <a:avLst/>
              <a:gdLst/>
              <a:ahLst/>
              <a:cxnLst/>
              <a:rect l="l" t="t" r="r" b="b"/>
              <a:pathLst>
                <a:path w="543559" h="568325">
                  <a:moveTo>
                    <a:pt x="407797" y="0"/>
                  </a:moveTo>
                  <a:lnTo>
                    <a:pt x="271779" y="147574"/>
                  </a:lnTo>
                  <a:lnTo>
                    <a:pt x="135762" y="0"/>
                  </a:lnTo>
                  <a:lnTo>
                    <a:pt x="0" y="125095"/>
                  </a:lnTo>
                  <a:lnTo>
                    <a:pt x="146303" y="283845"/>
                  </a:lnTo>
                  <a:lnTo>
                    <a:pt x="0" y="442595"/>
                  </a:lnTo>
                  <a:lnTo>
                    <a:pt x="135762" y="567728"/>
                  </a:lnTo>
                  <a:lnTo>
                    <a:pt x="271779" y="420116"/>
                  </a:lnTo>
                  <a:lnTo>
                    <a:pt x="407797" y="567728"/>
                  </a:lnTo>
                  <a:lnTo>
                    <a:pt x="543559" y="442595"/>
                  </a:lnTo>
                  <a:lnTo>
                    <a:pt x="397255" y="283845"/>
                  </a:lnTo>
                  <a:lnTo>
                    <a:pt x="543559" y="125095"/>
                  </a:lnTo>
                  <a:lnTo>
                    <a:pt x="40779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72097" y="5069205"/>
              <a:ext cx="543560" cy="568325"/>
            </a:xfrm>
            <a:custGeom>
              <a:avLst/>
              <a:gdLst/>
              <a:ahLst/>
              <a:cxnLst/>
              <a:rect l="l" t="t" r="r" b="b"/>
              <a:pathLst>
                <a:path w="543559" h="568325">
                  <a:moveTo>
                    <a:pt x="0" y="125095"/>
                  </a:moveTo>
                  <a:lnTo>
                    <a:pt x="135762" y="0"/>
                  </a:lnTo>
                  <a:lnTo>
                    <a:pt x="271779" y="147574"/>
                  </a:lnTo>
                  <a:lnTo>
                    <a:pt x="407797" y="0"/>
                  </a:lnTo>
                  <a:lnTo>
                    <a:pt x="543559" y="125095"/>
                  </a:lnTo>
                  <a:lnTo>
                    <a:pt x="397255" y="283845"/>
                  </a:lnTo>
                  <a:lnTo>
                    <a:pt x="543559" y="442595"/>
                  </a:lnTo>
                  <a:lnTo>
                    <a:pt x="407797" y="567728"/>
                  </a:lnTo>
                  <a:lnTo>
                    <a:pt x="271779" y="420116"/>
                  </a:lnTo>
                  <a:lnTo>
                    <a:pt x="135762" y="567728"/>
                  </a:lnTo>
                  <a:lnTo>
                    <a:pt x="0" y="442595"/>
                  </a:lnTo>
                  <a:lnTo>
                    <a:pt x="146303" y="283845"/>
                  </a:lnTo>
                  <a:lnTo>
                    <a:pt x="0" y="12509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98704" y="3768852"/>
            <a:ext cx="2606040" cy="92392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 marR="118745" algn="just">
              <a:lnSpc>
                <a:spcPct val="98900"/>
              </a:lnSpc>
              <a:spcBef>
                <a:spcPts val="340"/>
              </a:spcBef>
            </a:pPr>
            <a:r>
              <a:rPr sz="1800" dirty="0">
                <a:latin typeface="Segoe UI"/>
                <a:cs typeface="Segoe UI"/>
              </a:rPr>
              <a:t>Le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Garbage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Collector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va </a:t>
            </a:r>
            <a:r>
              <a:rPr sz="1800" dirty="0">
                <a:latin typeface="Segoe UI"/>
                <a:cs typeface="Segoe UI"/>
              </a:rPr>
              <a:t>détruire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l’objet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qui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n’est </a:t>
            </a:r>
            <a:r>
              <a:rPr sz="1800" dirty="0">
                <a:latin typeface="Segoe UI"/>
                <a:cs typeface="Segoe UI"/>
              </a:rPr>
              <a:t>plus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du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tout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référencé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35</a:t>
            </a:fld>
            <a:endParaRPr spc="-25" dirty="0"/>
          </a:p>
        </p:txBody>
      </p:sp>
      <p:sp>
        <p:nvSpPr>
          <p:cNvPr id="63" name="Titre 1">
            <a:extLst>
              <a:ext uri="{FF2B5EF4-FFF2-40B4-BE49-F238E27FC236}">
                <a16:creationId xmlns:a16="http://schemas.microsoft.com/office/drawing/2014/main" id="{A3C811EC-4CC1-ACF5-0506-06E0C9B3DED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156460" y="4424171"/>
            <a:ext cx="7691755" cy="1606550"/>
          </a:xfrm>
          <a:custGeom>
            <a:avLst/>
            <a:gdLst/>
            <a:ahLst/>
            <a:cxnLst/>
            <a:rect l="l" t="t" r="r" b="b"/>
            <a:pathLst>
              <a:path w="7691755" h="1606550">
                <a:moveTo>
                  <a:pt x="3845814" y="0"/>
                </a:moveTo>
                <a:lnTo>
                  <a:pt x="3771020" y="148"/>
                </a:lnTo>
                <a:lnTo>
                  <a:pt x="3696573" y="593"/>
                </a:lnTo>
                <a:lnTo>
                  <a:pt x="3622486" y="1331"/>
                </a:lnTo>
                <a:lnTo>
                  <a:pt x="3548771" y="2359"/>
                </a:lnTo>
                <a:lnTo>
                  <a:pt x="3475442" y="3676"/>
                </a:lnTo>
                <a:lnTo>
                  <a:pt x="3402511" y="5277"/>
                </a:lnTo>
                <a:lnTo>
                  <a:pt x="3329991" y="7161"/>
                </a:lnTo>
                <a:lnTo>
                  <a:pt x="3257896" y="9324"/>
                </a:lnTo>
                <a:lnTo>
                  <a:pt x="3186238" y="11765"/>
                </a:lnTo>
                <a:lnTo>
                  <a:pt x="3115029" y="14480"/>
                </a:lnTo>
                <a:lnTo>
                  <a:pt x="3044284" y="17466"/>
                </a:lnTo>
                <a:lnTo>
                  <a:pt x="2974014" y="20722"/>
                </a:lnTo>
                <a:lnTo>
                  <a:pt x="2904233" y="24244"/>
                </a:lnTo>
                <a:lnTo>
                  <a:pt x="2834953" y="28029"/>
                </a:lnTo>
                <a:lnTo>
                  <a:pt x="2766188" y="32076"/>
                </a:lnTo>
                <a:lnTo>
                  <a:pt x="2697950" y="36380"/>
                </a:lnTo>
                <a:lnTo>
                  <a:pt x="2630253" y="40940"/>
                </a:lnTo>
                <a:lnTo>
                  <a:pt x="2563108" y="45753"/>
                </a:lnTo>
                <a:lnTo>
                  <a:pt x="2496530" y="50816"/>
                </a:lnTo>
                <a:lnTo>
                  <a:pt x="2430530" y="56127"/>
                </a:lnTo>
                <a:lnTo>
                  <a:pt x="2365122" y="61682"/>
                </a:lnTo>
                <a:lnTo>
                  <a:pt x="2300319" y="67479"/>
                </a:lnTo>
                <a:lnTo>
                  <a:pt x="2236134" y="73516"/>
                </a:lnTo>
                <a:lnTo>
                  <a:pt x="2172579" y="79789"/>
                </a:lnTo>
                <a:lnTo>
                  <a:pt x="2109667" y="86296"/>
                </a:lnTo>
                <a:lnTo>
                  <a:pt x="2047412" y="93035"/>
                </a:lnTo>
                <a:lnTo>
                  <a:pt x="1985826" y="100002"/>
                </a:lnTo>
                <a:lnTo>
                  <a:pt x="1924921" y="107195"/>
                </a:lnTo>
                <a:lnTo>
                  <a:pt x="1864712" y="114612"/>
                </a:lnTo>
                <a:lnTo>
                  <a:pt x="1805211" y="122249"/>
                </a:lnTo>
                <a:lnTo>
                  <a:pt x="1746430" y="130103"/>
                </a:lnTo>
                <a:lnTo>
                  <a:pt x="1688383" y="138173"/>
                </a:lnTo>
                <a:lnTo>
                  <a:pt x="1631083" y="146456"/>
                </a:lnTo>
                <a:lnTo>
                  <a:pt x="1574541" y="154948"/>
                </a:lnTo>
                <a:lnTo>
                  <a:pt x="1518773" y="163647"/>
                </a:lnTo>
                <a:lnTo>
                  <a:pt x="1463789" y="172550"/>
                </a:lnTo>
                <a:lnTo>
                  <a:pt x="1409604" y="181656"/>
                </a:lnTo>
                <a:lnTo>
                  <a:pt x="1356229" y="190960"/>
                </a:lnTo>
                <a:lnTo>
                  <a:pt x="1303679" y="200460"/>
                </a:lnTo>
                <a:lnTo>
                  <a:pt x="1251965" y="210155"/>
                </a:lnTo>
                <a:lnTo>
                  <a:pt x="1201101" y="220040"/>
                </a:lnTo>
                <a:lnTo>
                  <a:pt x="1151099" y="230113"/>
                </a:lnTo>
                <a:lnTo>
                  <a:pt x="1101973" y="240372"/>
                </a:lnTo>
                <a:lnTo>
                  <a:pt x="1053736" y="250814"/>
                </a:lnTo>
                <a:lnTo>
                  <a:pt x="1006399" y="261435"/>
                </a:lnTo>
                <a:lnTo>
                  <a:pt x="959977" y="272235"/>
                </a:lnTo>
                <a:lnTo>
                  <a:pt x="914482" y="283209"/>
                </a:lnTo>
                <a:lnTo>
                  <a:pt x="869926" y="294355"/>
                </a:lnTo>
                <a:lnTo>
                  <a:pt x="826324" y="305671"/>
                </a:lnTo>
                <a:lnTo>
                  <a:pt x="783687" y="317153"/>
                </a:lnTo>
                <a:lnTo>
                  <a:pt x="742029" y="328799"/>
                </a:lnTo>
                <a:lnTo>
                  <a:pt x="701362" y="340607"/>
                </a:lnTo>
                <a:lnTo>
                  <a:pt x="661700" y="352573"/>
                </a:lnTo>
                <a:lnTo>
                  <a:pt x="623055" y="364696"/>
                </a:lnTo>
                <a:lnTo>
                  <a:pt x="585441" y="376971"/>
                </a:lnTo>
                <a:lnTo>
                  <a:pt x="548869" y="389397"/>
                </a:lnTo>
                <a:lnTo>
                  <a:pt x="478907" y="414690"/>
                </a:lnTo>
                <a:lnTo>
                  <a:pt x="413272" y="440553"/>
                </a:lnTo>
                <a:lnTo>
                  <a:pt x="352067" y="466964"/>
                </a:lnTo>
                <a:lnTo>
                  <a:pt x="295395" y="493903"/>
                </a:lnTo>
                <a:lnTo>
                  <a:pt x="243360" y="521346"/>
                </a:lnTo>
                <a:lnTo>
                  <a:pt x="196065" y="549273"/>
                </a:lnTo>
                <a:lnTo>
                  <a:pt x="153613" y="577663"/>
                </a:lnTo>
                <a:lnTo>
                  <a:pt x="116107" y="606494"/>
                </a:lnTo>
                <a:lnTo>
                  <a:pt x="83649" y="635743"/>
                </a:lnTo>
                <a:lnTo>
                  <a:pt x="56345" y="665390"/>
                </a:lnTo>
                <a:lnTo>
                  <a:pt x="25274" y="710560"/>
                </a:lnTo>
                <a:lnTo>
                  <a:pt x="6376" y="756503"/>
                </a:lnTo>
                <a:lnTo>
                  <a:pt x="0" y="803147"/>
                </a:lnTo>
                <a:lnTo>
                  <a:pt x="712" y="818767"/>
                </a:lnTo>
                <a:lnTo>
                  <a:pt x="11301" y="865181"/>
                </a:lnTo>
                <a:lnTo>
                  <a:pt x="34295" y="910871"/>
                </a:lnTo>
                <a:lnTo>
                  <a:pt x="69347" y="955763"/>
                </a:lnTo>
                <a:lnTo>
                  <a:pt x="99240" y="985212"/>
                </a:lnTo>
                <a:lnTo>
                  <a:pt x="134235" y="1014253"/>
                </a:lnTo>
                <a:lnTo>
                  <a:pt x="174227" y="1042864"/>
                </a:lnTo>
                <a:lnTo>
                  <a:pt x="219114" y="1071024"/>
                </a:lnTo>
                <a:lnTo>
                  <a:pt x="268792" y="1098711"/>
                </a:lnTo>
                <a:lnTo>
                  <a:pt x="323158" y="1125904"/>
                </a:lnTo>
                <a:lnTo>
                  <a:pt x="382109" y="1152581"/>
                </a:lnTo>
                <a:lnTo>
                  <a:pt x="445542" y="1178721"/>
                </a:lnTo>
                <a:lnTo>
                  <a:pt x="513354" y="1204301"/>
                </a:lnTo>
                <a:lnTo>
                  <a:pt x="585441" y="1229301"/>
                </a:lnTo>
                <a:lnTo>
                  <a:pt x="623055" y="1241577"/>
                </a:lnTo>
                <a:lnTo>
                  <a:pt x="661700" y="1253699"/>
                </a:lnTo>
                <a:lnTo>
                  <a:pt x="701362" y="1265666"/>
                </a:lnTo>
                <a:lnTo>
                  <a:pt x="742029" y="1277474"/>
                </a:lnTo>
                <a:lnTo>
                  <a:pt x="783687" y="1289120"/>
                </a:lnTo>
                <a:lnTo>
                  <a:pt x="826324" y="1300603"/>
                </a:lnTo>
                <a:lnTo>
                  <a:pt x="869926" y="1311919"/>
                </a:lnTo>
                <a:lnTo>
                  <a:pt x="914482" y="1323065"/>
                </a:lnTo>
                <a:lnTo>
                  <a:pt x="959977" y="1334040"/>
                </a:lnTo>
                <a:lnTo>
                  <a:pt x="1006399" y="1344839"/>
                </a:lnTo>
                <a:lnTo>
                  <a:pt x="1053736" y="1355462"/>
                </a:lnTo>
                <a:lnTo>
                  <a:pt x="1101973" y="1365904"/>
                </a:lnTo>
                <a:lnTo>
                  <a:pt x="1151099" y="1376163"/>
                </a:lnTo>
                <a:lnTo>
                  <a:pt x="1201101" y="1386237"/>
                </a:lnTo>
                <a:lnTo>
                  <a:pt x="1251965" y="1396123"/>
                </a:lnTo>
                <a:lnTo>
                  <a:pt x="1303679" y="1405817"/>
                </a:lnTo>
                <a:lnTo>
                  <a:pt x="1356229" y="1415318"/>
                </a:lnTo>
                <a:lnTo>
                  <a:pt x="1409604" y="1424623"/>
                </a:lnTo>
                <a:lnTo>
                  <a:pt x="1463789" y="1433729"/>
                </a:lnTo>
                <a:lnTo>
                  <a:pt x="1518773" y="1442633"/>
                </a:lnTo>
                <a:lnTo>
                  <a:pt x="1574541" y="1451333"/>
                </a:lnTo>
                <a:lnTo>
                  <a:pt x="1631083" y="1459825"/>
                </a:lnTo>
                <a:lnTo>
                  <a:pt x="1688383" y="1468108"/>
                </a:lnTo>
                <a:lnTo>
                  <a:pt x="1746430" y="1476179"/>
                </a:lnTo>
                <a:lnTo>
                  <a:pt x="1805211" y="1484034"/>
                </a:lnTo>
                <a:lnTo>
                  <a:pt x="1864712" y="1491672"/>
                </a:lnTo>
                <a:lnTo>
                  <a:pt x="1924921" y="1499089"/>
                </a:lnTo>
                <a:lnTo>
                  <a:pt x="1985826" y="1506282"/>
                </a:lnTo>
                <a:lnTo>
                  <a:pt x="2047412" y="1513250"/>
                </a:lnTo>
                <a:lnTo>
                  <a:pt x="2109667" y="1519989"/>
                </a:lnTo>
                <a:lnTo>
                  <a:pt x="2172579" y="1526497"/>
                </a:lnTo>
                <a:lnTo>
                  <a:pt x="2236134" y="1532771"/>
                </a:lnTo>
                <a:lnTo>
                  <a:pt x="2300319" y="1538808"/>
                </a:lnTo>
                <a:lnTo>
                  <a:pt x="2365122" y="1544606"/>
                </a:lnTo>
                <a:lnTo>
                  <a:pt x="2430530" y="1550162"/>
                </a:lnTo>
                <a:lnTo>
                  <a:pt x="2496530" y="1555473"/>
                </a:lnTo>
                <a:lnTo>
                  <a:pt x="2563108" y="1560536"/>
                </a:lnTo>
                <a:lnTo>
                  <a:pt x="2630253" y="1565350"/>
                </a:lnTo>
                <a:lnTo>
                  <a:pt x="2697950" y="1569910"/>
                </a:lnTo>
                <a:lnTo>
                  <a:pt x="2766188" y="1574215"/>
                </a:lnTo>
                <a:lnTo>
                  <a:pt x="2834953" y="1578262"/>
                </a:lnTo>
                <a:lnTo>
                  <a:pt x="2904233" y="1582048"/>
                </a:lnTo>
                <a:lnTo>
                  <a:pt x="2974014" y="1585570"/>
                </a:lnTo>
                <a:lnTo>
                  <a:pt x="3044284" y="1588826"/>
                </a:lnTo>
                <a:lnTo>
                  <a:pt x="3115029" y="1591813"/>
                </a:lnTo>
                <a:lnTo>
                  <a:pt x="3186238" y="1594529"/>
                </a:lnTo>
                <a:lnTo>
                  <a:pt x="3257896" y="1596969"/>
                </a:lnTo>
                <a:lnTo>
                  <a:pt x="3329991" y="1599133"/>
                </a:lnTo>
                <a:lnTo>
                  <a:pt x="3402511" y="1601017"/>
                </a:lnTo>
                <a:lnTo>
                  <a:pt x="3475442" y="1602619"/>
                </a:lnTo>
                <a:lnTo>
                  <a:pt x="3548771" y="1603935"/>
                </a:lnTo>
                <a:lnTo>
                  <a:pt x="3622486" y="1604964"/>
                </a:lnTo>
                <a:lnTo>
                  <a:pt x="3696573" y="1605702"/>
                </a:lnTo>
                <a:lnTo>
                  <a:pt x="3771020" y="1606147"/>
                </a:lnTo>
                <a:lnTo>
                  <a:pt x="3845814" y="1606295"/>
                </a:lnTo>
                <a:lnTo>
                  <a:pt x="3920607" y="1606147"/>
                </a:lnTo>
                <a:lnTo>
                  <a:pt x="3995054" y="1605702"/>
                </a:lnTo>
                <a:lnTo>
                  <a:pt x="4069141" y="1604964"/>
                </a:lnTo>
                <a:lnTo>
                  <a:pt x="4142856" y="1603935"/>
                </a:lnTo>
                <a:lnTo>
                  <a:pt x="4216185" y="1602619"/>
                </a:lnTo>
                <a:lnTo>
                  <a:pt x="4289116" y="1601017"/>
                </a:lnTo>
                <a:lnTo>
                  <a:pt x="4361636" y="1599133"/>
                </a:lnTo>
                <a:lnTo>
                  <a:pt x="4433731" y="1596969"/>
                </a:lnTo>
                <a:lnTo>
                  <a:pt x="4505389" y="1594529"/>
                </a:lnTo>
                <a:lnTo>
                  <a:pt x="4576598" y="1591813"/>
                </a:lnTo>
                <a:lnTo>
                  <a:pt x="4647343" y="1588826"/>
                </a:lnTo>
                <a:lnTo>
                  <a:pt x="4717613" y="1585570"/>
                </a:lnTo>
                <a:lnTo>
                  <a:pt x="4787394" y="1582048"/>
                </a:lnTo>
                <a:lnTo>
                  <a:pt x="4856674" y="1578262"/>
                </a:lnTo>
                <a:lnTo>
                  <a:pt x="4925439" y="1574215"/>
                </a:lnTo>
                <a:lnTo>
                  <a:pt x="4993677" y="1569910"/>
                </a:lnTo>
                <a:lnTo>
                  <a:pt x="5061374" y="1565350"/>
                </a:lnTo>
                <a:lnTo>
                  <a:pt x="5128519" y="1560536"/>
                </a:lnTo>
                <a:lnTo>
                  <a:pt x="5195097" y="1555473"/>
                </a:lnTo>
                <a:lnTo>
                  <a:pt x="5261097" y="1550162"/>
                </a:lnTo>
                <a:lnTo>
                  <a:pt x="5326505" y="1544606"/>
                </a:lnTo>
                <a:lnTo>
                  <a:pt x="5391308" y="1538808"/>
                </a:lnTo>
                <a:lnTo>
                  <a:pt x="5455493" y="1532771"/>
                </a:lnTo>
                <a:lnTo>
                  <a:pt x="5519048" y="1526497"/>
                </a:lnTo>
                <a:lnTo>
                  <a:pt x="5581960" y="1519989"/>
                </a:lnTo>
                <a:lnTo>
                  <a:pt x="5644215" y="1513250"/>
                </a:lnTo>
                <a:lnTo>
                  <a:pt x="5705801" y="1506282"/>
                </a:lnTo>
                <a:lnTo>
                  <a:pt x="5766706" y="1499089"/>
                </a:lnTo>
                <a:lnTo>
                  <a:pt x="5826915" y="1491672"/>
                </a:lnTo>
                <a:lnTo>
                  <a:pt x="5886416" y="1484034"/>
                </a:lnTo>
                <a:lnTo>
                  <a:pt x="5945197" y="1476179"/>
                </a:lnTo>
                <a:lnTo>
                  <a:pt x="6003244" y="1468108"/>
                </a:lnTo>
                <a:lnTo>
                  <a:pt x="6060544" y="1459825"/>
                </a:lnTo>
                <a:lnTo>
                  <a:pt x="6117086" y="1451333"/>
                </a:lnTo>
                <a:lnTo>
                  <a:pt x="6172854" y="1442633"/>
                </a:lnTo>
                <a:lnTo>
                  <a:pt x="6227838" y="1433729"/>
                </a:lnTo>
                <a:lnTo>
                  <a:pt x="6282023" y="1424623"/>
                </a:lnTo>
                <a:lnTo>
                  <a:pt x="6335398" y="1415318"/>
                </a:lnTo>
                <a:lnTo>
                  <a:pt x="6387948" y="1405817"/>
                </a:lnTo>
                <a:lnTo>
                  <a:pt x="6439662" y="1396123"/>
                </a:lnTo>
                <a:lnTo>
                  <a:pt x="6490526" y="1386237"/>
                </a:lnTo>
                <a:lnTo>
                  <a:pt x="6540528" y="1376163"/>
                </a:lnTo>
                <a:lnTo>
                  <a:pt x="6589654" y="1365904"/>
                </a:lnTo>
                <a:lnTo>
                  <a:pt x="6637891" y="1355462"/>
                </a:lnTo>
                <a:lnTo>
                  <a:pt x="6685228" y="1344839"/>
                </a:lnTo>
                <a:lnTo>
                  <a:pt x="6731650" y="1334040"/>
                </a:lnTo>
                <a:lnTo>
                  <a:pt x="6777145" y="1323065"/>
                </a:lnTo>
                <a:lnTo>
                  <a:pt x="6821701" y="1311919"/>
                </a:lnTo>
                <a:lnTo>
                  <a:pt x="6865303" y="1300603"/>
                </a:lnTo>
                <a:lnTo>
                  <a:pt x="6907940" y="1289120"/>
                </a:lnTo>
                <a:lnTo>
                  <a:pt x="6949598" y="1277474"/>
                </a:lnTo>
                <a:lnTo>
                  <a:pt x="6990265" y="1265666"/>
                </a:lnTo>
                <a:lnTo>
                  <a:pt x="7029927" y="1253699"/>
                </a:lnTo>
                <a:lnTo>
                  <a:pt x="7068572" y="1241577"/>
                </a:lnTo>
                <a:lnTo>
                  <a:pt x="7106186" y="1229301"/>
                </a:lnTo>
                <a:lnTo>
                  <a:pt x="7142758" y="1216875"/>
                </a:lnTo>
                <a:lnTo>
                  <a:pt x="7212720" y="1191582"/>
                </a:lnTo>
                <a:lnTo>
                  <a:pt x="7278355" y="1165720"/>
                </a:lnTo>
                <a:lnTo>
                  <a:pt x="7339560" y="1139309"/>
                </a:lnTo>
                <a:lnTo>
                  <a:pt x="7396232" y="1112371"/>
                </a:lnTo>
                <a:lnTo>
                  <a:pt x="7448267" y="1084928"/>
                </a:lnTo>
                <a:lnTo>
                  <a:pt x="7495562" y="1057002"/>
                </a:lnTo>
                <a:lnTo>
                  <a:pt x="7538014" y="1028614"/>
                </a:lnTo>
                <a:lnTo>
                  <a:pt x="7575520" y="999785"/>
                </a:lnTo>
                <a:lnTo>
                  <a:pt x="7607978" y="970537"/>
                </a:lnTo>
                <a:lnTo>
                  <a:pt x="7635282" y="940892"/>
                </a:lnTo>
                <a:lnTo>
                  <a:pt x="7666353" y="895726"/>
                </a:lnTo>
                <a:lnTo>
                  <a:pt x="7685251" y="849787"/>
                </a:lnTo>
                <a:lnTo>
                  <a:pt x="7691628" y="803147"/>
                </a:lnTo>
                <a:lnTo>
                  <a:pt x="7690915" y="787526"/>
                </a:lnTo>
                <a:lnTo>
                  <a:pt x="7680326" y="741107"/>
                </a:lnTo>
                <a:lnTo>
                  <a:pt x="7657332" y="695414"/>
                </a:lnTo>
                <a:lnTo>
                  <a:pt x="7622280" y="650518"/>
                </a:lnTo>
                <a:lnTo>
                  <a:pt x="7592387" y="621067"/>
                </a:lnTo>
                <a:lnTo>
                  <a:pt x="7557392" y="592025"/>
                </a:lnTo>
                <a:lnTo>
                  <a:pt x="7517400" y="563412"/>
                </a:lnTo>
                <a:lnTo>
                  <a:pt x="7472513" y="535251"/>
                </a:lnTo>
                <a:lnTo>
                  <a:pt x="7422835" y="507563"/>
                </a:lnTo>
                <a:lnTo>
                  <a:pt x="7368469" y="480369"/>
                </a:lnTo>
                <a:lnTo>
                  <a:pt x="7309518" y="453692"/>
                </a:lnTo>
                <a:lnTo>
                  <a:pt x="7246085" y="427552"/>
                </a:lnTo>
                <a:lnTo>
                  <a:pt x="7178273" y="401971"/>
                </a:lnTo>
                <a:lnTo>
                  <a:pt x="7106186" y="376971"/>
                </a:lnTo>
                <a:lnTo>
                  <a:pt x="7068572" y="364696"/>
                </a:lnTo>
                <a:lnTo>
                  <a:pt x="7029927" y="352573"/>
                </a:lnTo>
                <a:lnTo>
                  <a:pt x="6990265" y="340607"/>
                </a:lnTo>
                <a:lnTo>
                  <a:pt x="6949598" y="328799"/>
                </a:lnTo>
                <a:lnTo>
                  <a:pt x="6907940" y="317153"/>
                </a:lnTo>
                <a:lnTo>
                  <a:pt x="6865303" y="305671"/>
                </a:lnTo>
                <a:lnTo>
                  <a:pt x="6821701" y="294355"/>
                </a:lnTo>
                <a:lnTo>
                  <a:pt x="6777145" y="283209"/>
                </a:lnTo>
                <a:lnTo>
                  <a:pt x="6731650" y="272235"/>
                </a:lnTo>
                <a:lnTo>
                  <a:pt x="6685228" y="261435"/>
                </a:lnTo>
                <a:lnTo>
                  <a:pt x="6637891" y="250814"/>
                </a:lnTo>
                <a:lnTo>
                  <a:pt x="6589654" y="240372"/>
                </a:lnTo>
                <a:lnTo>
                  <a:pt x="6540528" y="230113"/>
                </a:lnTo>
                <a:lnTo>
                  <a:pt x="6490526" y="220040"/>
                </a:lnTo>
                <a:lnTo>
                  <a:pt x="6439662" y="210155"/>
                </a:lnTo>
                <a:lnTo>
                  <a:pt x="6387948" y="200460"/>
                </a:lnTo>
                <a:lnTo>
                  <a:pt x="6335398" y="190960"/>
                </a:lnTo>
                <a:lnTo>
                  <a:pt x="6282023" y="181656"/>
                </a:lnTo>
                <a:lnTo>
                  <a:pt x="6227838" y="172550"/>
                </a:lnTo>
                <a:lnTo>
                  <a:pt x="6172854" y="163647"/>
                </a:lnTo>
                <a:lnTo>
                  <a:pt x="6117086" y="154948"/>
                </a:lnTo>
                <a:lnTo>
                  <a:pt x="6060544" y="146456"/>
                </a:lnTo>
                <a:lnTo>
                  <a:pt x="6003244" y="138173"/>
                </a:lnTo>
                <a:lnTo>
                  <a:pt x="5945197" y="130103"/>
                </a:lnTo>
                <a:lnTo>
                  <a:pt x="5886416" y="122249"/>
                </a:lnTo>
                <a:lnTo>
                  <a:pt x="5826915" y="114612"/>
                </a:lnTo>
                <a:lnTo>
                  <a:pt x="5766706" y="107195"/>
                </a:lnTo>
                <a:lnTo>
                  <a:pt x="5705801" y="100002"/>
                </a:lnTo>
                <a:lnTo>
                  <a:pt x="5644215" y="93035"/>
                </a:lnTo>
                <a:lnTo>
                  <a:pt x="5581960" y="86296"/>
                </a:lnTo>
                <a:lnTo>
                  <a:pt x="5519048" y="79789"/>
                </a:lnTo>
                <a:lnTo>
                  <a:pt x="5455493" y="73516"/>
                </a:lnTo>
                <a:lnTo>
                  <a:pt x="5391308" y="67479"/>
                </a:lnTo>
                <a:lnTo>
                  <a:pt x="5326505" y="61682"/>
                </a:lnTo>
                <a:lnTo>
                  <a:pt x="5261097" y="56127"/>
                </a:lnTo>
                <a:lnTo>
                  <a:pt x="5195097" y="50816"/>
                </a:lnTo>
                <a:lnTo>
                  <a:pt x="5128519" y="45753"/>
                </a:lnTo>
                <a:lnTo>
                  <a:pt x="5061374" y="40940"/>
                </a:lnTo>
                <a:lnTo>
                  <a:pt x="4993677" y="36380"/>
                </a:lnTo>
                <a:lnTo>
                  <a:pt x="4925439" y="32076"/>
                </a:lnTo>
                <a:lnTo>
                  <a:pt x="4856674" y="28029"/>
                </a:lnTo>
                <a:lnTo>
                  <a:pt x="4787394" y="24244"/>
                </a:lnTo>
                <a:lnTo>
                  <a:pt x="4717613" y="20722"/>
                </a:lnTo>
                <a:lnTo>
                  <a:pt x="4647343" y="17466"/>
                </a:lnTo>
                <a:lnTo>
                  <a:pt x="4576598" y="14480"/>
                </a:lnTo>
                <a:lnTo>
                  <a:pt x="4505389" y="11765"/>
                </a:lnTo>
                <a:lnTo>
                  <a:pt x="4433731" y="9324"/>
                </a:lnTo>
                <a:lnTo>
                  <a:pt x="4361636" y="7161"/>
                </a:lnTo>
                <a:lnTo>
                  <a:pt x="4289116" y="5277"/>
                </a:lnTo>
                <a:lnTo>
                  <a:pt x="4216185" y="3676"/>
                </a:lnTo>
                <a:lnTo>
                  <a:pt x="4142856" y="2359"/>
                </a:lnTo>
                <a:lnTo>
                  <a:pt x="4069141" y="1331"/>
                </a:lnTo>
                <a:lnTo>
                  <a:pt x="3995054" y="593"/>
                </a:lnTo>
                <a:lnTo>
                  <a:pt x="3920607" y="148"/>
                </a:lnTo>
                <a:lnTo>
                  <a:pt x="3845814" y="0"/>
                </a:lnTo>
                <a:close/>
              </a:path>
            </a:pathLst>
          </a:custGeom>
          <a:solidFill>
            <a:srgbClr val="5B9BD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60914" y="1952371"/>
            <a:ext cx="864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B2E92"/>
                </a:solidFill>
                <a:latin typeface="Consolas"/>
                <a:cs typeface="Consolas"/>
              </a:rPr>
              <a:t>STACK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914" y="5019547"/>
            <a:ext cx="697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3B2E92"/>
                </a:solidFill>
                <a:latin typeface="Consolas"/>
                <a:cs typeface="Consolas"/>
              </a:rPr>
              <a:t>HEAP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56460" y="1106424"/>
            <a:ext cx="7691755" cy="1537970"/>
            <a:chOff x="2156460" y="1106424"/>
            <a:chExt cx="7691755" cy="1537970"/>
          </a:xfrm>
        </p:grpSpPr>
        <p:sp>
          <p:nvSpPr>
            <p:cNvPr id="8" name="object 8"/>
            <p:cNvSpPr/>
            <p:nvPr/>
          </p:nvSpPr>
          <p:spPr>
            <a:xfrm>
              <a:off x="2156460" y="1106424"/>
              <a:ext cx="7691755" cy="1537970"/>
            </a:xfrm>
            <a:custGeom>
              <a:avLst/>
              <a:gdLst/>
              <a:ahLst/>
              <a:cxnLst/>
              <a:rect l="l" t="t" r="r" b="b"/>
              <a:pathLst>
                <a:path w="7691755" h="1537970">
                  <a:moveTo>
                    <a:pt x="7691628" y="0"/>
                  </a:moveTo>
                  <a:lnTo>
                    <a:pt x="0" y="0"/>
                  </a:lnTo>
                  <a:lnTo>
                    <a:pt x="0" y="1537715"/>
                  </a:lnTo>
                  <a:lnTo>
                    <a:pt x="7691628" y="1537715"/>
                  </a:lnTo>
                  <a:lnTo>
                    <a:pt x="7691628" y="0"/>
                  </a:lnTo>
                  <a:close/>
                </a:path>
              </a:pathLst>
            </a:custGeom>
            <a:solidFill>
              <a:srgbClr val="4471C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42148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24926" y="1996566"/>
            <a:ext cx="35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226" y="1874266"/>
            <a:ext cx="1120775" cy="575310"/>
            <a:chOff x="3840226" y="1874266"/>
            <a:chExt cx="1120775" cy="575310"/>
          </a:xfrm>
        </p:grpSpPr>
        <p:sp>
          <p:nvSpPr>
            <p:cNvPr id="13" name="object 13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657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95266" y="1996566"/>
            <a:ext cx="22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\n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41194" y="1880361"/>
            <a:ext cx="1120775" cy="575310"/>
            <a:chOff x="2441194" y="1880361"/>
            <a:chExt cx="1120775" cy="575310"/>
          </a:xfrm>
        </p:grpSpPr>
        <p:sp>
          <p:nvSpPr>
            <p:cNvPr id="17" name="object 17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7544" y="1886711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27654" y="2002916"/>
            <a:ext cx="360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2D75B6"/>
                </a:solidFill>
                <a:latin typeface="Calibri"/>
                <a:cs typeface="Calibri"/>
              </a:rPr>
              <a:t>123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36766" y="1874266"/>
            <a:ext cx="1120775" cy="575310"/>
            <a:chOff x="6636766" y="1874266"/>
            <a:chExt cx="1120775" cy="575310"/>
          </a:xfrm>
        </p:grpSpPr>
        <p:sp>
          <p:nvSpPr>
            <p:cNvPr id="21" name="object 21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43116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026275" y="1996566"/>
            <a:ext cx="35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35797" y="1273810"/>
            <a:ext cx="1120775" cy="575310"/>
            <a:chOff x="8035797" y="1273810"/>
            <a:chExt cx="1120775" cy="575310"/>
          </a:xfrm>
        </p:grpSpPr>
        <p:sp>
          <p:nvSpPr>
            <p:cNvPr id="25" name="object 25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42147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193278" y="1396110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sameCar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40226" y="1273810"/>
            <a:ext cx="1120775" cy="575310"/>
            <a:chOff x="3840226" y="1273810"/>
            <a:chExt cx="1120775" cy="575310"/>
          </a:xfrm>
        </p:grpSpPr>
        <p:sp>
          <p:nvSpPr>
            <p:cNvPr id="29" name="object 29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4657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43807" y="1396110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myChar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41194" y="1279905"/>
            <a:ext cx="1120775" cy="575310"/>
            <a:chOff x="2441194" y="1279905"/>
            <a:chExt cx="1120775" cy="575310"/>
          </a:xfrm>
        </p:grpSpPr>
        <p:sp>
          <p:nvSpPr>
            <p:cNvPr id="33" name="object 33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7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7" y="562356"/>
                  </a:lnTo>
                  <a:lnTo>
                    <a:pt x="1107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47544" y="1286255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7" y="562356"/>
                  </a:lnTo>
                  <a:lnTo>
                    <a:pt x="1107947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733167" y="1402460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37734" y="1273810"/>
            <a:ext cx="1120775" cy="575310"/>
            <a:chOff x="5237734" y="1273810"/>
            <a:chExt cx="1120775" cy="575310"/>
          </a:xfrm>
        </p:grpSpPr>
        <p:sp>
          <p:nvSpPr>
            <p:cNvPr id="37" name="object 37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44084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502275" y="1396110"/>
            <a:ext cx="606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636766" y="1273810"/>
            <a:ext cx="1120775" cy="575310"/>
            <a:chOff x="6636766" y="1273810"/>
            <a:chExt cx="1120775" cy="575310"/>
          </a:xfrm>
        </p:grpSpPr>
        <p:sp>
          <p:nvSpPr>
            <p:cNvPr id="41" name="object 41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6"/>
                  </a:lnTo>
                  <a:lnTo>
                    <a:pt x="1107948" y="562356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43116" y="1280160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6"/>
                  </a:moveTo>
                  <a:lnTo>
                    <a:pt x="1107948" y="562356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844918" y="1396110"/>
            <a:ext cx="72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newCar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237734" y="1874266"/>
            <a:ext cx="1120775" cy="575310"/>
            <a:chOff x="5237734" y="1874266"/>
            <a:chExt cx="1120775" cy="575310"/>
          </a:xfrm>
        </p:grpSpPr>
        <p:sp>
          <p:nvSpPr>
            <p:cNvPr id="45" name="object 45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1107948" y="0"/>
                  </a:moveTo>
                  <a:lnTo>
                    <a:pt x="0" y="0"/>
                  </a:lnTo>
                  <a:lnTo>
                    <a:pt x="0" y="562355"/>
                  </a:lnTo>
                  <a:lnTo>
                    <a:pt x="1107948" y="562355"/>
                  </a:lnTo>
                  <a:lnTo>
                    <a:pt x="110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44084" y="1880616"/>
              <a:ext cx="1108075" cy="562610"/>
            </a:xfrm>
            <a:custGeom>
              <a:avLst/>
              <a:gdLst/>
              <a:ahLst/>
              <a:cxnLst/>
              <a:rect l="l" t="t" r="r" b="b"/>
              <a:pathLst>
                <a:path w="1108075" h="562610">
                  <a:moveTo>
                    <a:pt x="0" y="562355"/>
                  </a:moveTo>
                  <a:lnTo>
                    <a:pt x="1107948" y="562355"/>
                  </a:lnTo>
                  <a:lnTo>
                    <a:pt x="1107948" y="0"/>
                  </a:lnTo>
                  <a:lnTo>
                    <a:pt x="0" y="0"/>
                  </a:lnTo>
                  <a:lnTo>
                    <a:pt x="0" y="562355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627242" y="1996566"/>
            <a:ext cx="35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null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732785" y="1540636"/>
            <a:ext cx="6126480" cy="610870"/>
            <a:chOff x="2732785" y="1540636"/>
            <a:chExt cx="6126480" cy="610870"/>
          </a:xfrm>
        </p:grpSpPr>
        <p:sp>
          <p:nvSpPr>
            <p:cNvPr id="49" name="object 49"/>
            <p:cNvSpPr/>
            <p:nvPr/>
          </p:nvSpPr>
          <p:spPr>
            <a:xfrm>
              <a:off x="8309101" y="1564004"/>
              <a:ext cx="543560" cy="567690"/>
            </a:xfrm>
            <a:custGeom>
              <a:avLst/>
              <a:gdLst/>
              <a:ahLst/>
              <a:cxnLst/>
              <a:rect l="l" t="t" r="r" b="b"/>
              <a:pathLst>
                <a:path w="543559" h="567689">
                  <a:moveTo>
                    <a:pt x="407797" y="0"/>
                  </a:moveTo>
                  <a:lnTo>
                    <a:pt x="271779" y="147574"/>
                  </a:lnTo>
                  <a:lnTo>
                    <a:pt x="135763" y="0"/>
                  </a:lnTo>
                  <a:lnTo>
                    <a:pt x="0" y="125095"/>
                  </a:lnTo>
                  <a:lnTo>
                    <a:pt x="146303" y="283845"/>
                  </a:lnTo>
                  <a:lnTo>
                    <a:pt x="0" y="442595"/>
                  </a:lnTo>
                  <a:lnTo>
                    <a:pt x="135763" y="567690"/>
                  </a:lnTo>
                  <a:lnTo>
                    <a:pt x="271779" y="420116"/>
                  </a:lnTo>
                  <a:lnTo>
                    <a:pt x="407797" y="567690"/>
                  </a:lnTo>
                  <a:lnTo>
                    <a:pt x="543559" y="442595"/>
                  </a:lnTo>
                  <a:lnTo>
                    <a:pt x="397255" y="283845"/>
                  </a:lnTo>
                  <a:lnTo>
                    <a:pt x="543559" y="125095"/>
                  </a:lnTo>
                  <a:lnTo>
                    <a:pt x="40779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09101" y="1564004"/>
              <a:ext cx="543560" cy="567690"/>
            </a:xfrm>
            <a:custGeom>
              <a:avLst/>
              <a:gdLst/>
              <a:ahLst/>
              <a:cxnLst/>
              <a:rect l="l" t="t" r="r" b="b"/>
              <a:pathLst>
                <a:path w="543559" h="567689">
                  <a:moveTo>
                    <a:pt x="0" y="125095"/>
                  </a:moveTo>
                  <a:lnTo>
                    <a:pt x="135763" y="0"/>
                  </a:lnTo>
                  <a:lnTo>
                    <a:pt x="271779" y="147574"/>
                  </a:lnTo>
                  <a:lnTo>
                    <a:pt x="407797" y="0"/>
                  </a:lnTo>
                  <a:lnTo>
                    <a:pt x="543559" y="125095"/>
                  </a:lnTo>
                  <a:lnTo>
                    <a:pt x="397255" y="283845"/>
                  </a:lnTo>
                  <a:lnTo>
                    <a:pt x="543559" y="442595"/>
                  </a:lnTo>
                  <a:lnTo>
                    <a:pt x="407797" y="567690"/>
                  </a:lnTo>
                  <a:lnTo>
                    <a:pt x="271779" y="420116"/>
                  </a:lnTo>
                  <a:lnTo>
                    <a:pt x="135763" y="567690"/>
                  </a:lnTo>
                  <a:lnTo>
                    <a:pt x="0" y="442595"/>
                  </a:lnTo>
                  <a:lnTo>
                    <a:pt x="146303" y="283845"/>
                  </a:lnTo>
                  <a:lnTo>
                    <a:pt x="0" y="125095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44995" y="1576577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407924" y="0"/>
                  </a:moveTo>
                  <a:lnTo>
                    <a:pt x="271906" y="147827"/>
                  </a:lnTo>
                  <a:lnTo>
                    <a:pt x="135889" y="0"/>
                  </a:lnTo>
                  <a:lnTo>
                    <a:pt x="0" y="124968"/>
                  </a:lnTo>
                  <a:lnTo>
                    <a:pt x="146557" y="284225"/>
                  </a:lnTo>
                  <a:lnTo>
                    <a:pt x="0" y="443484"/>
                  </a:lnTo>
                  <a:lnTo>
                    <a:pt x="135889" y="568451"/>
                  </a:lnTo>
                  <a:lnTo>
                    <a:pt x="271906" y="420624"/>
                  </a:lnTo>
                  <a:lnTo>
                    <a:pt x="407924" y="568451"/>
                  </a:lnTo>
                  <a:lnTo>
                    <a:pt x="543813" y="443484"/>
                  </a:lnTo>
                  <a:lnTo>
                    <a:pt x="397255" y="284225"/>
                  </a:lnTo>
                  <a:lnTo>
                    <a:pt x="543813" y="124968"/>
                  </a:lnTo>
                  <a:lnTo>
                    <a:pt x="40792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944995" y="1576577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0" y="124968"/>
                  </a:moveTo>
                  <a:lnTo>
                    <a:pt x="135889" y="0"/>
                  </a:lnTo>
                  <a:lnTo>
                    <a:pt x="271906" y="147827"/>
                  </a:lnTo>
                  <a:lnTo>
                    <a:pt x="407924" y="0"/>
                  </a:lnTo>
                  <a:lnTo>
                    <a:pt x="543813" y="124968"/>
                  </a:lnTo>
                  <a:lnTo>
                    <a:pt x="397255" y="284225"/>
                  </a:lnTo>
                  <a:lnTo>
                    <a:pt x="543813" y="443484"/>
                  </a:lnTo>
                  <a:lnTo>
                    <a:pt x="407924" y="568451"/>
                  </a:lnTo>
                  <a:lnTo>
                    <a:pt x="271906" y="420624"/>
                  </a:lnTo>
                  <a:lnTo>
                    <a:pt x="135889" y="568451"/>
                  </a:lnTo>
                  <a:lnTo>
                    <a:pt x="0" y="443484"/>
                  </a:lnTo>
                  <a:lnTo>
                    <a:pt x="146557" y="284225"/>
                  </a:lnTo>
                  <a:lnTo>
                    <a:pt x="0" y="124968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55487" y="1557654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408686" y="0"/>
                  </a:moveTo>
                  <a:lnTo>
                    <a:pt x="272288" y="147700"/>
                  </a:lnTo>
                  <a:lnTo>
                    <a:pt x="135889" y="0"/>
                  </a:lnTo>
                  <a:lnTo>
                    <a:pt x="0" y="125475"/>
                  </a:lnTo>
                  <a:lnTo>
                    <a:pt x="146431" y="284099"/>
                  </a:lnTo>
                  <a:lnTo>
                    <a:pt x="0" y="442722"/>
                  </a:lnTo>
                  <a:lnTo>
                    <a:pt x="135889" y="568198"/>
                  </a:lnTo>
                  <a:lnTo>
                    <a:pt x="272288" y="420497"/>
                  </a:lnTo>
                  <a:lnTo>
                    <a:pt x="408686" y="568198"/>
                  </a:lnTo>
                  <a:lnTo>
                    <a:pt x="544576" y="442722"/>
                  </a:lnTo>
                  <a:lnTo>
                    <a:pt x="398145" y="284099"/>
                  </a:lnTo>
                  <a:lnTo>
                    <a:pt x="544576" y="125475"/>
                  </a:lnTo>
                  <a:lnTo>
                    <a:pt x="40868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55487" y="1557654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0" y="125475"/>
                  </a:moveTo>
                  <a:lnTo>
                    <a:pt x="135889" y="0"/>
                  </a:lnTo>
                  <a:lnTo>
                    <a:pt x="272288" y="147700"/>
                  </a:lnTo>
                  <a:lnTo>
                    <a:pt x="408686" y="0"/>
                  </a:lnTo>
                  <a:lnTo>
                    <a:pt x="544576" y="125475"/>
                  </a:lnTo>
                  <a:lnTo>
                    <a:pt x="398145" y="284099"/>
                  </a:lnTo>
                  <a:lnTo>
                    <a:pt x="544576" y="442722"/>
                  </a:lnTo>
                  <a:lnTo>
                    <a:pt x="408686" y="568198"/>
                  </a:lnTo>
                  <a:lnTo>
                    <a:pt x="272288" y="420497"/>
                  </a:lnTo>
                  <a:lnTo>
                    <a:pt x="135889" y="568198"/>
                  </a:lnTo>
                  <a:lnTo>
                    <a:pt x="0" y="442722"/>
                  </a:lnTo>
                  <a:lnTo>
                    <a:pt x="146431" y="284099"/>
                  </a:lnTo>
                  <a:lnTo>
                    <a:pt x="0" y="12547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47311" y="1546986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408686" y="0"/>
                  </a:moveTo>
                  <a:lnTo>
                    <a:pt x="272288" y="147700"/>
                  </a:lnTo>
                  <a:lnTo>
                    <a:pt x="135889" y="0"/>
                  </a:lnTo>
                  <a:lnTo>
                    <a:pt x="0" y="125475"/>
                  </a:lnTo>
                  <a:lnTo>
                    <a:pt x="146430" y="284099"/>
                  </a:lnTo>
                  <a:lnTo>
                    <a:pt x="0" y="442722"/>
                  </a:lnTo>
                  <a:lnTo>
                    <a:pt x="135889" y="568198"/>
                  </a:lnTo>
                  <a:lnTo>
                    <a:pt x="272288" y="420497"/>
                  </a:lnTo>
                  <a:lnTo>
                    <a:pt x="408686" y="568198"/>
                  </a:lnTo>
                  <a:lnTo>
                    <a:pt x="544576" y="442722"/>
                  </a:lnTo>
                  <a:lnTo>
                    <a:pt x="398145" y="284099"/>
                  </a:lnTo>
                  <a:lnTo>
                    <a:pt x="544576" y="125475"/>
                  </a:lnTo>
                  <a:lnTo>
                    <a:pt x="40868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47311" y="1546986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0" y="125475"/>
                  </a:moveTo>
                  <a:lnTo>
                    <a:pt x="135889" y="0"/>
                  </a:lnTo>
                  <a:lnTo>
                    <a:pt x="272288" y="147700"/>
                  </a:lnTo>
                  <a:lnTo>
                    <a:pt x="408686" y="0"/>
                  </a:lnTo>
                  <a:lnTo>
                    <a:pt x="544576" y="125475"/>
                  </a:lnTo>
                  <a:lnTo>
                    <a:pt x="398145" y="284099"/>
                  </a:lnTo>
                  <a:lnTo>
                    <a:pt x="544576" y="442722"/>
                  </a:lnTo>
                  <a:lnTo>
                    <a:pt x="408686" y="568198"/>
                  </a:lnTo>
                  <a:lnTo>
                    <a:pt x="272288" y="420497"/>
                  </a:lnTo>
                  <a:lnTo>
                    <a:pt x="135889" y="568198"/>
                  </a:lnTo>
                  <a:lnTo>
                    <a:pt x="0" y="442722"/>
                  </a:lnTo>
                  <a:lnTo>
                    <a:pt x="146430" y="284099"/>
                  </a:lnTo>
                  <a:lnTo>
                    <a:pt x="0" y="12547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39135" y="1557654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408686" y="0"/>
                  </a:moveTo>
                  <a:lnTo>
                    <a:pt x="272288" y="147700"/>
                  </a:lnTo>
                  <a:lnTo>
                    <a:pt x="135889" y="0"/>
                  </a:lnTo>
                  <a:lnTo>
                    <a:pt x="0" y="125475"/>
                  </a:lnTo>
                  <a:lnTo>
                    <a:pt x="146431" y="284099"/>
                  </a:lnTo>
                  <a:lnTo>
                    <a:pt x="0" y="442722"/>
                  </a:lnTo>
                  <a:lnTo>
                    <a:pt x="135889" y="568198"/>
                  </a:lnTo>
                  <a:lnTo>
                    <a:pt x="272288" y="420497"/>
                  </a:lnTo>
                  <a:lnTo>
                    <a:pt x="408686" y="568198"/>
                  </a:lnTo>
                  <a:lnTo>
                    <a:pt x="544576" y="442722"/>
                  </a:lnTo>
                  <a:lnTo>
                    <a:pt x="398144" y="284099"/>
                  </a:lnTo>
                  <a:lnTo>
                    <a:pt x="544576" y="125475"/>
                  </a:lnTo>
                  <a:lnTo>
                    <a:pt x="40868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739135" y="1557654"/>
              <a:ext cx="544830" cy="568325"/>
            </a:xfrm>
            <a:custGeom>
              <a:avLst/>
              <a:gdLst/>
              <a:ahLst/>
              <a:cxnLst/>
              <a:rect l="l" t="t" r="r" b="b"/>
              <a:pathLst>
                <a:path w="544829" h="568325">
                  <a:moveTo>
                    <a:pt x="0" y="125475"/>
                  </a:moveTo>
                  <a:lnTo>
                    <a:pt x="135889" y="0"/>
                  </a:lnTo>
                  <a:lnTo>
                    <a:pt x="272288" y="147700"/>
                  </a:lnTo>
                  <a:lnTo>
                    <a:pt x="408686" y="0"/>
                  </a:lnTo>
                  <a:lnTo>
                    <a:pt x="544576" y="125475"/>
                  </a:lnTo>
                  <a:lnTo>
                    <a:pt x="398144" y="284099"/>
                  </a:lnTo>
                  <a:lnTo>
                    <a:pt x="544576" y="442722"/>
                  </a:lnTo>
                  <a:lnTo>
                    <a:pt x="408686" y="568198"/>
                  </a:lnTo>
                  <a:lnTo>
                    <a:pt x="272288" y="420497"/>
                  </a:lnTo>
                  <a:lnTo>
                    <a:pt x="135889" y="568198"/>
                  </a:lnTo>
                  <a:lnTo>
                    <a:pt x="0" y="442722"/>
                  </a:lnTo>
                  <a:lnTo>
                    <a:pt x="146431" y="284099"/>
                  </a:lnTo>
                  <a:lnTo>
                    <a:pt x="0" y="12547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2712466" y="2811526"/>
            <a:ext cx="6267450" cy="254000"/>
            <a:chOff x="2712466" y="2811526"/>
            <a:chExt cx="6267450" cy="254000"/>
          </a:xfrm>
        </p:grpSpPr>
        <p:sp>
          <p:nvSpPr>
            <p:cNvPr id="60" name="object 60"/>
            <p:cNvSpPr/>
            <p:nvPr/>
          </p:nvSpPr>
          <p:spPr>
            <a:xfrm>
              <a:off x="2718816" y="2817876"/>
              <a:ext cx="6254750" cy="241300"/>
            </a:xfrm>
            <a:custGeom>
              <a:avLst/>
              <a:gdLst/>
              <a:ahLst/>
              <a:cxnLst/>
              <a:rect l="l" t="t" r="r" b="b"/>
              <a:pathLst>
                <a:path w="6254750" h="241300">
                  <a:moveTo>
                    <a:pt x="120395" y="0"/>
                  </a:moveTo>
                  <a:lnTo>
                    <a:pt x="0" y="120396"/>
                  </a:lnTo>
                  <a:lnTo>
                    <a:pt x="120395" y="240791"/>
                  </a:lnTo>
                  <a:lnTo>
                    <a:pt x="120395" y="180594"/>
                  </a:lnTo>
                  <a:lnTo>
                    <a:pt x="6254495" y="180594"/>
                  </a:lnTo>
                  <a:lnTo>
                    <a:pt x="6254495" y="60198"/>
                  </a:lnTo>
                  <a:lnTo>
                    <a:pt x="120395" y="60198"/>
                  </a:lnTo>
                  <a:lnTo>
                    <a:pt x="12039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18816" y="2817876"/>
              <a:ext cx="6254750" cy="241300"/>
            </a:xfrm>
            <a:custGeom>
              <a:avLst/>
              <a:gdLst/>
              <a:ahLst/>
              <a:cxnLst/>
              <a:rect l="l" t="t" r="r" b="b"/>
              <a:pathLst>
                <a:path w="6254750" h="241300">
                  <a:moveTo>
                    <a:pt x="0" y="120396"/>
                  </a:moveTo>
                  <a:lnTo>
                    <a:pt x="120395" y="0"/>
                  </a:lnTo>
                  <a:lnTo>
                    <a:pt x="120395" y="60198"/>
                  </a:lnTo>
                  <a:lnTo>
                    <a:pt x="6254495" y="60198"/>
                  </a:lnTo>
                  <a:lnTo>
                    <a:pt x="6254495" y="180594"/>
                  </a:lnTo>
                  <a:lnTo>
                    <a:pt x="120395" y="180594"/>
                  </a:lnTo>
                  <a:lnTo>
                    <a:pt x="120395" y="240791"/>
                  </a:lnTo>
                  <a:lnTo>
                    <a:pt x="0" y="120396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789176" y="3165348"/>
            <a:ext cx="8426450" cy="36893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Segoe UI"/>
                <a:cs typeface="Segoe UI"/>
              </a:rPr>
              <a:t>Sortie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méthode,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variables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sont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dépilés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dans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sens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inverse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d’empilement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3B2E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fr-FR" spc="-50" smtClean="0"/>
              <a:pPr marL="115570">
                <a:lnSpc>
                  <a:spcPts val="1240"/>
                </a:lnSpc>
              </a:pPr>
              <a:t>36</a:t>
            </a:fld>
            <a:endParaRPr spc="-25" dirty="0"/>
          </a:p>
        </p:txBody>
      </p:sp>
      <p:sp>
        <p:nvSpPr>
          <p:cNvPr id="66" name="Titre 1">
            <a:extLst>
              <a:ext uri="{FF2B5EF4-FFF2-40B4-BE49-F238E27FC236}">
                <a16:creationId xmlns:a16="http://schemas.microsoft.com/office/drawing/2014/main" id="{61163A01-761C-70E7-8B5B-CA8735430A6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15" dirty="0">
                <a:latin typeface="Segoe UI"/>
                <a:cs typeface="Segoe UI"/>
              </a:rPr>
              <a:t> ‘</a:t>
            </a:r>
            <a:r>
              <a:rPr lang="fr-FR" sz="2400" dirty="0" err="1">
                <a:latin typeface="Segoe UI"/>
                <a:cs typeface="Segoe UI"/>
              </a:rPr>
              <a:t>ref</a:t>
            </a:r>
            <a:r>
              <a:rPr lang="fr-FR" sz="2400" dirty="0">
                <a:latin typeface="Segoe UI"/>
                <a:cs typeface="Segoe UI"/>
              </a:rPr>
              <a:t>’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passer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référence</a:t>
            </a:r>
            <a:endParaRPr lang="fr-FR" sz="2400" dirty="0">
              <a:latin typeface="Segoe UI"/>
              <a:cs typeface="Segoe UI"/>
            </a:endParaRPr>
          </a:p>
        </p:txBody>
      </p:sp>
      <p:grpSp>
        <p:nvGrpSpPr>
          <p:cNvPr id="4" name="object 8">
            <a:extLst>
              <a:ext uri="{FF2B5EF4-FFF2-40B4-BE49-F238E27FC236}">
                <a16:creationId xmlns:a16="http://schemas.microsoft.com/office/drawing/2014/main" id="{A1090666-6D11-D666-3D90-779810501D3B}"/>
              </a:ext>
            </a:extLst>
          </p:cNvPr>
          <p:cNvGrpSpPr/>
          <p:nvPr/>
        </p:nvGrpSpPr>
        <p:grpSpPr>
          <a:xfrm>
            <a:off x="8749030" y="4711953"/>
            <a:ext cx="2408555" cy="1018540"/>
            <a:chOff x="8749030" y="4711953"/>
            <a:chExt cx="2408555" cy="1018540"/>
          </a:xfrm>
        </p:grpSpPr>
        <p:sp>
          <p:nvSpPr>
            <p:cNvPr id="5" name="object 9">
              <a:extLst>
                <a:ext uri="{FF2B5EF4-FFF2-40B4-BE49-F238E27FC236}">
                  <a16:creationId xmlns:a16="http://schemas.microsoft.com/office/drawing/2014/main" id="{02173BC6-B03F-E13B-033D-F1E67C6D3D85}"/>
                </a:ext>
              </a:extLst>
            </p:cNvPr>
            <p:cNvSpPr/>
            <p:nvPr/>
          </p:nvSpPr>
          <p:spPr>
            <a:xfrm>
              <a:off x="8755380" y="4718303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2228088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40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40" y="1005840"/>
                  </a:lnTo>
                  <a:lnTo>
                    <a:pt x="2228088" y="1005840"/>
                  </a:lnTo>
                  <a:lnTo>
                    <a:pt x="2272652" y="999851"/>
                  </a:lnTo>
                  <a:lnTo>
                    <a:pt x="2312698" y="982951"/>
                  </a:lnTo>
                  <a:lnTo>
                    <a:pt x="2346626" y="956738"/>
                  </a:lnTo>
                  <a:lnTo>
                    <a:pt x="2372839" y="922810"/>
                  </a:lnTo>
                  <a:lnTo>
                    <a:pt x="2389739" y="882764"/>
                  </a:lnTo>
                  <a:lnTo>
                    <a:pt x="2395728" y="838200"/>
                  </a:lnTo>
                  <a:lnTo>
                    <a:pt x="2395728" y="167640"/>
                  </a:lnTo>
                  <a:lnTo>
                    <a:pt x="2389739" y="123075"/>
                  </a:lnTo>
                  <a:lnTo>
                    <a:pt x="2372839" y="83029"/>
                  </a:lnTo>
                  <a:lnTo>
                    <a:pt x="2346626" y="49101"/>
                  </a:lnTo>
                  <a:lnTo>
                    <a:pt x="2312698" y="22888"/>
                  </a:lnTo>
                  <a:lnTo>
                    <a:pt x="2272652" y="5988"/>
                  </a:lnTo>
                  <a:lnTo>
                    <a:pt x="22280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EC09B9C3-B88F-3FC0-AE04-BC54ED8D2610}"/>
                </a:ext>
              </a:extLst>
            </p:cNvPr>
            <p:cNvSpPr/>
            <p:nvPr/>
          </p:nvSpPr>
          <p:spPr>
            <a:xfrm>
              <a:off x="8755380" y="4718303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0" y="167640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40" y="0"/>
                  </a:lnTo>
                  <a:lnTo>
                    <a:pt x="2228088" y="0"/>
                  </a:lnTo>
                  <a:lnTo>
                    <a:pt x="2272652" y="5988"/>
                  </a:lnTo>
                  <a:lnTo>
                    <a:pt x="2312698" y="22888"/>
                  </a:lnTo>
                  <a:lnTo>
                    <a:pt x="2346626" y="49101"/>
                  </a:lnTo>
                  <a:lnTo>
                    <a:pt x="2372839" y="83029"/>
                  </a:lnTo>
                  <a:lnTo>
                    <a:pt x="2389739" y="123075"/>
                  </a:lnTo>
                  <a:lnTo>
                    <a:pt x="2395728" y="167640"/>
                  </a:lnTo>
                  <a:lnTo>
                    <a:pt x="2395728" y="838200"/>
                  </a:lnTo>
                  <a:lnTo>
                    <a:pt x="2389739" y="882764"/>
                  </a:lnTo>
                  <a:lnTo>
                    <a:pt x="2372839" y="922810"/>
                  </a:lnTo>
                  <a:lnTo>
                    <a:pt x="2346626" y="956738"/>
                  </a:lnTo>
                  <a:lnTo>
                    <a:pt x="2312698" y="982951"/>
                  </a:lnTo>
                  <a:lnTo>
                    <a:pt x="2272652" y="999851"/>
                  </a:lnTo>
                  <a:lnTo>
                    <a:pt x="2228088" y="1005840"/>
                  </a:lnTo>
                  <a:lnTo>
                    <a:pt x="167640" y="1005840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4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11">
            <a:extLst>
              <a:ext uri="{FF2B5EF4-FFF2-40B4-BE49-F238E27FC236}">
                <a16:creationId xmlns:a16="http://schemas.microsoft.com/office/drawing/2014/main" id="{C90A2A71-0CC8-4BCC-85E7-92B4F476EFB8}"/>
              </a:ext>
            </a:extLst>
          </p:cNvPr>
          <p:cNvSpPr txBox="1"/>
          <p:nvPr/>
        </p:nvSpPr>
        <p:spPr>
          <a:xfrm>
            <a:off x="9088373" y="4920488"/>
            <a:ext cx="17322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'ref'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fonctionne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entrée/sortie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3489909-BC51-A9FF-BB9F-3FDF8BE0756A}"/>
              </a:ext>
            </a:extLst>
          </p:cNvPr>
          <p:cNvSpPr txBox="1"/>
          <p:nvPr/>
        </p:nvSpPr>
        <p:spPr>
          <a:xfrm>
            <a:off x="1371347" y="2379907"/>
            <a:ext cx="82991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123;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Increment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affichera  124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Increment(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(value);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affichera 123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value++;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(value);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affichera 124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6253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jamais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recevoir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‘</a:t>
            </a:r>
            <a:r>
              <a:rPr lang="fr-FR" sz="2400" b="1" spc="-10" dirty="0" err="1">
                <a:latin typeface="Segoe UI"/>
                <a:cs typeface="Segoe UI"/>
              </a:rPr>
              <a:t>null</a:t>
            </a:r>
            <a:r>
              <a:rPr lang="fr-FR" sz="2400" b="1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i="1" spc="-25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18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passer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nullables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spc="-25" dirty="0">
                <a:latin typeface="Segoe UI"/>
                <a:cs typeface="Segoe UI"/>
              </a:rPr>
              <a:t>‘?’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</a:pP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passe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20" dirty="0" err="1">
                <a:latin typeface="Segoe UI"/>
                <a:cs typeface="Segoe UI"/>
              </a:rPr>
              <a:t>HasValue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Value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accéder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donnée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09EC50-923F-CAC8-5399-99B721DD4828}"/>
              </a:ext>
            </a:extLst>
          </p:cNvPr>
          <p:cNvSpPr txBox="1"/>
          <p:nvPr/>
        </p:nvSpPr>
        <p:spPr>
          <a:xfrm>
            <a:off x="1698171" y="1955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ne compile pas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ED541B-5319-EEDF-8F38-545F2833B326}"/>
              </a:ext>
            </a:extLst>
          </p:cNvPr>
          <p:cNvSpPr txBox="1"/>
          <p:nvPr/>
        </p:nvSpPr>
        <p:spPr>
          <a:xfrm>
            <a:off x="1698171" y="33588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compile</a:t>
            </a:r>
            <a:endParaRPr lang="fr-FR" sz="1800" dirty="0">
              <a:latin typeface="Trebuchet MS"/>
              <a:cs typeface="Trebuchet M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A75DA5-D2BF-5B4D-F4A6-2560A223D5C9}"/>
              </a:ext>
            </a:extLst>
          </p:cNvPr>
          <p:cNvSpPr txBox="1"/>
          <p:nvPr/>
        </p:nvSpPr>
        <p:spPr>
          <a:xfrm>
            <a:off x="1698171" y="5029055"/>
            <a:ext cx="815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myInt.HasValue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realInt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myInt.Value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6805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La mémoire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Depuis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C#10,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demandé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(par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simple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warning)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d’indiquer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si 	</a:t>
            </a:r>
            <a:r>
              <a:rPr lang="fr-FR" sz="2400" spc="-20" dirty="0">
                <a:latin typeface="Segoe UI"/>
                <a:cs typeface="Segoe UI"/>
              </a:rPr>
              <a:t>l’objet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capable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recevoir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dirty="0" err="1">
                <a:latin typeface="Segoe UI"/>
                <a:cs typeface="Segoe UI"/>
              </a:rPr>
              <a:t>null</a:t>
            </a: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non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89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faut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nouveau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spc="-25" dirty="0">
                <a:latin typeface="Segoe UI"/>
                <a:cs typeface="Segoe UI"/>
              </a:rPr>
              <a:t>‘?’</a:t>
            </a:r>
          </a:p>
          <a:p>
            <a:pPr marL="240665" indent="-227965">
              <a:lnSpc>
                <a:spcPct val="100000"/>
              </a:lnSpc>
              <a:spcBef>
                <a:spcPts val="2895"/>
              </a:spcBef>
              <a:buFont typeface="Arial"/>
              <a:buChar char="•"/>
              <a:tabLst>
                <a:tab pos="240665" algn="l"/>
              </a:tabLst>
            </a:pPr>
            <a:endParaRPr lang="fr-FR" sz="2400" b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895"/>
              </a:spcBef>
              <a:buFont typeface="Arial"/>
              <a:buChar char="•"/>
              <a:tabLst>
                <a:tab pos="240665" algn="l"/>
              </a:tabLst>
            </a:pPr>
            <a:endParaRPr lang="fr-FR" sz="2400" b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‘!’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indiquer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l’objet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toujours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valeur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contexte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895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20450AC-C8C7-9E39-2C5C-5C5C98286CEC}"/>
              </a:ext>
            </a:extLst>
          </p:cNvPr>
          <p:cNvSpPr txBox="1"/>
          <p:nvPr/>
        </p:nvSpPr>
        <p:spPr>
          <a:xfrm>
            <a:off x="1502229" y="3011149"/>
            <a:ext cx="1082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indique au compilateur que l’objet est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nullable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indique que l’objet N’EST PAS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nullable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1CE12E6-10E5-8023-F7C6-C8CD20BF408C}"/>
              </a:ext>
            </a:extLst>
          </p:cNvPr>
          <p:cNvSpPr txBox="1"/>
          <p:nvPr/>
        </p:nvSpPr>
        <p:spPr>
          <a:xfrm>
            <a:off x="1502229" y="5254977"/>
            <a:ext cx="9590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myUppercaseString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!.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ToUpper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4381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La mémoire</a:t>
            </a: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4. Les propriétés</a:t>
            </a:r>
          </a:p>
        </p:txBody>
      </p:sp>
    </p:spTree>
    <p:extLst>
      <p:ext uri="{BB962C8B-B14F-4D97-AF65-F5344CB8AC3E}">
        <p14:creationId xmlns:p14="http://schemas.microsoft.com/office/powerpoint/2010/main" val="1696807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6078488" cy="4180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Accessibilité</a:t>
            </a:r>
          </a:p>
          <a:p>
            <a:endParaRPr lang="fr-FR" sz="2400" dirty="0"/>
          </a:p>
          <a:p>
            <a:pPr marL="240029" marR="5080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(les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champs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les 	</a:t>
            </a:r>
            <a:r>
              <a:rPr lang="fr-FR" sz="2400" dirty="0">
                <a:latin typeface="Segoe UI"/>
                <a:cs typeface="Segoe UI"/>
              </a:rPr>
              <a:t>méthodes)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10" dirty="0">
                <a:latin typeface="Segoe UI"/>
                <a:cs typeface="Segoe UI"/>
              </a:rPr>
              <a:t> peuvent 	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1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public</a:t>
            </a:r>
            <a:r>
              <a:rPr lang="fr-FR" sz="2400" b="1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:</a:t>
            </a:r>
            <a:r>
              <a:rPr lang="fr-FR" sz="2400" spc="10" dirty="0">
                <a:latin typeface="Segoe UI"/>
                <a:cs typeface="Segoe UI"/>
              </a:rPr>
              <a:t> </a:t>
            </a:r>
            <a:r>
              <a:rPr lang="fr-FR" sz="2400" spc="-45" dirty="0">
                <a:latin typeface="Segoe UI"/>
                <a:cs typeface="Segoe UI"/>
              </a:rPr>
              <a:t>c’est-</a:t>
            </a:r>
            <a:r>
              <a:rPr lang="fr-FR" sz="2400" spc="-20" dirty="0">
                <a:latin typeface="Segoe UI"/>
                <a:cs typeface="Segoe UI"/>
              </a:rPr>
              <a:t>à-dire 	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accessible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</a:t>
            </a:r>
            <a:r>
              <a:rPr lang="fr-FR" sz="2400" u="sng" spc="-3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partout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en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internal</a:t>
            </a:r>
            <a:r>
              <a:rPr lang="fr-FR" sz="2400" b="1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: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40" dirty="0">
                <a:latin typeface="Segoe UI"/>
                <a:cs typeface="Segoe UI"/>
              </a:rPr>
              <a:t>c’est-</a:t>
            </a:r>
            <a:r>
              <a:rPr lang="fr-FR" sz="2400" spc="-20" dirty="0">
                <a:latin typeface="Segoe UI"/>
                <a:cs typeface="Segoe UI"/>
              </a:rPr>
              <a:t>à-</a:t>
            </a:r>
            <a:r>
              <a:rPr lang="fr-FR" sz="2400" dirty="0">
                <a:latin typeface="Segoe UI"/>
                <a:cs typeface="Segoe UI"/>
              </a:rPr>
              <a:t>dire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accessible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uniquement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dans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projet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FF75CE-4AB2-6392-CEAB-F1CF40B7C08C}"/>
              </a:ext>
            </a:extLst>
          </p:cNvPr>
          <p:cNvSpPr txBox="1"/>
          <p:nvPr/>
        </p:nvSpPr>
        <p:spPr>
          <a:xfrm>
            <a:off x="7885516" y="2321217"/>
            <a:ext cx="35444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Start()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8D8E265-2629-E2C4-7E97-044EA8085AE8}"/>
              </a:ext>
            </a:extLst>
          </p:cNvPr>
          <p:cNvSpPr txBox="1"/>
          <p:nvPr/>
        </p:nvSpPr>
        <p:spPr>
          <a:xfrm>
            <a:off x="7885516" y="4029165"/>
            <a:ext cx="3381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2772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663366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Accessibilité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 membres d’une classe peuvent aussi être en « </a:t>
            </a:r>
            <a:r>
              <a:rPr lang="fr-FR" sz="2400" dirty="0" err="1">
                <a:latin typeface="Segoe UI"/>
                <a:cs typeface="Segoe UI"/>
              </a:rPr>
              <a:t>protected</a:t>
            </a:r>
            <a:r>
              <a:rPr lang="fr-FR" sz="2400" dirty="0">
                <a:latin typeface="Segoe UI"/>
                <a:cs typeface="Segoe UI"/>
              </a:rPr>
              <a:t> » : c’est-à-dire accessible uniquement par héritage (module suivant)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en</a:t>
            </a:r>
            <a:endParaRPr lang="fr-FR" sz="2400" dirty="0">
              <a:latin typeface="Segoe UI"/>
              <a:cs typeface="Segoe UI"/>
            </a:endParaRPr>
          </a:p>
          <a:p>
            <a:pPr marL="241300" marR="8001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private</a:t>
            </a:r>
            <a:r>
              <a:rPr lang="fr-FR" sz="2400" b="1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»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: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40" dirty="0">
                <a:latin typeface="Segoe UI"/>
                <a:cs typeface="Segoe UI"/>
              </a:rPr>
              <a:t>c’est-</a:t>
            </a:r>
            <a:r>
              <a:rPr lang="fr-FR" sz="2400" spc="-20" dirty="0">
                <a:latin typeface="Segoe UI"/>
                <a:cs typeface="Segoe UI"/>
              </a:rPr>
              <a:t>à-</a:t>
            </a:r>
            <a:r>
              <a:rPr lang="fr-FR" sz="2400" dirty="0">
                <a:latin typeface="Segoe UI"/>
                <a:cs typeface="Segoe UI"/>
              </a:rPr>
              <a:t>dire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accessible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uniquement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dans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la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l’absence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8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modificateur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d’accès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private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3F15C8A-C942-A17E-FB49-8D7F6161931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4257989-1246-B532-57C9-BE49E7AE810D}"/>
              </a:ext>
            </a:extLst>
          </p:cNvPr>
          <p:cNvSpPr txBox="1"/>
          <p:nvPr/>
        </p:nvSpPr>
        <p:spPr>
          <a:xfrm>
            <a:off x="8299173" y="22286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Start()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1D2CE-26A9-C62C-1906-A34D1478288D}"/>
              </a:ext>
            </a:extLst>
          </p:cNvPr>
          <p:cNvSpPr txBox="1"/>
          <p:nvPr/>
        </p:nvSpPr>
        <p:spPr>
          <a:xfrm>
            <a:off x="8299173" y="3721465"/>
            <a:ext cx="7195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BF3A95B-C8BE-395E-1B86-CC3D5D0CD99C}"/>
              </a:ext>
            </a:extLst>
          </p:cNvPr>
          <p:cNvSpPr txBox="1"/>
          <p:nvPr/>
        </p:nvSpPr>
        <p:spPr>
          <a:xfrm>
            <a:off x="8299173" y="5093064"/>
            <a:ext cx="7745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8759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411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Accessibilité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plus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récemment,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dirty="0" err="1">
                <a:latin typeface="Segoe UI"/>
                <a:cs typeface="Segoe UI"/>
              </a:rPr>
              <a:t>private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protected</a:t>
            </a:r>
            <a:r>
              <a:rPr lang="fr-FR" sz="2400" dirty="0">
                <a:latin typeface="Segoe UI"/>
                <a:cs typeface="Segoe UI"/>
              </a:rPr>
              <a:t>’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et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dirty="0" err="1">
                <a:latin typeface="Segoe UI"/>
                <a:cs typeface="Segoe UI"/>
              </a:rPr>
              <a:t>protected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internal</a:t>
            </a: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été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ajoutés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b="1" dirty="0" err="1">
                <a:latin typeface="Segoe UI"/>
                <a:cs typeface="Segoe UI"/>
              </a:rPr>
              <a:t>private</a:t>
            </a:r>
            <a:r>
              <a:rPr lang="fr-FR" sz="2400" b="1" spc="-114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protected</a:t>
            </a:r>
            <a:r>
              <a:rPr lang="fr-FR" sz="2400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accessibles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héritage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même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projet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30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'</a:t>
            </a:r>
            <a:r>
              <a:rPr lang="fr-FR" sz="2400" b="1" dirty="0" err="1">
                <a:latin typeface="Segoe UI"/>
                <a:cs typeface="Segoe UI"/>
              </a:rPr>
              <a:t>protected</a:t>
            </a:r>
            <a:r>
              <a:rPr lang="fr-FR" sz="2400" b="1" spc="-130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internal</a:t>
            </a:r>
            <a:r>
              <a:rPr lang="fr-FR" sz="2400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accessibles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héritage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même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projet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081206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44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Encapsulation</a:t>
            </a:r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principes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POO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l’encapsulation</a:t>
            </a:r>
            <a:endParaRPr lang="fr-FR" sz="2400" dirty="0">
              <a:latin typeface="Segoe UI"/>
              <a:cs typeface="Segoe UI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données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internes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l’objet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8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directement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visibles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(On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parle </a:t>
            </a:r>
            <a:r>
              <a:rPr lang="fr-FR" sz="2000" dirty="0">
                <a:latin typeface="Segoe UI"/>
                <a:cs typeface="Segoe UI"/>
              </a:rPr>
              <a:t>souvent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boite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noire)</a:t>
            </a:r>
            <a:endParaRPr lang="fr-FR" sz="2000" dirty="0">
              <a:latin typeface="Segoe UI"/>
              <a:cs typeface="Segoe UI"/>
            </a:endParaRPr>
          </a:p>
          <a:p>
            <a:pPr marL="698500" marR="1651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possible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faire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contrôle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lors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modification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externe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la </a:t>
            </a:r>
            <a:r>
              <a:rPr lang="fr-FR" sz="2000" dirty="0">
                <a:latin typeface="Segoe UI"/>
                <a:cs typeface="Segoe UI"/>
              </a:rPr>
              <a:t>donnée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interne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l’objet</a:t>
            </a:r>
            <a:endParaRPr lang="fr-FR" sz="2000" dirty="0">
              <a:latin typeface="Segoe UI"/>
              <a:cs typeface="Segoe UI"/>
            </a:endParaRPr>
          </a:p>
          <a:p>
            <a:pPr marL="5640705">
              <a:lnSpc>
                <a:spcPct val="100000"/>
              </a:lnSpc>
              <a:spcBef>
                <a:spcPts val="1700"/>
              </a:spcBef>
            </a:pPr>
            <a:endParaRPr lang="fr-FR" sz="160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3C28B76-A09A-08D5-52A1-811BC957D521}"/>
              </a:ext>
            </a:extLst>
          </p:cNvPr>
          <p:cNvGrpSpPr/>
          <p:nvPr/>
        </p:nvGrpSpPr>
        <p:grpSpPr>
          <a:xfrm>
            <a:off x="5755638" y="3827462"/>
            <a:ext cx="4169410" cy="2953385"/>
            <a:chOff x="5878321" y="3721861"/>
            <a:chExt cx="4169410" cy="295338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8002486-DF38-C022-C6DE-4F54D1B93A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1021" y="3734561"/>
              <a:ext cx="4143755" cy="292760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54A0959-AA03-81B7-69A9-ABD1C2509306}"/>
                </a:ext>
              </a:extLst>
            </p:cNvPr>
            <p:cNvSpPr/>
            <p:nvPr/>
          </p:nvSpPr>
          <p:spPr>
            <a:xfrm>
              <a:off x="5891021" y="3734561"/>
              <a:ext cx="4144010" cy="2927985"/>
            </a:xfrm>
            <a:custGeom>
              <a:avLst/>
              <a:gdLst/>
              <a:ahLst/>
              <a:cxnLst/>
              <a:rect l="l" t="t" r="r" b="b"/>
              <a:pathLst>
                <a:path w="4144009" h="2927984">
                  <a:moveTo>
                    <a:pt x="0" y="1463802"/>
                  </a:moveTo>
                  <a:lnTo>
                    <a:pt x="744" y="1424166"/>
                  </a:lnTo>
                  <a:lnTo>
                    <a:pt x="2966" y="1384790"/>
                  </a:lnTo>
                  <a:lnTo>
                    <a:pt x="6646" y="1345688"/>
                  </a:lnTo>
                  <a:lnTo>
                    <a:pt x="11765" y="1306873"/>
                  </a:lnTo>
                  <a:lnTo>
                    <a:pt x="18305" y="1268358"/>
                  </a:lnTo>
                  <a:lnTo>
                    <a:pt x="26246" y="1230156"/>
                  </a:lnTo>
                  <a:lnTo>
                    <a:pt x="35571" y="1192281"/>
                  </a:lnTo>
                  <a:lnTo>
                    <a:pt x="46259" y="1154746"/>
                  </a:lnTo>
                  <a:lnTo>
                    <a:pt x="58294" y="1117564"/>
                  </a:lnTo>
                  <a:lnTo>
                    <a:pt x="71654" y="1080748"/>
                  </a:lnTo>
                  <a:lnTo>
                    <a:pt x="86323" y="1044312"/>
                  </a:lnTo>
                  <a:lnTo>
                    <a:pt x="102280" y="1008269"/>
                  </a:lnTo>
                  <a:lnTo>
                    <a:pt x="119508" y="972633"/>
                  </a:lnTo>
                  <a:lnTo>
                    <a:pt x="137987" y="937415"/>
                  </a:lnTo>
                  <a:lnTo>
                    <a:pt x="157699" y="902631"/>
                  </a:lnTo>
                  <a:lnTo>
                    <a:pt x="178625" y="868293"/>
                  </a:lnTo>
                  <a:lnTo>
                    <a:pt x="200745" y="834414"/>
                  </a:lnTo>
                  <a:lnTo>
                    <a:pt x="224042" y="801007"/>
                  </a:lnTo>
                  <a:lnTo>
                    <a:pt x="248497" y="768087"/>
                  </a:lnTo>
                  <a:lnTo>
                    <a:pt x="274090" y="735666"/>
                  </a:lnTo>
                  <a:lnTo>
                    <a:pt x="300803" y="703757"/>
                  </a:lnTo>
                  <a:lnTo>
                    <a:pt x="328617" y="672374"/>
                  </a:lnTo>
                  <a:lnTo>
                    <a:pt x="357513" y="641530"/>
                  </a:lnTo>
                  <a:lnTo>
                    <a:pt x="387473" y="611238"/>
                  </a:lnTo>
                  <a:lnTo>
                    <a:pt x="418478" y="581512"/>
                  </a:lnTo>
                  <a:lnTo>
                    <a:pt x="450508" y="552364"/>
                  </a:lnTo>
                  <a:lnTo>
                    <a:pt x="483546" y="523809"/>
                  </a:lnTo>
                  <a:lnTo>
                    <a:pt x="517572" y="495859"/>
                  </a:lnTo>
                  <a:lnTo>
                    <a:pt x="552567" y="468528"/>
                  </a:lnTo>
                  <a:lnTo>
                    <a:pt x="588513" y="441828"/>
                  </a:lnTo>
                  <a:lnTo>
                    <a:pt x="625392" y="415774"/>
                  </a:lnTo>
                  <a:lnTo>
                    <a:pt x="663183" y="390378"/>
                  </a:lnTo>
                  <a:lnTo>
                    <a:pt x="701869" y="365654"/>
                  </a:lnTo>
                  <a:lnTo>
                    <a:pt x="741430" y="341615"/>
                  </a:lnTo>
                  <a:lnTo>
                    <a:pt x="781848" y="318275"/>
                  </a:lnTo>
                  <a:lnTo>
                    <a:pt x="823104" y="295645"/>
                  </a:lnTo>
                  <a:lnTo>
                    <a:pt x="865179" y="273741"/>
                  </a:lnTo>
                  <a:lnTo>
                    <a:pt x="908055" y="252575"/>
                  </a:lnTo>
                  <a:lnTo>
                    <a:pt x="951712" y="232160"/>
                  </a:lnTo>
                  <a:lnTo>
                    <a:pt x="996132" y="212510"/>
                  </a:lnTo>
                  <a:lnTo>
                    <a:pt x="1041296" y="193638"/>
                  </a:lnTo>
                  <a:lnTo>
                    <a:pt x="1087185" y="175557"/>
                  </a:lnTo>
                  <a:lnTo>
                    <a:pt x="1133781" y="158280"/>
                  </a:lnTo>
                  <a:lnTo>
                    <a:pt x="1181064" y="141821"/>
                  </a:lnTo>
                  <a:lnTo>
                    <a:pt x="1229016" y="126193"/>
                  </a:lnTo>
                  <a:lnTo>
                    <a:pt x="1277618" y="111410"/>
                  </a:lnTo>
                  <a:lnTo>
                    <a:pt x="1326852" y="97484"/>
                  </a:lnTo>
                  <a:lnTo>
                    <a:pt x="1376697" y="84429"/>
                  </a:lnTo>
                  <a:lnTo>
                    <a:pt x="1427137" y="72258"/>
                  </a:lnTo>
                  <a:lnTo>
                    <a:pt x="1478151" y="60984"/>
                  </a:lnTo>
                  <a:lnTo>
                    <a:pt x="1529722" y="50621"/>
                  </a:lnTo>
                  <a:lnTo>
                    <a:pt x="1581830" y="41182"/>
                  </a:lnTo>
                  <a:lnTo>
                    <a:pt x="1634456" y="32681"/>
                  </a:lnTo>
                  <a:lnTo>
                    <a:pt x="1687582" y="25129"/>
                  </a:lnTo>
                  <a:lnTo>
                    <a:pt x="1741189" y="18542"/>
                  </a:lnTo>
                  <a:lnTo>
                    <a:pt x="1795258" y="12932"/>
                  </a:lnTo>
                  <a:lnTo>
                    <a:pt x="1849771" y="8311"/>
                  </a:lnTo>
                  <a:lnTo>
                    <a:pt x="1904707" y="4695"/>
                  </a:lnTo>
                  <a:lnTo>
                    <a:pt x="1960050" y="2095"/>
                  </a:lnTo>
                  <a:lnTo>
                    <a:pt x="2015780" y="526"/>
                  </a:lnTo>
                  <a:lnTo>
                    <a:pt x="2071877" y="0"/>
                  </a:lnTo>
                  <a:lnTo>
                    <a:pt x="2127975" y="526"/>
                  </a:lnTo>
                  <a:lnTo>
                    <a:pt x="2183705" y="2095"/>
                  </a:lnTo>
                  <a:lnTo>
                    <a:pt x="2239048" y="4695"/>
                  </a:lnTo>
                  <a:lnTo>
                    <a:pt x="2293984" y="8311"/>
                  </a:lnTo>
                  <a:lnTo>
                    <a:pt x="2348497" y="12932"/>
                  </a:lnTo>
                  <a:lnTo>
                    <a:pt x="2402566" y="18542"/>
                  </a:lnTo>
                  <a:lnTo>
                    <a:pt x="2456173" y="25129"/>
                  </a:lnTo>
                  <a:lnTo>
                    <a:pt x="2509299" y="32681"/>
                  </a:lnTo>
                  <a:lnTo>
                    <a:pt x="2561925" y="41182"/>
                  </a:lnTo>
                  <a:lnTo>
                    <a:pt x="2614033" y="50621"/>
                  </a:lnTo>
                  <a:lnTo>
                    <a:pt x="2665604" y="60984"/>
                  </a:lnTo>
                  <a:lnTo>
                    <a:pt x="2716618" y="72258"/>
                  </a:lnTo>
                  <a:lnTo>
                    <a:pt x="2767058" y="84429"/>
                  </a:lnTo>
                  <a:lnTo>
                    <a:pt x="2816903" y="97484"/>
                  </a:lnTo>
                  <a:lnTo>
                    <a:pt x="2866137" y="111410"/>
                  </a:lnTo>
                  <a:lnTo>
                    <a:pt x="2914739" y="126193"/>
                  </a:lnTo>
                  <a:lnTo>
                    <a:pt x="2962691" y="141821"/>
                  </a:lnTo>
                  <a:lnTo>
                    <a:pt x="3009974" y="158280"/>
                  </a:lnTo>
                  <a:lnTo>
                    <a:pt x="3056570" y="175557"/>
                  </a:lnTo>
                  <a:lnTo>
                    <a:pt x="3102459" y="193638"/>
                  </a:lnTo>
                  <a:lnTo>
                    <a:pt x="3147623" y="212510"/>
                  </a:lnTo>
                  <a:lnTo>
                    <a:pt x="3192043" y="232160"/>
                  </a:lnTo>
                  <a:lnTo>
                    <a:pt x="3235700" y="252575"/>
                  </a:lnTo>
                  <a:lnTo>
                    <a:pt x="3278576" y="273741"/>
                  </a:lnTo>
                  <a:lnTo>
                    <a:pt x="3320651" y="295645"/>
                  </a:lnTo>
                  <a:lnTo>
                    <a:pt x="3361907" y="318275"/>
                  </a:lnTo>
                  <a:lnTo>
                    <a:pt x="3402325" y="341615"/>
                  </a:lnTo>
                  <a:lnTo>
                    <a:pt x="3441886" y="365654"/>
                  </a:lnTo>
                  <a:lnTo>
                    <a:pt x="3480572" y="390378"/>
                  </a:lnTo>
                  <a:lnTo>
                    <a:pt x="3518363" y="415774"/>
                  </a:lnTo>
                  <a:lnTo>
                    <a:pt x="3555242" y="441828"/>
                  </a:lnTo>
                  <a:lnTo>
                    <a:pt x="3591188" y="468528"/>
                  </a:lnTo>
                  <a:lnTo>
                    <a:pt x="3626183" y="495859"/>
                  </a:lnTo>
                  <a:lnTo>
                    <a:pt x="3660209" y="523809"/>
                  </a:lnTo>
                  <a:lnTo>
                    <a:pt x="3693247" y="552364"/>
                  </a:lnTo>
                  <a:lnTo>
                    <a:pt x="3725277" y="581512"/>
                  </a:lnTo>
                  <a:lnTo>
                    <a:pt x="3756282" y="611238"/>
                  </a:lnTo>
                  <a:lnTo>
                    <a:pt x="3786242" y="641530"/>
                  </a:lnTo>
                  <a:lnTo>
                    <a:pt x="3815138" y="672374"/>
                  </a:lnTo>
                  <a:lnTo>
                    <a:pt x="3842952" y="703757"/>
                  </a:lnTo>
                  <a:lnTo>
                    <a:pt x="3869665" y="735666"/>
                  </a:lnTo>
                  <a:lnTo>
                    <a:pt x="3895258" y="768087"/>
                  </a:lnTo>
                  <a:lnTo>
                    <a:pt x="3919713" y="801007"/>
                  </a:lnTo>
                  <a:lnTo>
                    <a:pt x="3943010" y="834414"/>
                  </a:lnTo>
                  <a:lnTo>
                    <a:pt x="3965130" y="868293"/>
                  </a:lnTo>
                  <a:lnTo>
                    <a:pt x="3986056" y="902631"/>
                  </a:lnTo>
                  <a:lnTo>
                    <a:pt x="4005768" y="937415"/>
                  </a:lnTo>
                  <a:lnTo>
                    <a:pt x="4024247" y="972633"/>
                  </a:lnTo>
                  <a:lnTo>
                    <a:pt x="4041475" y="1008269"/>
                  </a:lnTo>
                  <a:lnTo>
                    <a:pt x="4057432" y="1044312"/>
                  </a:lnTo>
                  <a:lnTo>
                    <a:pt x="4072101" y="1080748"/>
                  </a:lnTo>
                  <a:lnTo>
                    <a:pt x="4085461" y="1117564"/>
                  </a:lnTo>
                  <a:lnTo>
                    <a:pt x="4097496" y="1154746"/>
                  </a:lnTo>
                  <a:lnTo>
                    <a:pt x="4108184" y="1192281"/>
                  </a:lnTo>
                  <a:lnTo>
                    <a:pt x="4117509" y="1230156"/>
                  </a:lnTo>
                  <a:lnTo>
                    <a:pt x="4125450" y="1268358"/>
                  </a:lnTo>
                  <a:lnTo>
                    <a:pt x="4131990" y="1306873"/>
                  </a:lnTo>
                  <a:lnTo>
                    <a:pt x="4137109" y="1345688"/>
                  </a:lnTo>
                  <a:lnTo>
                    <a:pt x="4140789" y="1384790"/>
                  </a:lnTo>
                  <a:lnTo>
                    <a:pt x="4143011" y="1424166"/>
                  </a:lnTo>
                  <a:lnTo>
                    <a:pt x="4143755" y="1463802"/>
                  </a:lnTo>
                  <a:lnTo>
                    <a:pt x="4143011" y="1503435"/>
                  </a:lnTo>
                  <a:lnTo>
                    <a:pt x="4140789" y="1542808"/>
                  </a:lnTo>
                  <a:lnTo>
                    <a:pt x="4137109" y="1581908"/>
                  </a:lnTo>
                  <a:lnTo>
                    <a:pt x="4131990" y="1620721"/>
                  </a:lnTo>
                  <a:lnTo>
                    <a:pt x="4125450" y="1659234"/>
                  </a:lnTo>
                  <a:lnTo>
                    <a:pt x="4117509" y="1697434"/>
                  </a:lnTo>
                  <a:lnTo>
                    <a:pt x="4108184" y="1735308"/>
                  </a:lnTo>
                  <a:lnTo>
                    <a:pt x="4097496" y="1772842"/>
                  </a:lnTo>
                  <a:lnTo>
                    <a:pt x="4085461" y="1810023"/>
                  </a:lnTo>
                  <a:lnTo>
                    <a:pt x="4072101" y="1846837"/>
                  </a:lnTo>
                  <a:lnTo>
                    <a:pt x="4057432" y="1883272"/>
                  </a:lnTo>
                  <a:lnTo>
                    <a:pt x="4041475" y="1919314"/>
                  </a:lnTo>
                  <a:lnTo>
                    <a:pt x="4024247" y="1954950"/>
                  </a:lnTo>
                  <a:lnTo>
                    <a:pt x="4005768" y="1990167"/>
                  </a:lnTo>
                  <a:lnTo>
                    <a:pt x="3986056" y="2024951"/>
                  </a:lnTo>
                  <a:lnTo>
                    <a:pt x="3965130" y="2059289"/>
                  </a:lnTo>
                  <a:lnTo>
                    <a:pt x="3943010" y="2093167"/>
                  </a:lnTo>
                  <a:lnTo>
                    <a:pt x="3919713" y="2126573"/>
                  </a:lnTo>
                  <a:lnTo>
                    <a:pt x="3895258" y="2159493"/>
                  </a:lnTo>
                  <a:lnTo>
                    <a:pt x="3869665" y="2191915"/>
                  </a:lnTo>
                  <a:lnTo>
                    <a:pt x="3842952" y="2223823"/>
                  </a:lnTo>
                  <a:lnTo>
                    <a:pt x="3815138" y="2255207"/>
                  </a:lnTo>
                  <a:lnTo>
                    <a:pt x="3786242" y="2286051"/>
                  </a:lnTo>
                  <a:lnTo>
                    <a:pt x="3756282" y="2316343"/>
                  </a:lnTo>
                  <a:lnTo>
                    <a:pt x="3725277" y="2346069"/>
                  </a:lnTo>
                  <a:lnTo>
                    <a:pt x="3693247" y="2375217"/>
                  </a:lnTo>
                  <a:lnTo>
                    <a:pt x="3660209" y="2403773"/>
                  </a:lnTo>
                  <a:lnTo>
                    <a:pt x="3626183" y="2431723"/>
                  </a:lnTo>
                  <a:lnTo>
                    <a:pt x="3591188" y="2459055"/>
                  </a:lnTo>
                  <a:lnTo>
                    <a:pt x="3555242" y="2485755"/>
                  </a:lnTo>
                  <a:lnTo>
                    <a:pt x="3518363" y="2511810"/>
                  </a:lnTo>
                  <a:lnTo>
                    <a:pt x="3480572" y="2537207"/>
                  </a:lnTo>
                  <a:lnTo>
                    <a:pt x="3441886" y="2561931"/>
                  </a:lnTo>
                  <a:lnTo>
                    <a:pt x="3402325" y="2585971"/>
                  </a:lnTo>
                  <a:lnTo>
                    <a:pt x="3361907" y="2609313"/>
                  </a:lnTo>
                  <a:lnTo>
                    <a:pt x="3320651" y="2631942"/>
                  </a:lnTo>
                  <a:lnTo>
                    <a:pt x="3278576" y="2653848"/>
                  </a:lnTo>
                  <a:lnTo>
                    <a:pt x="3235700" y="2675015"/>
                  </a:lnTo>
                  <a:lnTo>
                    <a:pt x="3192043" y="2695430"/>
                  </a:lnTo>
                  <a:lnTo>
                    <a:pt x="3147623" y="2715081"/>
                  </a:lnTo>
                  <a:lnTo>
                    <a:pt x="3102459" y="2733954"/>
                  </a:lnTo>
                  <a:lnTo>
                    <a:pt x="3056570" y="2752036"/>
                  </a:lnTo>
                  <a:lnTo>
                    <a:pt x="3009974" y="2769314"/>
                  </a:lnTo>
                  <a:lnTo>
                    <a:pt x="2962691" y="2785773"/>
                  </a:lnTo>
                  <a:lnTo>
                    <a:pt x="2914739" y="2801402"/>
                  </a:lnTo>
                  <a:lnTo>
                    <a:pt x="2866137" y="2816186"/>
                  </a:lnTo>
                  <a:lnTo>
                    <a:pt x="2816903" y="2830113"/>
                  </a:lnTo>
                  <a:lnTo>
                    <a:pt x="2767058" y="2843169"/>
                  </a:lnTo>
                  <a:lnTo>
                    <a:pt x="2716618" y="2855340"/>
                  </a:lnTo>
                  <a:lnTo>
                    <a:pt x="2665604" y="2866615"/>
                  </a:lnTo>
                  <a:lnTo>
                    <a:pt x="2614033" y="2876978"/>
                  </a:lnTo>
                  <a:lnTo>
                    <a:pt x="2561925" y="2886418"/>
                  </a:lnTo>
                  <a:lnTo>
                    <a:pt x="2509299" y="2894920"/>
                  </a:lnTo>
                  <a:lnTo>
                    <a:pt x="2456173" y="2902472"/>
                  </a:lnTo>
                  <a:lnTo>
                    <a:pt x="2402566" y="2909060"/>
                  </a:lnTo>
                  <a:lnTo>
                    <a:pt x="2348497" y="2914671"/>
                  </a:lnTo>
                  <a:lnTo>
                    <a:pt x="2293984" y="2919291"/>
                  </a:lnTo>
                  <a:lnTo>
                    <a:pt x="2239048" y="2922908"/>
                  </a:lnTo>
                  <a:lnTo>
                    <a:pt x="2183705" y="2925508"/>
                  </a:lnTo>
                  <a:lnTo>
                    <a:pt x="2127975" y="2927077"/>
                  </a:lnTo>
                  <a:lnTo>
                    <a:pt x="2071877" y="2927604"/>
                  </a:lnTo>
                  <a:lnTo>
                    <a:pt x="2015780" y="2927077"/>
                  </a:lnTo>
                  <a:lnTo>
                    <a:pt x="1960050" y="2925508"/>
                  </a:lnTo>
                  <a:lnTo>
                    <a:pt x="1904707" y="2922908"/>
                  </a:lnTo>
                  <a:lnTo>
                    <a:pt x="1849771" y="2919291"/>
                  </a:lnTo>
                  <a:lnTo>
                    <a:pt x="1795258" y="2914671"/>
                  </a:lnTo>
                  <a:lnTo>
                    <a:pt x="1741189" y="2909060"/>
                  </a:lnTo>
                  <a:lnTo>
                    <a:pt x="1687582" y="2902472"/>
                  </a:lnTo>
                  <a:lnTo>
                    <a:pt x="1634456" y="2894920"/>
                  </a:lnTo>
                  <a:lnTo>
                    <a:pt x="1581830" y="2886418"/>
                  </a:lnTo>
                  <a:lnTo>
                    <a:pt x="1529722" y="2876978"/>
                  </a:lnTo>
                  <a:lnTo>
                    <a:pt x="1478151" y="2866615"/>
                  </a:lnTo>
                  <a:lnTo>
                    <a:pt x="1427137" y="2855340"/>
                  </a:lnTo>
                  <a:lnTo>
                    <a:pt x="1376697" y="2843169"/>
                  </a:lnTo>
                  <a:lnTo>
                    <a:pt x="1326852" y="2830113"/>
                  </a:lnTo>
                  <a:lnTo>
                    <a:pt x="1277618" y="2816186"/>
                  </a:lnTo>
                  <a:lnTo>
                    <a:pt x="1229016" y="2801402"/>
                  </a:lnTo>
                  <a:lnTo>
                    <a:pt x="1181064" y="2785773"/>
                  </a:lnTo>
                  <a:lnTo>
                    <a:pt x="1133781" y="2769314"/>
                  </a:lnTo>
                  <a:lnTo>
                    <a:pt x="1087185" y="2752036"/>
                  </a:lnTo>
                  <a:lnTo>
                    <a:pt x="1041296" y="2733954"/>
                  </a:lnTo>
                  <a:lnTo>
                    <a:pt x="996132" y="2715081"/>
                  </a:lnTo>
                  <a:lnTo>
                    <a:pt x="951712" y="2695430"/>
                  </a:lnTo>
                  <a:lnTo>
                    <a:pt x="908055" y="2675015"/>
                  </a:lnTo>
                  <a:lnTo>
                    <a:pt x="865179" y="2653848"/>
                  </a:lnTo>
                  <a:lnTo>
                    <a:pt x="823104" y="2631942"/>
                  </a:lnTo>
                  <a:lnTo>
                    <a:pt x="781848" y="2609313"/>
                  </a:lnTo>
                  <a:lnTo>
                    <a:pt x="741430" y="2585971"/>
                  </a:lnTo>
                  <a:lnTo>
                    <a:pt x="701869" y="2561931"/>
                  </a:lnTo>
                  <a:lnTo>
                    <a:pt x="663183" y="2537207"/>
                  </a:lnTo>
                  <a:lnTo>
                    <a:pt x="625392" y="2511810"/>
                  </a:lnTo>
                  <a:lnTo>
                    <a:pt x="588513" y="2485755"/>
                  </a:lnTo>
                  <a:lnTo>
                    <a:pt x="552567" y="2459055"/>
                  </a:lnTo>
                  <a:lnTo>
                    <a:pt x="517572" y="2431723"/>
                  </a:lnTo>
                  <a:lnTo>
                    <a:pt x="483546" y="2403773"/>
                  </a:lnTo>
                  <a:lnTo>
                    <a:pt x="450508" y="2375217"/>
                  </a:lnTo>
                  <a:lnTo>
                    <a:pt x="418478" y="2346069"/>
                  </a:lnTo>
                  <a:lnTo>
                    <a:pt x="387473" y="2316343"/>
                  </a:lnTo>
                  <a:lnTo>
                    <a:pt x="357513" y="2286051"/>
                  </a:lnTo>
                  <a:lnTo>
                    <a:pt x="328617" y="2255207"/>
                  </a:lnTo>
                  <a:lnTo>
                    <a:pt x="300803" y="2223823"/>
                  </a:lnTo>
                  <a:lnTo>
                    <a:pt x="274090" y="2191915"/>
                  </a:lnTo>
                  <a:lnTo>
                    <a:pt x="248497" y="2159493"/>
                  </a:lnTo>
                  <a:lnTo>
                    <a:pt x="224042" y="2126573"/>
                  </a:lnTo>
                  <a:lnTo>
                    <a:pt x="200745" y="2093167"/>
                  </a:lnTo>
                  <a:lnTo>
                    <a:pt x="178625" y="2059289"/>
                  </a:lnTo>
                  <a:lnTo>
                    <a:pt x="157699" y="2024951"/>
                  </a:lnTo>
                  <a:lnTo>
                    <a:pt x="137987" y="1990167"/>
                  </a:lnTo>
                  <a:lnTo>
                    <a:pt x="119508" y="1954950"/>
                  </a:lnTo>
                  <a:lnTo>
                    <a:pt x="102280" y="1919314"/>
                  </a:lnTo>
                  <a:lnTo>
                    <a:pt x="86323" y="1883272"/>
                  </a:lnTo>
                  <a:lnTo>
                    <a:pt x="71654" y="1846837"/>
                  </a:lnTo>
                  <a:lnTo>
                    <a:pt x="58294" y="1810023"/>
                  </a:lnTo>
                  <a:lnTo>
                    <a:pt x="46259" y="1772842"/>
                  </a:lnTo>
                  <a:lnTo>
                    <a:pt x="35571" y="1735308"/>
                  </a:lnTo>
                  <a:lnTo>
                    <a:pt x="26246" y="1697434"/>
                  </a:lnTo>
                  <a:lnTo>
                    <a:pt x="18305" y="1659234"/>
                  </a:lnTo>
                  <a:lnTo>
                    <a:pt x="11765" y="1620721"/>
                  </a:lnTo>
                  <a:lnTo>
                    <a:pt x="6646" y="1581908"/>
                  </a:lnTo>
                  <a:lnTo>
                    <a:pt x="2966" y="1542808"/>
                  </a:lnTo>
                  <a:lnTo>
                    <a:pt x="744" y="1503435"/>
                  </a:lnTo>
                  <a:lnTo>
                    <a:pt x="0" y="146380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81316FF-B7CE-BFE9-FA09-49A6BDE270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8189" y="4565141"/>
              <a:ext cx="1546859" cy="1307592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CB2E554-44FB-4B79-5CEC-9EE69A6A03BD}"/>
                </a:ext>
              </a:extLst>
            </p:cNvPr>
            <p:cNvSpPr/>
            <p:nvPr/>
          </p:nvSpPr>
          <p:spPr>
            <a:xfrm>
              <a:off x="8378189" y="4565141"/>
              <a:ext cx="1546860" cy="1308100"/>
            </a:xfrm>
            <a:custGeom>
              <a:avLst/>
              <a:gdLst/>
              <a:ahLst/>
              <a:cxnLst/>
              <a:rect l="l" t="t" r="r" b="b"/>
              <a:pathLst>
                <a:path w="1546859" h="1308100">
                  <a:moveTo>
                    <a:pt x="0" y="653795"/>
                  </a:moveTo>
                  <a:lnTo>
                    <a:pt x="1784" y="609035"/>
                  </a:lnTo>
                  <a:lnTo>
                    <a:pt x="7061" y="565084"/>
                  </a:lnTo>
                  <a:lnTo>
                    <a:pt x="15715" y="522039"/>
                  </a:lnTo>
                  <a:lnTo>
                    <a:pt x="27631" y="479998"/>
                  </a:lnTo>
                  <a:lnTo>
                    <a:pt x="42693" y="439058"/>
                  </a:lnTo>
                  <a:lnTo>
                    <a:pt x="60787" y="399317"/>
                  </a:lnTo>
                  <a:lnTo>
                    <a:pt x="81797" y="360873"/>
                  </a:lnTo>
                  <a:lnTo>
                    <a:pt x="105607" y="323821"/>
                  </a:lnTo>
                  <a:lnTo>
                    <a:pt x="132103" y="288261"/>
                  </a:lnTo>
                  <a:lnTo>
                    <a:pt x="161169" y="254289"/>
                  </a:lnTo>
                  <a:lnTo>
                    <a:pt x="192691" y="222003"/>
                  </a:lnTo>
                  <a:lnTo>
                    <a:pt x="226552" y="191500"/>
                  </a:lnTo>
                  <a:lnTo>
                    <a:pt x="262637" y="162877"/>
                  </a:lnTo>
                  <a:lnTo>
                    <a:pt x="300832" y="136232"/>
                  </a:lnTo>
                  <a:lnTo>
                    <a:pt x="341021" y="111663"/>
                  </a:lnTo>
                  <a:lnTo>
                    <a:pt x="383088" y="89266"/>
                  </a:lnTo>
                  <a:lnTo>
                    <a:pt x="426919" y="69140"/>
                  </a:lnTo>
                  <a:lnTo>
                    <a:pt x="472398" y="51381"/>
                  </a:lnTo>
                  <a:lnTo>
                    <a:pt x="519410" y="36087"/>
                  </a:lnTo>
                  <a:lnTo>
                    <a:pt x="567839" y="23355"/>
                  </a:lnTo>
                  <a:lnTo>
                    <a:pt x="617571" y="13283"/>
                  </a:lnTo>
                  <a:lnTo>
                    <a:pt x="668491" y="5968"/>
                  </a:lnTo>
                  <a:lnTo>
                    <a:pt x="720482" y="1508"/>
                  </a:lnTo>
                  <a:lnTo>
                    <a:pt x="773429" y="0"/>
                  </a:lnTo>
                  <a:lnTo>
                    <a:pt x="826377" y="1508"/>
                  </a:lnTo>
                  <a:lnTo>
                    <a:pt x="878368" y="5968"/>
                  </a:lnTo>
                  <a:lnTo>
                    <a:pt x="929288" y="13283"/>
                  </a:lnTo>
                  <a:lnTo>
                    <a:pt x="979020" y="23355"/>
                  </a:lnTo>
                  <a:lnTo>
                    <a:pt x="1027449" y="36087"/>
                  </a:lnTo>
                  <a:lnTo>
                    <a:pt x="1074461" y="51381"/>
                  </a:lnTo>
                  <a:lnTo>
                    <a:pt x="1119940" y="69140"/>
                  </a:lnTo>
                  <a:lnTo>
                    <a:pt x="1163771" y="89266"/>
                  </a:lnTo>
                  <a:lnTo>
                    <a:pt x="1205838" y="111663"/>
                  </a:lnTo>
                  <a:lnTo>
                    <a:pt x="1246027" y="136232"/>
                  </a:lnTo>
                  <a:lnTo>
                    <a:pt x="1284222" y="162877"/>
                  </a:lnTo>
                  <a:lnTo>
                    <a:pt x="1320307" y="191500"/>
                  </a:lnTo>
                  <a:lnTo>
                    <a:pt x="1354168" y="222003"/>
                  </a:lnTo>
                  <a:lnTo>
                    <a:pt x="1385690" y="254289"/>
                  </a:lnTo>
                  <a:lnTo>
                    <a:pt x="1414756" y="288261"/>
                  </a:lnTo>
                  <a:lnTo>
                    <a:pt x="1441252" y="323821"/>
                  </a:lnTo>
                  <a:lnTo>
                    <a:pt x="1465062" y="360873"/>
                  </a:lnTo>
                  <a:lnTo>
                    <a:pt x="1486072" y="399317"/>
                  </a:lnTo>
                  <a:lnTo>
                    <a:pt x="1504166" y="439058"/>
                  </a:lnTo>
                  <a:lnTo>
                    <a:pt x="1519228" y="479998"/>
                  </a:lnTo>
                  <a:lnTo>
                    <a:pt x="1531144" y="522039"/>
                  </a:lnTo>
                  <a:lnTo>
                    <a:pt x="1539798" y="565084"/>
                  </a:lnTo>
                  <a:lnTo>
                    <a:pt x="1545075" y="609035"/>
                  </a:lnTo>
                  <a:lnTo>
                    <a:pt x="1546859" y="653795"/>
                  </a:lnTo>
                  <a:lnTo>
                    <a:pt x="1545075" y="698556"/>
                  </a:lnTo>
                  <a:lnTo>
                    <a:pt x="1539798" y="742507"/>
                  </a:lnTo>
                  <a:lnTo>
                    <a:pt x="1531144" y="785552"/>
                  </a:lnTo>
                  <a:lnTo>
                    <a:pt x="1519228" y="827593"/>
                  </a:lnTo>
                  <a:lnTo>
                    <a:pt x="1504166" y="868533"/>
                  </a:lnTo>
                  <a:lnTo>
                    <a:pt x="1486072" y="908274"/>
                  </a:lnTo>
                  <a:lnTo>
                    <a:pt x="1465062" y="946718"/>
                  </a:lnTo>
                  <a:lnTo>
                    <a:pt x="1441252" y="983770"/>
                  </a:lnTo>
                  <a:lnTo>
                    <a:pt x="1414756" y="1019330"/>
                  </a:lnTo>
                  <a:lnTo>
                    <a:pt x="1385690" y="1053302"/>
                  </a:lnTo>
                  <a:lnTo>
                    <a:pt x="1354168" y="1085588"/>
                  </a:lnTo>
                  <a:lnTo>
                    <a:pt x="1320307" y="1116091"/>
                  </a:lnTo>
                  <a:lnTo>
                    <a:pt x="1284222" y="1144714"/>
                  </a:lnTo>
                  <a:lnTo>
                    <a:pt x="1246027" y="1171359"/>
                  </a:lnTo>
                  <a:lnTo>
                    <a:pt x="1205838" y="1195928"/>
                  </a:lnTo>
                  <a:lnTo>
                    <a:pt x="1163771" y="1218325"/>
                  </a:lnTo>
                  <a:lnTo>
                    <a:pt x="1119940" y="1238451"/>
                  </a:lnTo>
                  <a:lnTo>
                    <a:pt x="1074461" y="1256210"/>
                  </a:lnTo>
                  <a:lnTo>
                    <a:pt x="1027449" y="1271504"/>
                  </a:lnTo>
                  <a:lnTo>
                    <a:pt x="979020" y="1284236"/>
                  </a:lnTo>
                  <a:lnTo>
                    <a:pt x="929288" y="1294308"/>
                  </a:lnTo>
                  <a:lnTo>
                    <a:pt x="878368" y="1301623"/>
                  </a:lnTo>
                  <a:lnTo>
                    <a:pt x="826377" y="1306083"/>
                  </a:lnTo>
                  <a:lnTo>
                    <a:pt x="773429" y="1307591"/>
                  </a:lnTo>
                  <a:lnTo>
                    <a:pt x="720482" y="1306083"/>
                  </a:lnTo>
                  <a:lnTo>
                    <a:pt x="668491" y="1301623"/>
                  </a:lnTo>
                  <a:lnTo>
                    <a:pt x="617571" y="1294308"/>
                  </a:lnTo>
                  <a:lnTo>
                    <a:pt x="567839" y="1284236"/>
                  </a:lnTo>
                  <a:lnTo>
                    <a:pt x="519410" y="1271504"/>
                  </a:lnTo>
                  <a:lnTo>
                    <a:pt x="472398" y="1256210"/>
                  </a:lnTo>
                  <a:lnTo>
                    <a:pt x="426919" y="1238451"/>
                  </a:lnTo>
                  <a:lnTo>
                    <a:pt x="383088" y="1218325"/>
                  </a:lnTo>
                  <a:lnTo>
                    <a:pt x="341021" y="1195928"/>
                  </a:lnTo>
                  <a:lnTo>
                    <a:pt x="300832" y="1171359"/>
                  </a:lnTo>
                  <a:lnTo>
                    <a:pt x="262637" y="1144714"/>
                  </a:lnTo>
                  <a:lnTo>
                    <a:pt x="226552" y="1116091"/>
                  </a:lnTo>
                  <a:lnTo>
                    <a:pt x="192691" y="1085588"/>
                  </a:lnTo>
                  <a:lnTo>
                    <a:pt x="161169" y="1053302"/>
                  </a:lnTo>
                  <a:lnTo>
                    <a:pt x="132103" y="1019330"/>
                  </a:lnTo>
                  <a:lnTo>
                    <a:pt x="105607" y="983770"/>
                  </a:lnTo>
                  <a:lnTo>
                    <a:pt x="81797" y="946718"/>
                  </a:lnTo>
                  <a:lnTo>
                    <a:pt x="60787" y="908274"/>
                  </a:lnTo>
                  <a:lnTo>
                    <a:pt x="42693" y="868533"/>
                  </a:lnTo>
                  <a:lnTo>
                    <a:pt x="27631" y="827593"/>
                  </a:lnTo>
                  <a:lnTo>
                    <a:pt x="15715" y="785552"/>
                  </a:lnTo>
                  <a:lnTo>
                    <a:pt x="7061" y="742507"/>
                  </a:lnTo>
                  <a:lnTo>
                    <a:pt x="1784" y="698556"/>
                  </a:lnTo>
                  <a:lnTo>
                    <a:pt x="0" y="65379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EC26C9EC-573E-54C2-E460-220F4BD1BE10}"/>
              </a:ext>
            </a:extLst>
          </p:cNvPr>
          <p:cNvSpPr txBox="1"/>
          <p:nvPr/>
        </p:nvSpPr>
        <p:spPr>
          <a:xfrm>
            <a:off x="8597136" y="5063884"/>
            <a:ext cx="866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36699"/>
                </a:solidFill>
                <a:latin typeface="Arial"/>
                <a:cs typeface="Arial"/>
              </a:rPr>
              <a:t>Attributs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336699"/>
                </a:solidFill>
                <a:latin typeface="Arial"/>
                <a:cs typeface="Arial"/>
              </a:rPr>
              <a:t>privés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40AD832A-F0E5-4581-9B61-C148C56496F7}"/>
              </a:ext>
            </a:extLst>
          </p:cNvPr>
          <p:cNvGrpSpPr/>
          <p:nvPr/>
        </p:nvGrpSpPr>
        <p:grpSpPr>
          <a:xfrm>
            <a:off x="5869938" y="4612322"/>
            <a:ext cx="1668780" cy="1433830"/>
            <a:chOff x="5992621" y="4506721"/>
            <a:chExt cx="1668780" cy="143383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BE03FA0E-86C9-1138-83A0-7935498D2AB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5321" y="4519421"/>
              <a:ext cx="1642872" cy="1408175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7270A05-E663-3BCC-6250-B558186ADF96}"/>
                </a:ext>
              </a:extLst>
            </p:cNvPr>
            <p:cNvSpPr/>
            <p:nvPr/>
          </p:nvSpPr>
          <p:spPr>
            <a:xfrm>
              <a:off x="6005321" y="4519421"/>
              <a:ext cx="1643380" cy="1408430"/>
            </a:xfrm>
            <a:custGeom>
              <a:avLst/>
              <a:gdLst/>
              <a:ahLst/>
              <a:cxnLst/>
              <a:rect l="l" t="t" r="r" b="b"/>
              <a:pathLst>
                <a:path w="1643379" h="1408429">
                  <a:moveTo>
                    <a:pt x="0" y="704088"/>
                  </a:moveTo>
                  <a:lnTo>
                    <a:pt x="1616" y="659558"/>
                  </a:lnTo>
                  <a:lnTo>
                    <a:pt x="6400" y="615765"/>
                  </a:lnTo>
                  <a:lnTo>
                    <a:pt x="14256" y="572790"/>
                  </a:lnTo>
                  <a:lnTo>
                    <a:pt x="25088" y="530717"/>
                  </a:lnTo>
                  <a:lnTo>
                    <a:pt x="38800" y="489627"/>
                  </a:lnTo>
                  <a:lnTo>
                    <a:pt x="55294" y="449604"/>
                  </a:lnTo>
                  <a:lnTo>
                    <a:pt x="74476" y="410729"/>
                  </a:lnTo>
                  <a:lnTo>
                    <a:pt x="96248" y="373085"/>
                  </a:lnTo>
                  <a:lnTo>
                    <a:pt x="120515" y="336754"/>
                  </a:lnTo>
                  <a:lnTo>
                    <a:pt x="147180" y="301819"/>
                  </a:lnTo>
                  <a:lnTo>
                    <a:pt x="176146" y="268363"/>
                  </a:lnTo>
                  <a:lnTo>
                    <a:pt x="207319" y="236468"/>
                  </a:lnTo>
                  <a:lnTo>
                    <a:pt x="240601" y="206216"/>
                  </a:lnTo>
                  <a:lnTo>
                    <a:pt x="275896" y="177689"/>
                  </a:lnTo>
                  <a:lnTo>
                    <a:pt x="313108" y="150971"/>
                  </a:lnTo>
                  <a:lnTo>
                    <a:pt x="352141" y="126144"/>
                  </a:lnTo>
                  <a:lnTo>
                    <a:pt x="392899" y="103290"/>
                  </a:lnTo>
                  <a:lnTo>
                    <a:pt x="435284" y="82491"/>
                  </a:lnTo>
                  <a:lnTo>
                    <a:pt x="479202" y="63831"/>
                  </a:lnTo>
                  <a:lnTo>
                    <a:pt x="524555" y="47391"/>
                  </a:lnTo>
                  <a:lnTo>
                    <a:pt x="571248" y="33254"/>
                  </a:lnTo>
                  <a:lnTo>
                    <a:pt x="619184" y="21502"/>
                  </a:lnTo>
                  <a:lnTo>
                    <a:pt x="668267" y="12218"/>
                  </a:lnTo>
                  <a:lnTo>
                    <a:pt x="718401" y="5485"/>
                  </a:lnTo>
                  <a:lnTo>
                    <a:pt x="769489" y="1385"/>
                  </a:lnTo>
                  <a:lnTo>
                    <a:pt x="821435" y="0"/>
                  </a:lnTo>
                  <a:lnTo>
                    <a:pt x="873382" y="1385"/>
                  </a:lnTo>
                  <a:lnTo>
                    <a:pt x="924470" y="5485"/>
                  </a:lnTo>
                  <a:lnTo>
                    <a:pt x="974604" y="12218"/>
                  </a:lnTo>
                  <a:lnTo>
                    <a:pt x="1023687" y="21502"/>
                  </a:lnTo>
                  <a:lnTo>
                    <a:pt x="1071623" y="33254"/>
                  </a:lnTo>
                  <a:lnTo>
                    <a:pt x="1118316" y="47391"/>
                  </a:lnTo>
                  <a:lnTo>
                    <a:pt x="1163669" y="63831"/>
                  </a:lnTo>
                  <a:lnTo>
                    <a:pt x="1207587" y="82491"/>
                  </a:lnTo>
                  <a:lnTo>
                    <a:pt x="1249972" y="103290"/>
                  </a:lnTo>
                  <a:lnTo>
                    <a:pt x="1290730" y="126144"/>
                  </a:lnTo>
                  <a:lnTo>
                    <a:pt x="1329763" y="150971"/>
                  </a:lnTo>
                  <a:lnTo>
                    <a:pt x="1366975" y="177689"/>
                  </a:lnTo>
                  <a:lnTo>
                    <a:pt x="1402270" y="206216"/>
                  </a:lnTo>
                  <a:lnTo>
                    <a:pt x="1435552" y="236468"/>
                  </a:lnTo>
                  <a:lnTo>
                    <a:pt x="1466725" y="268363"/>
                  </a:lnTo>
                  <a:lnTo>
                    <a:pt x="1495691" y="301819"/>
                  </a:lnTo>
                  <a:lnTo>
                    <a:pt x="1522356" y="336754"/>
                  </a:lnTo>
                  <a:lnTo>
                    <a:pt x="1546623" y="373085"/>
                  </a:lnTo>
                  <a:lnTo>
                    <a:pt x="1568395" y="410729"/>
                  </a:lnTo>
                  <a:lnTo>
                    <a:pt x="1587577" y="449604"/>
                  </a:lnTo>
                  <a:lnTo>
                    <a:pt x="1604071" y="489627"/>
                  </a:lnTo>
                  <a:lnTo>
                    <a:pt x="1617783" y="530717"/>
                  </a:lnTo>
                  <a:lnTo>
                    <a:pt x="1628615" y="572790"/>
                  </a:lnTo>
                  <a:lnTo>
                    <a:pt x="1636471" y="615765"/>
                  </a:lnTo>
                  <a:lnTo>
                    <a:pt x="1641255" y="659558"/>
                  </a:lnTo>
                  <a:lnTo>
                    <a:pt x="1642872" y="704088"/>
                  </a:lnTo>
                  <a:lnTo>
                    <a:pt x="1641255" y="748616"/>
                  </a:lnTo>
                  <a:lnTo>
                    <a:pt x="1636471" y="792408"/>
                  </a:lnTo>
                  <a:lnTo>
                    <a:pt x="1628615" y="835381"/>
                  </a:lnTo>
                  <a:lnTo>
                    <a:pt x="1617783" y="877454"/>
                  </a:lnTo>
                  <a:lnTo>
                    <a:pt x="1604071" y="918543"/>
                  </a:lnTo>
                  <a:lnTo>
                    <a:pt x="1587577" y="958566"/>
                  </a:lnTo>
                  <a:lnTo>
                    <a:pt x="1568395" y="997441"/>
                  </a:lnTo>
                  <a:lnTo>
                    <a:pt x="1546623" y="1035085"/>
                  </a:lnTo>
                  <a:lnTo>
                    <a:pt x="1522356" y="1071415"/>
                  </a:lnTo>
                  <a:lnTo>
                    <a:pt x="1495691" y="1106350"/>
                  </a:lnTo>
                  <a:lnTo>
                    <a:pt x="1466725" y="1139806"/>
                  </a:lnTo>
                  <a:lnTo>
                    <a:pt x="1435552" y="1171702"/>
                  </a:lnTo>
                  <a:lnTo>
                    <a:pt x="1402270" y="1201954"/>
                  </a:lnTo>
                  <a:lnTo>
                    <a:pt x="1366975" y="1230481"/>
                  </a:lnTo>
                  <a:lnTo>
                    <a:pt x="1329763" y="1257200"/>
                  </a:lnTo>
                  <a:lnTo>
                    <a:pt x="1290730" y="1282028"/>
                  </a:lnTo>
                  <a:lnTo>
                    <a:pt x="1249972" y="1304882"/>
                  </a:lnTo>
                  <a:lnTo>
                    <a:pt x="1207587" y="1325681"/>
                  </a:lnTo>
                  <a:lnTo>
                    <a:pt x="1163669" y="1344342"/>
                  </a:lnTo>
                  <a:lnTo>
                    <a:pt x="1118316" y="1360783"/>
                  </a:lnTo>
                  <a:lnTo>
                    <a:pt x="1071623" y="1374920"/>
                  </a:lnTo>
                  <a:lnTo>
                    <a:pt x="1023687" y="1386672"/>
                  </a:lnTo>
                  <a:lnTo>
                    <a:pt x="974604" y="1395956"/>
                  </a:lnTo>
                  <a:lnTo>
                    <a:pt x="924470" y="1402690"/>
                  </a:lnTo>
                  <a:lnTo>
                    <a:pt x="873382" y="1406790"/>
                  </a:lnTo>
                  <a:lnTo>
                    <a:pt x="821435" y="1408175"/>
                  </a:lnTo>
                  <a:lnTo>
                    <a:pt x="769489" y="1406790"/>
                  </a:lnTo>
                  <a:lnTo>
                    <a:pt x="718401" y="1402690"/>
                  </a:lnTo>
                  <a:lnTo>
                    <a:pt x="668267" y="1395956"/>
                  </a:lnTo>
                  <a:lnTo>
                    <a:pt x="619184" y="1386672"/>
                  </a:lnTo>
                  <a:lnTo>
                    <a:pt x="571248" y="1374920"/>
                  </a:lnTo>
                  <a:lnTo>
                    <a:pt x="524555" y="1360783"/>
                  </a:lnTo>
                  <a:lnTo>
                    <a:pt x="479202" y="1344342"/>
                  </a:lnTo>
                  <a:lnTo>
                    <a:pt x="435284" y="1325681"/>
                  </a:lnTo>
                  <a:lnTo>
                    <a:pt x="392899" y="1304882"/>
                  </a:lnTo>
                  <a:lnTo>
                    <a:pt x="352141" y="1282028"/>
                  </a:lnTo>
                  <a:lnTo>
                    <a:pt x="313108" y="1257200"/>
                  </a:lnTo>
                  <a:lnTo>
                    <a:pt x="275896" y="1230481"/>
                  </a:lnTo>
                  <a:lnTo>
                    <a:pt x="240601" y="1201954"/>
                  </a:lnTo>
                  <a:lnTo>
                    <a:pt x="207319" y="1171702"/>
                  </a:lnTo>
                  <a:lnTo>
                    <a:pt x="176146" y="1139806"/>
                  </a:lnTo>
                  <a:lnTo>
                    <a:pt x="147180" y="1106350"/>
                  </a:lnTo>
                  <a:lnTo>
                    <a:pt x="120515" y="1071415"/>
                  </a:lnTo>
                  <a:lnTo>
                    <a:pt x="96248" y="1035085"/>
                  </a:lnTo>
                  <a:lnTo>
                    <a:pt x="74476" y="997441"/>
                  </a:lnTo>
                  <a:lnTo>
                    <a:pt x="55294" y="958566"/>
                  </a:lnTo>
                  <a:lnTo>
                    <a:pt x="38800" y="918543"/>
                  </a:lnTo>
                  <a:lnTo>
                    <a:pt x="25088" y="877454"/>
                  </a:lnTo>
                  <a:lnTo>
                    <a:pt x="14256" y="835381"/>
                  </a:lnTo>
                  <a:lnTo>
                    <a:pt x="6400" y="792408"/>
                  </a:lnTo>
                  <a:lnTo>
                    <a:pt x="1616" y="748616"/>
                  </a:lnTo>
                  <a:lnTo>
                    <a:pt x="0" y="70408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99484F2D-67C8-CADF-4E4C-3184AA21D278}"/>
              </a:ext>
            </a:extLst>
          </p:cNvPr>
          <p:cNvSpPr txBox="1"/>
          <p:nvPr/>
        </p:nvSpPr>
        <p:spPr>
          <a:xfrm>
            <a:off x="6213346" y="5068506"/>
            <a:ext cx="981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26948"/>
                </a:solidFill>
                <a:latin typeface="Arial"/>
                <a:cs typeface="Arial"/>
              </a:rPr>
              <a:t>Méthodes publiques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5">
            <a:extLst>
              <a:ext uri="{FF2B5EF4-FFF2-40B4-BE49-F238E27FC236}">
                <a16:creationId xmlns:a16="http://schemas.microsoft.com/office/drawing/2014/main" id="{E4269A17-314C-5EC1-17EF-271045D079B0}"/>
              </a:ext>
            </a:extLst>
          </p:cNvPr>
          <p:cNvGrpSpPr/>
          <p:nvPr/>
        </p:nvGrpSpPr>
        <p:grpSpPr>
          <a:xfrm>
            <a:off x="2042921" y="4331653"/>
            <a:ext cx="2428240" cy="1995170"/>
            <a:chOff x="2165604" y="4226052"/>
            <a:chExt cx="2428240" cy="1995170"/>
          </a:xfrm>
        </p:grpSpPr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15846382-8689-BDA2-4D42-E6C089814FF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4654" y="4245102"/>
              <a:ext cx="2389632" cy="1956816"/>
            </a:xfrm>
            <a:prstGeom prst="rect">
              <a:avLst/>
            </a:prstGeom>
          </p:spPr>
        </p:pic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DE42F69F-B7AE-A5F6-7CD4-4780CAF2FFD6}"/>
                </a:ext>
              </a:extLst>
            </p:cNvPr>
            <p:cNvSpPr/>
            <p:nvPr/>
          </p:nvSpPr>
          <p:spPr>
            <a:xfrm>
              <a:off x="2184654" y="4245102"/>
              <a:ext cx="2390140" cy="1957070"/>
            </a:xfrm>
            <a:custGeom>
              <a:avLst/>
              <a:gdLst/>
              <a:ahLst/>
              <a:cxnLst/>
              <a:rect l="l" t="t" r="r" b="b"/>
              <a:pathLst>
                <a:path w="2390140" h="1957070">
                  <a:moveTo>
                    <a:pt x="0" y="978408"/>
                  </a:moveTo>
                  <a:lnTo>
                    <a:pt x="1164" y="934823"/>
                  </a:lnTo>
                  <a:lnTo>
                    <a:pt x="4624" y="891728"/>
                  </a:lnTo>
                  <a:lnTo>
                    <a:pt x="10331" y="849160"/>
                  </a:lnTo>
                  <a:lnTo>
                    <a:pt x="18237" y="807161"/>
                  </a:lnTo>
                  <a:lnTo>
                    <a:pt x="28293" y="765769"/>
                  </a:lnTo>
                  <a:lnTo>
                    <a:pt x="40451" y="725024"/>
                  </a:lnTo>
                  <a:lnTo>
                    <a:pt x="54662" y="684967"/>
                  </a:lnTo>
                  <a:lnTo>
                    <a:pt x="70878" y="645636"/>
                  </a:lnTo>
                  <a:lnTo>
                    <a:pt x="89049" y="607073"/>
                  </a:lnTo>
                  <a:lnTo>
                    <a:pt x="109128" y="569316"/>
                  </a:lnTo>
                  <a:lnTo>
                    <a:pt x="131066" y="532405"/>
                  </a:lnTo>
                  <a:lnTo>
                    <a:pt x="154814" y="496380"/>
                  </a:lnTo>
                  <a:lnTo>
                    <a:pt x="180324" y="461280"/>
                  </a:lnTo>
                  <a:lnTo>
                    <a:pt x="207547" y="427147"/>
                  </a:lnTo>
                  <a:lnTo>
                    <a:pt x="236434" y="394018"/>
                  </a:lnTo>
                  <a:lnTo>
                    <a:pt x="266938" y="361935"/>
                  </a:lnTo>
                  <a:lnTo>
                    <a:pt x="299009" y="330936"/>
                  </a:lnTo>
                  <a:lnTo>
                    <a:pt x="332599" y="301062"/>
                  </a:lnTo>
                  <a:lnTo>
                    <a:pt x="367659" y="272352"/>
                  </a:lnTo>
                  <a:lnTo>
                    <a:pt x="404141" y="244847"/>
                  </a:lnTo>
                  <a:lnTo>
                    <a:pt x="441996" y="218585"/>
                  </a:lnTo>
                  <a:lnTo>
                    <a:pt x="481176" y="193606"/>
                  </a:lnTo>
                  <a:lnTo>
                    <a:pt x="521632" y="169951"/>
                  </a:lnTo>
                  <a:lnTo>
                    <a:pt x="563316" y="147660"/>
                  </a:lnTo>
                  <a:lnTo>
                    <a:pt x="606179" y="126771"/>
                  </a:lnTo>
                  <a:lnTo>
                    <a:pt x="650172" y="107324"/>
                  </a:lnTo>
                  <a:lnTo>
                    <a:pt x="695247" y="89360"/>
                  </a:lnTo>
                  <a:lnTo>
                    <a:pt x="741355" y="72919"/>
                  </a:lnTo>
                  <a:lnTo>
                    <a:pt x="788448" y="58039"/>
                  </a:lnTo>
                  <a:lnTo>
                    <a:pt x="836477" y="44760"/>
                  </a:lnTo>
                  <a:lnTo>
                    <a:pt x="885394" y="33124"/>
                  </a:lnTo>
                  <a:lnTo>
                    <a:pt x="935150" y="23168"/>
                  </a:lnTo>
                  <a:lnTo>
                    <a:pt x="985696" y="14933"/>
                  </a:lnTo>
                  <a:lnTo>
                    <a:pt x="1036984" y="8459"/>
                  </a:lnTo>
                  <a:lnTo>
                    <a:pt x="1088966" y="3786"/>
                  </a:lnTo>
                  <a:lnTo>
                    <a:pt x="1141593" y="953"/>
                  </a:lnTo>
                  <a:lnTo>
                    <a:pt x="1194816" y="0"/>
                  </a:lnTo>
                  <a:lnTo>
                    <a:pt x="1248038" y="953"/>
                  </a:lnTo>
                  <a:lnTo>
                    <a:pt x="1300665" y="3786"/>
                  </a:lnTo>
                  <a:lnTo>
                    <a:pt x="1352647" y="8459"/>
                  </a:lnTo>
                  <a:lnTo>
                    <a:pt x="1403935" y="14933"/>
                  </a:lnTo>
                  <a:lnTo>
                    <a:pt x="1454481" y="23168"/>
                  </a:lnTo>
                  <a:lnTo>
                    <a:pt x="1504237" y="33124"/>
                  </a:lnTo>
                  <a:lnTo>
                    <a:pt x="1553154" y="44760"/>
                  </a:lnTo>
                  <a:lnTo>
                    <a:pt x="1601183" y="58039"/>
                  </a:lnTo>
                  <a:lnTo>
                    <a:pt x="1648276" y="72919"/>
                  </a:lnTo>
                  <a:lnTo>
                    <a:pt x="1694384" y="89360"/>
                  </a:lnTo>
                  <a:lnTo>
                    <a:pt x="1739459" y="107324"/>
                  </a:lnTo>
                  <a:lnTo>
                    <a:pt x="1783452" y="126771"/>
                  </a:lnTo>
                  <a:lnTo>
                    <a:pt x="1826315" y="147660"/>
                  </a:lnTo>
                  <a:lnTo>
                    <a:pt x="1867999" y="169951"/>
                  </a:lnTo>
                  <a:lnTo>
                    <a:pt x="1908455" y="193606"/>
                  </a:lnTo>
                  <a:lnTo>
                    <a:pt x="1947635" y="218585"/>
                  </a:lnTo>
                  <a:lnTo>
                    <a:pt x="1985490" y="244847"/>
                  </a:lnTo>
                  <a:lnTo>
                    <a:pt x="2021972" y="272352"/>
                  </a:lnTo>
                  <a:lnTo>
                    <a:pt x="2057032" y="301062"/>
                  </a:lnTo>
                  <a:lnTo>
                    <a:pt x="2090622" y="330936"/>
                  </a:lnTo>
                  <a:lnTo>
                    <a:pt x="2122693" y="361935"/>
                  </a:lnTo>
                  <a:lnTo>
                    <a:pt x="2153197" y="394018"/>
                  </a:lnTo>
                  <a:lnTo>
                    <a:pt x="2182084" y="427147"/>
                  </a:lnTo>
                  <a:lnTo>
                    <a:pt x="2209307" y="461280"/>
                  </a:lnTo>
                  <a:lnTo>
                    <a:pt x="2234817" y="496380"/>
                  </a:lnTo>
                  <a:lnTo>
                    <a:pt x="2258565" y="532405"/>
                  </a:lnTo>
                  <a:lnTo>
                    <a:pt x="2280503" y="569316"/>
                  </a:lnTo>
                  <a:lnTo>
                    <a:pt x="2300582" y="607073"/>
                  </a:lnTo>
                  <a:lnTo>
                    <a:pt x="2318753" y="645636"/>
                  </a:lnTo>
                  <a:lnTo>
                    <a:pt x="2334969" y="684967"/>
                  </a:lnTo>
                  <a:lnTo>
                    <a:pt x="2349180" y="725024"/>
                  </a:lnTo>
                  <a:lnTo>
                    <a:pt x="2361338" y="765769"/>
                  </a:lnTo>
                  <a:lnTo>
                    <a:pt x="2371394" y="807161"/>
                  </a:lnTo>
                  <a:lnTo>
                    <a:pt x="2379300" y="849160"/>
                  </a:lnTo>
                  <a:lnTo>
                    <a:pt x="2385007" y="891728"/>
                  </a:lnTo>
                  <a:lnTo>
                    <a:pt x="2388467" y="934823"/>
                  </a:lnTo>
                  <a:lnTo>
                    <a:pt x="2389632" y="978408"/>
                  </a:lnTo>
                  <a:lnTo>
                    <a:pt x="2388467" y="1021990"/>
                  </a:lnTo>
                  <a:lnTo>
                    <a:pt x="2385007" y="1065084"/>
                  </a:lnTo>
                  <a:lnTo>
                    <a:pt x="2379300" y="1107650"/>
                  </a:lnTo>
                  <a:lnTo>
                    <a:pt x="2371394" y="1149648"/>
                  </a:lnTo>
                  <a:lnTo>
                    <a:pt x="2361338" y="1191039"/>
                  </a:lnTo>
                  <a:lnTo>
                    <a:pt x="2349180" y="1231782"/>
                  </a:lnTo>
                  <a:lnTo>
                    <a:pt x="2334969" y="1271839"/>
                  </a:lnTo>
                  <a:lnTo>
                    <a:pt x="2318753" y="1311168"/>
                  </a:lnTo>
                  <a:lnTo>
                    <a:pt x="2300582" y="1349732"/>
                  </a:lnTo>
                  <a:lnTo>
                    <a:pt x="2280503" y="1387488"/>
                  </a:lnTo>
                  <a:lnTo>
                    <a:pt x="2258565" y="1424399"/>
                  </a:lnTo>
                  <a:lnTo>
                    <a:pt x="2234817" y="1460424"/>
                  </a:lnTo>
                  <a:lnTo>
                    <a:pt x="2209307" y="1495523"/>
                  </a:lnTo>
                  <a:lnTo>
                    <a:pt x="2182084" y="1529657"/>
                  </a:lnTo>
                  <a:lnTo>
                    <a:pt x="2153197" y="1562786"/>
                  </a:lnTo>
                  <a:lnTo>
                    <a:pt x="2122693" y="1594870"/>
                  </a:lnTo>
                  <a:lnTo>
                    <a:pt x="2090622" y="1625869"/>
                  </a:lnTo>
                  <a:lnTo>
                    <a:pt x="2057032" y="1655743"/>
                  </a:lnTo>
                  <a:lnTo>
                    <a:pt x="2021972" y="1684453"/>
                  </a:lnTo>
                  <a:lnTo>
                    <a:pt x="1985490" y="1711960"/>
                  </a:lnTo>
                  <a:lnTo>
                    <a:pt x="1947635" y="1738222"/>
                  </a:lnTo>
                  <a:lnTo>
                    <a:pt x="1908455" y="1763201"/>
                  </a:lnTo>
                  <a:lnTo>
                    <a:pt x="1867999" y="1786857"/>
                  </a:lnTo>
                  <a:lnTo>
                    <a:pt x="1826315" y="1809149"/>
                  </a:lnTo>
                  <a:lnTo>
                    <a:pt x="1783452" y="1830039"/>
                  </a:lnTo>
                  <a:lnTo>
                    <a:pt x="1739459" y="1849486"/>
                  </a:lnTo>
                  <a:lnTo>
                    <a:pt x="1694384" y="1867451"/>
                  </a:lnTo>
                  <a:lnTo>
                    <a:pt x="1648276" y="1883893"/>
                  </a:lnTo>
                  <a:lnTo>
                    <a:pt x="1601183" y="1898774"/>
                  </a:lnTo>
                  <a:lnTo>
                    <a:pt x="1553154" y="1912052"/>
                  </a:lnTo>
                  <a:lnTo>
                    <a:pt x="1504237" y="1923690"/>
                  </a:lnTo>
                  <a:lnTo>
                    <a:pt x="1454481" y="1933646"/>
                  </a:lnTo>
                  <a:lnTo>
                    <a:pt x="1403935" y="1941881"/>
                  </a:lnTo>
                  <a:lnTo>
                    <a:pt x="1352647" y="1948355"/>
                  </a:lnTo>
                  <a:lnTo>
                    <a:pt x="1300665" y="1953029"/>
                  </a:lnTo>
                  <a:lnTo>
                    <a:pt x="1248038" y="1955862"/>
                  </a:lnTo>
                  <a:lnTo>
                    <a:pt x="1194816" y="1956816"/>
                  </a:lnTo>
                  <a:lnTo>
                    <a:pt x="1141593" y="1955862"/>
                  </a:lnTo>
                  <a:lnTo>
                    <a:pt x="1088966" y="1953029"/>
                  </a:lnTo>
                  <a:lnTo>
                    <a:pt x="1036984" y="1948355"/>
                  </a:lnTo>
                  <a:lnTo>
                    <a:pt x="985696" y="1941881"/>
                  </a:lnTo>
                  <a:lnTo>
                    <a:pt x="935150" y="1933646"/>
                  </a:lnTo>
                  <a:lnTo>
                    <a:pt x="885394" y="1923690"/>
                  </a:lnTo>
                  <a:lnTo>
                    <a:pt x="836477" y="1912052"/>
                  </a:lnTo>
                  <a:lnTo>
                    <a:pt x="788448" y="1898774"/>
                  </a:lnTo>
                  <a:lnTo>
                    <a:pt x="741355" y="1883893"/>
                  </a:lnTo>
                  <a:lnTo>
                    <a:pt x="695247" y="1867451"/>
                  </a:lnTo>
                  <a:lnTo>
                    <a:pt x="650172" y="1849486"/>
                  </a:lnTo>
                  <a:lnTo>
                    <a:pt x="606179" y="1830039"/>
                  </a:lnTo>
                  <a:lnTo>
                    <a:pt x="563316" y="1809149"/>
                  </a:lnTo>
                  <a:lnTo>
                    <a:pt x="521632" y="1786857"/>
                  </a:lnTo>
                  <a:lnTo>
                    <a:pt x="481176" y="1763201"/>
                  </a:lnTo>
                  <a:lnTo>
                    <a:pt x="441996" y="1738222"/>
                  </a:lnTo>
                  <a:lnTo>
                    <a:pt x="404141" y="1711960"/>
                  </a:lnTo>
                  <a:lnTo>
                    <a:pt x="367659" y="1684453"/>
                  </a:lnTo>
                  <a:lnTo>
                    <a:pt x="332599" y="1655743"/>
                  </a:lnTo>
                  <a:lnTo>
                    <a:pt x="299009" y="1625869"/>
                  </a:lnTo>
                  <a:lnTo>
                    <a:pt x="266938" y="1594870"/>
                  </a:lnTo>
                  <a:lnTo>
                    <a:pt x="236434" y="1562786"/>
                  </a:lnTo>
                  <a:lnTo>
                    <a:pt x="207547" y="1529657"/>
                  </a:lnTo>
                  <a:lnTo>
                    <a:pt x="180324" y="1495523"/>
                  </a:lnTo>
                  <a:lnTo>
                    <a:pt x="154814" y="1460424"/>
                  </a:lnTo>
                  <a:lnTo>
                    <a:pt x="131066" y="1424399"/>
                  </a:lnTo>
                  <a:lnTo>
                    <a:pt x="109128" y="1387488"/>
                  </a:lnTo>
                  <a:lnTo>
                    <a:pt x="89049" y="1349732"/>
                  </a:lnTo>
                  <a:lnTo>
                    <a:pt x="70878" y="1311168"/>
                  </a:lnTo>
                  <a:lnTo>
                    <a:pt x="54662" y="1271839"/>
                  </a:lnTo>
                  <a:lnTo>
                    <a:pt x="40451" y="1231782"/>
                  </a:lnTo>
                  <a:lnTo>
                    <a:pt x="28293" y="1191039"/>
                  </a:lnTo>
                  <a:lnTo>
                    <a:pt x="18237" y="1149648"/>
                  </a:lnTo>
                  <a:lnTo>
                    <a:pt x="10331" y="1107650"/>
                  </a:lnTo>
                  <a:lnTo>
                    <a:pt x="4624" y="1065084"/>
                  </a:lnTo>
                  <a:lnTo>
                    <a:pt x="1164" y="1021990"/>
                  </a:lnTo>
                  <a:lnTo>
                    <a:pt x="0" y="97840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8">
            <a:extLst>
              <a:ext uri="{FF2B5EF4-FFF2-40B4-BE49-F238E27FC236}">
                <a16:creationId xmlns:a16="http://schemas.microsoft.com/office/drawing/2014/main" id="{2D9081AB-1941-3B0A-2C1B-D4C35EF4D6E1}"/>
              </a:ext>
            </a:extLst>
          </p:cNvPr>
          <p:cNvSpPr txBox="1"/>
          <p:nvPr/>
        </p:nvSpPr>
        <p:spPr>
          <a:xfrm>
            <a:off x="2521202" y="5068506"/>
            <a:ext cx="14706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435" marR="5080" indent="-16637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DE9300"/>
                </a:solidFill>
                <a:latin typeface="Arial"/>
                <a:cs typeface="Arial"/>
              </a:rPr>
              <a:t>Autre</a:t>
            </a:r>
            <a:r>
              <a:rPr sz="1600" b="1" spc="-30" dirty="0">
                <a:solidFill>
                  <a:srgbClr val="DE9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DE9300"/>
                </a:solidFill>
                <a:latin typeface="Arial"/>
                <a:cs typeface="Arial"/>
              </a:rPr>
              <a:t>partie</a:t>
            </a:r>
            <a:r>
              <a:rPr sz="1600" b="1" spc="-60" dirty="0">
                <a:solidFill>
                  <a:srgbClr val="DE93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DE9300"/>
                </a:solidFill>
                <a:latin typeface="Arial"/>
                <a:cs typeface="Arial"/>
              </a:rPr>
              <a:t>du </a:t>
            </a:r>
            <a:r>
              <a:rPr sz="1600" b="1" spc="-10" dirty="0">
                <a:solidFill>
                  <a:srgbClr val="DE9300"/>
                </a:solidFill>
                <a:latin typeface="Arial"/>
                <a:cs typeface="Arial"/>
              </a:rPr>
              <a:t>programme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CA921BF4-5397-BBB6-07A9-B83D6EB0E0E7}"/>
              </a:ext>
            </a:extLst>
          </p:cNvPr>
          <p:cNvSpPr/>
          <p:nvPr/>
        </p:nvSpPr>
        <p:spPr>
          <a:xfrm>
            <a:off x="4448555" y="5218621"/>
            <a:ext cx="3807460" cy="191135"/>
          </a:xfrm>
          <a:custGeom>
            <a:avLst/>
            <a:gdLst/>
            <a:ahLst/>
            <a:cxnLst/>
            <a:rect l="l" t="t" r="r" b="b"/>
            <a:pathLst>
              <a:path w="3807459" h="191135">
                <a:moveTo>
                  <a:pt x="1434084" y="95250"/>
                </a:moveTo>
                <a:lnTo>
                  <a:pt x="1395984" y="76200"/>
                </a:lnTo>
                <a:lnTo>
                  <a:pt x="1243584" y="0"/>
                </a:lnTo>
                <a:lnTo>
                  <a:pt x="1243584" y="76200"/>
                </a:lnTo>
                <a:lnTo>
                  <a:pt x="0" y="76200"/>
                </a:lnTo>
                <a:lnTo>
                  <a:pt x="0" y="114300"/>
                </a:lnTo>
                <a:lnTo>
                  <a:pt x="1243584" y="114300"/>
                </a:lnTo>
                <a:lnTo>
                  <a:pt x="1243584" y="190500"/>
                </a:lnTo>
                <a:lnTo>
                  <a:pt x="1395984" y="114300"/>
                </a:lnTo>
                <a:lnTo>
                  <a:pt x="1434084" y="95250"/>
                </a:lnTo>
                <a:close/>
              </a:path>
              <a:path w="3807459" h="191135">
                <a:moveTo>
                  <a:pt x="3806952" y="95250"/>
                </a:moveTo>
                <a:lnTo>
                  <a:pt x="3769410" y="76581"/>
                </a:lnTo>
                <a:lnTo>
                  <a:pt x="3616198" y="381"/>
                </a:lnTo>
                <a:lnTo>
                  <a:pt x="3616401" y="76631"/>
                </a:lnTo>
                <a:lnTo>
                  <a:pt x="3076956" y="77724"/>
                </a:lnTo>
                <a:lnTo>
                  <a:pt x="3076956" y="115824"/>
                </a:lnTo>
                <a:lnTo>
                  <a:pt x="3616502" y="114731"/>
                </a:lnTo>
                <a:lnTo>
                  <a:pt x="3616706" y="190881"/>
                </a:lnTo>
                <a:lnTo>
                  <a:pt x="3806952" y="9525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5374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32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champs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plus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'</a:t>
            </a:r>
            <a:r>
              <a:rPr lang="fr-FR" sz="2400" spc="-10" dirty="0" err="1">
                <a:latin typeface="Segoe UI"/>
                <a:cs typeface="Segoe UI"/>
              </a:rPr>
              <a:t>private</a:t>
            </a:r>
            <a:r>
              <a:rPr lang="fr-FR" sz="2400" spc="-10" dirty="0">
                <a:latin typeface="Segoe UI"/>
                <a:cs typeface="Segoe UI"/>
              </a:rPr>
              <a:t>'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'</a:t>
            </a:r>
            <a:r>
              <a:rPr lang="fr-FR" sz="2400" spc="-10" dirty="0" err="1">
                <a:latin typeface="Segoe UI"/>
                <a:cs typeface="Segoe UI"/>
              </a:rPr>
              <a:t>protected</a:t>
            </a:r>
            <a:r>
              <a:rPr lang="fr-FR" sz="2400" spc="-10" dirty="0">
                <a:latin typeface="Segoe UI"/>
                <a:cs typeface="Segoe UI"/>
              </a:rPr>
              <a:t>’…</a:t>
            </a: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  <a:tabLst>
                <a:tab pos="240665" algn="l"/>
              </a:tabLst>
            </a:pPr>
            <a:endParaRPr lang="fr-FR" sz="2400" b="1" spc="-25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  <a:tabLst>
                <a:tab pos="240665" algn="l"/>
              </a:tabLst>
            </a:pPr>
            <a:endParaRPr lang="fr-FR" sz="2400" b="1" spc="-25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…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'public' permettent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d’y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accéder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EF026D-26CE-0130-A705-91E8C57E7167}"/>
              </a:ext>
            </a:extLst>
          </p:cNvPr>
          <p:cNvSpPr txBox="1"/>
          <p:nvPr/>
        </p:nvSpPr>
        <p:spPr>
          <a:xfrm>
            <a:off x="1502229" y="1938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072A45B-A640-6400-91E9-EA0AF12A90DC}"/>
              </a:ext>
            </a:extLst>
          </p:cNvPr>
          <p:cNvSpPr txBox="1"/>
          <p:nvPr/>
        </p:nvSpPr>
        <p:spPr>
          <a:xfrm>
            <a:off x="1502229" y="383149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SetName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8677846E-BD68-9BF5-B603-0EF851B63C98}"/>
              </a:ext>
            </a:extLst>
          </p:cNvPr>
          <p:cNvGrpSpPr/>
          <p:nvPr/>
        </p:nvGrpSpPr>
        <p:grpSpPr>
          <a:xfrm>
            <a:off x="7912354" y="4199890"/>
            <a:ext cx="2980055" cy="1330960"/>
            <a:chOff x="7912354" y="4199890"/>
            <a:chExt cx="2980055" cy="1330960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3D816E23-AB35-0CAD-110E-38791021894F}"/>
                </a:ext>
              </a:extLst>
            </p:cNvPr>
            <p:cNvSpPr/>
            <p:nvPr/>
          </p:nvSpPr>
          <p:spPr>
            <a:xfrm>
              <a:off x="7918704" y="4206240"/>
              <a:ext cx="2967355" cy="1318260"/>
            </a:xfrm>
            <a:custGeom>
              <a:avLst/>
              <a:gdLst/>
              <a:ahLst/>
              <a:cxnLst/>
              <a:rect l="l" t="t" r="r" b="b"/>
              <a:pathLst>
                <a:path w="2967354" h="1318260">
                  <a:moveTo>
                    <a:pt x="2747518" y="0"/>
                  </a:moveTo>
                  <a:lnTo>
                    <a:pt x="219710" y="0"/>
                  </a:lnTo>
                  <a:lnTo>
                    <a:pt x="175447" y="4466"/>
                  </a:lnTo>
                  <a:lnTo>
                    <a:pt x="134213" y="17273"/>
                  </a:lnTo>
                  <a:lnTo>
                    <a:pt x="96893" y="37538"/>
                  </a:lnTo>
                  <a:lnTo>
                    <a:pt x="64373" y="64373"/>
                  </a:lnTo>
                  <a:lnTo>
                    <a:pt x="37538" y="96893"/>
                  </a:lnTo>
                  <a:lnTo>
                    <a:pt x="17273" y="134213"/>
                  </a:lnTo>
                  <a:lnTo>
                    <a:pt x="4466" y="175447"/>
                  </a:lnTo>
                  <a:lnTo>
                    <a:pt x="0" y="219710"/>
                  </a:lnTo>
                  <a:lnTo>
                    <a:pt x="0" y="1098550"/>
                  </a:lnTo>
                  <a:lnTo>
                    <a:pt x="4466" y="1142812"/>
                  </a:lnTo>
                  <a:lnTo>
                    <a:pt x="17273" y="1184046"/>
                  </a:lnTo>
                  <a:lnTo>
                    <a:pt x="37538" y="1221366"/>
                  </a:lnTo>
                  <a:lnTo>
                    <a:pt x="64373" y="1253886"/>
                  </a:lnTo>
                  <a:lnTo>
                    <a:pt x="96893" y="1280721"/>
                  </a:lnTo>
                  <a:lnTo>
                    <a:pt x="134213" y="1300986"/>
                  </a:lnTo>
                  <a:lnTo>
                    <a:pt x="175447" y="1313793"/>
                  </a:lnTo>
                  <a:lnTo>
                    <a:pt x="219710" y="1318260"/>
                  </a:lnTo>
                  <a:lnTo>
                    <a:pt x="2747518" y="1318260"/>
                  </a:lnTo>
                  <a:lnTo>
                    <a:pt x="2791780" y="1313793"/>
                  </a:lnTo>
                  <a:lnTo>
                    <a:pt x="2833014" y="1300986"/>
                  </a:lnTo>
                  <a:lnTo>
                    <a:pt x="2870334" y="1280721"/>
                  </a:lnTo>
                  <a:lnTo>
                    <a:pt x="2902854" y="1253886"/>
                  </a:lnTo>
                  <a:lnTo>
                    <a:pt x="2929689" y="1221366"/>
                  </a:lnTo>
                  <a:lnTo>
                    <a:pt x="2949954" y="1184046"/>
                  </a:lnTo>
                  <a:lnTo>
                    <a:pt x="2962761" y="1142812"/>
                  </a:lnTo>
                  <a:lnTo>
                    <a:pt x="2967228" y="1098550"/>
                  </a:lnTo>
                  <a:lnTo>
                    <a:pt x="2967228" y="219710"/>
                  </a:lnTo>
                  <a:lnTo>
                    <a:pt x="2962761" y="175447"/>
                  </a:lnTo>
                  <a:lnTo>
                    <a:pt x="2949954" y="134213"/>
                  </a:lnTo>
                  <a:lnTo>
                    <a:pt x="2929689" y="96893"/>
                  </a:lnTo>
                  <a:lnTo>
                    <a:pt x="2902854" y="64373"/>
                  </a:lnTo>
                  <a:lnTo>
                    <a:pt x="2870334" y="37538"/>
                  </a:lnTo>
                  <a:lnTo>
                    <a:pt x="2833014" y="17273"/>
                  </a:lnTo>
                  <a:lnTo>
                    <a:pt x="2791780" y="4466"/>
                  </a:lnTo>
                  <a:lnTo>
                    <a:pt x="274751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99C5142F-625E-4E67-BB8F-8659BED3AA85}"/>
                </a:ext>
              </a:extLst>
            </p:cNvPr>
            <p:cNvSpPr/>
            <p:nvPr/>
          </p:nvSpPr>
          <p:spPr>
            <a:xfrm>
              <a:off x="7918704" y="4206240"/>
              <a:ext cx="2967355" cy="1318260"/>
            </a:xfrm>
            <a:custGeom>
              <a:avLst/>
              <a:gdLst/>
              <a:ahLst/>
              <a:cxnLst/>
              <a:rect l="l" t="t" r="r" b="b"/>
              <a:pathLst>
                <a:path w="2967354" h="1318260">
                  <a:moveTo>
                    <a:pt x="0" y="219710"/>
                  </a:moveTo>
                  <a:lnTo>
                    <a:pt x="4466" y="175447"/>
                  </a:lnTo>
                  <a:lnTo>
                    <a:pt x="17273" y="134213"/>
                  </a:lnTo>
                  <a:lnTo>
                    <a:pt x="37538" y="96893"/>
                  </a:lnTo>
                  <a:lnTo>
                    <a:pt x="64373" y="64373"/>
                  </a:lnTo>
                  <a:lnTo>
                    <a:pt x="96893" y="37538"/>
                  </a:lnTo>
                  <a:lnTo>
                    <a:pt x="134213" y="17273"/>
                  </a:lnTo>
                  <a:lnTo>
                    <a:pt x="175447" y="4466"/>
                  </a:lnTo>
                  <a:lnTo>
                    <a:pt x="219710" y="0"/>
                  </a:lnTo>
                  <a:lnTo>
                    <a:pt x="2747518" y="0"/>
                  </a:lnTo>
                  <a:lnTo>
                    <a:pt x="2791780" y="4466"/>
                  </a:lnTo>
                  <a:lnTo>
                    <a:pt x="2833014" y="17273"/>
                  </a:lnTo>
                  <a:lnTo>
                    <a:pt x="2870334" y="37538"/>
                  </a:lnTo>
                  <a:lnTo>
                    <a:pt x="2902854" y="64373"/>
                  </a:lnTo>
                  <a:lnTo>
                    <a:pt x="2929689" y="96893"/>
                  </a:lnTo>
                  <a:lnTo>
                    <a:pt x="2949954" y="134213"/>
                  </a:lnTo>
                  <a:lnTo>
                    <a:pt x="2962761" y="175447"/>
                  </a:lnTo>
                  <a:lnTo>
                    <a:pt x="2967228" y="219710"/>
                  </a:lnTo>
                  <a:lnTo>
                    <a:pt x="2967228" y="1098550"/>
                  </a:lnTo>
                  <a:lnTo>
                    <a:pt x="2962761" y="1142812"/>
                  </a:lnTo>
                  <a:lnTo>
                    <a:pt x="2949954" y="1184046"/>
                  </a:lnTo>
                  <a:lnTo>
                    <a:pt x="2929689" y="1221366"/>
                  </a:lnTo>
                  <a:lnTo>
                    <a:pt x="2902854" y="1253886"/>
                  </a:lnTo>
                  <a:lnTo>
                    <a:pt x="2870334" y="1280721"/>
                  </a:lnTo>
                  <a:lnTo>
                    <a:pt x="2833014" y="1300986"/>
                  </a:lnTo>
                  <a:lnTo>
                    <a:pt x="2791780" y="1313793"/>
                  </a:lnTo>
                  <a:lnTo>
                    <a:pt x="2747518" y="1318260"/>
                  </a:lnTo>
                  <a:lnTo>
                    <a:pt x="219710" y="1318260"/>
                  </a:lnTo>
                  <a:lnTo>
                    <a:pt x="175447" y="1313793"/>
                  </a:lnTo>
                  <a:lnTo>
                    <a:pt x="134213" y="1300986"/>
                  </a:lnTo>
                  <a:lnTo>
                    <a:pt x="96893" y="1280721"/>
                  </a:lnTo>
                  <a:lnTo>
                    <a:pt x="64373" y="1253886"/>
                  </a:lnTo>
                  <a:lnTo>
                    <a:pt x="37538" y="1221366"/>
                  </a:lnTo>
                  <a:lnTo>
                    <a:pt x="17273" y="1184046"/>
                  </a:lnTo>
                  <a:lnTo>
                    <a:pt x="4466" y="1142812"/>
                  </a:lnTo>
                  <a:lnTo>
                    <a:pt x="0" y="1098550"/>
                  </a:lnTo>
                  <a:lnTo>
                    <a:pt x="0" y="21971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1">
            <a:extLst>
              <a:ext uri="{FF2B5EF4-FFF2-40B4-BE49-F238E27FC236}">
                <a16:creationId xmlns:a16="http://schemas.microsoft.com/office/drawing/2014/main" id="{578EB3E5-BC13-738C-EA32-C69DCDD50913}"/>
              </a:ext>
            </a:extLst>
          </p:cNvPr>
          <p:cNvSpPr txBox="1"/>
          <p:nvPr/>
        </p:nvSpPr>
        <p:spPr>
          <a:xfrm>
            <a:off x="8153527" y="4427346"/>
            <a:ext cx="24987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appelle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ces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méthodes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Getters/Setters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(ou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accesseurs/mutateurs)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2022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C#,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respecter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l’encapsulation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le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concept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propriétés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965" algn="just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propriétés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méthodes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(souvent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'public')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dans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mais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lors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utilisation,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leur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syntaxe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similaire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à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manipulation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u="sng" spc="-2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champ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54670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Définition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propriété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</p:txBody>
      </p:sp>
      <p:grpSp>
        <p:nvGrpSpPr>
          <p:cNvPr id="4" name="object 12">
            <a:extLst>
              <a:ext uri="{FF2B5EF4-FFF2-40B4-BE49-F238E27FC236}">
                <a16:creationId xmlns:a16="http://schemas.microsoft.com/office/drawing/2014/main" id="{85CEA3B7-BD82-A89C-B0AB-CE9B8F3FEAAD}"/>
              </a:ext>
            </a:extLst>
          </p:cNvPr>
          <p:cNvGrpSpPr/>
          <p:nvPr/>
        </p:nvGrpSpPr>
        <p:grpSpPr>
          <a:xfrm>
            <a:off x="8697433" y="2732277"/>
            <a:ext cx="1570355" cy="661670"/>
            <a:chOff x="8697433" y="2732277"/>
            <a:chExt cx="1570355" cy="661670"/>
          </a:xfrm>
        </p:grpSpPr>
        <p:pic>
          <p:nvPicPr>
            <p:cNvPr id="6" name="object 13">
              <a:extLst>
                <a:ext uri="{FF2B5EF4-FFF2-40B4-BE49-F238E27FC236}">
                  <a16:creationId xmlns:a16="http://schemas.microsoft.com/office/drawing/2014/main" id="{9B7FB876-749C-9DA2-4110-CEEFA5BA22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7433" y="2735507"/>
              <a:ext cx="1569806" cy="628002"/>
            </a:xfrm>
            <a:prstGeom prst="rect">
              <a:avLst/>
            </a:prstGeom>
          </p:spPr>
        </p:pic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BE9972E2-90A1-0D56-3FB8-58F2F141B1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4335" y="2781261"/>
              <a:ext cx="1409700" cy="612686"/>
            </a:xfrm>
            <a:prstGeom prst="rect">
              <a:avLst/>
            </a:prstGeom>
          </p:spPr>
        </p:pic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924C172A-187C-8B74-82B0-C3276BEB14E8}"/>
                </a:ext>
              </a:extLst>
            </p:cNvPr>
            <p:cNvSpPr/>
            <p:nvPr/>
          </p:nvSpPr>
          <p:spPr>
            <a:xfrm>
              <a:off x="8738615" y="2738627"/>
              <a:ext cx="1485900" cy="541020"/>
            </a:xfrm>
            <a:custGeom>
              <a:avLst/>
              <a:gdLst/>
              <a:ahLst/>
              <a:cxnLst/>
              <a:rect l="l" t="t" r="r" b="b"/>
              <a:pathLst>
                <a:path w="1485900" h="541020">
                  <a:moveTo>
                    <a:pt x="1485900" y="0"/>
                  </a:moveTo>
                  <a:lnTo>
                    <a:pt x="0" y="0"/>
                  </a:lnTo>
                  <a:lnTo>
                    <a:pt x="0" y="541020"/>
                  </a:lnTo>
                  <a:lnTo>
                    <a:pt x="1395729" y="541020"/>
                  </a:lnTo>
                  <a:lnTo>
                    <a:pt x="1485900" y="450850"/>
                  </a:lnTo>
                  <a:lnTo>
                    <a:pt x="1485900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EE319E43-43FF-1EBF-5A67-5BD02B63E320}"/>
                </a:ext>
              </a:extLst>
            </p:cNvPr>
            <p:cNvSpPr/>
            <p:nvPr/>
          </p:nvSpPr>
          <p:spPr>
            <a:xfrm>
              <a:off x="10134345" y="3189477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90170" y="0"/>
                  </a:moveTo>
                  <a:lnTo>
                    <a:pt x="18033" y="18034"/>
                  </a:lnTo>
                  <a:lnTo>
                    <a:pt x="0" y="90170"/>
                  </a:lnTo>
                  <a:lnTo>
                    <a:pt x="90170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C1F5C923-2608-2ED4-13D6-2B06ED1A5149}"/>
                </a:ext>
              </a:extLst>
            </p:cNvPr>
            <p:cNvSpPr/>
            <p:nvPr/>
          </p:nvSpPr>
          <p:spPr>
            <a:xfrm>
              <a:off x="8738615" y="2738627"/>
              <a:ext cx="1485900" cy="541020"/>
            </a:xfrm>
            <a:custGeom>
              <a:avLst/>
              <a:gdLst/>
              <a:ahLst/>
              <a:cxnLst/>
              <a:rect l="l" t="t" r="r" b="b"/>
              <a:pathLst>
                <a:path w="1485900" h="541020">
                  <a:moveTo>
                    <a:pt x="1395729" y="541020"/>
                  </a:moveTo>
                  <a:lnTo>
                    <a:pt x="1413763" y="468884"/>
                  </a:lnTo>
                  <a:lnTo>
                    <a:pt x="1485900" y="450850"/>
                  </a:lnTo>
                  <a:lnTo>
                    <a:pt x="1395729" y="541020"/>
                  </a:lnTo>
                  <a:lnTo>
                    <a:pt x="0" y="541020"/>
                  </a:lnTo>
                  <a:lnTo>
                    <a:pt x="0" y="0"/>
                  </a:lnTo>
                  <a:lnTo>
                    <a:pt x="1485900" y="0"/>
                  </a:lnTo>
                  <a:lnTo>
                    <a:pt x="1485900" y="45085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8">
              <a:extLst>
                <a:ext uri="{FF2B5EF4-FFF2-40B4-BE49-F238E27FC236}">
                  <a16:creationId xmlns:a16="http://schemas.microsoft.com/office/drawing/2014/main" id="{CE609CDF-C163-6FC4-D1C0-54F3686BA8F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6151" y="2795028"/>
              <a:ext cx="1308353" cy="511289"/>
            </a:xfrm>
            <a:prstGeom prst="rect">
              <a:avLst/>
            </a:prstGeom>
          </p:spPr>
        </p:pic>
      </p:grpSp>
      <p:sp>
        <p:nvSpPr>
          <p:cNvPr id="17" name="object 19">
            <a:extLst>
              <a:ext uri="{FF2B5EF4-FFF2-40B4-BE49-F238E27FC236}">
                <a16:creationId xmlns:a16="http://schemas.microsoft.com/office/drawing/2014/main" id="{AAA826FE-DB84-E0FB-3395-1F71D4429954}"/>
              </a:ext>
            </a:extLst>
          </p:cNvPr>
          <p:cNvSpPr txBox="1"/>
          <p:nvPr/>
        </p:nvSpPr>
        <p:spPr>
          <a:xfrm>
            <a:off x="8968485" y="2844165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nsolas"/>
                <a:cs typeface="Consolas"/>
              </a:rPr>
              <a:t>PROPFULL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18" name="object 20">
            <a:extLst>
              <a:ext uri="{FF2B5EF4-FFF2-40B4-BE49-F238E27FC236}">
                <a16:creationId xmlns:a16="http://schemas.microsoft.com/office/drawing/2014/main" id="{2B16FB0D-D90E-78E6-EC34-675A04DA977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5631" y="2485644"/>
            <a:ext cx="507492" cy="507491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F1C33A04-025A-E7CC-9846-D39E146D4208}"/>
              </a:ext>
            </a:extLst>
          </p:cNvPr>
          <p:cNvSpPr txBox="1"/>
          <p:nvPr/>
        </p:nvSpPr>
        <p:spPr>
          <a:xfrm>
            <a:off x="1408430" y="217658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 = value;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grpSp>
        <p:nvGrpSpPr>
          <p:cNvPr id="23" name="object 7">
            <a:extLst>
              <a:ext uri="{FF2B5EF4-FFF2-40B4-BE49-F238E27FC236}">
                <a16:creationId xmlns:a16="http://schemas.microsoft.com/office/drawing/2014/main" id="{262A3FF6-5DF9-EAA6-130A-EB3E23E2E690}"/>
              </a:ext>
            </a:extLst>
          </p:cNvPr>
          <p:cNvGrpSpPr/>
          <p:nvPr/>
        </p:nvGrpSpPr>
        <p:grpSpPr>
          <a:xfrm>
            <a:off x="7451407" y="4710161"/>
            <a:ext cx="2978785" cy="1330960"/>
            <a:chOff x="8669781" y="4957317"/>
            <a:chExt cx="2978785" cy="1330960"/>
          </a:xfrm>
        </p:grpSpPr>
        <p:sp>
          <p:nvSpPr>
            <p:cNvPr id="24" name="object 8">
              <a:extLst>
                <a:ext uri="{FF2B5EF4-FFF2-40B4-BE49-F238E27FC236}">
                  <a16:creationId xmlns:a16="http://schemas.microsoft.com/office/drawing/2014/main" id="{F43D4C64-D25F-BCE0-D318-EF22A7086B4E}"/>
                </a:ext>
              </a:extLst>
            </p:cNvPr>
            <p:cNvSpPr/>
            <p:nvPr/>
          </p:nvSpPr>
          <p:spPr>
            <a:xfrm>
              <a:off x="8676131" y="4963667"/>
              <a:ext cx="2966085" cy="1318260"/>
            </a:xfrm>
            <a:custGeom>
              <a:avLst/>
              <a:gdLst/>
              <a:ahLst/>
              <a:cxnLst/>
              <a:rect l="l" t="t" r="r" b="b"/>
              <a:pathLst>
                <a:path w="2966084" h="1318260">
                  <a:moveTo>
                    <a:pt x="2745994" y="0"/>
                  </a:moveTo>
                  <a:lnTo>
                    <a:pt x="219710" y="0"/>
                  </a:lnTo>
                  <a:lnTo>
                    <a:pt x="175447" y="4466"/>
                  </a:lnTo>
                  <a:lnTo>
                    <a:pt x="134213" y="17273"/>
                  </a:lnTo>
                  <a:lnTo>
                    <a:pt x="96893" y="37538"/>
                  </a:lnTo>
                  <a:lnTo>
                    <a:pt x="64373" y="64373"/>
                  </a:lnTo>
                  <a:lnTo>
                    <a:pt x="37538" y="96893"/>
                  </a:lnTo>
                  <a:lnTo>
                    <a:pt x="17273" y="134213"/>
                  </a:lnTo>
                  <a:lnTo>
                    <a:pt x="4466" y="175447"/>
                  </a:lnTo>
                  <a:lnTo>
                    <a:pt x="0" y="219709"/>
                  </a:lnTo>
                  <a:lnTo>
                    <a:pt x="0" y="1098549"/>
                  </a:lnTo>
                  <a:lnTo>
                    <a:pt x="4466" y="1142827"/>
                  </a:lnTo>
                  <a:lnTo>
                    <a:pt x="17273" y="1184068"/>
                  </a:lnTo>
                  <a:lnTo>
                    <a:pt x="37538" y="1221389"/>
                  </a:lnTo>
                  <a:lnTo>
                    <a:pt x="64373" y="1253905"/>
                  </a:lnTo>
                  <a:lnTo>
                    <a:pt x="96893" y="1280735"/>
                  </a:lnTo>
                  <a:lnTo>
                    <a:pt x="134213" y="1300993"/>
                  </a:lnTo>
                  <a:lnTo>
                    <a:pt x="175447" y="1313795"/>
                  </a:lnTo>
                  <a:lnTo>
                    <a:pt x="219710" y="1318259"/>
                  </a:lnTo>
                  <a:lnTo>
                    <a:pt x="2745994" y="1318259"/>
                  </a:lnTo>
                  <a:lnTo>
                    <a:pt x="2790256" y="1313795"/>
                  </a:lnTo>
                  <a:lnTo>
                    <a:pt x="2831490" y="1300993"/>
                  </a:lnTo>
                  <a:lnTo>
                    <a:pt x="2868810" y="1280735"/>
                  </a:lnTo>
                  <a:lnTo>
                    <a:pt x="2901330" y="1253905"/>
                  </a:lnTo>
                  <a:lnTo>
                    <a:pt x="2928165" y="1221389"/>
                  </a:lnTo>
                  <a:lnTo>
                    <a:pt x="2948430" y="1184068"/>
                  </a:lnTo>
                  <a:lnTo>
                    <a:pt x="2961237" y="1142827"/>
                  </a:lnTo>
                  <a:lnTo>
                    <a:pt x="2965704" y="1098549"/>
                  </a:lnTo>
                  <a:lnTo>
                    <a:pt x="2965704" y="219709"/>
                  </a:lnTo>
                  <a:lnTo>
                    <a:pt x="2961237" y="175447"/>
                  </a:lnTo>
                  <a:lnTo>
                    <a:pt x="2948430" y="134213"/>
                  </a:lnTo>
                  <a:lnTo>
                    <a:pt x="2928165" y="96893"/>
                  </a:lnTo>
                  <a:lnTo>
                    <a:pt x="2901330" y="64373"/>
                  </a:lnTo>
                  <a:lnTo>
                    <a:pt x="2868810" y="37538"/>
                  </a:lnTo>
                  <a:lnTo>
                    <a:pt x="2831490" y="17273"/>
                  </a:lnTo>
                  <a:lnTo>
                    <a:pt x="2790256" y="4466"/>
                  </a:lnTo>
                  <a:lnTo>
                    <a:pt x="27459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9">
              <a:extLst>
                <a:ext uri="{FF2B5EF4-FFF2-40B4-BE49-F238E27FC236}">
                  <a16:creationId xmlns:a16="http://schemas.microsoft.com/office/drawing/2014/main" id="{684E6D6A-1939-937A-22D2-1D93689F82D7}"/>
                </a:ext>
              </a:extLst>
            </p:cNvPr>
            <p:cNvSpPr/>
            <p:nvPr/>
          </p:nvSpPr>
          <p:spPr>
            <a:xfrm>
              <a:off x="8676131" y="4963667"/>
              <a:ext cx="2966085" cy="1318260"/>
            </a:xfrm>
            <a:custGeom>
              <a:avLst/>
              <a:gdLst/>
              <a:ahLst/>
              <a:cxnLst/>
              <a:rect l="l" t="t" r="r" b="b"/>
              <a:pathLst>
                <a:path w="2966084" h="1318260">
                  <a:moveTo>
                    <a:pt x="0" y="219709"/>
                  </a:moveTo>
                  <a:lnTo>
                    <a:pt x="4466" y="175447"/>
                  </a:lnTo>
                  <a:lnTo>
                    <a:pt x="17273" y="134213"/>
                  </a:lnTo>
                  <a:lnTo>
                    <a:pt x="37538" y="96893"/>
                  </a:lnTo>
                  <a:lnTo>
                    <a:pt x="64373" y="64373"/>
                  </a:lnTo>
                  <a:lnTo>
                    <a:pt x="96893" y="37538"/>
                  </a:lnTo>
                  <a:lnTo>
                    <a:pt x="134213" y="17273"/>
                  </a:lnTo>
                  <a:lnTo>
                    <a:pt x="175447" y="4466"/>
                  </a:lnTo>
                  <a:lnTo>
                    <a:pt x="219710" y="0"/>
                  </a:lnTo>
                  <a:lnTo>
                    <a:pt x="2745994" y="0"/>
                  </a:lnTo>
                  <a:lnTo>
                    <a:pt x="2790256" y="4466"/>
                  </a:lnTo>
                  <a:lnTo>
                    <a:pt x="2831490" y="17273"/>
                  </a:lnTo>
                  <a:lnTo>
                    <a:pt x="2868810" y="37538"/>
                  </a:lnTo>
                  <a:lnTo>
                    <a:pt x="2901330" y="64373"/>
                  </a:lnTo>
                  <a:lnTo>
                    <a:pt x="2928165" y="96893"/>
                  </a:lnTo>
                  <a:lnTo>
                    <a:pt x="2948430" y="134213"/>
                  </a:lnTo>
                  <a:lnTo>
                    <a:pt x="2961237" y="175447"/>
                  </a:lnTo>
                  <a:lnTo>
                    <a:pt x="2965704" y="219709"/>
                  </a:lnTo>
                  <a:lnTo>
                    <a:pt x="2965704" y="1098549"/>
                  </a:lnTo>
                  <a:lnTo>
                    <a:pt x="2961237" y="1142827"/>
                  </a:lnTo>
                  <a:lnTo>
                    <a:pt x="2948430" y="1184068"/>
                  </a:lnTo>
                  <a:lnTo>
                    <a:pt x="2928165" y="1221389"/>
                  </a:lnTo>
                  <a:lnTo>
                    <a:pt x="2901330" y="1253905"/>
                  </a:lnTo>
                  <a:lnTo>
                    <a:pt x="2868810" y="1280735"/>
                  </a:lnTo>
                  <a:lnTo>
                    <a:pt x="2831490" y="1300993"/>
                  </a:lnTo>
                  <a:lnTo>
                    <a:pt x="2790256" y="1313795"/>
                  </a:lnTo>
                  <a:lnTo>
                    <a:pt x="2745994" y="1318259"/>
                  </a:lnTo>
                  <a:lnTo>
                    <a:pt x="219710" y="1318259"/>
                  </a:lnTo>
                  <a:lnTo>
                    <a:pt x="175447" y="1313795"/>
                  </a:lnTo>
                  <a:lnTo>
                    <a:pt x="134213" y="1300993"/>
                  </a:lnTo>
                  <a:lnTo>
                    <a:pt x="96893" y="1280735"/>
                  </a:lnTo>
                  <a:lnTo>
                    <a:pt x="64373" y="1253905"/>
                  </a:lnTo>
                  <a:lnTo>
                    <a:pt x="37538" y="1221389"/>
                  </a:lnTo>
                  <a:lnTo>
                    <a:pt x="17273" y="1184068"/>
                  </a:lnTo>
                  <a:lnTo>
                    <a:pt x="4466" y="1142827"/>
                  </a:lnTo>
                  <a:lnTo>
                    <a:pt x="0" y="1098549"/>
                  </a:lnTo>
                  <a:lnTo>
                    <a:pt x="0" y="21970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10">
            <a:extLst>
              <a:ext uri="{FF2B5EF4-FFF2-40B4-BE49-F238E27FC236}">
                <a16:creationId xmlns:a16="http://schemas.microsoft.com/office/drawing/2014/main" id="{5BB21E41-BF2B-C1AC-B044-CBB045D2F4CC}"/>
              </a:ext>
            </a:extLst>
          </p:cNvPr>
          <p:cNvSpPr txBox="1"/>
          <p:nvPr/>
        </p:nvSpPr>
        <p:spPr>
          <a:xfrm>
            <a:off x="7722426" y="4937619"/>
            <a:ext cx="24377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Dans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propriétés</a:t>
            </a: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«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»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considéré</a:t>
            </a:r>
            <a:endParaRPr sz="18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comme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clé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49FD2912-4BAF-EFB9-96AD-10B7B22AD543}"/>
              </a:ext>
            </a:extLst>
          </p:cNvPr>
          <p:cNvSpPr/>
          <p:nvPr/>
        </p:nvSpPr>
        <p:spPr>
          <a:xfrm rot="1133839">
            <a:off x="5270055" y="5358293"/>
            <a:ext cx="2191385" cy="365760"/>
          </a:xfrm>
          <a:custGeom>
            <a:avLst/>
            <a:gdLst/>
            <a:ahLst/>
            <a:cxnLst/>
            <a:rect l="l" t="t" r="r" b="b"/>
            <a:pathLst>
              <a:path w="2191384" h="365760">
                <a:moveTo>
                  <a:pt x="105283" y="252133"/>
                </a:moveTo>
                <a:lnTo>
                  <a:pt x="0" y="324548"/>
                </a:lnTo>
                <a:lnTo>
                  <a:pt x="121158" y="365328"/>
                </a:lnTo>
                <a:lnTo>
                  <a:pt x="116236" y="330238"/>
                </a:lnTo>
                <a:lnTo>
                  <a:pt x="96900" y="330238"/>
                </a:lnTo>
                <a:lnTo>
                  <a:pt x="91694" y="292506"/>
                </a:lnTo>
                <a:lnTo>
                  <a:pt x="110575" y="289868"/>
                </a:lnTo>
                <a:lnTo>
                  <a:pt x="105283" y="252133"/>
                </a:lnTo>
                <a:close/>
              </a:path>
              <a:path w="2191384" h="365760">
                <a:moveTo>
                  <a:pt x="110575" y="289868"/>
                </a:moveTo>
                <a:lnTo>
                  <a:pt x="91694" y="292506"/>
                </a:lnTo>
                <a:lnTo>
                  <a:pt x="96900" y="330238"/>
                </a:lnTo>
                <a:lnTo>
                  <a:pt x="115865" y="327588"/>
                </a:lnTo>
                <a:lnTo>
                  <a:pt x="110575" y="289868"/>
                </a:lnTo>
                <a:close/>
              </a:path>
              <a:path w="2191384" h="365760">
                <a:moveTo>
                  <a:pt x="115865" y="327588"/>
                </a:moveTo>
                <a:lnTo>
                  <a:pt x="96900" y="330238"/>
                </a:lnTo>
                <a:lnTo>
                  <a:pt x="116236" y="330238"/>
                </a:lnTo>
                <a:lnTo>
                  <a:pt x="115865" y="327588"/>
                </a:lnTo>
                <a:close/>
              </a:path>
              <a:path w="2191384" h="365760">
                <a:moveTo>
                  <a:pt x="2185543" y="0"/>
                </a:moveTo>
                <a:lnTo>
                  <a:pt x="110575" y="289868"/>
                </a:lnTo>
                <a:lnTo>
                  <a:pt x="115865" y="327588"/>
                </a:lnTo>
                <a:lnTo>
                  <a:pt x="2190877" y="37731"/>
                </a:lnTo>
                <a:lnTo>
                  <a:pt x="21855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0552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Utilisation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propriété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code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BB0267F-7191-FE69-B989-728FC6EA55E4}"/>
              </a:ext>
            </a:extLst>
          </p:cNvPr>
          <p:cNvSpPr txBox="1"/>
          <p:nvPr/>
        </p:nvSpPr>
        <p:spPr>
          <a:xfrm>
            <a:off x="1626426" y="246084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"Cléo"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  <p:grpSp>
        <p:nvGrpSpPr>
          <p:cNvPr id="11" name="object 9">
            <a:extLst>
              <a:ext uri="{FF2B5EF4-FFF2-40B4-BE49-F238E27FC236}">
                <a16:creationId xmlns:a16="http://schemas.microsoft.com/office/drawing/2014/main" id="{B5A2DCC8-81E9-5957-4631-7C951B2BEC08}"/>
              </a:ext>
            </a:extLst>
          </p:cNvPr>
          <p:cNvGrpSpPr/>
          <p:nvPr/>
        </p:nvGrpSpPr>
        <p:grpSpPr>
          <a:xfrm>
            <a:off x="7775193" y="3387597"/>
            <a:ext cx="2980055" cy="1332865"/>
            <a:chOff x="7775193" y="3387597"/>
            <a:chExt cx="2980055" cy="1332865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D161CE6E-FD9E-608F-4561-3D3AB04CBB13}"/>
                </a:ext>
              </a:extLst>
            </p:cNvPr>
            <p:cNvSpPr/>
            <p:nvPr/>
          </p:nvSpPr>
          <p:spPr>
            <a:xfrm>
              <a:off x="7781543" y="3393947"/>
              <a:ext cx="2967355" cy="1320165"/>
            </a:xfrm>
            <a:custGeom>
              <a:avLst/>
              <a:gdLst/>
              <a:ahLst/>
              <a:cxnLst/>
              <a:rect l="l" t="t" r="r" b="b"/>
              <a:pathLst>
                <a:path w="2967354" h="1320164">
                  <a:moveTo>
                    <a:pt x="2747263" y="0"/>
                  </a:moveTo>
                  <a:lnTo>
                    <a:pt x="219963" y="0"/>
                  </a:lnTo>
                  <a:lnTo>
                    <a:pt x="175617" y="4466"/>
                  </a:lnTo>
                  <a:lnTo>
                    <a:pt x="134320" y="17277"/>
                  </a:lnTo>
                  <a:lnTo>
                    <a:pt x="96955" y="37551"/>
                  </a:lnTo>
                  <a:lnTo>
                    <a:pt x="64404" y="64404"/>
                  </a:lnTo>
                  <a:lnTo>
                    <a:pt x="37551" y="96955"/>
                  </a:lnTo>
                  <a:lnTo>
                    <a:pt x="17277" y="134320"/>
                  </a:lnTo>
                  <a:lnTo>
                    <a:pt x="4466" y="175617"/>
                  </a:lnTo>
                  <a:lnTo>
                    <a:pt x="0" y="219963"/>
                  </a:lnTo>
                  <a:lnTo>
                    <a:pt x="0" y="1099820"/>
                  </a:lnTo>
                  <a:lnTo>
                    <a:pt x="4466" y="1144166"/>
                  </a:lnTo>
                  <a:lnTo>
                    <a:pt x="17277" y="1185463"/>
                  </a:lnTo>
                  <a:lnTo>
                    <a:pt x="37551" y="1222828"/>
                  </a:lnTo>
                  <a:lnTo>
                    <a:pt x="64404" y="1255379"/>
                  </a:lnTo>
                  <a:lnTo>
                    <a:pt x="96955" y="1282232"/>
                  </a:lnTo>
                  <a:lnTo>
                    <a:pt x="134320" y="1302506"/>
                  </a:lnTo>
                  <a:lnTo>
                    <a:pt x="175617" y="1315317"/>
                  </a:lnTo>
                  <a:lnTo>
                    <a:pt x="219963" y="1319783"/>
                  </a:lnTo>
                  <a:lnTo>
                    <a:pt x="2747263" y="1319783"/>
                  </a:lnTo>
                  <a:lnTo>
                    <a:pt x="2791610" y="1315317"/>
                  </a:lnTo>
                  <a:lnTo>
                    <a:pt x="2832907" y="1302506"/>
                  </a:lnTo>
                  <a:lnTo>
                    <a:pt x="2870272" y="1282232"/>
                  </a:lnTo>
                  <a:lnTo>
                    <a:pt x="2902823" y="1255379"/>
                  </a:lnTo>
                  <a:lnTo>
                    <a:pt x="2929676" y="1222828"/>
                  </a:lnTo>
                  <a:lnTo>
                    <a:pt x="2949950" y="1185463"/>
                  </a:lnTo>
                  <a:lnTo>
                    <a:pt x="2962761" y="1144166"/>
                  </a:lnTo>
                  <a:lnTo>
                    <a:pt x="2967228" y="1099820"/>
                  </a:lnTo>
                  <a:lnTo>
                    <a:pt x="2967228" y="219963"/>
                  </a:lnTo>
                  <a:lnTo>
                    <a:pt x="2962761" y="175617"/>
                  </a:lnTo>
                  <a:lnTo>
                    <a:pt x="2949950" y="134320"/>
                  </a:lnTo>
                  <a:lnTo>
                    <a:pt x="2929676" y="96955"/>
                  </a:lnTo>
                  <a:lnTo>
                    <a:pt x="2902823" y="64404"/>
                  </a:lnTo>
                  <a:lnTo>
                    <a:pt x="2870272" y="37551"/>
                  </a:lnTo>
                  <a:lnTo>
                    <a:pt x="2832907" y="17277"/>
                  </a:lnTo>
                  <a:lnTo>
                    <a:pt x="2791610" y="4466"/>
                  </a:lnTo>
                  <a:lnTo>
                    <a:pt x="274726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96CD97AF-8836-9FF2-3508-77B5474D5B3B}"/>
                </a:ext>
              </a:extLst>
            </p:cNvPr>
            <p:cNvSpPr/>
            <p:nvPr/>
          </p:nvSpPr>
          <p:spPr>
            <a:xfrm>
              <a:off x="7781543" y="3393947"/>
              <a:ext cx="2967355" cy="1320165"/>
            </a:xfrm>
            <a:custGeom>
              <a:avLst/>
              <a:gdLst/>
              <a:ahLst/>
              <a:cxnLst/>
              <a:rect l="l" t="t" r="r" b="b"/>
              <a:pathLst>
                <a:path w="2967354" h="1320164">
                  <a:moveTo>
                    <a:pt x="0" y="219963"/>
                  </a:moveTo>
                  <a:lnTo>
                    <a:pt x="4466" y="175617"/>
                  </a:lnTo>
                  <a:lnTo>
                    <a:pt x="17277" y="134320"/>
                  </a:lnTo>
                  <a:lnTo>
                    <a:pt x="37551" y="96955"/>
                  </a:lnTo>
                  <a:lnTo>
                    <a:pt x="64404" y="64404"/>
                  </a:lnTo>
                  <a:lnTo>
                    <a:pt x="96955" y="37551"/>
                  </a:lnTo>
                  <a:lnTo>
                    <a:pt x="134320" y="17277"/>
                  </a:lnTo>
                  <a:lnTo>
                    <a:pt x="175617" y="4466"/>
                  </a:lnTo>
                  <a:lnTo>
                    <a:pt x="219963" y="0"/>
                  </a:lnTo>
                  <a:lnTo>
                    <a:pt x="2747263" y="0"/>
                  </a:lnTo>
                  <a:lnTo>
                    <a:pt x="2791610" y="4466"/>
                  </a:lnTo>
                  <a:lnTo>
                    <a:pt x="2832907" y="17277"/>
                  </a:lnTo>
                  <a:lnTo>
                    <a:pt x="2870272" y="37551"/>
                  </a:lnTo>
                  <a:lnTo>
                    <a:pt x="2902823" y="64404"/>
                  </a:lnTo>
                  <a:lnTo>
                    <a:pt x="2929676" y="96955"/>
                  </a:lnTo>
                  <a:lnTo>
                    <a:pt x="2949950" y="134320"/>
                  </a:lnTo>
                  <a:lnTo>
                    <a:pt x="2962761" y="175617"/>
                  </a:lnTo>
                  <a:lnTo>
                    <a:pt x="2967228" y="219963"/>
                  </a:lnTo>
                  <a:lnTo>
                    <a:pt x="2967228" y="1099820"/>
                  </a:lnTo>
                  <a:lnTo>
                    <a:pt x="2962761" y="1144166"/>
                  </a:lnTo>
                  <a:lnTo>
                    <a:pt x="2949950" y="1185463"/>
                  </a:lnTo>
                  <a:lnTo>
                    <a:pt x="2929676" y="1222828"/>
                  </a:lnTo>
                  <a:lnTo>
                    <a:pt x="2902823" y="1255379"/>
                  </a:lnTo>
                  <a:lnTo>
                    <a:pt x="2870272" y="1282232"/>
                  </a:lnTo>
                  <a:lnTo>
                    <a:pt x="2832907" y="1302506"/>
                  </a:lnTo>
                  <a:lnTo>
                    <a:pt x="2791610" y="1315317"/>
                  </a:lnTo>
                  <a:lnTo>
                    <a:pt x="2747263" y="1319783"/>
                  </a:lnTo>
                  <a:lnTo>
                    <a:pt x="219963" y="1319783"/>
                  </a:lnTo>
                  <a:lnTo>
                    <a:pt x="175617" y="1315317"/>
                  </a:lnTo>
                  <a:lnTo>
                    <a:pt x="134320" y="1302506"/>
                  </a:lnTo>
                  <a:lnTo>
                    <a:pt x="96955" y="1282232"/>
                  </a:lnTo>
                  <a:lnTo>
                    <a:pt x="64404" y="1255379"/>
                  </a:lnTo>
                  <a:lnTo>
                    <a:pt x="37551" y="1222828"/>
                  </a:lnTo>
                  <a:lnTo>
                    <a:pt x="17277" y="1185463"/>
                  </a:lnTo>
                  <a:lnTo>
                    <a:pt x="4466" y="1144166"/>
                  </a:lnTo>
                  <a:lnTo>
                    <a:pt x="0" y="1099820"/>
                  </a:lnTo>
                  <a:lnTo>
                    <a:pt x="0" y="21996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2">
            <a:extLst>
              <a:ext uri="{FF2B5EF4-FFF2-40B4-BE49-F238E27FC236}">
                <a16:creationId xmlns:a16="http://schemas.microsoft.com/office/drawing/2014/main" id="{B2A3CD25-6158-748C-924C-B24594DB54B1}"/>
              </a:ext>
            </a:extLst>
          </p:cNvPr>
          <p:cNvSpPr txBox="1"/>
          <p:nvPr/>
        </p:nvSpPr>
        <p:spPr>
          <a:xfrm>
            <a:off x="7967598" y="3615004"/>
            <a:ext cx="259588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syntaxe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similaire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un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champ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mais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respecte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le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CamelCase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méthodes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94854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modificateur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d’accès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FC53FB4-900C-E0E8-74AA-99D9A7DAF814}"/>
              </a:ext>
            </a:extLst>
          </p:cNvPr>
          <p:cNvSpPr txBox="1"/>
          <p:nvPr/>
        </p:nvSpPr>
        <p:spPr>
          <a:xfrm>
            <a:off x="1730828" y="2244251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.name = value;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8899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b="1" dirty="0"/>
              <a:t>Propriétés automatiques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version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plus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réduite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20" dirty="0">
                <a:latin typeface="Segoe UI"/>
                <a:cs typeface="Segoe UI"/>
              </a:rPr>
              <a:t>Celle-</a:t>
            </a:r>
            <a:r>
              <a:rPr lang="fr-FR" sz="2000" dirty="0">
                <a:latin typeface="Segoe UI"/>
                <a:cs typeface="Segoe UI"/>
              </a:rPr>
              <a:t>ci</a:t>
            </a:r>
            <a:r>
              <a:rPr lang="fr-FR" sz="2000" spc="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permet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même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syntaxe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lors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l’utilisation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Getter/Setter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complet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alors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définir par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compilateur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90DA93-9738-E949-3334-845902371C41}"/>
              </a:ext>
            </a:extLst>
          </p:cNvPr>
          <p:cNvSpPr txBox="1"/>
          <p:nvPr/>
        </p:nvSpPr>
        <p:spPr>
          <a:xfrm>
            <a:off x="2002971" y="38611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Hp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45750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00598"/>
            <a:ext cx="10525539" cy="308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b="1" dirty="0"/>
              <a:t>Initialiseur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Lors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l’instanciation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objet,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propriétés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aussi </a:t>
            </a:r>
            <a:r>
              <a:rPr lang="fr-FR" sz="2400" dirty="0">
                <a:latin typeface="Segoe UI"/>
                <a:cs typeface="Segoe UI"/>
              </a:rPr>
              <a:t>accessibles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l’initialiseur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d’objet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Écriture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similaire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création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simplifiée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tableau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Cela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permet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d’éviter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créer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nombreux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constructeurs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n’est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nécessaire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d’initialiser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toutes</a:t>
            </a:r>
            <a:r>
              <a:rPr lang="fr-FR" sz="2000" spc="-8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propriétés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constructeur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toujours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appelé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avant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l’initialiseur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2483C76-261E-FC15-1EAC-77C2D1F2858B}"/>
              </a:ext>
            </a:extLst>
          </p:cNvPr>
          <p:cNvSpPr txBox="1"/>
          <p:nvPr/>
        </p:nvSpPr>
        <p:spPr>
          <a:xfrm>
            <a:off x="1981199" y="4437923"/>
            <a:ext cx="91657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 { Brand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"Renaud"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Name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Cléo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myNewCar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Brand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"DMW"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"Série A"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90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22097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4. Les propriétés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300598"/>
            <a:ext cx="1052553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b="1" dirty="0"/>
              <a:t>Propriétés automatiques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Depuis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C#9,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propriétés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enrichies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‘init’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91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‘init’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d’initialiser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seule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fois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donnée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donnée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passe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alors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lecture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seule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l’extérieur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classe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87AC84B-401B-72FC-4114-EB558CDCB846}"/>
              </a:ext>
            </a:extLst>
          </p:cNvPr>
          <p:cNvSpPr txBox="1"/>
          <p:nvPr/>
        </p:nvSpPr>
        <p:spPr>
          <a:xfrm>
            <a:off x="2198914" y="399279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init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Hp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7486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4. Les propriétés</a:t>
            </a:r>
          </a:p>
        </p:txBody>
      </p:sp>
    </p:spTree>
    <p:extLst>
      <p:ext uri="{BB962C8B-B14F-4D97-AF65-F5344CB8AC3E}">
        <p14:creationId xmlns:p14="http://schemas.microsoft.com/office/powerpoint/2010/main" val="1497991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2545</Words>
  <Application>Microsoft Office PowerPoint</Application>
  <PresentationFormat>Grand écran</PresentationFormat>
  <Paragraphs>672</Paragraphs>
  <Slides>55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Calibri Light</vt:lpstr>
      <vt:lpstr>Cascadia Mono</vt:lpstr>
      <vt:lpstr>Consolas</vt:lpstr>
      <vt:lpstr>Segoe UI</vt:lpstr>
      <vt:lpstr>Trebuchet MS</vt:lpstr>
      <vt:lpstr>Thème Office</vt:lpstr>
      <vt:lpstr>POO en C# - partie 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35</cp:revision>
  <dcterms:created xsi:type="dcterms:W3CDTF">2021-02-04T09:09:06Z</dcterms:created>
  <dcterms:modified xsi:type="dcterms:W3CDTF">2024-09-03T21:56:31Z</dcterms:modified>
</cp:coreProperties>
</file>