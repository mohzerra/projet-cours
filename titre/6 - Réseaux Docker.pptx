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84" r:id="rId2"/>
    <p:sldId id="579" r:id="rId3"/>
    <p:sldId id="448" r:id="rId4"/>
    <p:sldId id="463" r:id="rId5"/>
    <p:sldId id="464" r:id="rId6"/>
    <p:sldId id="465" r:id="rId7"/>
    <p:sldId id="466" r:id="rId8"/>
    <p:sldId id="467" r:id="rId9"/>
    <p:sldId id="469" r:id="rId10"/>
    <p:sldId id="468" r:id="rId11"/>
    <p:sldId id="470" r:id="rId12"/>
    <p:sldId id="471" r:id="rId13"/>
    <p:sldId id="472" r:id="rId14"/>
    <p:sldId id="447" r:id="rId15"/>
    <p:sldId id="473" r:id="rId16"/>
    <p:sldId id="457" r:id="rId17"/>
    <p:sldId id="474" r:id="rId18"/>
    <p:sldId id="476" r:id="rId19"/>
    <p:sldId id="477" r:id="rId20"/>
    <p:sldId id="478" r:id="rId21"/>
    <p:sldId id="479" r:id="rId22"/>
    <p:sldId id="475" r:id="rId23"/>
    <p:sldId id="480" r:id="rId24"/>
    <p:sldId id="46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07CAE-1FB9-3845-AEB2-DB75E1B73D61}" type="datetimeFigureOut">
              <a:rPr lang="fr-FR" smtClean="0"/>
              <a:t>04/10/2023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14F03-565A-FC46-8A90-A715A6406DD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7144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© SUPINFO</a:t>
            </a:r>
          </a:p>
          <a:p>
            <a:r>
              <a:rPr lang="fr-FR" dirty="0"/>
              <a:t>Auteur : Alexandre Gressier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9A1237-63C0-2149-90AD-33FFCF7C8578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556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11D94-0717-E14D-B19C-F142F7DB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D62BDA-0F08-504D-9BDA-A04B89E8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0C21CC-1B92-B44B-AE72-CDCCB2D8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9929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EA51D4-1867-8845-820C-C21D7BCEC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14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D28FD5-3D75-FF4B-8910-57BF5A2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4D373C-AC4E-4749-AF27-1D4F5473F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4B37BF-0D5B-EE4F-B5D2-4991975B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CC8B85-AF4B-D347-9A59-97FD4522E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0FD24F-150A-1443-9905-84B822D4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548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238437-A9AA-1649-93B3-41C10243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386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87D52-2FB1-1B49-AB3F-B878A6C6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5322B7-F0A2-534D-A6BC-4D36CFB7E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541A8E-94B9-9948-9F7F-B59CE4A7A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7F5E04-45D9-0B41-A49B-C539BB240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5050A4-C507-9A4F-B6CE-71C0EC9B7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FAFD617-5DC0-7146-8644-37FDEF3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6D3D1A-4433-FB46-BCB3-2FC07477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28BE2A0-7142-7944-9978-9CF0A02E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359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3AE92-F78E-674F-9897-3D26B7A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294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090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C8412-37C8-4B46-9CE8-3469F18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5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54B13-E418-4E42-B170-1BC86021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3771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3EDC94-6368-2D4E-8A75-930EFDF0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EE47BB-5DBD-034C-84DA-C86FA33B9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7FE81-3F94-FB4B-AB88-842AE52D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1EDF4-8F0D-4644-BC7F-8EDA683F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779F0B-3D1B-234B-8E0E-0005BA6E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639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FD2D733-6537-F246-9DD6-47A2CFFE2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ED1EB9-F8C4-6F42-9293-8EFB0A55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8BEE2-EC2A-B14D-8087-8A8A25C4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C088C9-8381-E84F-AEB6-0CE68238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FEFA170-D382-C048-933C-9BCF9266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79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01/10/2023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6061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F8221A-BD6C-D743-8F79-B5CC237B7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6 – Réseaux Docker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76B8DA83-B860-924D-B9FE-FE02FD8A3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5983"/>
            <a:ext cx="9144000" cy="1655762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3DOKR – Développement et livraison d’applications avec Docker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A1A31C-D020-0B43-A654-BC830BBC2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6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>
            <a:extLst>
              <a:ext uri="{FF2B5EF4-FFF2-40B4-BE49-F238E27FC236}">
                <a16:creationId xmlns:a16="http://schemas.microsoft.com/office/drawing/2014/main" id="{AC0B1E25-C870-E44C-9AEC-2F6389ADF8D7}"/>
              </a:ext>
            </a:extLst>
          </p:cNvPr>
          <p:cNvSpPr txBox="1">
            <a:spLocks/>
          </p:cNvSpPr>
          <p:nvPr/>
        </p:nvSpPr>
        <p:spPr>
          <a:xfrm>
            <a:off x="831850" y="2554565"/>
            <a:ext cx="10515600" cy="1687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Introduction aux réseaux Docker</a:t>
            </a:r>
            <a:endParaRPr kumimoji="0" lang="fr-FR" sz="36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  <a:p>
            <a:pPr marL="742950" marR="0" lvl="0" indent="-74295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Pilotes réseau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E19DB8DF-56A9-C146-8CC5-1A72BBF66B41}"/>
              </a:ext>
            </a:extLst>
          </p:cNvPr>
          <p:cNvSpPr txBox="1">
            <a:spLocks/>
          </p:cNvSpPr>
          <p:nvPr/>
        </p:nvSpPr>
        <p:spPr>
          <a:xfrm>
            <a:off x="4994689" y="402196"/>
            <a:ext cx="2189922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Sommaire</a:t>
            </a:r>
          </a:p>
        </p:txBody>
      </p:sp>
      <p:pic>
        <p:nvPicPr>
          <p:cNvPr id="6" name="Graphique 5" descr="Menu avec un remplissage uni">
            <a:extLst>
              <a:ext uri="{FF2B5EF4-FFF2-40B4-BE49-F238E27FC236}">
                <a16:creationId xmlns:a16="http://schemas.microsoft.com/office/drawing/2014/main" id="{F3640D13-DDD0-8D47-9978-9A138749B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76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aux réseaux Docker</a:t>
            </a:r>
            <a:endParaRPr kumimoji="0" lang="fr-FR" sz="5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047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aux réseaux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27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Principes de bases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 conteneur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n'a pas d'information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 le type de réseau auquel il est connecté, ni si les autres services sont également Docker ou non.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voit simplement une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interface réseau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avec une adresse IP, une passerelle, une table de routage, des services DNS et d'autres détails réseau</a:t>
            </a:r>
          </a:p>
        </p:txBody>
      </p:sp>
    </p:spTree>
    <p:extLst>
      <p:ext uri="{BB962C8B-B14F-4D97-AF65-F5344CB8AC3E}">
        <p14:creationId xmlns:p14="http://schemas.microsoft.com/office/powerpoint/2010/main" val="3139756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aux réseaux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27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Publication de ports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 défaut, lors de la création ou de l'exécution d'un conteneur avec ﻿docker run, le conteneur n'expose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aucun de ses ports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 monde extérieur.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rendre un port disponible aux services hors de Docker, on utilise l'argument ﻿--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publish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ou ﻿-p.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Cette opération crée une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règle de pare-feu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 l'hôte, qui mappe un port du conteneur à un port de l'hôte Docker accessible depuis le monde extérieur.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iptables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est le système par défaut de manipulation des tables de réseau sous Linux, pour gérer les règles de pare-feu.</a:t>
            </a:r>
          </a:p>
        </p:txBody>
      </p:sp>
    </p:spTree>
    <p:extLst>
      <p:ext uri="{BB962C8B-B14F-4D97-AF65-F5344CB8AC3E}">
        <p14:creationId xmlns:p14="http://schemas.microsoft.com/office/powerpoint/2010/main" val="386613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aux réseaux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271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Sécurité de la p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ublication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ports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 défaut, la publication des ports d'un conteneur n'est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pas sécurisée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Lorsque vous publiez les ports d'un conteneur, ils deviennent accessibles non seulement à l'hôte Docker, mais également au monde extérieur.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Cependant, si vous ajoutez l'adresse IP de localhost (127.0.0.1) à l'option de publication, seul l'hôte Docker peut accéder au port publié du conteneur.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C’est une mesure de sécurité importante pour restreindre l'accès à certaines applications ou services exécutés dans les conteneurs Docker.</a:t>
            </a:r>
          </a:p>
        </p:txBody>
      </p:sp>
    </p:spTree>
    <p:extLst>
      <p:ext uri="{BB962C8B-B14F-4D97-AF65-F5344CB8AC3E}">
        <p14:creationId xmlns:p14="http://schemas.microsoft.com/office/powerpoint/2010/main" val="1578599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aux réseaux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27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Communication inter-conteneurs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 vous voulez rendre un conteneur accessible à d'autres conteneurs, il n'est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pas nécessaire de publier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ports du conteneur.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communication inter-conteneurs est activée en connectant les conteneurs au même réseau, généralement un réseau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bridge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Cette approche facilite le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cloisonnement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la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sécurisation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 la communication entre les conteneurs sans exposer inutilement les services à l'extérieur.</a:t>
            </a:r>
          </a:p>
        </p:txBody>
      </p:sp>
    </p:spTree>
    <p:extLst>
      <p:ext uri="{BB962C8B-B14F-4D97-AF65-F5344CB8AC3E}">
        <p14:creationId xmlns:p14="http://schemas.microsoft.com/office/powerpoint/2010/main" val="3429724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aux réseaux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27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Adresse IP et nom d’hôte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 défaut, un conteneur reçoit une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adresse IP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pour chaque réseau Docker auquel il se connecte.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L'adresse IP provient du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sous-réseau IP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 réseau.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L'attribution d'adresses IP et le sous-réseau dynamique sont gérés par le démon Docker. Chaque réseau a également un masque de sous-réseau par défaut et une passerelle.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utilisant ﻿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docker network 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vous pouvez spécifier l'adresse IP du conteneur sur le réseau supplémentaire en utilisant les options ﻿--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ou ﻿--ip6.</a:t>
            </a:r>
          </a:p>
        </p:txBody>
      </p:sp>
    </p:spTree>
    <p:extLst>
      <p:ext uri="{BB962C8B-B14F-4D97-AF65-F5344CB8AC3E}">
        <p14:creationId xmlns:p14="http://schemas.microsoft.com/office/powerpoint/2010/main" val="506694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aux réseaux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27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Adresse IP et nom d’hôte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nom d'hôte par défaut d'un conteneur dans Docker est l'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 du conteneur.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Vous pouvez le remplacer en utilisant l'option ﻿--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hostname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Lors de la connexion à un réseau existant en utilisant ﻿docker network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vous pouvez utiliser l'option ﻿--alias pour spécifier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alias de réseau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supplémentaire pour le conteneur sur ce réseau.</a:t>
            </a:r>
          </a:p>
        </p:txBody>
      </p:sp>
    </p:spTree>
    <p:extLst>
      <p:ext uri="{BB962C8B-B14F-4D97-AF65-F5344CB8AC3E}">
        <p14:creationId xmlns:p14="http://schemas.microsoft.com/office/powerpoint/2010/main" val="1651065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aux réseaux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27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Adresse IP et nom d’hôte - Exemple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network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create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-network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network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connect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-network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-container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network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connect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--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ip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172.18.0.22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myNetwork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myContainer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399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aux réseaux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27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 défaut, les conteneurs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héritent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des paramètres DNS de l'hôte, comme défini dans le fichier de configuration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﻿/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etc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</a:t>
            </a: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resolv.conf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Les conteneurs qui se connectent au réseau bridge par défaut reçoivent une copie de ce fichier.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conteneurs qui se connectent à un réseau personnalisé utilisent le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serveur DNS intégré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à Docker. Ce serveur DNS intégré transmet les requêtes DNS externes aux serveurs DNS configurés sur l'hôte.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Vous pouvez configurer la résolution DNS sur une base par conteneur, en utilisant des indicateurs pour la commande ﻿docker run ou ﻿docker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create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utilisée pour démarrer le conteneur.</a:t>
            </a:r>
          </a:p>
        </p:txBody>
      </p:sp>
    </p:spTree>
    <p:extLst>
      <p:ext uri="{BB962C8B-B14F-4D97-AF65-F5344CB8AC3E}">
        <p14:creationId xmlns:p14="http://schemas.microsoft.com/office/powerpoint/2010/main" val="1040396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aux réseaux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271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Les options disponibles pour la configuration DNS lors de l'exécution de la commande ﻿docker run incluent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﻿--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dns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pour spécifier le serveur DNS que le conteneur doit utiliser.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﻿--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dns-search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pour spécifier le domaine de recherche DNS pour le conteneur.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--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dns-opt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: pour spécifier les options DNS pour le conteneur.</a:t>
            </a:r>
          </a:p>
        </p:txBody>
      </p:sp>
    </p:spTree>
    <p:extLst>
      <p:ext uri="{BB962C8B-B14F-4D97-AF65-F5344CB8AC3E}">
        <p14:creationId xmlns:p14="http://schemas.microsoft.com/office/powerpoint/2010/main" val="1875935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aux réseaux Docker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27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Adresse IP et nom d’hôte - Exemple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dns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8.8.8.8 -d -p 8080:80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-container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dns-search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example.com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-d -p 8080:80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myContainer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run --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dns-opt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ndots:2 -d -p 8080:80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myContainer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308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1. Introduction aux réseaux Docker</a:t>
            </a:r>
          </a:p>
        </p:txBody>
      </p:sp>
    </p:spTree>
    <p:extLst>
      <p:ext uri="{BB962C8B-B14F-4D97-AF65-F5344CB8AC3E}">
        <p14:creationId xmlns:p14="http://schemas.microsoft.com/office/powerpoint/2010/main" val="1987645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6E163-1E71-0AF0-EEDF-C14D40054A5D}"/>
              </a:ext>
            </a:extLst>
          </p:cNvPr>
          <p:cNvSpPr txBox="1">
            <a:spLocks/>
          </p:cNvSpPr>
          <p:nvPr/>
        </p:nvSpPr>
        <p:spPr>
          <a:xfrm>
            <a:off x="831850" y="3618967"/>
            <a:ext cx="10515600" cy="83827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Pilotes réseau</a:t>
            </a:r>
            <a:endParaRPr kumimoji="0" lang="fr-FR" sz="5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440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Pilotes réseau</a:t>
            </a:r>
            <a:endParaRPr kumimoji="0" lang="fr-FR" sz="3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52577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Présentation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sous-système de mise en réseau de Docker est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modulable.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u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tilise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des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pilotes.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Plusieurs pilotes existent par défaut et fournissent des fonctionnalités de mise en réseau de base.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2BB10-183F-BF8A-B1B2-B0CAC2A27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912" y="2060331"/>
            <a:ext cx="3012661" cy="249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87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Pilotes réseau</a:t>
            </a:r>
            <a:endParaRPr kumimoji="0" lang="fr-FR" sz="3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Bridge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pilote de réseau ﻿bridge est le pilote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 défaut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Docker.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est généralement utilisé lorsque votre application tourne dans un conteneur qui doit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communiquer avec d'autres conteneurs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 le même hôte.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 type de réseau est utile pour l'isolation des applications à l'échelle d'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 seul hôte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299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Pilotes réseau</a:t>
            </a:r>
            <a:endParaRPr kumimoji="0" lang="fr-FR" sz="3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pilote de réseau ﻿host supprime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l'isolement réseau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entre le conteneur et l'hôte Docker.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permet au conteneur d'utiliser directement le réseau de l'hôte.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 pilote est pratique lorsque le conteneur a besoin d'accéder aux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ressources réseau de l'hôte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9796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Pilotes réseau</a:t>
            </a:r>
            <a:endParaRPr kumimoji="0" lang="fr-FR" sz="3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Overlay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pilote de réseau ﻿overlay relie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plusieurs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daemons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Docker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 permets aux conteneurs de communiquer entre.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n'y a pas besoin de faire du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routage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au niveau du système d'exploitation.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Ce type de réseau est optimal dans un environnement multi-hôtes, comme un </a:t>
            </a:r>
            <a:r>
              <a:rPr kumimoji="0" lang="fr-FR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Swarm Docker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0912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Pilotes réseau</a:t>
            </a:r>
            <a:endParaRPr kumimoji="0" lang="fr-FR" sz="3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IPvlan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pilote de réseau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ipvlan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permet aux utilisateurs de contrôler complètement les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adresses IP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Valable pour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IPv4 et IPv6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est surtout utile lorsque vous avez besoin d'un contrôle complet de l'étiquetage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VLAN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8097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Pilotes réseau</a:t>
            </a:r>
            <a:endParaRPr kumimoji="0" lang="fr-FR" sz="3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5155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Macvlan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 pilote de réseau ﻿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macvlan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permet d'attribuer une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adresse MAC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à un conteneur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 conséquent, cela le fait apparaître comme un périp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hérique physique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sur votre réseau.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Il est souvent utile lorsqu'on a affaire à des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applications anciennes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qui s'attendent à être directement connectées au réseau physique.</a:t>
            </a:r>
          </a:p>
        </p:txBody>
      </p:sp>
    </p:spTree>
    <p:extLst>
      <p:ext uri="{BB962C8B-B14F-4D97-AF65-F5344CB8AC3E}">
        <p14:creationId xmlns:p14="http://schemas.microsoft.com/office/powerpoint/2010/main" val="3796425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97C888-7DB0-A144-8F3D-23189552835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Pilotes réseau</a:t>
            </a:r>
            <a:endParaRPr kumimoji="0" lang="fr-FR" sz="3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C8C869-0EAD-EA43-AF3E-D7D5D6E20C31}"/>
              </a:ext>
            </a:extLst>
          </p:cNvPr>
          <p:cNvSpPr txBox="1"/>
          <p:nvPr/>
        </p:nvSpPr>
        <p:spPr>
          <a:xfrm>
            <a:off x="838201" y="1085791"/>
            <a:ext cx="1044271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3D268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rgbClr val="3D268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network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create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--driver bridge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my_bridge_network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network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create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--driver host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my_host_network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network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create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--driver overlay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my_overlay_network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network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create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--driver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ipvlan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my_ipvlan_network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$ docker network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create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--driver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macvlan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kumimoji="0" lang="fr-FR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my_macvlan_network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418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117F3F9E-E45E-9844-8215-AA148A592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6784514D-DFE8-6540-A8D9-ED1329C44D3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7909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2. Pilotes réseau</a:t>
            </a:r>
          </a:p>
        </p:txBody>
      </p:sp>
    </p:spTree>
    <p:extLst>
      <p:ext uri="{BB962C8B-B14F-4D97-AF65-F5344CB8AC3E}">
        <p14:creationId xmlns:p14="http://schemas.microsoft.com/office/powerpoint/2010/main" val="25690975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Drapeau de course avec un remplissage uni">
            <a:extLst>
              <a:ext uri="{FF2B5EF4-FFF2-40B4-BE49-F238E27FC236}">
                <a16:creationId xmlns:a16="http://schemas.microsoft.com/office/drawing/2014/main" id="{31EA9D4C-4724-F749-BAC8-105B32CB0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6015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1158</Words>
  <Application>Microsoft Macintosh PowerPoint</Application>
  <PresentationFormat>Widescreen</PresentationFormat>
  <Paragraphs>154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Thème Office</vt:lpstr>
      <vt:lpstr>6 – Réseaux Docker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– Réseaux Docker</dc:title>
  <dc:creator>Alexandre Gressier</dc:creator>
  <cp:lastModifiedBy>Alexandre Gressier</cp:lastModifiedBy>
  <cp:revision>1</cp:revision>
  <dcterms:created xsi:type="dcterms:W3CDTF">2023-10-04T06:52:20Z</dcterms:created>
  <dcterms:modified xsi:type="dcterms:W3CDTF">2023-10-04T06:52:43Z</dcterms:modified>
</cp:coreProperties>
</file>