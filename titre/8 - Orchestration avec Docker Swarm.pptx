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4"/>
  </p:notesMasterIdLst>
  <p:sldIdLst>
    <p:sldId id="284" r:id="rId2"/>
    <p:sldId id="462" r:id="rId3"/>
    <p:sldId id="448" r:id="rId4"/>
    <p:sldId id="291" r:id="rId5"/>
    <p:sldId id="443" r:id="rId6"/>
    <p:sldId id="433" r:id="rId7"/>
    <p:sldId id="435" r:id="rId8"/>
    <p:sldId id="436" r:id="rId9"/>
    <p:sldId id="437" r:id="rId10"/>
    <p:sldId id="434" r:id="rId11"/>
    <p:sldId id="438" r:id="rId12"/>
    <p:sldId id="439" r:id="rId13"/>
    <p:sldId id="440" r:id="rId14"/>
    <p:sldId id="441" r:id="rId15"/>
    <p:sldId id="442" r:id="rId16"/>
    <p:sldId id="446" r:id="rId17"/>
    <p:sldId id="444" r:id="rId18"/>
    <p:sldId id="445" r:id="rId19"/>
    <p:sldId id="447" r:id="rId20"/>
    <p:sldId id="449" r:id="rId21"/>
    <p:sldId id="450" r:id="rId22"/>
    <p:sldId id="451" r:id="rId23"/>
    <p:sldId id="452" r:id="rId24"/>
    <p:sldId id="453" r:id="rId25"/>
    <p:sldId id="454" r:id="rId26"/>
    <p:sldId id="455" r:id="rId27"/>
    <p:sldId id="456" r:id="rId28"/>
    <p:sldId id="457" r:id="rId29"/>
    <p:sldId id="458" r:id="rId30"/>
    <p:sldId id="459" r:id="rId31"/>
    <p:sldId id="460" r:id="rId32"/>
    <p:sldId id="46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6327"/>
  </p:normalViewPr>
  <p:slideViewPr>
    <p:cSldViewPr snapToGrid="0">
      <p:cViewPr varScale="1">
        <p:scale>
          <a:sx n="128" d="100"/>
          <a:sy n="128" d="100"/>
        </p:scale>
        <p:origin x="1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A46312-A19E-7746-A623-F13169915B5E}" type="datetimeFigureOut">
              <a:rPr lang="fr-FR" smtClean="0"/>
              <a:t>03/10/2023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14B32A-75E5-444C-991E-1363E0FDE92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7668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© SUPINFO</a:t>
            </a:r>
          </a:p>
          <a:p>
            <a:r>
              <a:rPr lang="fr-FR" dirty="0"/>
              <a:t>Auteur : Alexandre Gressier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A1237-63C0-2149-90AD-33FFCF7C857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5564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E35FED-2507-6347-9B57-3FF5AFCD8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D8B847-1B82-BE49-A9A7-C3023CD2D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611D94-0717-E14D-B19C-F142F7DB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D62BDA-0F08-504D-9BDA-A04B89E8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0C21CC-1B92-B44B-AE72-CDCCB2D8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3955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EA51D4-1867-8845-820C-C21D7BCEC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3841B2-2299-484D-98D4-2509FDD87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7F3535-31CB-2243-9FD7-D6385CE3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828F9A-0BE6-2040-B200-CA9AD150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53960E-7BA0-5744-B871-2625A924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0714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D28FD5-3D75-FF4B-8910-57BF5A27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4D373C-AC4E-4749-AF27-1D4F5473F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4B37BF-0D5B-EE4F-B5D2-4991975B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CC8B85-AF4B-D347-9A59-97FD4522E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0FD24F-150A-1443-9905-84B822D4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5186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238437-A9AA-1649-93B3-41C10243C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052425-B188-F44E-AE00-4A68E5EA4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1B7208-E02E-5B44-B5B0-8F7E4329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479033-F7B2-3340-AA42-C9315CC6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C51178-4562-B14F-81E9-EEB57190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CB1059-2BD2-DE48-8A78-A1F0952E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9367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E87D52-2FB1-1B49-AB3F-B878A6C6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5322B7-F0A2-534D-A6BC-4D36CFB7E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541A8E-94B9-9948-9F7F-B59CE4A7A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87F5E04-45D9-0B41-A49B-C539BB240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5050A4-C507-9A4F-B6CE-71C0EC9B7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FAFD617-5DC0-7146-8644-37FDEF3C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66D3D1A-4433-FB46-BCB3-2FC07477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28BE2A0-7142-7944-9978-9CF0A02E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2423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23AE92-F78E-674F-9897-3D26B7A9F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C96ECA-9486-6E4B-B4BC-7E76B34E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8B4D8AF-4BB6-934B-A379-CBF84C9A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8E009D-38CE-D34C-82BA-3182CA4F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0293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844418-3E68-CA4E-AC8C-9D66D925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CD285BC-A399-C24D-9863-55D71A825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BC877D-0D91-8442-9A72-AF3420B9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8404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9C8412-37C8-4B46-9CE8-3469F189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A9CD95-5780-714B-A453-63A2F3456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D7CA0C-E415-F14F-9EF8-44A9C7CBE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697766-D919-5247-A55B-2A12BA74B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B77295-5D11-2841-AC5B-84946CEA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AF8E56-0D31-804D-9F4F-DD615D5E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5542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B54B13-E418-4E42-B170-1BC86021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B349CDA-C85B-4F42-B8C6-26E684EDA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E92AAF-FCE8-F84A-8EB9-CC618F3F7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B83901-E98D-6B44-A440-F9809CD8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B5FCBB-5385-494D-A3C1-C59A68C9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4BFBC5-500C-E04C-A17A-AC6C64E82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8802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3EDC94-6368-2D4E-8A75-930EFDF0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EE47BB-5DBD-034C-84DA-C86FA33B9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E7FE81-3F94-FB4B-AB88-842AE52DC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51EDF4-8F0D-4644-BC7F-8EDA683F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779F0B-3D1B-234B-8E0E-0005BA6E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123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FD2D733-6537-F246-9DD6-47A2CFFE2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FED1EB9-F8C4-6F42-9293-8EFB0A55D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78BEE2-EC2A-B14D-8087-8A8A25C4D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C088C9-8381-E84F-AEB6-0CE68238A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EFA170-D382-C048-933C-9BCF9266E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3173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1016B3E-7434-F444-85B1-81A3F66D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C2A833-B532-5441-8F6F-770D7BDE7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AD43F0-39EC-1047-86D5-82DFE14D5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06F5D3-EF53-A447-B4AC-97397E1C3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542739-B2AF-EA41-A1C0-C7A7135EE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7624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8221A-BD6C-D743-8F79-B5CC237B7B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8 – Orchestration avec Docker Swarm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76B8DA83-B860-924D-B9FE-FE02FD8A3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5983"/>
            <a:ext cx="9144000" cy="1655762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3DOKR – Développement et livraison d’applications avec Docker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5A1A31C-D020-0B43-A654-BC830BBC2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200" y="5454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26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2554565"/>
            <a:ext cx="10515600" cy="16874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marR="0" lvl="0" indent="-7429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Introduction à Docker Swarm</a:t>
            </a:r>
          </a:p>
          <a:p>
            <a:pPr marL="742950" marR="0" lvl="0" indent="-7429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Docker Compose sur Swarm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19DB8DF-56A9-C146-8CC5-1A72BBF66B41}"/>
              </a:ext>
            </a:extLst>
          </p:cNvPr>
          <p:cNvSpPr txBox="1">
            <a:spLocks/>
          </p:cNvSpPr>
          <p:nvPr/>
        </p:nvSpPr>
        <p:spPr>
          <a:xfrm>
            <a:off x="4994689" y="402196"/>
            <a:ext cx="2189922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Sommaire</a:t>
            </a:r>
          </a:p>
        </p:txBody>
      </p:sp>
      <p:pic>
        <p:nvPicPr>
          <p:cNvPr id="6" name="Graphique 5" descr="Menu avec un remplissage uni">
            <a:extLst>
              <a:ext uri="{FF2B5EF4-FFF2-40B4-BE49-F238E27FC236}">
                <a16:creationId xmlns:a16="http://schemas.microsoft.com/office/drawing/2014/main" id="{F3640D13-DDD0-8D47-9978-9A138749B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0000" y="5040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492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6E163-1E71-0AF0-EEDF-C14D40054A5D}"/>
              </a:ext>
            </a:extLst>
          </p:cNvPr>
          <p:cNvSpPr txBox="1">
            <a:spLocks/>
          </p:cNvSpPr>
          <p:nvPr/>
        </p:nvSpPr>
        <p:spPr>
          <a:xfrm>
            <a:off x="831850" y="3618967"/>
            <a:ext cx="10515600" cy="838276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à </a:t>
            </a:r>
            <a:r>
              <a:rPr kumimoji="0" lang="fr-FR" sz="5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Docker Swarm</a:t>
            </a:r>
          </a:p>
        </p:txBody>
      </p:sp>
    </p:spTree>
    <p:extLst>
      <p:ext uri="{BB962C8B-B14F-4D97-AF65-F5344CB8AC3E}">
        <p14:creationId xmlns:p14="http://schemas.microsoft.com/office/powerpoint/2010/main" val="310472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à Docker Swarm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525779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Présentation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Swarm est une plateforme d'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Elle permet de gérer, déployer et maintenir des applications sous forme de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conteneurs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Docker.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Elle facilite la mise à l'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échelle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la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redondance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des applications.</a:t>
            </a:r>
          </a:p>
        </p:txBody>
      </p:sp>
      <p:pic>
        <p:nvPicPr>
          <p:cNvPr id="4" name="Picture 2" descr="Image associÃ©e">
            <a:extLst>
              <a:ext uri="{FF2B5EF4-FFF2-40B4-BE49-F238E27FC236}">
                <a16:creationId xmlns:a16="http://schemas.microsoft.com/office/drawing/2014/main" id="{8425C44C-22C1-0602-4391-678831CE0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030" y="1252005"/>
            <a:ext cx="4992769" cy="4154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6873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à Docker Swarm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588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Fonctionnalités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Modèle de service déclaratif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Réconciliation de l'état souhaité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Scalabilité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Service </a:t>
            </a:r>
            <a:r>
              <a:rPr kumimoji="0" lang="fr-FR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discovery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Équilibrage de charge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Rolling updates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4880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à Docker Swarm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58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Swarm mode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 vous avez Docker installé, vous avez déjà Docker Swarm.  Il est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intégré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à Docker.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Aucun autre composant à installer.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 :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Chaque fois que nous employons le terme "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Swarm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", nous parlons en fait du "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Swarm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".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Pas du produit obsolète appelé "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Swarm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".</a:t>
            </a:r>
          </a:p>
        </p:txBody>
      </p:sp>
    </p:spTree>
    <p:extLst>
      <p:ext uri="{BB962C8B-B14F-4D97-AF65-F5344CB8AC3E}">
        <p14:creationId xmlns:p14="http://schemas.microsoft.com/office/powerpoint/2010/main" val="3142010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à Docker Swarm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58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Nœuds dans Docker Swarm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Quand on parle de Docker Swarm, on parle en réalité de plusieurs machines connectées entre elles où Docker est installé.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Chaque machine est appelée un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nœud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tout forme ce qu’on appelle un 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cluster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 existe deux types de nœuds :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Nœuds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manager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Nœuds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worker</a:t>
            </a:r>
            <a:endParaRPr kumimoji="0" lang="fr-FR" sz="2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3994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à Docker Swarm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588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Nœuds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manager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nœuds manager sont responsables de la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gestion du cluster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Ils prennent toutes les décisions importantes comme orchestrer les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répartitions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maintenir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l'état du cluster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et gérer la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base de données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 Swarm.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Ils sont également responsables de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planifier les services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c'est-à-dire de déterminer à quel endroit exécuter les services en fonction des ressources disponibles et des contraintes définies.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 est recommandé d'avoir un nombre impair de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managers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pour éviter les scénarios d'égalité lors de la prise de décisions.</a:t>
            </a:r>
          </a:p>
        </p:txBody>
      </p:sp>
    </p:spTree>
    <p:extLst>
      <p:ext uri="{BB962C8B-B14F-4D97-AF65-F5344CB8AC3E}">
        <p14:creationId xmlns:p14="http://schemas.microsoft.com/office/powerpoint/2010/main" val="3180459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à Docker Swarm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58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Nœuds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worker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nœuds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worker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exécutent les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tâches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assignées par les nœuds manager.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Ils n'ont aucune autorité de décision dans le cluster. Leur rôle est d'héberger et d'exécuter les services planifiés par les nœuds manager.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Chaque nœud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worker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communique avec les nœuds manager pour signaler l'état des tâches assignées.</a:t>
            </a:r>
          </a:p>
        </p:txBody>
      </p:sp>
    </p:spTree>
    <p:extLst>
      <p:ext uri="{BB962C8B-B14F-4D97-AF65-F5344CB8AC3E}">
        <p14:creationId xmlns:p14="http://schemas.microsoft.com/office/powerpoint/2010/main" val="3286989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à Docker Swarm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5257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Nœuds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worker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manager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2" descr="Swarm mode cluster">
            <a:extLst>
              <a:ext uri="{FF2B5EF4-FFF2-40B4-BE49-F238E27FC236}">
                <a16:creationId xmlns:a16="http://schemas.microsoft.com/office/drawing/2014/main" id="{2AF2813C-175E-C211-00D2-DF792395F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532" y="1590040"/>
            <a:ext cx="9734936" cy="456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899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à Docker Swarm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58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Passage de nœud </a:t>
            </a: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worker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à nœud 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manager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Swarm permet également de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promouvoir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un nœud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worker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à un nœud manager, et vice versa. Cela facilite le redimensionnement de votre cluster en fonction de vos besoins.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Toutefois, il convient de noter que trop de nœuds manager peuvent rendre le cluster instable, car plus il y a de managers, plus le consensus est difficile à atteindre.</a:t>
            </a:r>
          </a:p>
        </p:txBody>
      </p:sp>
    </p:spTree>
    <p:extLst>
      <p:ext uri="{BB962C8B-B14F-4D97-AF65-F5344CB8AC3E}">
        <p14:creationId xmlns:p14="http://schemas.microsoft.com/office/powerpoint/2010/main" val="1988249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à Docker Swarm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588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État souhaité d’un service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Pour chaque service, la définition du service est considérée comme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l'état souhaité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Exemple :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 serveurs web, 2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workers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1 base de données.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Swarm va créer le service en envoyant des tâches aux nœuds.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 un conteneur échoue, le manager enverra une autre tâche pour recréer le conteneur et maintenir l'état souhaité.</a:t>
            </a:r>
          </a:p>
        </p:txBody>
      </p:sp>
    </p:spTree>
    <p:extLst>
      <p:ext uri="{BB962C8B-B14F-4D97-AF65-F5344CB8AC3E}">
        <p14:creationId xmlns:p14="http://schemas.microsoft.com/office/powerpoint/2010/main" val="1954298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à Docker Swarm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5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Fonctionnement</a:t>
            </a:r>
          </a:p>
        </p:txBody>
      </p:sp>
      <p:pic>
        <p:nvPicPr>
          <p:cNvPr id="4" name="Picture 2" descr="services flow">
            <a:extLst>
              <a:ext uri="{FF2B5EF4-FFF2-40B4-BE49-F238E27FC236}">
                <a16:creationId xmlns:a16="http://schemas.microsoft.com/office/drawing/2014/main" id="{86434F16-78C5-71E5-7877-F549419C3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296" y="1689029"/>
            <a:ext cx="5481408" cy="485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4940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à Docker Swarm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58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Types de services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Services répliqués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distribue un nombre spécifique de tâches répliquées parmi les nœuds.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Services globaux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Swarm exécute une tâche pour le service sur chaque nœud disponible.</a:t>
            </a:r>
          </a:p>
        </p:txBody>
      </p:sp>
    </p:spTree>
    <p:extLst>
      <p:ext uri="{BB962C8B-B14F-4D97-AF65-F5344CB8AC3E}">
        <p14:creationId xmlns:p14="http://schemas.microsoft.com/office/powerpoint/2010/main" val="4287219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à Docker Swarm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5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Types de services</a:t>
            </a:r>
          </a:p>
        </p:txBody>
      </p:sp>
      <p:pic>
        <p:nvPicPr>
          <p:cNvPr id="4" name="Picture 2" descr="RÃ©sultat de recherche d'images pour &quot;docker swarm replicated global&quot;">
            <a:extLst>
              <a:ext uri="{FF2B5EF4-FFF2-40B4-BE49-F238E27FC236}">
                <a16:creationId xmlns:a16="http://schemas.microsoft.com/office/drawing/2014/main" id="{5AE11BD1-F04A-9A6A-E687-37D9B4A36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8815" y="1689029"/>
            <a:ext cx="5754370" cy="411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582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à Docker Swarm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588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Service </a:t>
            </a: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discovery</a:t>
            </a:r>
            <a:endParaRPr kumimoji="0" lang="fr-FR" sz="2400" b="1" i="1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services Swarm peuvent se découvrir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automatiquement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sans la nécessité d'un serveur de 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service </a:t>
            </a:r>
            <a:r>
              <a:rPr kumimoji="0" lang="fr-FR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discovery</a:t>
            </a:r>
            <a:r>
              <a:rPr kumimoji="0" lang="fr-FR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dédié.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Lorsqu'un service est créé, Docker Swarm assigne à ce service un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nom DNS unique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 est disponible pour tous les conteneurs du cluster.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Cela permet aux conteneurs de communiquer entre eux en utilisant le nom du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service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plutôt que l'adresse IP, rendant la communication plus facile et plus flexible.</a:t>
            </a:r>
          </a:p>
        </p:txBody>
      </p:sp>
    </p:spTree>
    <p:extLst>
      <p:ext uri="{BB962C8B-B14F-4D97-AF65-F5344CB8AC3E}">
        <p14:creationId xmlns:p14="http://schemas.microsoft.com/office/powerpoint/2010/main" val="2251124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à Docker Swarm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588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Équilibrage de charge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Swarm utilise l'équilibrage de charge par entrée (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ingress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load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balancing).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 peut automatiquement attribuer un port publié (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PublishedPort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au service dans de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30000 à 32767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Vous pouvez spécifier n'importe quel port inutilisé.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Cette fonctionnalité permet l'acheminement automatique des demandes de client à des services appropriés dans le cluster de Swarm.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Cela permet une distribution efficace du trafic, garantissant que aucun nœud ne soit surchargé.</a:t>
            </a:r>
          </a:p>
        </p:txBody>
      </p:sp>
    </p:spTree>
    <p:extLst>
      <p:ext uri="{BB962C8B-B14F-4D97-AF65-F5344CB8AC3E}">
        <p14:creationId xmlns:p14="http://schemas.microsoft.com/office/powerpoint/2010/main" val="470074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à Docker Swarm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5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Équilibrage de charge</a:t>
            </a:r>
          </a:p>
        </p:txBody>
      </p:sp>
      <p:pic>
        <p:nvPicPr>
          <p:cNvPr id="5" name="Picture 2" descr="ingress with external load balancer image">
            <a:extLst>
              <a:ext uri="{FF2B5EF4-FFF2-40B4-BE49-F238E27FC236}">
                <a16:creationId xmlns:a16="http://schemas.microsoft.com/office/drawing/2014/main" id="{92A33C39-B76F-06A5-FF7C-2E203A6CF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663" y="1793576"/>
            <a:ext cx="6906673" cy="4237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0181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à Docker Swarm</a:t>
            </a:r>
          </a:p>
        </p:txBody>
      </p:sp>
    </p:spTree>
    <p:extLst>
      <p:ext uri="{BB962C8B-B14F-4D97-AF65-F5344CB8AC3E}">
        <p14:creationId xmlns:p14="http://schemas.microsoft.com/office/powerpoint/2010/main" val="1987645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6E163-1E71-0AF0-EEDF-C14D40054A5D}"/>
              </a:ext>
            </a:extLst>
          </p:cNvPr>
          <p:cNvSpPr txBox="1">
            <a:spLocks/>
          </p:cNvSpPr>
          <p:nvPr/>
        </p:nvSpPr>
        <p:spPr>
          <a:xfrm>
            <a:off x="831850" y="3618967"/>
            <a:ext cx="10515600" cy="838276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Docker Compose sur Swarm</a:t>
            </a:r>
            <a:endParaRPr kumimoji="0" lang="fr-FR" sz="5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28190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Docker Compose sur Swarm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588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Présentation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Avec Docker Swarm, vous pouvez utiliser un fichier Docker Compose pour déployer un service ou un ensemble de services associés dans votre cluster.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Cela signifie que vous pouvez définir vos environnements avec Docker Compose et les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déployer à l'échelle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avec Docker Swarm.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Cela permet une définition claire, réutilisable et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versionnable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vos services, facilitant le déploiement et la gestion de clusters de toute taille.</a:t>
            </a:r>
          </a:p>
        </p:txBody>
      </p:sp>
    </p:spTree>
    <p:extLst>
      <p:ext uri="{BB962C8B-B14F-4D97-AF65-F5344CB8AC3E}">
        <p14:creationId xmlns:p14="http://schemas.microsoft.com/office/powerpoint/2010/main" val="6167537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Docker Compose sur Swarm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588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Clé </a:t>
            </a: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deploy</a:t>
            </a:r>
            <a:endParaRPr kumimoji="0" lang="fr-FR" sz="2400" b="1" i="1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Utilisez la clé ﻿</a:t>
            </a: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deploy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dans votre fichier Docker Compose pour spécifier les options de déploiement sur Docker Swarm.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﻿Le mode de déploiement peut prendre deux valeurs :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Global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Un conteneur pour le service est créé sur chaque nœud disponible dans le cluster.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Replicated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Un nombre spécifique de conteneurs pour le service sont créés et répartis entre les nœuds selon les ressources disponibles et les contraintes.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92919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Docker Compose sur Swarm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5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Clé </a:t>
            </a: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deploy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Exemple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F34C10-7B79-0FA3-5F75-87611D4715A6}"/>
              </a:ext>
            </a:extLst>
          </p:cNvPr>
          <p:cNvSpPr txBox="1"/>
          <p:nvPr/>
        </p:nvSpPr>
        <p:spPr>
          <a:xfrm>
            <a:off x="838200" y="1689029"/>
            <a:ext cx="75632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version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'3'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services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worker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image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dockersamples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examplevotingapp_worker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deploy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mode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global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5473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Docker Compose sur Swarm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588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Méthode de découverte</a:t>
            </a:r>
            <a:endParaRPr kumimoji="0" lang="fr-FR" sz="2400" b="1" i="1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Swarm permet de spécifier une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méthode de découverte de service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pour les clients externes qui se connectent à votre cluster: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VIP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Utilise une IP virtuelle qui agit comme frontend. Les requêtes sont ensuite redirigées par Docker vers un nœud. C'est le mode par défaut.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﻿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DNSRR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DNS Round-Robin utilise toutes les IP qui peuvent atteindre le service et redirige le client vers l'une d'entre elles.</a:t>
            </a:r>
          </a:p>
        </p:txBody>
      </p:sp>
    </p:spTree>
    <p:extLst>
      <p:ext uri="{BB962C8B-B14F-4D97-AF65-F5344CB8AC3E}">
        <p14:creationId xmlns:p14="http://schemas.microsoft.com/office/powerpoint/2010/main" val="199696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Docker Compose sur Swarm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588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Contraintes de déploiement</a:t>
            </a:r>
            <a:endParaRPr kumimoji="0" lang="fr-FR" sz="2400" b="1" i="1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contraintes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déploiement permettent de contrôler sur quels nœuds un service doit fonctionner.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 existe plusieurs types de contraintes: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﻿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Node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Permet de cibler des nœuds spécifiques en fonction de l'ID, du nom d'hôte, du rôle et des labels assignés au nœud.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﻿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Engine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Permet de cibler des nœuds en fonction des étiquettes du moteur Docker. Par exemple, vous pouvez spécifier le système d'exploitation sur lequel le service doit fonctionner.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Replicas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Fonctionne uniquement en mode répliqué.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 suffit de spécifier le nombre de réplicas souhaités pour le service</a:t>
            </a:r>
          </a:p>
        </p:txBody>
      </p:sp>
    </p:spTree>
    <p:extLst>
      <p:ext uri="{BB962C8B-B14F-4D97-AF65-F5344CB8AC3E}">
        <p14:creationId xmlns:p14="http://schemas.microsoft.com/office/powerpoint/2010/main" val="20015046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Docker Compose sur Swarm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5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Contraintes de déploiement</a:t>
            </a:r>
            <a:endParaRPr kumimoji="0" lang="fr-FR" sz="2400" b="1" i="1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F34C10-7B79-0FA3-5F75-87611D4715A6}"/>
              </a:ext>
            </a:extLst>
          </p:cNvPr>
          <p:cNvSpPr txBox="1"/>
          <p:nvPr/>
        </p:nvSpPr>
        <p:spPr>
          <a:xfrm>
            <a:off x="838200" y="1689029"/>
            <a:ext cx="945366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version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'3.3'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services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db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image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postgres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deploy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mode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replicated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replicas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6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placement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constraints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-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node.role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== worker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-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engine.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labels.operatingsystem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== ubuntu 14.04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9946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Docker Compose sur Swarm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58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Limites et réservations de ressources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Vous pouvez configurer des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limites et des réservations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 ressources pour contrôler le matériel utilisé par les services.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CPU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Actionnaires, quota, ensemble.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Mémoire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Limite, swap.</a:t>
            </a:r>
          </a:p>
        </p:txBody>
      </p:sp>
    </p:spTree>
    <p:extLst>
      <p:ext uri="{BB962C8B-B14F-4D97-AF65-F5344CB8AC3E}">
        <p14:creationId xmlns:p14="http://schemas.microsoft.com/office/powerpoint/2010/main" val="34225572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Docker Compose sur Swarm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588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Politique de redémarrage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Condition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Aucune, en cas d'échec, n'importe laquelle.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﻿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Delay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définit le temps d'attente avant de redémarrer un conteneur.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Max_attempts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spécifie le nombre maximum de tentatives de redémarrage avant que le service ne soit arrêté si le conteneur ne démarre pas.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Window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définit la fenêtre de temps pendant laquelle Docker essaiera de redémarrer un conteneur si celui-ci ne démarre pas.</a:t>
            </a:r>
          </a:p>
        </p:txBody>
      </p:sp>
    </p:spTree>
    <p:extLst>
      <p:ext uri="{BB962C8B-B14F-4D97-AF65-F5344CB8AC3E}">
        <p14:creationId xmlns:p14="http://schemas.microsoft.com/office/powerpoint/2010/main" val="36173873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Docker Compose sur Swarm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5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Politique de redémarrage - Exemple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F34C10-7B79-0FA3-5F75-87611D4715A6}"/>
              </a:ext>
            </a:extLst>
          </p:cNvPr>
          <p:cNvSpPr txBox="1"/>
          <p:nvPr/>
        </p:nvSpPr>
        <p:spPr>
          <a:xfrm>
            <a:off x="838200" y="1689029"/>
            <a:ext cx="945366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version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"3"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services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redis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image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redis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alpine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deploy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restart_policy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condition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on-failure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delay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55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max_attempts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window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120s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3481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Docker Compose sur Swarm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5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Configuration de redémarrage - Exemple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F34C10-7B79-0FA3-5F75-87611D4715A6}"/>
              </a:ext>
            </a:extLst>
          </p:cNvPr>
          <p:cNvSpPr txBox="1"/>
          <p:nvPr/>
        </p:nvSpPr>
        <p:spPr>
          <a:xfrm>
            <a:off x="838200" y="1689029"/>
            <a:ext cx="945366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version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'3.4'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services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vote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image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dockersamples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/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examplevotingapp_vote:before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deploy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replicas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update_config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parallelism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 delay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10s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        order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stop-first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19629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Docker Compose sur Swarm</a:t>
            </a:r>
          </a:p>
        </p:txBody>
      </p:sp>
    </p:spTree>
    <p:extLst>
      <p:ext uri="{BB962C8B-B14F-4D97-AF65-F5344CB8AC3E}">
        <p14:creationId xmlns:p14="http://schemas.microsoft.com/office/powerpoint/2010/main" val="30267634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Drapeau de course avec un remplissage uni">
            <a:extLst>
              <a:ext uri="{FF2B5EF4-FFF2-40B4-BE49-F238E27FC236}">
                <a16:creationId xmlns:a16="http://schemas.microsoft.com/office/drawing/2014/main" id="{31EA9D4C-4724-F749-BAC8-105B32CB0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60159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1445</Words>
  <Application>Microsoft Macintosh PowerPoint</Application>
  <PresentationFormat>Widescreen</PresentationFormat>
  <Paragraphs>225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Consolas</vt:lpstr>
      <vt:lpstr>Thème Office</vt:lpstr>
      <vt:lpstr>8 – Orchestration avec Docker Swarm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 – Orchestration avec Docker Swarm</dc:title>
  <dc:creator>Alexandre Gressier</dc:creator>
  <cp:lastModifiedBy>Alexandre Gressier</cp:lastModifiedBy>
  <cp:revision>1</cp:revision>
  <dcterms:created xsi:type="dcterms:W3CDTF">2023-10-03T12:30:00Z</dcterms:created>
  <dcterms:modified xsi:type="dcterms:W3CDTF">2023-10-03T12:31:05Z</dcterms:modified>
</cp:coreProperties>
</file>