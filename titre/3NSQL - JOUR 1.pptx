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2"/>
  </p:notesMasterIdLst>
  <p:sldIdLst>
    <p:sldId id="298" r:id="rId2"/>
    <p:sldId id="297" r:id="rId3"/>
    <p:sldId id="296" r:id="rId4"/>
    <p:sldId id="295" r:id="rId5"/>
    <p:sldId id="294" r:id="rId6"/>
    <p:sldId id="293" r:id="rId7"/>
    <p:sldId id="292" r:id="rId8"/>
    <p:sldId id="299" r:id="rId9"/>
    <p:sldId id="300" r:id="rId10"/>
    <p:sldId id="329" r:id="rId11"/>
    <p:sldId id="330" r:id="rId12"/>
    <p:sldId id="304" r:id="rId13"/>
    <p:sldId id="303" r:id="rId14"/>
    <p:sldId id="305" r:id="rId15"/>
    <p:sldId id="307" r:id="rId16"/>
    <p:sldId id="345" r:id="rId17"/>
    <p:sldId id="306" r:id="rId18"/>
    <p:sldId id="308" r:id="rId19"/>
    <p:sldId id="310" r:id="rId20"/>
    <p:sldId id="311" r:id="rId21"/>
    <p:sldId id="332" r:id="rId22"/>
    <p:sldId id="312" r:id="rId23"/>
    <p:sldId id="325" r:id="rId24"/>
    <p:sldId id="326" r:id="rId25"/>
    <p:sldId id="324" r:id="rId26"/>
    <p:sldId id="327" r:id="rId27"/>
    <p:sldId id="344" r:id="rId28"/>
    <p:sldId id="354" r:id="rId29"/>
    <p:sldId id="347" r:id="rId30"/>
    <p:sldId id="342" r:id="rId31"/>
    <p:sldId id="341" r:id="rId32"/>
    <p:sldId id="351" r:id="rId33"/>
    <p:sldId id="362" r:id="rId34"/>
    <p:sldId id="352" r:id="rId35"/>
    <p:sldId id="361" r:id="rId36"/>
    <p:sldId id="335" r:id="rId37"/>
    <p:sldId id="334" r:id="rId38"/>
    <p:sldId id="349" r:id="rId39"/>
    <p:sldId id="317" r:id="rId40"/>
    <p:sldId id="322" r:id="rId41"/>
    <p:sldId id="320" r:id="rId42"/>
    <p:sldId id="353" r:id="rId43"/>
    <p:sldId id="336" r:id="rId44"/>
    <p:sldId id="340" r:id="rId45"/>
    <p:sldId id="343" r:id="rId46"/>
    <p:sldId id="323" r:id="rId47"/>
    <p:sldId id="339" r:id="rId48"/>
    <p:sldId id="350" r:id="rId49"/>
    <p:sldId id="318" r:id="rId50"/>
    <p:sldId id="355" r:id="rId51"/>
    <p:sldId id="357" r:id="rId52"/>
    <p:sldId id="356" r:id="rId53"/>
    <p:sldId id="337" r:id="rId54"/>
    <p:sldId id="338" r:id="rId55"/>
    <p:sldId id="360" r:id="rId56"/>
    <p:sldId id="319" r:id="rId57"/>
    <p:sldId id="358" r:id="rId58"/>
    <p:sldId id="359" r:id="rId59"/>
    <p:sldId id="328" r:id="rId60"/>
    <p:sldId id="257" r:id="rId61"/>
  </p:sldIdLst>
  <p:sldSz cx="9144000" cy="6858000" type="screen4x3"/>
  <p:notesSz cx="6858000" cy="9144000"/>
  <p:embeddedFontLst>
    <p:embeddedFont>
      <p:font typeface="Arial Black" panose="020B0A04020102020204" pitchFamily="34" charset="0"/>
      <p:bold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1" roundtripDataSignature="AMtx7mi7qOGRhQ7jVTxk/8X/klFYACa1V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CD8618-E949-8934-39CC-95817680BC15}" v="93" dt="2024-01-22T15:28:58.472"/>
  </p1510:revLst>
</p1510:revInfo>
</file>

<file path=ppt/tableStyles.xml><?xml version="1.0" encoding="utf-8"?>
<a:tblStyleLst xmlns:a="http://schemas.openxmlformats.org/drawingml/2006/main" def="{58E25877-47A0-4360-8CBA-3D8528CE5B30}">
  <a:tblStyle styleId="{58E25877-47A0-4360-8CBA-3D8528CE5B3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CECEC"/>
          </a:solidFill>
        </a:fill>
      </a:tcStyle>
    </a:wholeTbl>
    <a:band1H>
      <a:tcTxStyle/>
      <a:tcStyle>
        <a:tcBdr/>
        <a:fill>
          <a:solidFill>
            <a:srgbClr val="D6D6D6"/>
          </a:solidFill>
        </a:fill>
      </a:tcStyle>
    </a:band1H>
    <a:band2H>
      <a:tcTxStyle/>
      <a:tcStyle>
        <a:tcBdr/>
      </a:tcStyle>
    </a:band2H>
    <a:band1V>
      <a:tcTxStyle/>
      <a:tcStyle>
        <a:tcBdr/>
        <a:fill>
          <a:solidFill>
            <a:srgbClr val="D6D6D6"/>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1954B772-C30D-4FB9-9FD4-18D78B606F16}"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2F2EE"/>
          </a:solidFill>
        </a:fill>
      </a:tcStyle>
    </a:wholeTbl>
    <a:band1H>
      <a:tcTxStyle/>
      <a:tcStyle>
        <a:tcBdr/>
        <a:fill>
          <a:solidFill>
            <a:srgbClr val="E5E4DB"/>
          </a:solidFill>
        </a:fill>
      </a:tcStyle>
    </a:band1H>
    <a:band2H>
      <a:tcTxStyle/>
      <a:tcStyle>
        <a:tcBdr/>
      </a:tcStyle>
    </a:band2H>
    <a:band1V>
      <a:tcTxStyle/>
      <a:tcStyle>
        <a:tcBdr/>
        <a:fill>
          <a:solidFill>
            <a:srgbClr val="E5E4DB"/>
          </a:solidFill>
        </a:fill>
      </a:tcStyle>
    </a:band1V>
    <a:band2V>
      <a:tcTxStyle/>
      <a:tcStyle>
        <a:tcBdr/>
      </a:tcStyle>
    </a:band2V>
    <a:lastCol>
      <a:tcTxStyle b="on" i="off">
        <a:font>
          <a:latin typeface="Arial"/>
          <a:ea typeface="Arial"/>
          <a:cs typeface="Arial"/>
        </a:font>
        <a:schemeClr val="lt1"/>
      </a:tcTxStyle>
      <a:tcStyle>
        <a:tcBdr/>
        <a:fill>
          <a:solidFill>
            <a:schemeClr val="accent6"/>
          </a:solidFill>
        </a:fill>
      </a:tcStyle>
    </a:lastCol>
    <a:firstCol>
      <a:tcTxStyle b="on" i="off">
        <a:font>
          <a:latin typeface="Arial"/>
          <a:ea typeface="Arial"/>
          <a:cs typeface="Arial"/>
        </a:font>
        <a:schemeClr val="lt1"/>
      </a:tcTxStyle>
      <a:tcStyle>
        <a:tcBdr/>
        <a:fill>
          <a:solidFill>
            <a:schemeClr val="accent6"/>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 styleId="{0FEBE4AD-E7AF-4CD8-A0A3-1BB1996E7022}" styleName="Table_2">
    <a:wholeTbl>
      <a:tcTxStyle b="off" i="off">
        <a:font>
          <a:latin typeface="Arial"/>
          <a:ea typeface="Arial"/>
          <a:cs typeface="Arial"/>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7" Type="http://schemas.openxmlformats.org/officeDocument/2006/relationships/slide" Target="slides/slide6.xml"/><Relationship Id="rId226"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221" Type="http://customschemas.google.com/relationships/presentationmetadata" Target="meta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224"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227" Type="http://schemas.microsoft.com/office/2015/10/relationships/revisionInfo" Target="revisionInfo.xml"/><Relationship Id="rId3" Type="http://schemas.openxmlformats.org/officeDocument/2006/relationships/slide" Target="slides/slide2.xml"/><Relationship Id="rId222"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25" Type="http://schemas.openxmlformats.org/officeDocument/2006/relationships/tableStyles" Target="tableStyles.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e Autreaux" userId="S::stephane.autreaux@supinfo.com::a738c3b6-005b-4b20-bc1a-c071833bb260" providerId="AD" clId="Web-{2D6D46BA-D53A-7E21-105C-F84B036AA6D3}"/>
    <pc:docChg chg="modSld">
      <pc:chgData name="Stephane Autreaux" userId="S::stephane.autreaux@supinfo.com::a738c3b6-005b-4b20-bc1a-c071833bb260" providerId="AD" clId="Web-{2D6D46BA-D53A-7E21-105C-F84B036AA6D3}" dt="2024-01-15T11:38:59.348" v="187" actId="20577"/>
      <pc:docMkLst>
        <pc:docMk/>
      </pc:docMkLst>
      <pc:sldChg chg="modSp">
        <pc:chgData name="Stephane Autreaux" userId="S::stephane.autreaux@supinfo.com::a738c3b6-005b-4b20-bc1a-c071833bb260" providerId="AD" clId="Web-{2D6D46BA-D53A-7E21-105C-F84B036AA6D3}" dt="2024-01-15T11:38:59.348" v="187" actId="20577"/>
        <pc:sldMkLst>
          <pc:docMk/>
          <pc:sldMk cId="3701715549" sldId="352"/>
        </pc:sldMkLst>
        <pc:spChg chg="mod">
          <ac:chgData name="Stephane Autreaux" userId="S::stephane.autreaux@supinfo.com::a738c3b6-005b-4b20-bc1a-c071833bb260" providerId="AD" clId="Web-{2D6D46BA-D53A-7E21-105C-F84B036AA6D3}" dt="2024-01-15T11:38:59.348" v="187" actId="20577"/>
          <ac:spMkLst>
            <pc:docMk/>
            <pc:sldMk cId="3701715549" sldId="352"/>
            <ac:spMk id="198" creationId="{14CF350D-5894-6C23-6876-78B9235A67D3}"/>
          </ac:spMkLst>
        </pc:spChg>
      </pc:sldChg>
    </pc:docChg>
  </pc:docChgLst>
  <pc:docChgLst>
    <pc:chgData name="Stephane Autreaux" userId="S::stephane.autreaux@supinfo.com::a738c3b6-005b-4b20-bc1a-c071833bb260" providerId="AD" clId="Web-{35E6573A-FB58-5837-16C5-C4C012A4421C}"/>
    <pc:docChg chg="addSld delSld modSld sldOrd">
      <pc:chgData name="Stephane Autreaux" userId="S::stephane.autreaux@supinfo.com::a738c3b6-005b-4b20-bc1a-c071833bb260" providerId="AD" clId="Web-{35E6573A-FB58-5837-16C5-C4C012A4421C}" dt="2023-12-26T21:48:20.574" v="1320" actId="1076"/>
      <pc:docMkLst>
        <pc:docMk/>
      </pc:docMkLst>
      <pc:sldChg chg="ord">
        <pc:chgData name="Stephane Autreaux" userId="S::stephane.autreaux@supinfo.com::a738c3b6-005b-4b20-bc1a-c071833bb260" providerId="AD" clId="Web-{35E6573A-FB58-5837-16C5-C4C012A4421C}" dt="2023-12-26T21:30:49.830" v="1139"/>
        <pc:sldMkLst>
          <pc:docMk/>
          <pc:sldMk cId="3913697785" sldId="257"/>
        </pc:sldMkLst>
      </pc:sldChg>
      <pc:sldChg chg="del">
        <pc:chgData name="Stephane Autreaux" userId="S::stephane.autreaux@supinfo.com::a738c3b6-005b-4b20-bc1a-c071833bb260" providerId="AD" clId="Web-{35E6573A-FB58-5837-16C5-C4C012A4421C}" dt="2023-12-26T21:02:49.873" v="508"/>
        <pc:sldMkLst>
          <pc:docMk/>
          <pc:sldMk cId="1897802183" sldId="316"/>
        </pc:sldMkLst>
      </pc:sldChg>
      <pc:sldChg chg="modSp add del">
        <pc:chgData name="Stephane Autreaux" userId="S::stephane.autreaux@supinfo.com::a738c3b6-005b-4b20-bc1a-c071833bb260" providerId="AD" clId="Web-{35E6573A-FB58-5837-16C5-C4C012A4421C}" dt="2023-12-26T21:33:35.413" v="1250" actId="20577"/>
        <pc:sldMkLst>
          <pc:docMk/>
          <pc:sldMk cId="3691751452" sldId="318"/>
        </pc:sldMkLst>
        <pc:spChg chg="mod">
          <ac:chgData name="Stephane Autreaux" userId="S::stephane.autreaux@supinfo.com::a738c3b6-005b-4b20-bc1a-c071833bb260" providerId="AD" clId="Web-{35E6573A-FB58-5837-16C5-C4C012A4421C}" dt="2023-12-26T21:33:35.413" v="1250" actId="20577"/>
          <ac:spMkLst>
            <pc:docMk/>
            <pc:sldMk cId="3691751452" sldId="318"/>
            <ac:spMk id="832" creationId="{00000000-0000-0000-0000-000000000000}"/>
          </ac:spMkLst>
        </pc:spChg>
      </pc:sldChg>
      <pc:sldChg chg="addSp modSp">
        <pc:chgData name="Stephane Autreaux" userId="S::stephane.autreaux@supinfo.com::a738c3b6-005b-4b20-bc1a-c071833bb260" providerId="AD" clId="Web-{35E6573A-FB58-5837-16C5-C4C012A4421C}" dt="2023-12-26T21:02:28.467" v="507" actId="1076"/>
        <pc:sldMkLst>
          <pc:docMk/>
          <pc:sldMk cId="3586647803" sldId="319"/>
        </pc:sldMkLst>
        <pc:picChg chg="add mod">
          <ac:chgData name="Stephane Autreaux" userId="S::stephane.autreaux@supinfo.com::a738c3b6-005b-4b20-bc1a-c071833bb260" providerId="AD" clId="Web-{35E6573A-FB58-5837-16C5-C4C012A4421C}" dt="2023-12-26T21:00:40.041" v="503" actId="1076"/>
          <ac:picMkLst>
            <pc:docMk/>
            <pc:sldMk cId="3586647803" sldId="319"/>
            <ac:picMk id="2" creationId="{37DA6541-0316-74F6-B828-A35A1F509123}"/>
          </ac:picMkLst>
        </pc:picChg>
        <pc:picChg chg="add mod">
          <ac:chgData name="Stephane Autreaux" userId="S::stephane.autreaux@supinfo.com::a738c3b6-005b-4b20-bc1a-c071833bb260" providerId="AD" clId="Web-{35E6573A-FB58-5837-16C5-C4C012A4421C}" dt="2023-12-26T21:01:00.917" v="505" actId="1076"/>
          <ac:picMkLst>
            <pc:docMk/>
            <pc:sldMk cId="3586647803" sldId="319"/>
            <ac:picMk id="3" creationId="{89E05326-BCAD-987E-5BC6-497570AAF6F2}"/>
          </ac:picMkLst>
        </pc:picChg>
        <pc:picChg chg="add mod">
          <ac:chgData name="Stephane Autreaux" userId="S::stephane.autreaux@supinfo.com::a738c3b6-005b-4b20-bc1a-c071833bb260" providerId="AD" clId="Web-{35E6573A-FB58-5837-16C5-C4C012A4421C}" dt="2023-12-26T21:02:28.467" v="507" actId="1076"/>
          <ac:picMkLst>
            <pc:docMk/>
            <pc:sldMk cId="3586647803" sldId="319"/>
            <ac:picMk id="4" creationId="{4B81C333-56F8-D530-4DB5-C40C5D66711C}"/>
          </ac:picMkLst>
        </pc:picChg>
      </pc:sldChg>
      <pc:sldChg chg="modSp">
        <pc:chgData name="Stephane Autreaux" userId="S::stephane.autreaux@supinfo.com::a738c3b6-005b-4b20-bc1a-c071833bb260" providerId="AD" clId="Web-{35E6573A-FB58-5837-16C5-C4C012A4421C}" dt="2023-12-26T20:20:21.063" v="230" actId="14100"/>
        <pc:sldMkLst>
          <pc:docMk/>
          <pc:sldMk cId="1418314851" sldId="320"/>
        </pc:sldMkLst>
        <pc:spChg chg="mod">
          <ac:chgData name="Stephane Autreaux" userId="S::stephane.autreaux@supinfo.com::a738c3b6-005b-4b20-bc1a-c071833bb260" providerId="AD" clId="Web-{35E6573A-FB58-5837-16C5-C4C012A4421C}" dt="2023-12-26T20:20:21.063" v="230" actId="14100"/>
          <ac:spMkLst>
            <pc:docMk/>
            <pc:sldMk cId="1418314851" sldId="320"/>
            <ac:spMk id="832" creationId="{00000000-0000-0000-0000-000000000000}"/>
          </ac:spMkLst>
        </pc:spChg>
      </pc:sldChg>
      <pc:sldChg chg="delSp modSp">
        <pc:chgData name="Stephane Autreaux" userId="S::stephane.autreaux@supinfo.com::a738c3b6-005b-4b20-bc1a-c071833bb260" providerId="AD" clId="Web-{35E6573A-FB58-5837-16C5-C4C012A4421C}" dt="2023-12-26T21:17:08.452" v="823" actId="20577"/>
        <pc:sldMkLst>
          <pc:docMk/>
          <pc:sldMk cId="1656769252" sldId="323"/>
        </pc:sldMkLst>
        <pc:spChg chg="mod">
          <ac:chgData name="Stephane Autreaux" userId="S::stephane.autreaux@supinfo.com::a738c3b6-005b-4b20-bc1a-c071833bb260" providerId="AD" clId="Web-{35E6573A-FB58-5837-16C5-C4C012A4421C}" dt="2023-12-26T21:17:08.452" v="823" actId="20577"/>
          <ac:spMkLst>
            <pc:docMk/>
            <pc:sldMk cId="1656769252" sldId="323"/>
            <ac:spMk id="198" creationId="{00000000-0000-0000-0000-000000000000}"/>
          </ac:spMkLst>
        </pc:spChg>
        <pc:picChg chg="del">
          <ac:chgData name="Stephane Autreaux" userId="S::stephane.autreaux@supinfo.com::a738c3b6-005b-4b20-bc1a-c071833bb260" providerId="AD" clId="Web-{35E6573A-FB58-5837-16C5-C4C012A4421C}" dt="2023-12-26T21:03:53.297" v="520"/>
          <ac:picMkLst>
            <pc:docMk/>
            <pc:sldMk cId="1656769252" sldId="323"/>
            <ac:picMk id="3" creationId="{91404160-3C15-7F76-8FAB-7A484B8CE0F1}"/>
          </ac:picMkLst>
        </pc:picChg>
      </pc:sldChg>
      <pc:sldChg chg="ord">
        <pc:chgData name="Stephane Autreaux" userId="S::stephane.autreaux@supinfo.com::a738c3b6-005b-4b20-bc1a-c071833bb260" providerId="AD" clId="Web-{35E6573A-FB58-5837-16C5-C4C012A4421C}" dt="2023-12-26T21:38:40.004" v="1268"/>
        <pc:sldMkLst>
          <pc:docMk/>
          <pc:sldMk cId="455934016" sldId="328"/>
        </pc:sldMkLst>
      </pc:sldChg>
      <pc:sldChg chg="modSp">
        <pc:chgData name="Stephane Autreaux" userId="S::stephane.autreaux@supinfo.com::a738c3b6-005b-4b20-bc1a-c071833bb260" providerId="AD" clId="Web-{35E6573A-FB58-5837-16C5-C4C012A4421C}" dt="2023-12-26T21:17:34.687" v="826" actId="20577"/>
        <pc:sldMkLst>
          <pc:docMk/>
          <pc:sldMk cId="1355867505" sldId="337"/>
        </pc:sldMkLst>
        <pc:spChg chg="mod">
          <ac:chgData name="Stephane Autreaux" userId="S::stephane.autreaux@supinfo.com::a738c3b6-005b-4b20-bc1a-c071833bb260" providerId="AD" clId="Web-{35E6573A-FB58-5837-16C5-C4C012A4421C}" dt="2023-12-26T21:17:34.687" v="826" actId="20577"/>
          <ac:spMkLst>
            <pc:docMk/>
            <pc:sldMk cId="1355867505" sldId="337"/>
            <ac:spMk id="198" creationId="{00000000-0000-0000-0000-000000000000}"/>
          </ac:spMkLst>
        </pc:spChg>
      </pc:sldChg>
      <pc:sldChg chg="ord">
        <pc:chgData name="Stephane Autreaux" userId="S::stephane.autreaux@supinfo.com::a738c3b6-005b-4b20-bc1a-c071833bb260" providerId="AD" clId="Web-{35E6573A-FB58-5837-16C5-C4C012A4421C}" dt="2023-12-26T21:04:12.907" v="522"/>
        <pc:sldMkLst>
          <pc:docMk/>
          <pc:sldMk cId="2160682098" sldId="339"/>
        </pc:sldMkLst>
      </pc:sldChg>
      <pc:sldChg chg="add del">
        <pc:chgData name="Stephane Autreaux" userId="S::stephane.autreaux@supinfo.com::a738c3b6-005b-4b20-bc1a-c071833bb260" providerId="AD" clId="Web-{35E6573A-FB58-5837-16C5-C4C012A4421C}" dt="2023-12-26T21:06:35.069" v="531"/>
        <pc:sldMkLst>
          <pc:docMk/>
          <pc:sldMk cId="4060227449" sldId="341"/>
        </pc:sldMkLst>
      </pc:sldChg>
      <pc:sldChg chg="add del">
        <pc:chgData name="Stephane Autreaux" userId="S::stephane.autreaux@supinfo.com::a738c3b6-005b-4b20-bc1a-c071833bb260" providerId="AD" clId="Web-{35E6573A-FB58-5837-16C5-C4C012A4421C}" dt="2023-12-26T21:06:35.100" v="532"/>
        <pc:sldMkLst>
          <pc:docMk/>
          <pc:sldMk cId="1515960667" sldId="342"/>
        </pc:sldMkLst>
      </pc:sldChg>
      <pc:sldChg chg="modSp">
        <pc:chgData name="Stephane Autreaux" userId="S::stephane.autreaux@supinfo.com::a738c3b6-005b-4b20-bc1a-c071833bb260" providerId="AD" clId="Web-{35E6573A-FB58-5837-16C5-C4C012A4421C}" dt="2023-12-26T21:07:52.293" v="547" actId="20577"/>
        <pc:sldMkLst>
          <pc:docMk/>
          <pc:sldMk cId="2853496602" sldId="344"/>
        </pc:sldMkLst>
        <pc:spChg chg="mod">
          <ac:chgData name="Stephane Autreaux" userId="S::stephane.autreaux@supinfo.com::a738c3b6-005b-4b20-bc1a-c071833bb260" providerId="AD" clId="Web-{35E6573A-FB58-5837-16C5-C4C012A4421C}" dt="2023-12-26T21:07:52.293" v="547" actId="20577"/>
          <ac:spMkLst>
            <pc:docMk/>
            <pc:sldMk cId="2853496602" sldId="344"/>
            <ac:spMk id="3" creationId="{7D72B4A4-A979-1BB1-3623-19A900A336EE}"/>
          </ac:spMkLst>
        </pc:spChg>
      </pc:sldChg>
      <pc:sldChg chg="addSp modSp">
        <pc:chgData name="Stephane Autreaux" userId="S::stephane.autreaux@supinfo.com::a738c3b6-005b-4b20-bc1a-c071833bb260" providerId="AD" clId="Web-{35E6573A-FB58-5837-16C5-C4C012A4421C}" dt="2023-12-26T21:38:09.582" v="1267" actId="1076"/>
        <pc:sldMkLst>
          <pc:docMk/>
          <pc:sldMk cId="1118838424" sldId="349"/>
        </pc:sldMkLst>
        <pc:picChg chg="add mod">
          <ac:chgData name="Stephane Autreaux" userId="S::stephane.autreaux@supinfo.com::a738c3b6-005b-4b20-bc1a-c071833bb260" providerId="AD" clId="Web-{35E6573A-FB58-5837-16C5-C4C012A4421C}" dt="2023-12-26T21:38:09.582" v="1267" actId="1076"/>
          <ac:picMkLst>
            <pc:docMk/>
            <pc:sldMk cId="1118838424" sldId="349"/>
            <ac:picMk id="2" creationId="{0142E0A0-BE88-F63F-7580-E6C73169E567}"/>
          </ac:picMkLst>
        </pc:picChg>
      </pc:sldChg>
      <pc:sldChg chg="addSp delSp modSp">
        <pc:chgData name="Stephane Autreaux" userId="S::stephane.autreaux@supinfo.com::a738c3b6-005b-4b20-bc1a-c071833bb260" providerId="AD" clId="Web-{35E6573A-FB58-5837-16C5-C4C012A4421C}" dt="2023-12-26T21:36:47.626" v="1262" actId="1076"/>
        <pc:sldMkLst>
          <pc:docMk/>
          <pc:sldMk cId="1548783293" sldId="350"/>
        </pc:sldMkLst>
        <pc:spChg chg="mod">
          <ac:chgData name="Stephane Autreaux" userId="S::stephane.autreaux@supinfo.com::a738c3b6-005b-4b20-bc1a-c071833bb260" providerId="AD" clId="Web-{35E6573A-FB58-5837-16C5-C4C012A4421C}" dt="2023-12-26T21:03:21.703" v="518" actId="20577"/>
          <ac:spMkLst>
            <pc:docMk/>
            <pc:sldMk cId="1548783293" sldId="350"/>
            <ac:spMk id="100" creationId="{DB463142-2011-DA6F-3D9B-B3257EACCCA3}"/>
          </ac:spMkLst>
        </pc:spChg>
        <pc:picChg chg="add del mod">
          <ac:chgData name="Stephane Autreaux" userId="S::stephane.autreaux@supinfo.com::a738c3b6-005b-4b20-bc1a-c071833bb260" providerId="AD" clId="Web-{35E6573A-FB58-5837-16C5-C4C012A4421C}" dt="2023-12-26T21:34:48.042" v="1252"/>
          <ac:picMkLst>
            <pc:docMk/>
            <pc:sldMk cId="1548783293" sldId="350"/>
            <ac:picMk id="2" creationId="{FC226377-E7DA-A073-FEC0-C7525B454D80}"/>
          </ac:picMkLst>
        </pc:picChg>
        <pc:picChg chg="add del mod">
          <ac:chgData name="Stephane Autreaux" userId="S::stephane.autreaux@supinfo.com::a738c3b6-005b-4b20-bc1a-c071833bb260" providerId="AD" clId="Web-{35E6573A-FB58-5837-16C5-C4C012A4421C}" dt="2023-12-26T21:36:14.998" v="1258"/>
          <ac:picMkLst>
            <pc:docMk/>
            <pc:sldMk cId="1548783293" sldId="350"/>
            <ac:picMk id="3" creationId="{9CC8E44F-5BE0-EA40-D9E2-B4115D3B1EE9}"/>
          </ac:picMkLst>
        </pc:picChg>
        <pc:picChg chg="add mod">
          <ac:chgData name="Stephane Autreaux" userId="S::stephane.autreaux@supinfo.com::a738c3b6-005b-4b20-bc1a-c071833bb260" providerId="AD" clId="Web-{35E6573A-FB58-5837-16C5-C4C012A4421C}" dt="2023-12-26T21:36:47.626" v="1262" actId="1076"/>
          <ac:picMkLst>
            <pc:docMk/>
            <pc:sldMk cId="1548783293" sldId="350"/>
            <ac:picMk id="4" creationId="{5A223D61-F11D-3C2D-3080-768030D91577}"/>
          </ac:picMkLst>
        </pc:picChg>
      </pc:sldChg>
      <pc:sldChg chg="modSp add del">
        <pc:chgData name="Stephane Autreaux" userId="S::stephane.autreaux@supinfo.com::a738c3b6-005b-4b20-bc1a-c071833bb260" providerId="AD" clId="Web-{35E6573A-FB58-5837-16C5-C4C012A4421C}" dt="2023-12-26T21:05:11.222" v="528" actId="20577"/>
        <pc:sldMkLst>
          <pc:docMk/>
          <pc:sldMk cId="1992559612" sldId="351"/>
        </pc:sldMkLst>
        <pc:spChg chg="mod">
          <ac:chgData name="Stephane Autreaux" userId="S::stephane.autreaux@supinfo.com::a738c3b6-005b-4b20-bc1a-c071833bb260" providerId="AD" clId="Web-{35E6573A-FB58-5837-16C5-C4C012A4421C}" dt="2023-12-26T21:05:11.222" v="528" actId="20577"/>
          <ac:spMkLst>
            <pc:docMk/>
            <pc:sldMk cId="1992559612" sldId="351"/>
            <ac:spMk id="4" creationId="{85F59040-2469-5F14-87C3-54975C2BF079}"/>
          </ac:spMkLst>
        </pc:spChg>
      </pc:sldChg>
      <pc:sldChg chg="delSp modSp add del">
        <pc:chgData name="Stephane Autreaux" userId="S::stephane.autreaux@supinfo.com::a738c3b6-005b-4b20-bc1a-c071833bb260" providerId="AD" clId="Web-{35E6573A-FB58-5837-16C5-C4C012A4421C}" dt="2023-12-26T21:10:00.344" v="571" actId="20577"/>
        <pc:sldMkLst>
          <pc:docMk/>
          <pc:sldMk cId="3701715549" sldId="352"/>
        </pc:sldMkLst>
        <pc:spChg chg="mod">
          <ac:chgData name="Stephane Autreaux" userId="S::stephane.autreaux@supinfo.com::a738c3b6-005b-4b20-bc1a-c071833bb260" providerId="AD" clId="Web-{35E6573A-FB58-5837-16C5-C4C012A4421C}" dt="2023-12-26T21:10:00.344" v="571" actId="20577"/>
          <ac:spMkLst>
            <pc:docMk/>
            <pc:sldMk cId="3701715549" sldId="352"/>
            <ac:spMk id="198" creationId="{14CF350D-5894-6C23-6876-78B9235A67D3}"/>
          </ac:spMkLst>
        </pc:spChg>
        <pc:picChg chg="del">
          <ac:chgData name="Stephane Autreaux" userId="S::stephane.autreaux@supinfo.com::a738c3b6-005b-4b20-bc1a-c071833bb260" providerId="AD" clId="Web-{35E6573A-FB58-5837-16C5-C4C012A4421C}" dt="2023-12-26T21:09:37.718" v="555"/>
          <ac:picMkLst>
            <pc:docMk/>
            <pc:sldMk cId="3701715549" sldId="352"/>
            <ac:picMk id="3" creationId="{D4E214DF-7298-9B5C-9DC6-F2DC15873315}"/>
          </ac:picMkLst>
        </pc:picChg>
      </pc:sldChg>
      <pc:sldChg chg="modSp add del replId">
        <pc:chgData name="Stephane Autreaux" userId="S::stephane.autreaux@supinfo.com::a738c3b6-005b-4b20-bc1a-c071833bb260" providerId="AD" clId="Web-{35E6573A-FB58-5837-16C5-C4C012A4421C}" dt="2023-12-26T20:19:07.358" v="73"/>
        <pc:sldMkLst>
          <pc:docMk/>
          <pc:sldMk cId="44329978" sldId="353"/>
        </pc:sldMkLst>
        <pc:spChg chg="mod">
          <ac:chgData name="Stephane Autreaux" userId="S::stephane.autreaux@supinfo.com::a738c3b6-005b-4b20-bc1a-c071833bb260" providerId="AD" clId="Web-{35E6573A-FB58-5837-16C5-C4C012A4421C}" dt="2023-12-26T20:19:04.076" v="72" actId="20577"/>
          <ac:spMkLst>
            <pc:docMk/>
            <pc:sldMk cId="44329978" sldId="353"/>
            <ac:spMk id="832" creationId="{2F24E8F8-B64F-D8DD-882C-F7F1292A05F4}"/>
          </ac:spMkLst>
        </pc:spChg>
      </pc:sldChg>
      <pc:sldChg chg="addSp delSp modSp add replId">
        <pc:chgData name="Stephane Autreaux" userId="S::stephane.autreaux@supinfo.com::a738c3b6-005b-4b20-bc1a-c071833bb260" providerId="AD" clId="Web-{35E6573A-FB58-5837-16C5-C4C012A4421C}" dt="2023-12-26T20:39:13.047" v="438" actId="20577"/>
        <pc:sldMkLst>
          <pc:docMk/>
          <pc:sldMk cId="1362769020" sldId="353"/>
        </pc:sldMkLst>
        <pc:spChg chg="add mod">
          <ac:chgData name="Stephane Autreaux" userId="S::stephane.autreaux@supinfo.com::a738c3b6-005b-4b20-bc1a-c071833bb260" providerId="AD" clId="Web-{35E6573A-FB58-5837-16C5-C4C012A4421C}" dt="2023-12-26T20:39:13.047" v="438" actId="20577"/>
          <ac:spMkLst>
            <pc:docMk/>
            <pc:sldMk cId="1362769020" sldId="353"/>
            <ac:spMk id="7" creationId="{8779A334-34D5-733D-8082-CC91424ADB57}"/>
          </ac:spMkLst>
        </pc:spChg>
        <pc:spChg chg="add mod">
          <ac:chgData name="Stephane Autreaux" userId="S::stephane.autreaux@supinfo.com::a738c3b6-005b-4b20-bc1a-c071833bb260" providerId="AD" clId="Web-{35E6573A-FB58-5837-16C5-C4C012A4421C}" dt="2023-12-26T20:39:09.309" v="437" actId="20577"/>
          <ac:spMkLst>
            <pc:docMk/>
            <pc:sldMk cId="1362769020" sldId="353"/>
            <ac:spMk id="10" creationId="{F9902D34-9F27-6CC1-4804-7E7D2EF934F0}"/>
          </ac:spMkLst>
        </pc:spChg>
        <pc:spChg chg="add del mod">
          <ac:chgData name="Stephane Autreaux" userId="S::stephane.autreaux@supinfo.com::a738c3b6-005b-4b20-bc1a-c071833bb260" providerId="AD" clId="Web-{35E6573A-FB58-5837-16C5-C4C012A4421C}" dt="2023-12-26T20:38:14.151" v="419"/>
          <ac:spMkLst>
            <pc:docMk/>
            <pc:sldMk cId="1362769020" sldId="353"/>
            <ac:spMk id="11" creationId="{E7B31D76-231C-454F-76F4-F419E279497A}"/>
          </ac:spMkLst>
        </pc:spChg>
        <pc:spChg chg="del mod">
          <ac:chgData name="Stephane Autreaux" userId="S::stephane.autreaux@supinfo.com::a738c3b6-005b-4b20-bc1a-c071833bb260" providerId="AD" clId="Web-{35E6573A-FB58-5837-16C5-C4C012A4421C}" dt="2023-12-26T20:27:45.797" v="365"/>
          <ac:spMkLst>
            <pc:docMk/>
            <pc:sldMk cId="1362769020" sldId="353"/>
            <ac:spMk id="832" creationId="{D3590172-461B-AB16-8656-2C3112871B3D}"/>
          </ac:spMkLst>
        </pc:spChg>
        <pc:picChg chg="del">
          <ac:chgData name="Stephane Autreaux" userId="S::stephane.autreaux@supinfo.com::a738c3b6-005b-4b20-bc1a-c071833bb260" providerId="AD" clId="Web-{35E6573A-FB58-5837-16C5-C4C012A4421C}" dt="2023-12-26T20:26:42.732" v="338"/>
          <ac:picMkLst>
            <pc:docMk/>
            <pc:sldMk cId="1362769020" sldId="353"/>
            <ac:picMk id="2" creationId="{C0BB4CFE-3E94-6148-8C53-4B08E1E4ADEC}"/>
          </ac:picMkLst>
        </pc:picChg>
        <pc:picChg chg="add mod">
          <ac:chgData name="Stephane Autreaux" userId="S::stephane.autreaux@supinfo.com::a738c3b6-005b-4b20-bc1a-c071833bb260" providerId="AD" clId="Web-{35E6573A-FB58-5837-16C5-C4C012A4421C}" dt="2023-12-26T20:38:20.167" v="421" actId="1076"/>
          <ac:picMkLst>
            <pc:docMk/>
            <pc:sldMk cId="1362769020" sldId="353"/>
            <ac:picMk id="3" creationId="{AF3B7131-6876-CA8A-EEA7-285693BD6CBA}"/>
          </ac:picMkLst>
        </pc:picChg>
        <pc:picChg chg="add mod">
          <ac:chgData name="Stephane Autreaux" userId="S::stephane.autreaux@supinfo.com::a738c3b6-005b-4b20-bc1a-c071833bb260" providerId="AD" clId="Web-{35E6573A-FB58-5837-16C5-C4C012A4421C}" dt="2023-12-26T20:38:26.667" v="424" actId="1076"/>
          <ac:picMkLst>
            <pc:docMk/>
            <pc:sldMk cId="1362769020" sldId="353"/>
            <ac:picMk id="5" creationId="{20B60AF6-101B-EF7F-EA6B-7E40D3C55263}"/>
          </ac:picMkLst>
        </pc:picChg>
        <pc:picChg chg="add mod">
          <ac:chgData name="Stephane Autreaux" userId="S::stephane.autreaux@supinfo.com::a738c3b6-005b-4b20-bc1a-c071833bb260" providerId="AD" clId="Web-{35E6573A-FB58-5837-16C5-C4C012A4421C}" dt="2023-12-26T20:38:17.870" v="420" actId="14100"/>
          <ac:picMkLst>
            <pc:docMk/>
            <pc:sldMk cId="1362769020" sldId="353"/>
            <ac:picMk id="8" creationId="{EE6FA5FF-8B7E-3E6C-9114-1F45982A9E08}"/>
          </ac:picMkLst>
        </pc:picChg>
      </pc:sldChg>
      <pc:sldChg chg="modSp add replId">
        <pc:chgData name="Stephane Autreaux" userId="S::stephane.autreaux@supinfo.com::a738c3b6-005b-4b20-bc1a-c071833bb260" providerId="AD" clId="Web-{35E6573A-FB58-5837-16C5-C4C012A4421C}" dt="2023-12-26T21:08:18.966" v="551" actId="1076"/>
        <pc:sldMkLst>
          <pc:docMk/>
          <pc:sldMk cId="1133391065" sldId="354"/>
        </pc:sldMkLst>
        <pc:spChg chg="mod">
          <ac:chgData name="Stephane Autreaux" userId="S::stephane.autreaux@supinfo.com::a738c3b6-005b-4b20-bc1a-c071833bb260" providerId="AD" clId="Web-{35E6573A-FB58-5837-16C5-C4C012A4421C}" dt="2023-12-26T21:08:18.966" v="551" actId="1076"/>
          <ac:spMkLst>
            <pc:docMk/>
            <pc:sldMk cId="1133391065" sldId="354"/>
            <ac:spMk id="3" creationId="{BA570164-DA1E-A1C1-5154-7521A28FB945}"/>
          </ac:spMkLst>
        </pc:spChg>
      </pc:sldChg>
      <pc:sldChg chg="addSp delSp modSp add replId">
        <pc:chgData name="Stephane Autreaux" userId="S::stephane.autreaux@supinfo.com::a738c3b6-005b-4b20-bc1a-c071833bb260" providerId="AD" clId="Web-{35E6573A-FB58-5837-16C5-C4C012A4421C}" dt="2023-12-26T21:45:40.022" v="1312"/>
        <pc:sldMkLst>
          <pc:docMk/>
          <pc:sldMk cId="3690362691" sldId="355"/>
        </pc:sldMkLst>
        <pc:spChg chg="mod">
          <ac:chgData name="Stephane Autreaux" userId="S::stephane.autreaux@supinfo.com::a738c3b6-005b-4b20-bc1a-c071833bb260" providerId="AD" clId="Web-{35E6573A-FB58-5837-16C5-C4C012A4421C}" dt="2023-12-26T21:39:16.037" v="1271" actId="20577"/>
          <ac:spMkLst>
            <pc:docMk/>
            <pc:sldMk cId="3690362691" sldId="355"/>
            <ac:spMk id="832" creationId="{BED56DDF-2F6F-7DD0-CD20-D59C854EBD9A}"/>
          </ac:spMkLst>
        </pc:spChg>
        <pc:picChg chg="add del mod">
          <ac:chgData name="Stephane Autreaux" userId="S::stephane.autreaux@supinfo.com::a738c3b6-005b-4b20-bc1a-c071833bb260" providerId="AD" clId="Web-{35E6573A-FB58-5837-16C5-C4C012A4421C}" dt="2023-12-26T21:45:40.022" v="1312"/>
          <ac:picMkLst>
            <pc:docMk/>
            <pc:sldMk cId="3690362691" sldId="355"/>
            <ac:picMk id="2" creationId="{6D8A1DCB-88CA-C17E-8A7B-0DC1685CD302}"/>
          </ac:picMkLst>
        </pc:picChg>
      </pc:sldChg>
      <pc:sldChg chg="delSp modSp add del replId">
        <pc:chgData name="Stephane Autreaux" userId="S::stephane.autreaux@supinfo.com::a738c3b6-005b-4b20-bc1a-c071833bb260" providerId="AD" clId="Web-{35E6573A-FB58-5837-16C5-C4C012A4421C}" dt="2023-12-26T21:31:34.706" v="1159"/>
        <pc:sldMkLst>
          <pc:docMk/>
          <pc:sldMk cId="655989306" sldId="356"/>
        </pc:sldMkLst>
        <pc:spChg chg="mod">
          <ac:chgData name="Stephane Autreaux" userId="S::stephane.autreaux@supinfo.com::a738c3b6-005b-4b20-bc1a-c071833bb260" providerId="AD" clId="Web-{35E6573A-FB58-5837-16C5-C4C012A4421C}" dt="2023-12-26T21:31:31.612" v="1158" actId="20577"/>
          <ac:spMkLst>
            <pc:docMk/>
            <pc:sldMk cId="655989306" sldId="356"/>
            <ac:spMk id="832" creationId="{988400FC-A5D4-086E-544B-F8D776972FDD}"/>
          </ac:spMkLst>
        </pc:spChg>
        <pc:picChg chg="del">
          <ac:chgData name="Stephane Autreaux" userId="S::stephane.autreaux@supinfo.com::a738c3b6-005b-4b20-bc1a-c071833bb260" providerId="AD" clId="Web-{35E6573A-FB58-5837-16C5-C4C012A4421C}" dt="2023-12-26T21:31:18.768" v="1142"/>
          <ac:picMkLst>
            <pc:docMk/>
            <pc:sldMk cId="655989306" sldId="356"/>
            <ac:picMk id="2" creationId="{150B2E25-A433-2D13-975C-0DAB848BC5AF}"/>
          </ac:picMkLst>
        </pc:picChg>
        <pc:picChg chg="del">
          <ac:chgData name="Stephane Autreaux" userId="S::stephane.autreaux@supinfo.com::a738c3b6-005b-4b20-bc1a-c071833bb260" providerId="AD" clId="Web-{35E6573A-FB58-5837-16C5-C4C012A4421C}" dt="2023-12-26T21:31:17.643" v="1141"/>
          <ac:picMkLst>
            <pc:docMk/>
            <pc:sldMk cId="655989306" sldId="356"/>
            <ac:picMk id="3" creationId="{2FE46B23-AFAF-04FD-92A7-DAD716117F7C}"/>
          </ac:picMkLst>
        </pc:picChg>
        <pc:picChg chg="del">
          <ac:chgData name="Stephane Autreaux" userId="S::stephane.autreaux@supinfo.com::a738c3b6-005b-4b20-bc1a-c071833bb260" providerId="AD" clId="Web-{35E6573A-FB58-5837-16C5-C4C012A4421C}" dt="2023-12-26T21:31:19.627" v="1143"/>
          <ac:picMkLst>
            <pc:docMk/>
            <pc:sldMk cId="655989306" sldId="356"/>
            <ac:picMk id="4" creationId="{152021EC-9C69-06B9-66ED-305777E27811}"/>
          </ac:picMkLst>
        </pc:picChg>
      </pc:sldChg>
      <pc:sldChg chg="addSp delSp modSp add replId modNotes">
        <pc:chgData name="Stephane Autreaux" userId="S::stephane.autreaux@supinfo.com::a738c3b6-005b-4b20-bc1a-c071833bb260" providerId="AD" clId="Web-{35E6573A-FB58-5837-16C5-C4C012A4421C}" dt="2023-12-26T21:43:30.469" v="1308"/>
        <pc:sldMkLst>
          <pc:docMk/>
          <pc:sldMk cId="2833986276" sldId="356"/>
        </pc:sldMkLst>
        <pc:spChg chg="add del mod">
          <ac:chgData name="Stephane Autreaux" userId="S::stephane.autreaux@supinfo.com::a738c3b6-005b-4b20-bc1a-c071833bb260" providerId="AD" clId="Web-{35E6573A-FB58-5837-16C5-C4C012A4421C}" dt="2023-12-26T21:42:59.593" v="1278"/>
          <ac:spMkLst>
            <pc:docMk/>
            <pc:sldMk cId="2833986276" sldId="356"/>
            <ac:spMk id="3" creationId="{A532ACE3-AB91-828B-C27D-8EE49A22A7FD}"/>
          </ac:spMkLst>
        </pc:spChg>
        <pc:spChg chg="del mod">
          <ac:chgData name="Stephane Autreaux" userId="S::stephane.autreaux@supinfo.com::a738c3b6-005b-4b20-bc1a-c071833bb260" providerId="AD" clId="Web-{35E6573A-FB58-5837-16C5-C4C012A4421C}" dt="2023-12-26T21:42:51.624" v="1274"/>
          <ac:spMkLst>
            <pc:docMk/>
            <pc:sldMk cId="2833986276" sldId="356"/>
            <ac:spMk id="832" creationId="{9D1342C7-C321-6DA6-BE6F-A74DC1E6A33C}"/>
          </ac:spMkLst>
        </pc:spChg>
        <pc:picChg chg="add mod">
          <ac:chgData name="Stephane Autreaux" userId="S::stephane.autreaux@supinfo.com::a738c3b6-005b-4b20-bc1a-c071833bb260" providerId="AD" clId="Web-{35E6573A-FB58-5837-16C5-C4C012A4421C}" dt="2023-12-26T21:43:02.265" v="1279" actId="1076"/>
          <ac:picMkLst>
            <pc:docMk/>
            <pc:sldMk cId="2833986276" sldId="356"/>
            <ac:picMk id="4" creationId="{620948D9-0CA3-B943-8A53-547B36D47597}"/>
          </ac:picMkLst>
        </pc:picChg>
      </pc:sldChg>
      <pc:sldChg chg="addSp modSp add replId">
        <pc:chgData name="Stephane Autreaux" userId="S::stephane.autreaux@supinfo.com::a738c3b6-005b-4b20-bc1a-c071833bb260" providerId="AD" clId="Web-{35E6573A-FB58-5837-16C5-C4C012A4421C}" dt="2023-12-26T21:48:20.574" v="1320" actId="1076"/>
        <pc:sldMkLst>
          <pc:docMk/>
          <pc:sldMk cId="2790357326" sldId="357"/>
        </pc:sldMkLst>
        <pc:spChg chg="mod">
          <ac:chgData name="Stephane Autreaux" userId="S::stephane.autreaux@supinfo.com::a738c3b6-005b-4b20-bc1a-c071833bb260" providerId="AD" clId="Web-{35E6573A-FB58-5837-16C5-C4C012A4421C}" dt="2023-12-26T21:45:45.897" v="1313" actId="20577"/>
          <ac:spMkLst>
            <pc:docMk/>
            <pc:sldMk cId="2790357326" sldId="357"/>
            <ac:spMk id="832" creationId="{83BACA2C-7036-AA47-2DFF-6E1243AE4E16}"/>
          </ac:spMkLst>
        </pc:spChg>
        <pc:picChg chg="mod">
          <ac:chgData name="Stephane Autreaux" userId="S::stephane.autreaux@supinfo.com::a738c3b6-005b-4b20-bc1a-c071833bb260" providerId="AD" clId="Web-{35E6573A-FB58-5837-16C5-C4C012A4421C}" dt="2023-12-26T21:47:45.104" v="1318" actId="1076"/>
          <ac:picMkLst>
            <pc:docMk/>
            <pc:sldMk cId="2790357326" sldId="357"/>
            <ac:picMk id="2" creationId="{1E298B67-C78B-0767-967A-1FCD3CCC2E27}"/>
          </ac:picMkLst>
        </pc:picChg>
        <pc:picChg chg="add mod">
          <ac:chgData name="Stephane Autreaux" userId="S::stephane.autreaux@supinfo.com::a738c3b6-005b-4b20-bc1a-c071833bb260" providerId="AD" clId="Web-{35E6573A-FB58-5837-16C5-C4C012A4421C}" dt="2023-12-26T21:47:35.026" v="1317" actId="1076"/>
          <ac:picMkLst>
            <pc:docMk/>
            <pc:sldMk cId="2790357326" sldId="357"/>
            <ac:picMk id="3" creationId="{EF1B39F1-260A-11C6-C726-577334CC6DFC}"/>
          </ac:picMkLst>
        </pc:picChg>
        <pc:picChg chg="add mod">
          <ac:chgData name="Stephane Autreaux" userId="S::stephane.autreaux@supinfo.com::a738c3b6-005b-4b20-bc1a-c071833bb260" providerId="AD" clId="Web-{35E6573A-FB58-5837-16C5-C4C012A4421C}" dt="2023-12-26T21:48:20.574" v="1320" actId="1076"/>
          <ac:picMkLst>
            <pc:docMk/>
            <pc:sldMk cId="2790357326" sldId="357"/>
            <ac:picMk id="4" creationId="{BFBB116F-C308-BFB4-EF91-8E8BA767CAD4}"/>
          </ac:picMkLst>
        </pc:picChg>
      </pc:sldChg>
    </pc:docChg>
  </pc:docChgLst>
  <pc:docChgLst>
    <pc:chgData name="Stephane Autreaux" userId="S::stephane.autreaux@supinfo.com::a738c3b6-005b-4b20-bc1a-c071833bb260" providerId="AD" clId="Web-{8A5C7624-E7E3-5E96-ED94-2F1899749B7D}"/>
    <pc:docChg chg="addSld delSld modSld">
      <pc:chgData name="Stephane Autreaux" userId="S::stephane.autreaux@supinfo.com::a738c3b6-005b-4b20-bc1a-c071833bb260" providerId="AD" clId="Web-{8A5C7624-E7E3-5E96-ED94-2F1899749B7D}" dt="2023-11-14T16:14:37.414" v="663" actId="20577"/>
      <pc:docMkLst>
        <pc:docMk/>
      </pc:docMkLst>
      <pc:sldChg chg="modSp">
        <pc:chgData name="Stephane Autreaux" userId="S::stephane.autreaux@supinfo.com::a738c3b6-005b-4b20-bc1a-c071833bb260" providerId="AD" clId="Web-{8A5C7624-E7E3-5E96-ED94-2F1899749B7D}" dt="2023-11-13T14:50:13.080" v="58" actId="20577"/>
        <pc:sldMkLst>
          <pc:docMk/>
          <pc:sldMk cId="439050672" sldId="306"/>
        </pc:sldMkLst>
        <pc:spChg chg="mod">
          <ac:chgData name="Stephane Autreaux" userId="S::stephane.autreaux@supinfo.com::a738c3b6-005b-4b20-bc1a-c071833bb260" providerId="AD" clId="Web-{8A5C7624-E7E3-5E96-ED94-2F1899749B7D}" dt="2023-11-13T14:50:13.080" v="58" actId="20577"/>
          <ac:spMkLst>
            <pc:docMk/>
            <pc:sldMk cId="439050672" sldId="306"/>
            <ac:spMk id="831" creationId="{00000000-0000-0000-0000-000000000000}"/>
          </ac:spMkLst>
        </pc:spChg>
      </pc:sldChg>
      <pc:sldChg chg="modSp">
        <pc:chgData name="Stephane Autreaux" userId="S::stephane.autreaux@supinfo.com::a738c3b6-005b-4b20-bc1a-c071833bb260" providerId="AD" clId="Web-{8A5C7624-E7E3-5E96-ED94-2F1899749B7D}" dt="2023-11-13T14:50:23.424" v="60" actId="20577"/>
        <pc:sldMkLst>
          <pc:docMk/>
          <pc:sldMk cId="1582117534" sldId="308"/>
        </pc:sldMkLst>
        <pc:spChg chg="mod">
          <ac:chgData name="Stephane Autreaux" userId="S::stephane.autreaux@supinfo.com::a738c3b6-005b-4b20-bc1a-c071833bb260" providerId="AD" clId="Web-{8A5C7624-E7E3-5E96-ED94-2F1899749B7D}" dt="2023-11-13T14:50:23.424" v="60" actId="20577"/>
          <ac:spMkLst>
            <pc:docMk/>
            <pc:sldMk cId="1582117534" sldId="308"/>
            <ac:spMk id="831" creationId="{00000000-0000-0000-0000-000000000000}"/>
          </ac:spMkLst>
        </pc:spChg>
      </pc:sldChg>
      <pc:sldChg chg="modSp">
        <pc:chgData name="Stephane Autreaux" userId="S::stephane.autreaux@supinfo.com::a738c3b6-005b-4b20-bc1a-c071833bb260" providerId="AD" clId="Web-{8A5C7624-E7E3-5E96-ED94-2F1899749B7D}" dt="2023-11-13T14:50:28.956" v="63" actId="20577"/>
        <pc:sldMkLst>
          <pc:docMk/>
          <pc:sldMk cId="2753811837" sldId="310"/>
        </pc:sldMkLst>
        <pc:spChg chg="mod">
          <ac:chgData name="Stephane Autreaux" userId="S::stephane.autreaux@supinfo.com::a738c3b6-005b-4b20-bc1a-c071833bb260" providerId="AD" clId="Web-{8A5C7624-E7E3-5E96-ED94-2F1899749B7D}" dt="2023-11-13T14:50:28.956" v="63" actId="20577"/>
          <ac:spMkLst>
            <pc:docMk/>
            <pc:sldMk cId="2753811837" sldId="310"/>
            <ac:spMk id="831" creationId="{00000000-0000-0000-0000-000000000000}"/>
          </ac:spMkLst>
        </pc:spChg>
      </pc:sldChg>
      <pc:sldChg chg="addSp delSp modSp">
        <pc:chgData name="Stephane Autreaux" userId="S::stephane.autreaux@supinfo.com::a738c3b6-005b-4b20-bc1a-c071833bb260" providerId="AD" clId="Web-{8A5C7624-E7E3-5E96-ED94-2F1899749B7D}" dt="2023-11-13T14:50:44.206" v="69" actId="20577"/>
        <pc:sldMkLst>
          <pc:docMk/>
          <pc:sldMk cId="1547696087" sldId="311"/>
        </pc:sldMkLst>
        <pc:spChg chg="add del mod">
          <ac:chgData name="Stephane Autreaux" userId="S::stephane.autreaux@supinfo.com::a738c3b6-005b-4b20-bc1a-c071833bb260" providerId="AD" clId="Web-{8A5C7624-E7E3-5E96-ED94-2F1899749B7D}" dt="2023-11-13T14:50:37.909" v="66"/>
          <ac:spMkLst>
            <pc:docMk/>
            <pc:sldMk cId="1547696087" sldId="311"/>
            <ac:spMk id="2" creationId="{2C8521D0-5DD1-AD99-0C71-6EF12E65570E}"/>
          </ac:spMkLst>
        </pc:spChg>
        <pc:spChg chg="mod">
          <ac:chgData name="Stephane Autreaux" userId="S::stephane.autreaux@supinfo.com::a738c3b6-005b-4b20-bc1a-c071833bb260" providerId="AD" clId="Web-{8A5C7624-E7E3-5E96-ED94-2F1899749B7D}" dt="2023-11-13T14:50:44.206" v="69" actId="20577"/>
          <ac:spMkLst>
            <pc:docMk/>
            <pc:sldMk cId="1547696087" sldId="311"/>
            <ac:spMk id="831" creationId="{00000000-0000-0000-0000-000000000000}"/>
          </ac:spMkLst>
        </pc:spChg>
      </pc:sldChg>
      <pc:sldChg chg="modSp">
        <pc:chgData name="Stephane Autreaux" userId="S::stephane.autreaux@supinfo.com::a738c3b6-005b-4b20-bc1a-c071833bb260" providerId="AD" clId="Web-{8A5C7624-E7E3-5E96-ED94-2F1899749B7D}" dt="2023-11-13T14:51:01.847" v="77" actId="20577"/>
        <pc:sldMkLst>
          <pc:docMk/>
          <pc:sldMk cId="2264295722" sldId="312"/>
        </pc:sldMkLst>
        <pc:spChg chg="mod">
          <ac:chgData name="Stephane Autreaux" userId="S::stephane.autreaux@supinfo.com::a738c3b6-005b-4b20-bc1a-c071833bb260" providerId="AD" clId="Web-{8A5C7624-E7E3-5E96-ED94-2F1899749B7D}" dt="2023-11-13T14:51:01.847" v="77" actId="20577"/>
          <ac:spMkLst>
            <pc:docMk/>
            <pc:sldMk cId="2264295722" sldId="312"/>
            <ac:spMk id="831" creationId="{00000000-0000-0000-0000-000000000000}"/>
          </ac:spMkLst>
        </pc:spChg>
      </pc:sldChg>
      <pc:sldChg chg="modSp">
        <pc:chgData name="Stephane Autreaux" userId="S::stephane.autreaux@supinfo.com::a738c3b6-005b-4b20-bc1a-c071833bb260" providerId="AD" clId="Web-{8A5C7624-E7E3-5E96-ED94-2F1899749B7D}" dt="2023-11-13T14:52:36.473" v="117" actId="20577"/>
        <pc:sldMkLst>
          <pc:docMk/>
          <pc:sldMk cId="2645839868" sldId="314"/>
        </pc:sldMkLst>
        <pc:spChg chg="mod">
          <ac:chgData name="Stephane Autreaux" userId="S::stephane.autreaux@supinfo.com::a738c3b6-005b-4b20-bc1a-c071833bb260" providerId="AD" clId="Web-{8A5C7624-E7E3-5E96-ED94-2F1899749B7D}" dt="2023-11-13T14:51:57.957" v="102" actId="20577"/>
          <ac:spMkLst>
            <pc:docMk/>
            <pc:sldMk cId="2645839868" sldId="314"/>
            <ac:spMk id="831" creationId="{00000000-0000-0000-0000-000000000000}"/>
          </ac:spMkLst>
        </pc:spChg>
        <pc:spChg chg="mod">
          <ac:chgData name="Stephane Autreaux" userId="S::stephane.autreaux@supinfo.com::a738c3b6-005b-4b20-bc1a-c071833bb260" providerId="AD" clId="Web-{8A5C7624-E7E3-5E96-ED94-2F1899749B7D}" dt="2023-11-13T14:52:36.473" v="117" actId="20577"/>
          <ac:spMkLst>
            <pc:docMk/>
            <pc:sldMk cId="2645839868" sldId="314"/>
            <ac:spMk id="832" creationId="{00000000-0000-0000-0000-000000000000}"/>
          </ac:spMkLst>
        </pc:spChg>
      </pc:sldChg>
      <pc:sldChg chg="modSp del">
        <pc:chgData name="Stephane Autreaux" userId="S::stephane.autreaux@supinfo.com::a738c3b6-005b-4b20-bc1a-c071833bb260" providerId="AD" clId="Web-{8A5C7624-E7E3-5E96-ED94-2F1899749B7D}" dt="2023-11-13T14:55:06.382" v="162"/>
        <pc:sldMkLst>
          <pc:docMk/>
          <pc:sldMk cId="185792764" sldId="315"/>
        </pc:sldMkLst>
        <pc:spChg chg="mod">
          <ac:chgData name="Stephane Autreaux" userId="S::stephane.autreaux@supinfo.com::a738c3b6-005b-4b20-bc1a-c071833bb260" providerId="AD" clId="Web-{8A5C7624-E7E3-5E96-ED94-2F1899749B7D}" dt="2023-11-13T14:54:04.881" v="152" actId="20577"/>
          <ac:spMkLst>
            <pc:docMk/>
            <pc:sldMk cId="185792764" sldId="315"/>
            <ac:spMk id="832" creationId="{00000000-0000-0000-0000-000000000000}"/>
          </ac:spMkLst>
        </pc:spChg>
      </pc:sldChg>
      <pc:sldChg chg="modSp">
        <pc:chgData name="Stephane Autreaux" userId="S::stephane.autreaux@supinfo.com::a738c3b6-005b-4b20-bc1a-c071833bb260" providerId="AD" clId="Web-{8A5C7624-E7E3-5E96-ED94-2F1899749B7D}" dt="2023-11-14T14:12:27.549" v="291" actId="20577"/>
        <pc:sldMkLst>
          <pc:docMk/>
          <pc:sldMk cId="3956549528" sldId="317"/>
        </pc:sldMkLst>
        <pc:spChg chg="mod">
          <ac:chgData name="Stephane Autreaux" userId="S::stephane.autreaux@supinfo.com::a738c3b6-005b-4b20-bc1a-c071833bb260" providerId="AD" clId="Web-{8A5C7624-E7E3-5E96-ED94-2F1899749B7D}" dt="2023-11-14T14:12:27.549" v="291" actId="20577"/>
          <ac:spMkLst>
            <pc:docMk/>
            <pc:sldMk cId="3956549528" sldId="317"/>
            <ac:spMk id="832" creationId="{00000000-0000-0000-0000-000000000000}"/>
          </ac:spMkLst>
        </pc:spChg>
      </pc:sldChg>
      <pc:sldChg chg="modSp">
        <pc:chgData name="Stephane Autreaux" userId="S::stephane.autreaux@supinfo.com::a738c3b6-005b-4b20-bc1a-c071833bb260" providerId="AD" clId="Web-{8A5C7624-E7E3-5E96-ED94-2F1899749B7D}" dt="2023-11-14T14:20:22.918" v="335" actId="20577"/>
        <pc:sldMkLst>
          <pc:docMk/>
          <pc:sldMk cId="1418314851" sldId="320"/>
        </pc:sldMkLst>
        <pc:spChg chg="mod">
          <ac:chgData name="Stephane Autreaux" userId="S::stephane.autreaux@supinfo.com::a738c3b6-005b-4b20-bc1a-c071833bb260" providerId="AD" clId="Web-{8A5C7624-E7E3-5E96-ED94-2F1899749B7D}" dt="2023-11-14T14:20:22.918" v="335" actId="20577"/>
          <ac:spMkLst>
            <pc:docMk/>
            <pc:sldMk cId="1418314851" sldId="320"/>
            <ac:spMk id="832" creationId="{00000000-0000-0000-0000-000000000000}"/>
          </ac:spMkLst>
        </pc:spChg>
      </pc:sldChg>
      <pc:sldChg chg="modSp">
        <pc:chgData name="Stephane Autreaux" userId="S::stephane.autreaux@supinfo.com::a738c3b6-005b-4b20-bc1a-c071833bb260" providerId="AD" clId="Web-{8A5C7624-E7E3-5E96-ED94-2F1899749B7D}" dt="2023-11-14T14:16:17.710" v="322" actId="20577"/>
        <pc:sldMkLst>
          <pc:docMk/>
          <pc:sldMk cId="3707048481" sldId="322"/>
        </pc:sldMkLst>
        <pc:spChg chg="mod">
          <ac:chgData name="Stephane Autreaux" userId="S::stephane.autreaux@supinfo.com::a738c3b6-005b-4b20-bc1a-c071833bb260" providerId="AD" clId="Web-{8A5C7624-E7E3-5E96-ED94-2F1899749B7D}" dt="2023-11-14T14:16:17.710" v="322" actId="20577"/>
          <ac:spMkLst>
            <pc:docMk/>
            <pc:sldMk cId="3707048481" sldId="322"/>
            <ac:spMk id="832" creationId="{00000000-0000-0000-0000-000000000000}"/>
          </ac:spMkLst>
        </pc:spChg>
      </pc:sldChg>
      <pc:sldChg chg="modSp">
        <pc:chgData name="Stephane Autreaux" userId="S::stephane.autreaux@supinfo.com::a738c3b6-005b-4b20-bc1a-c071833bb260" providerId="AD" clId="Web-{8A5C7624-E7E3-5E96-ED94-2F1899749B7D}" dt="2023-11-13T14:51:40.941" v="92" actId="20577"/>
        <pc:sldMkLst>
          <pc:docMk/>
          <pc:sldMk cId="2151054859" sldId="324"/>
        </pc:sldMkLst>
        <pc:spChg chg="mod">
          <ac:chgData name="Stephane Autreaux" userId="S::stephane.autreaux@supinfo.com::a738c3b6-005b-4b20-bc1a-c071833bb260" providerId="AD" clId="Web-{8A5C7624-E7E3-5E96-ED94-2F1899749B7D}" dt="2023-11-13T14:51:40.941" v="92" actId="20577"/>
          <ac:spMkLst>
            <pc:docMk/>
            <pc:sldMk cId="2151054859" sldId="324"/>
            <ac:spMk id="831" creationId="{00000000-0000-0000-0000-000000000000}"/>
          </ac:spMkLst>
        </pc:spChg>
      </pc:sldChg>
      <pc:sldChg chg="modSp">
        <pc:chgData name="Stephane Autreaux" userId="S::stephane.autreaux@supinfo.com::a738c3b6-005b-4b20-bc1a-c071833bb260" providerId="AD" clId="Web-{8A5C7624-E7E3-5E96-ED94-2F1899749B7D}" dt="2023-11-13T14:51:08.160" v="79" actId="20577"/>
        <pc:sldMkLst>
          <pc:docMk/>
          <pc:sldMk cId="230225785" sldId="325"/>
        </pc:sldMkLst>
        <pc:spChg chg="mod">
          <ac:chgData name="Stephane Autreaux" userId="S::stephane.autreaux@supinfo.com::a738c3b6-005b-4b20-bc1a-c071833bb260" providerId="AD" clId="Web-{8A5C7624-E7E3-5E96-ED94-2F1899749B7D}" dt="2023-11-13T14:51:08.160" v="79" actId="20577"/>
          <ac:spMkLst>
            <pc:docMk/>
            <pc:sldMk cId="230225785" sldId="325"/>
            <ac:spMk id="831" creationId="{00000000-0000-0000-0000-000000000000}"/>
          </ac:spMkLst>
        </pc:spChg>
      </pc:sldChg>
      <pc:sldChg chg="modSp">
        <pc:chgData name="Stephane Autreaux" userId="S::stephane.autreaux@supinfo.com::a738c3b6-005b-4b20-bc1a-c071833bb260" providerId="AD" clId="Web-{8A5C7624-E7E3-5E96-ED94-2F1899749B7D}" dt="2023-11-13T14:51:32.582" v="88" actId="20577"/>
        <pc:sldMkLst>
          <pc:docMk/>
          <pc:sldMk cId="3365086822" sldId="326"/>
        </pc:sldMkLst>
        <pc:spChg chg="mod">
          <ac:chgData name="Stephane Autreaux" userId="S::stephane.autreaux@supinfo.com::a738c3b6-005b-4b20-bc1a-c071833bb260" providerId="AD" clId="Web-{8A5C7624-E7E3-5E96-ED94-2F1899749B7D}" dt="2023-11-13T14:51:32.582" v="88" actId="20577"/>
          <ac:spMkLst>
            <pc:docMk/>
            <pc:sldMk cId="3365086822" sldId="326"/>
            <ac:spMk id="831" creationId="{00000000-0000-0000-0000-000000000000}"/>
          </ac:spMkLst>
        </pc:spChg>
      </pc:sldChg>
      <pc:sldChg chg="modSp">
        <pc:chgData name="Stephane Autreaux" userId="S::stephane.autreaux@supinfo.com::a738c3b6-005b-4b20-bc1a-c071833bb260" providerId="AD" clId="Web-{8A5C7624-E7E3-5E96-ED94-2F1899749B7D}" dt="2023-11-13T14:51:45.816" v="95" actId="20577"/>
        <pc:sldMkLst>
          <pc:docMk/>
          <pc:sldMk cId="1236819667" sldId="327"/>
        </pc:sldMkLst>
        <pc:spChg chg="mod">
          <ac:chgData name="Stephane Autreaux" userId="S::stephane.autreaux@supinfo.com::a738c3b6-005b-4b20-bc1a-c071833bb260" providerId="AD" clId="Web-{8A5C7624-E7E3-5E96-ED94-2F1899749B7D}" dt="2023-11-13T14:51:45.816" v="95" actId="20577"/>
          <ac:spMkLst>
            <pc:docMk/>
            <pc:sldMk cId="1236819667" sldId="327"/>
            <ac:spMk id="831" creationId="{00000000-0000-0000-0000-000000000000}"/>
          </ac:spMkLst>
        </pc:spChg>
      </pc:sldChg>
      <pc:sldChg chg="modSp">
        <pc:chgData name="Stephane Autreaux" userId="S::stephane.autreaux@supinfo.com::a738c3b6-005b-4b20-bc1a-c071833bb260" providerId="AD" clId="Web-{8A5C7624-E7E3-5E96-ED94-2F1899749B7D}" dt="2023-11-13T14:50:55.362" v="73" actId="20577"/>
        <pc:sldMkLst>
          <pc:docMk/>
          <pc:sldMk cId="3251814436" sldId="332"/>
        </pc:sldMkLst>
        <pc:spChg chg="mod">
          <ac:chgData name="Stephane Autreaux" userId="S::stephane.autreaux@supinfo.com::a738c3b6-005b-4b20-bc1a-c071833bb260" providerId="AD" clId="Web-{8A5C7624-E7E3-5E96-ED94-2F1899749B7D}" dt="2023-11-13T14:50:55.362" v="73" actId="20577"/>
          <ac:spMkLst>
            <pc:docMk/>
            <pc:sldMk cId="3251814436" sldId="332"/>
            <ac:spMk id="831" creationId="{00000000-0000-0000-0000-000000000000}"/>
          </ac:spMkLst>
        </pc:spChg>
      </pc:sldChg>
      <pc:sldChg chg="modSp add replId">
        <pc:chgData name="Stephane Autreaux" userId="S::stephane.autreaux@supinfo.com::a738c3b6-005b-4b20-bc1a-c071833bb260" providerId="AD" clId="Web-{8A5C7624-E7E3-5E96-ED94-2F1899749B7D}" dt="2023-11-13T14:52:57.958" v="138" actId="20577"/>
        <pc:sldMkLst>
          <pc:docMk/>
          <pc:sldMk cId="2490687160" sldId="333"/>
        </pc:sldMkLst>
        <pc:spChg chg="mod">
          <ac:chgData name="Stephane Autreaux" userId="S::stephane.autreaux@supinfo.com::a738c3b6-005b-4b20-bc1a-c071833bb260" providerId="AD" clId="Web-{8A5C7624-E7E3-5E96-ED94-2F1899749B7D}" dt="2023-11-13T14:52:57.958" v="138" actId="20577"/>
          <ac:spMkLst>
            <pc:docMk/>
            <pc:sldMk cId="2490687160" sldId="333"/>
            <ac:spMk id="832" creationId="{00000000-0000-0000-0000-000000000000}"/>
          </ac:spMkLst>
        </pc:spChg>
      </pc:sldChg>
      <pc:sldChg chg="add replId">
        <pc:chgData name="Stephane Autreaux" userId="S::stephane.autreaux@supinfo.com::a738c3b6-005b-4b20-bc1a-c071833bb260" providerId="AD" clId="Web-{8A5C7624-E7E3-5E96-ED94-2F1899749B7D}" dt="2023-11-13T14:53:28.990" v="139"/>
        <pc:sldMkLst>
          <pc:docMk/>
          <pc:sldMk cId="1181998621" sldId="334"/>
        </pc:sldMkLst>
      </pc:sldChg>
      <pc:sldChg chg="add del replId">
        <pc:chgData name="Stephane Autreaux" userId="S::stephane.autreaux@supinfo.com::a738c3b6-005b-4b20-bc1a-c071833bb260" providerId="AD" clId="Web-{8A5C7624-E7E3-5E96-ED94-2F1899749B7D}" dt="2023-11-13T14:54:29.100" v="154"/>
        <pc:sldMkLst>
          <pc:docMk/>
          <pc:sldMk cId="1791021290" sldId="335"/>
        </pc:sldMkLst>
      </pc:sldChg>
      <pc:sldChg chg="modSp add replId">
        <pc:chgData name="Stephane Autreaux" userId="S::stephane.autreaux@supinfo.com::a738c3b6-005b-4b20-bc1a-c071833bb260" providerId="AD" clId="Web-{8A5C7624-E7E3-5E96-ED94-2F1899749B7D}" dt="2023-11-13T14:55:42.851" v="190" actId="20577"/>
        <pc:sldMkLst>
          <pc:docMk/>
          <pc:sldMk cId="3133718037" sldId="335"/>
        </pc:sldMkLst>
        <pc:spChg chg="mod">
          <ac:chgData name="Stephane Autreaux" userId="S::stephane.autreaux@supinfo.com::a738c3b6-005b-4b20-bc1a-c071833bb260" providerId="AD" clId="Web-{8A5C7624-E7E3-5E96-ED94-2F1899749B7D}" dt="2023-11-13T14:55:19.976" v="169" actId="20577"/>
          <ac:spMkLst>
            <pc:docMk/>
            <pc:sldMk cId="3133718037" sldId="335"/>
            <ac:spMk id="99" creationId="{00000000-0000-0000-0000-000000000000}"/>
          </ac:spMkLst>
        </pc:spChg>
        <pc:spChg chg="mod">
          <ac:chgData name="Stephane Autreaux" userId="S::stephane.autreaux@supinfo.com::a738c3b6-005b-4b20-bc1a-c071833bb260" providerId="AD" clId="Web-{8A5C7624-E7E3-5E96-ED94-2F1899749B7D}" dt="2023-11-13T14:55:42.851" v="190" actId="20577"/>
          <ac:spMkLst>
            <pc:docMk/>
            <pc:sldMk cId="3133718037" sldId="335"/>
            <ac:spMk id="100" creationId="{00000000-0000-0000-0000-000000000000}"/>
          </ac:spMkLst>
        </pc:spChg>
      </pc:sldChg>
      <pc:sldChg chg="modSp add replId">
        <pc:chgData name="Stephane Autreaux" userId="S::stephane.autreaux@supinfo.com::a738c3b6-005b-4b20-bc1a-c071833bb260" providerId="AD" clId="Web-{8A5C7624-E7E3-5E96-ED94-2F1899749B7D}" dt="2023-11-14T14:40:39.584" v="447" actId="20577"/>
        <pc:sldMkLst>
          <pc:docMk/>
          <pc:sldMk cId="4239729188" sldId="336"/>
        </pc:sldMkLst>
        <pc:spChg chg="mod">
          <ac:chgData name="Stephane Autreaux" userId="S::stephane.autreaux@supinfo.com::a738c3b6-005b-4b20-bc1a-c071833bb260" providerId="AD" clId="Web-{8A5C7624-E7E3-5E96-ED94-2F1899749B7D}" dt="2023-11-14T14:20:50.294" v="344" actId="20577"/>
          <ac:spMkLst>
            <pc:docMk/>
            <pc:sldMk cId="4239729188" sldId="336"/>
            <ac:spMk id="831" creationId="{00000000-0000-0000-0000-000000000000}"/>
          </ac:spMkLst>
        </pc:spChg>
        <pc:spChg chg="mod">
          <ac:chgData name="Stephane Autreaux" userId="S::stephane.autreaux@supinfo.com::a738c3b6-005b-4b20-bc1a-c071833bb260" providerId="AD" clId="Web-{8A5C7624-E7E3-5E96-ED94-2F1899749B7D}" dt="2023-11-14T14:40:39.584" v="447" actId="20577"/>
          <ac:spMkLst>
            <pc:docMk/>
            <pc:sldMk cId="4239729188" sldId="336"/>
            <ac:spMk id="832" creationId="{00000000-0000-0000-0000-000000000000}"/>
          </ac:spMkLst>
        </pc:spChg>
        <pc:picChg chg="mod">
          <ac:chgData name="Stephane Autreaux" userId="S::stephane.autreaux@supinfo.com::a738c3b6-005b-4b20-bc1a-c071833bb260" providerId="AD" clId="Web-{8A5C7624-E7E3-5E96-ED94-2F1899749B7D}" dt="2023-11-14T14:20:56.497" v="345" actId="1076"/>
          <ac:picMkLst>
            <pc:docMk/>
            <pc:sldMk cId="4239729188" sldId="336"/>
            <ac:picMk id="2" creationId="{442FEA20-BB61-1BB2-8E27-2876EFD0E4D2}"/>
          </ac:picMkLst>
        </pc:picChg>
      </pc:sldChg>
      <pc:sldChg chg="modSp add replId">
        <pc:chgData name="Stephane Autreaux" userId="S::stephane.autreaux@supinfo.com::a738c3b6-005b-4b20-bc1a-c071833bb260" providerId="AD" clId="Web-{8A5C7624-E7E3-5E96-ED94-2F1899749B7D}" dt="2023-11-14T14:41:22.788" v="488" actId="20577"/>
        <pc:sldMkLst>
          <pc:docMk/>
          <pc:sldMk cId="1355867505" sldId="337"/>
        </pc:sldMkLst>
        <pc:spChg chg="mod">
          <ac:chgData name="Stephane Autreaux" userId="S::stephane.autreaux@supinfo.com::a738c3b6-005b-4b20-bc1a-c071833bb260" providerId="AD" clId="Web-{8A5C7624-E7E3-5E96-ED94-2F1899749B7D}" dt="2023-11-14T14:40:56.522" v="453" actId="20577"/>
          <ac:spMkLst>
            <pc:docMk/>
            <pc:sldMk cId="1355867505" sldId="337"/>
            <ac:spMk id="197" creationId="{00000000-0000-0000-0000-000000000000}"/>
          </ac:spMkLst>
        </pc:spChg>
        <pc:spChg chg="mod">
          <ac:chgData name="Stephane Autreaux" userId="S::stephane.autreaux@supinfo.com::a738c3b6-005b-4b20-bc1a-c071833bb260" providerId="AD" clId="Web-{8A5C7624-E7E3-5E96-ED94-2F1899749B7D}" dt="2023-11-14T14:41:22.788" v="488" actId="20577"/>
          <ac:spMkLst>
            <pc:docMk/>
            <pc:sldMk cId="1355867505" sldId="337"/>
            <ac:spMk id="198" creationId="{00000000-0000-0000-0000-000000000000}"/>
          </ac:spMkLst>
        </pc:spChg>
      </pc:sldChg>
      <pc:sldChg chg="add del replId">
        <pc:chgData name="Stephane Autreaux" userId="S::stephane.autreaux@supinfo.com::a738c3b6-005b-4b20-bc1a-c071833bb260" providerId="AD" clId="Web-{8A5C7624-E7E3-5E96-ED94-2F1899749B7D}" dt="2023-11-14T16:11:53.064" v="490"/>
        <pc:sldMkLst>
          <pc:docMk/>
          <pc:sldMk cId="187874891" sldId="338"/>
        </pc:sldMkLst>
      </pc:sldChg>
      <pc:sldChg chg="modSp add replId">
        <pc:chgData name="Stephane Autreaux" userId="S::stephane.autreaux@supinfo.com::a738c3b6-005b-4b20-bc1a-c071833bb260" providerId="AD" clId="Web-{8A5C7624-E7E3-5E96-ED94-2F1899749B7D}" dt="2023-11-14T16:13:07.488" v="599" actId="20577"/>
        <pc:sldMkLst>
          <pc:docMk/>
          <pc:sldMk cId="545834206" sldId="338"/>
        </pc:sldMkLst>
        <pc:spChg chg="mod">
          <ac:chgData name="Stephane Autreaux" userId="S::stephane.autreaux@supinfo.com::a738c3b6-005b-4b20-bc1a-c071833bb260" providerId="AD" clId="Web-{8A5C7624-E7E3-5E96-ED94-2F1899749B7D}" dt="2023-11-14T16:12:08.642" v="510" actId="20577"/>
          <ac:spMkLst>
            <pc:docMk/>
            <pc:sldMk cId="545834206" sldId="338"/>
            <ac:spMk id="145" creationId="{00000000-0000-0000-0000-000000000000}"/>
          </ac:spMkLst>
        </pc:spChg>
        <pc:spChg chg="mod">
          <ac:chgData name="Stephane Autreaux" userId="S::stephane.autreaux@supinfo.com::a738c3b6-005b-4b20-bc1a-c071833bb260" providerId="AD" clId="Web-{8A5C7624-E7E3-5E96-ED94-2F1899749B7D}" dt="2023-11-14T16:13:07.488" v="599" actId="20577"/>
          <ac:spMkLst>
            <pc:docMk/>
            <pc:sldMk cId="545834206" sldId="338"/>
            <ac:spMk id="146" creationId="{00000000-0000-0000-0000-000000000000}"/>
          </ac:spMkLst>
        </pc:spChg>
      </pc:sldChg>
      <pc:sldChg chg="modSp add replId">
        <pc:chgData name="Stephane Autreaux" userId="S::stephane.autreaux@supinfo.com::a738c3b6-005b-4b20-bc1a-c071833bb260" providerId="AD" clId="Web-{8A5C7624-E7E3-5E96-ED94-2F1899749B7D}" dt="2023-11-14T16:14:37.414" v="663" actId="20577"/>
        <pc:sldMkLst>
          <pc:docMk/>
          <pc:sldMk cId="2160682098" sldId="339"/>
        </pc:sldMkLst>
        <pc:spChg chg="mod">
          <ac:chgData name="Stephane Autreaux" userId="S::stephane.autreaux@supinfo.com::a738c3b6-005b-4b20-bc1a-c071833bb260" providerId="AD" clId="Web-{8A5C7624-E7E3-5E96-ED94-2F1899749B7D}" dt="2023-11-14T16:14:37.414" v="663" actId="20577"/>
          <ac:spMkLst>
            <pc:docMk/>
            <pc:sldMk cId="2160682098" sldId="339"/>
            <ac:spMk id="146" creationId="{00000000-0000-0000-0000-000000000000}"/>
          </ac:spMkLst>
        </pc:spChg>
      </pc:sldChg>
    </pc:docChg>
  </pc:docChgLst>
  <pc:docChgLst>
    <pc:chgData name="Stephane Autreaux" userId="S::stephane.autreaux@supinfo.com::a738c3b6-005b-4b20-bc1a-c071833bb260" providerId="AD" clId="Web-{00DF45EF-D62D-29B6-8645-F7B2FD22F1C1}"/>
    <pc:docChg chg="addSld delSld modSld">
      <pc:chgData name="Stephane Autreaux" userId="S::stephane.autreaux@supinfo.com::a738c3b6-005b-4b20-bc1a-c071833bb260" providerId="AD" clId="Web-{00DF45EF-D62D-29B6-8645-F7B2FD22F1C1}" dt="2023-11-06T16:45:13.381" v="236" actId="20577"/>
      <pc:docMkLst>
        <pc:docMk/>
      </pc:docMkLst>
      <pc:sldChg chg="modSp">
        <pc:chgData name="Stephane Autreaux" userId="S::stephane.autreaux@supinfo.com::a738c3b6-005b-4b20-bc1a-c071833bb260" providerId="AD" clId="Web-{00DF45EF-D62D-29B6-8645-F7B2FD22F1C1}" dt="2023-11-06T16:40:06.122" v="17" actId="1076"/>
        <pc:sldMkLst>
          <pc:docMk/>
          <pc:sldMk cId="683683885" sldId="305"/>
        </pc:sldMkLst>
        <pc:spChg chg="mod">
          <ac:chgData name="Stephane Autreaux" userId="S::stephane.autreaux@supinfo.com::a738c3b6-005b-4b20-bc1a-c071833bb260" providerId="AD" clId="Web-{00DF45EF-D62D-29B6-8645-F7B2FD22F1C1}" dt="2023-11-06T16:40:01.622" v="16" actId="1076"/>
          <ac:spMkLst>
            <pc:docMk/>
            <pc:sldMk cId="683683885" sldId="305"/>
            <ac:spMk id="831" creationId="{00000000-0000-0000-0000-000000000000}"/>
          </ac:spMkLst>
        </pc:spChg>
        <pc:spChg chg="mod">
          <ac:chgData name="Stephane Autreaux" userId="S::stephane.autreaux@supinfo.com::a738c3b6-005b-4b20-bc1a-c071833bb260" providerId="AD" clId="Web-{00DF45EF-D62D-29B6-8645-F7B2FD22F1C1}" dt="2023-11-06T16:40:06.122" v="17" actId="1076"/>
          <ac:spMkLst>
            <pc:docMk/>
            <pc:sldMk cId="683683885" sldId="305"/>
            <ac:spMk id="832" creationId="{00000000-0000-0000-0000-000000000000}"/>
          </ac:spMkLst>
        </pc:spChg>
      </pc:sldChg>
      <pc:sldChg chg="modSp">
        <pc:chgData name="Stephane Autreaux" userId="S::stephane.autreaux@supinfo.com::a738c3b6-005b-4b20-bc1a-c071833bb260" providerId="AD" clId="Web-{00DF45EF-D62D-29B6-8645-F7B2FD22F1C1}" dt="2023-11-06T16:40:23.732" v="30" actId="20577"/>
        <pc:sldMkLst>
          <pc:docMk/>
          <pc:sldMk cId="2390615051" sldId="307"/>
        </pc:sldMkLst>
        <pc:spChg chg="mod">
          <ac:chgData name="Stephane Autreaux" userId="S::stephane.autreaux@supinfo.com::a738c3b6-005b-4b20-bc1a-c071833bb260" providerId="AD" clId="Web-{00DF45EF-D62D-29B6-8645-F7B2FD22F1C1}" dt="2023-11-06T16:40:23.732" v="30" actId="20577"/>
          <ac:spMkLst>
            <pc:docMk/>
            <pc:sldMk cId="2390615051" sldId="307"/>
            <ac:spMk id="832" creationId="{00000000-0000-0000-0000-000000000000}"/>
          </ac:spMkLst>
        </pc:spChg>
      </pc:sldChg>
      <pc:sldChg chg="del">
        <pc:chgData name="Stephane Autreaux" userId="S::stephane.autreaux@supinfo.com::a738c3b6-005b-4b20-bc1a-c071833bb260" providerId="AD" clId="Web-{00DF45EF-D62D-29B6-8645-F7B2FD22F1C1}" dt="2023-11-06T16:38:52.901" v="0"/>
        <pc:sldMkLst>
          <pc:docMk/>
          <pc:sldMk cId="2473594704" sldId="309"/>
        </pc:sldMkLst>
      </pc:sldChg>
      <pc:sldChg chg="modSp">
        <pc:chgData name="Stephane Autreaux" userId="S::stephane.autreaux@supinfo.com::a738c3b6-005b-4b20-bc1a-c071833bb260" providerId="AD" clId="Web-{00DF45EF-D62D-29B6-8645-F7B2FD22F1C1}" dt="2023-11-06T16:42:35.001" v="107" actId="20577"/>
        <pc:sldMkLst>
          <pc:docMk/>
          <pc:sldMk cId="1547696087" sldId="311"/>
        </pc:sldMkLst>
        <pc:spChg chg="mod">
          <ac:chgData name="Stephane Autreaux" userId="S::stephane.autreaux@supinfo.com::a738c3b6-005b-4b20-bc1a-c071833bb260" providerId="AD" clId="Web-{00DF45EF-D62D-29B6-8645-F7B2FD22F1C1}" dt="2023-11-06T16:42:35.001" v="107" actId="20577"/>
          <ac:spMkLst>
            <pc:docMk/>
            <pc:sldMk cId="1547696087" sldId="311"/>
            <ac:spMk id="832" creationId="{00000000-0000-0000-0000-000000000000}"/>
          </ac:spMkLst>
        </pc:spChg>
      </pc:sldChg>
      <pc:sldChg chg="addSp delSp modSp add replId">
        <pc:chgData name="Stephane Autreaux" userId="S::stephane.autreaux@supinfo.com::a738c3b6-005b-4b20-bc1a-c071833bb260" providerId="AD" clId="Web-{00DF45EF-D62D-29B6-8645-F7B2FD22F1C1}" dt="2023-11-06T16:45:13.381" v="236" actId="20577"/>
        <pc:sldMkLst>
          <pc:docMk/>
          <pc:sldMk cId="1462557146" sldId="321"/>
        </pc:sldMkLst>
        <pc:spChg chg="mod">
          <ac:chgData name="Stephane Autreaux" userId="S::stephane.autreaux@supinfo.com::a738c3b6-005b-4b20-bc1a-c071833bb260" providerId="AD" clId="Web-{00DF45EF-D62D-29B6-8645-F7B2FD22F1C1}" dt="2023-11-06T16:45:13.381" v="236" actId="20577"/>
          <ac:spMkLst>
            <pc:docMk/>
            <pc:sldMk cId="1462557146" sldId="321"/>
            <ac:spMk id="197" creationId="{00000000-0000-0000-0000-000000000000}"/>
          </ac:spMkLst>
        </pc:spChg>
        <pc:spChg chg="mod">
          <ac:chgData name="Stephane Autreaux" userId="S::stephane.autreaux@supinfo.com::a738c3b6-005b-4b20-bc1a-c071833bb260" providerId="AD" clId="Web-{00DF45EF-D62D-29B6-8645-F7B2FD22F1C1}" dt="2023-11-06T16:44:33.130" v="222" actId="20577"/>
          <ac:spMkLst>
            <pc:docMk/>
            <pc:sldMk cId="1462557146" sldId="321"/>
            <ac:spMk id="198" creationId="{00000000-0000-0000-0000-000000000000}"/>
          </ac:spMkLst>
        </pc:spChg>
        <pc:graphicFrameChg chg="add del mod modGraphic">
          <ac:chgData name="Stephane Autreaux" userId="S::stephane.autreaux@supinfo.com::a738c3b6-005b-4b20-bc1a-c071833bb260" providerId="AD" clId="Web-{00DF45EF-D62D-29B6-8645-F7B2FD22F1C1}" dt="2023-11-06T16:45:01.974" v="232"/>
          <ac:graphicFrameMkLst>
            <pc:docMk/>
            <pc:sldMk cId="1462557146" sldId="321"/>
            <ac:graphicFrameMk id="2" creationId="{9D9E5DE9-C217-71C1-4F5D-4B3F87B1F16E}"/>
          </ac:graphicFrameMkLst>
        </pc:graphicFrameChg>
      </pc:sldChg>
    </pc:docChg>
  </pc:docChgLst>
  <pc:docChgLst>
    <pc:chgData name="Stephane Autreaux" userId="S::stephane.autreaux@supinfo.com::a738c3b6-005b-4b20-bc1a-c071833bb260" providerId="AD" clId="Web-{348B17E1-25FE-A9B3-20A6-45343C403BFF}"/>
    <pc:docChg chg="addSld delSld modSld sldOrd">
      <pc:chgData name="Stephane Autreaux" userId="S::stephane.autreaux@supinfo.com::a738c3b6-005b-4b20-bc1a-c071833bb260" providerId="AD" clId="Web-{348B17E1-25FE-A9B3-20A6-45343C403BFF}" dt="2023-11-09T12:08:06.940" v="255" actId="20577"/>
      <pc:docMkLst>
        <pc:docMk/>
      </pc:docMkLst>
      <pc:sldChg chg="del">
        <pc:chgData name="Stephane Autreaux" userId="S::stephane.autreaux@supinfo.com::a738c3b6-005b-4b20-bc1a-c071833bb260" providerId="AD" clId="Web-{348B17E1-25FE-A9B3-20A6-45343C403BFF}" dt="2023-11-09T08:05:29.708" v="0"/>
        <pc:sldMkLst>
          <pc:docMk/>
          <pc:sldMk cId="2191245293" sldId="282"/>
        </pc:sldMkLst>
      </pc:sldChg>
      <pc:sldChg chg="delSp modSp">
        <pc:chgData name="Stephane Autreaux" userId="S::stephane.autreaux@supinfo.com::a738c3b6-005b-4b20-bc1a-c071833bb260" providerId="AD" clId="Web-{348B17E1-25FE-A9B3-20A6-45343C403BFF}" dt="2023-11-09T11:50:28.766" v="121" actId="20577"/>
        <pc:sldMkLst>
          <pc:docMk/>
          <pc:sldMk cId="2264295722" sldId="312"/>
        </pc:sldMkLst>
        <pc:spChg chg="mod">
          <ac:chgData name="Stephane Autreaux" userId="S::stephane.autreaux@supinfo.com::a738c3b6-005b-4b20-bc1a-c071833bb260" providerId="AD" clId="Web-{348B17E1-25FE-A9B3-20A6-45343C403BFF}" dt="2023-11-09T11:50:28.766" v="121" actId="20577"/>
          <ac:spMkLst>
            <pc:docMk/>
            <pc:sldMk cId="2264295722" sldId="312"/>
            <ac:spMk id="832" creationId="{00000000-0000-0000-0000-000000000000}"/>
          </ac:spMkLst>
        </pc:spChg>
        <pc:picChg chg="del">
          <ac:chgData name="Stephane Autreaux" userId="S::stephane.autreaux@supinfo.com::a738c3b6-005b-4b20-bc1a-c071833bb260" providerId="AD" clId="Web-{348B17E1-25FE-A9B3-20A6-45343C403BFF}" dt="2023-11-09T11:50:26.485" v="116"/>
          <ac:picMkLst>
            <pc:docMk/>
            <pc:sldMk cId="2264295722" sldId="312"/>
            <ac:picMk id="2" creationId="{949EEAED-2DCE-FA5B-2935-695D1906FAE2}"/>
          </ac:picMkLst>
        </pc:picChg>
      </pc:sldChg>
      <pc:sldChg chg="addSp modSp ord modNotes">
        <pc:chgData name="Stephane Autreaux" userId="S::stephane.autreaux@supinfo.com::a738c3b6-005b-4b20-bc1a-c071833bb260" providerId="AD" clId="Web-{348B17E1-25FE-A9B3-20A6-45343C403BFF}" dt="2023-11-09T10:07:18.430" v="88" actId="20577"/>
        <pc:sldMkLst>
          <pc:docMk/>
          <pc:sldMk cId="2214162023" sldId="313"/>
        </pc:sldMkLst>
        <pc:spChg chg="mod">
          <ac:chgData name="Stephane Autreaux" userId="S::stephane.autreaux@supinfo.com::a738c3b6-005b-4b20-bc1a-c071833bb260" providerId="AD" clId="Web-{348B17E1-25FE-A9B3-20A6-45343C403BFF}" dt="2023-11-09T10:07:18.430" v="88" actId="20577"/>
          <ac:spMkLst>
            <pc:docMk/>
            <pc:sldMk cId="2214162023" sldId="313"/>
            <ac:spMk id="832" creationId="{00000000-0000-0000-0000-000000000000}"/>
          </ac:spMkLst>
        </pc:spChg>
        <pc:picChg chg="add mod">
          <ac:chgData name="Stephane Autreaux" userId="S::stephane.autreaux@supinfo.com::a738c3b6-005b-4b20-bc1a-c071833bb260" providerId="AD" clId="Web-{348B17E1-25FE-A9B3-20A6-45343C403BFF}" dt="2023-11-09T08:10:32.827" v="39" actId="1076"/>
          <ac:picMkLst>
            <pc:docMk/>
            <pc:sldMk cId="2214162023" sldId="313"/>
            <ac:picMk id="2" creationId="{DD73527E-72A6-6CA8-963C-9409534277E9}"/>
          </ac:picMkLst>
        </pc:picChg>
      </pc:sldChg>
      <pc:sldChg chg="modSp">
        <pc:chgData name="Stephane Autreaux" userId="S::stephane.autreaux@supinfo.com::a738c3b6-005b-4b20-bc1a-c071833bb260" providerId="AD" clId="Web-{348B17E1-25FE-A9B3-20A6-45343C403BFF}" dt="2023-11-09T12:01:27.010" v="227" actId="20577"/>
        <pc:sldMkLst>
          <pc:docMk/>
          <pc:sldMk cId="1897802183" sldId="316"/>
        </pc:sldMkLst>
        <pc:spChg chg="mod">
          <ac:chgData name="Stephane Autreaux" userId="S::stephane.autreaux@supinfo.com::a738c3b6-005b-4b20-bc1a-c071833bb260" providerId="AD" clId="Web-{348B17E1-25FE-A9B3-20A6-45343C403BFF}" dt="2023-11-09T12:01:27.010" v="227" actId="20577"/>
          <ac:spMkLst>
            <pc:docMk/>
            <pc:sldMk cId="1897802183" sldId="316"/>
            <ac:spMk id="831" creationId="{00000000-0000-0000-0000-000000000000}"/>
          </ac:spMkLst>
        </pc:spChg>
      </pc:sldChg>
      <pc:sldChg chg="modSp">
        <pc:chgData name="Stephane Autreaux" userId="S::stephane.autreaux@supinfo.com::a738c3b6-005b-4b20-bc1a-c071833bb260" providerId="AD" clId="Web-{348B17E1-25FE-A9B3-20A6-45343C403BFF}" dt="2023-11-09T12:00:38.897" v="221" actId="20577"/>
        <pc:sldMkLst>
          <pc:docMk/>
          <pc:sldMk cId="3956549528" sldId="317"/>
        </pc:sldMkLst>
        <pc:spChg chg="mod">
          <ac:chgData name="Stephane Autreaux" userId="S::stephane.autreaux@supinfo.com::a738c3b6-005b-4b20-bc1a-c071833bb260" providerId="AD" clId="Web-{348B17E1-25FE-A9B3-20A6-45343C403BFF}" dt="2023-11-09T12:00:38.897" v="221" actId="20577"/>
          <ac:spMkLst>
            <pc:docMk/>
            <pc:sldMk cId="3956549528" sldId="317"/>
            <ac:spMk id="831" creationId="{00000000-0000-0000-0000-000000000000}"/>
          </ac:spMkLst>
        </pc:spChg>
        <pc:spChg chg="mod">
          <ac:chgData name="Stephane Autreaux" userId="S::stephane.autreaux@supinfo.com::a738c3b6-005b-4b20-bc1a-c071833bb260" providerId="AD" clId="Web-{348B17E1-25FE-A9B3-20A6-45343C403BFF}" dt="2023-11-09T10:10:20.653" v="103" actId="20577"/>
          <ac:spMkLst>
            <pc:docMk/>
            <pc:sldMk cId="3956549528" sldId="317"/>
            <ac:spMk id="832" creationId="{00000000-0000-0000-0000-000000000000}"/>
          </ac:spMkLst>
        </pc:spChg>
      </pc:sldChg>
      <pc:sldChg chg="modSp">
        <pc:chgData name="Stephane Autreaux" userId="S::stephane.autreaux@supinfo.com::a738c3b6-005b-4b20-bc1a-c071833bb260" providerId="AD" clId="Web-{348B17E1-25FE-A9B3-20A6-45343C403BFF}" dt="2023-11-09T12:01:42.964" v="230" actId="20577"/>
        <pc:sldMkLst>
          <pc:docMk/>
          <pc:sldMk cId="3691751452" sldId="318"/>
        </pc:sldMkLst>
        <pc:spChg chg="mod">
          <ac:chgData name="Stephane Autreaux" userId="S::stephane.autreaux@supinfo.com::a738c3b6-005b-4b20-bc1a-c071833bb260" providerId="AD" clId="Web-{348B17E1-25FE-A9B3-20A6-45343C403BFF}" dt="2023-11-09T12:01:42.964" v="230" actId="20577"/>
          <ac:spMkLst>
            <pc:docMk/>
            <pc:sldMk cId="3691751452" sldId="318"/>
            <ac:spMk id="831" creationId="{00000000-0000-0000-0000-000000000000}"/>
          </ac:spMkLst>
        </pc:spChg>
      </pc:sldChg>
      <pc:sldChg chg="modSp">
        <pc:chgData name="Stephane Autreaux" userId="S::stephane.autreaux@supinfo.com::a738c3b6-005b-4b20-bc1a-c071833bb260" providerId="AD" clId="Web-{348B17E1-25FE-A9B3-20A6-45343C403BFF}" dt="2023-11-09T12:02:02.418" v="233" actId="20577"/>
        <pc:sldMkLst>
          <pc:docMk/>
          <pc:sldMk cId="3586647803" sldId="319"/>
        </pc:sldMkLst>
        <pc:spChg chg="mod">
          <ac:chgData name="Stephane Autreaux" userId="S::stephane.autreaux@supinfo.com::a738c3b6-005b-4b20-bc1a-c071833bb260" providerId="AD" clId="Web-{348B17E1-25FE-A9B3-20A6-45343C403BFF}" dt="2023-11-09T12:02:02.418" v="233" actId="20577"/>
          <ac:spMkLst>
            <pc:docMk/>
            <pc:sldMk cId="3586647803" sldId="319"/>
            <ac:spMk id="831" creationId="{00000000-0000-0000-0000-000000000000}"/>
          </ac:spMkLst>
        </pc:spChg>
      </pc:sldChg>
      <pc:sldChg chg="modSp">
        <pc:chgData name="Stephane Autreaux" userId="S::stephane.autreaux@supinfo.com::a738c3b6-005b-4b20-bc1a-c071833bb260" providerId="AD" clId="Web-{348B17E1-25FE-A9B3-20A6-45343C403BFF}" dt="2023-11-09T12:01:00.414" v="224" actId="20577"/>
        <pc:sldMkLst>
          <pc:docMk/>
          <pc:sldMk cId="1418314851" sldId="320"/>
        </pc:sldMkLst>
        <pc:spChg chg="mod">
          <ac:chgData name="Stephane Autreaux" userId="S::stephane.autreaux@supinfo.com::a738c3b6-005b-4b20-bc1a-c071833bb260" providerId="AD" clId="Web-{348B17E1-25FE-A9B3-20A6-45343C403BFF}" dt="2023-11-09T12:01:00.414" v="224" actId="20577"/>
          <ac:spMkLst>
            <pc:docMk/>
            <pc:sldMk cId="1418314851" sldId="320"/>
            <ac:spMk id="831" creationId="{00000000-0000-0000-0000-000000000000}"/>
          </ac:spMkLst>
        </pc:spChg>
        <pc:spChg chg="mod">
          <ac:chgData name="Stephane Autreaux" userId="S::stephane.autreaux@supinfo.com::a738c3b6-005b-4b20-bc1a-c071833bb260" providerId="AD" clId="Web-{348B17E1-25FE-A9B3-20A6-45343C403BFF}" dt="2023-11-09T10:11:03.920" v="104" actId="20577"/>
          <ac:spMkLst>
            <pc:docMk/>
            <pc:sldMk cId="1418314851" sldId="320"/>
            <ac:spMk id="832" creationId="{00000000-0000-0000-0000-000000000000}"/>
          </ac:spMkLst>
        </pc:spChg>
      </pc:sldChg>
      <pc:sldChg chg="modSp del ord">
        <pc:chgData name="Stephane Autreaux" userId="S::stephane.autreaux@supinfo.com::a738c3b6-005b-4b20-bc1a-c071833bb260" providerId="AD" clId="Web-{348B17E1-25FE-A9B3-20A6-45343C403BFF}" dt="2023-11-09T11:56:19.210" v="190"/>
        <pc:sldMkLst>
          <pc:docMk/>
          <pc:sldMk cId="1462557146" sldId="321"/>
        </pc:sldMkLst>
        <pc:spChg chg="mod">
          <ac:chgData name="Stephane Autreaux" userId="S::stephane.autreaux@supinfo.com::a738c3b6-005b-4b20-bc1a-c071833bb260" providerId="AD" clId="Web-{348B17E1-25FE-A9B3-20A6-45343C403BFF}" dt="2023-11-09T11:56:05.568" v="189" actId="20577"/>
          <ac:spMkLst>
            <pc:docMk/>
            <pc:sldMk cId="1462557146" sldId="321"/>
            <ac:spMk id="198" creationId="{00000000-0000-0000-0000-000000000000}"/>
          </ac:spMkLst>
        </pc:spChg>
      </pc:sldChg>
      <pc:sldChg chg="modSp">
        <pc:chgData name="Stephane Autreaux" userId="S::stephane.autreaux@supinfo.com::a738c3b6-005b-4b20-bc1a-c071833bb260" providerId="AD" clId="Web-{348B17E1-25FE-A9B3-20A6-45343C403BFF}" dt="2023-11-09T12:00:36.335" v="220" actId="20577"/>
        <pc:sldMkLst>
          <pc:docMk/>
          <pc:sldMk cId="3707048481" sldId="322"/>
        </pc:sldMkLst>
        <pc:spChg chg="mod">
          <ac:chgData name="Stephane Autreaux" userId="S::stephane.autreaux@supinfo.com::a738c3b6-005b-4b20-bc1a-c071833bb260" providerId="AD" clId="Web-{348B17E1-25FE-A9B3-20A6-45343C403BFF}" dt="2023-11-09T12:00:36.335" v="220" actId="20577"/>
          <ac:spMkLst>
            <pc:docMk/>
            <pc:sldMk cId="3707048481" sldId="322"/>
            <ac:spMk id="831" creationId="{00000000-0000-0000-0000-000000000000}"/>
          </ac:spMkLst>
        </pc:spChg>
        <pc:spChg chg="mod">
          <ac:chgData name="Stephane Autreaux" userId="S::stephane.autreaux@supinfo.com::a738c3b6-005b-4b20-bc1a-c071833bb260" providerId="AD" clId="Web-{348B17E1-25FE-A9B3-20A6-45343C403BFF}" dt="2023-11-09T11:58:40.265" v="212" actId="20577"/>
          <ac:spMkLst>
            <pc:docMk/>
            <pc:sldMk cId="3707048481" sldId="322"/>
            <ac:spMk id="832" creationId="{00000000-0000-0000-0000-000000000000}"/>
          </ac:spMkLst>
        </pc:spChg>
      </pc:sldChg>
      <pc:sldChg chg="modSp">
        <pc:chgData name="Stephane Autreaux" userId="S::stephane.autreaux@supinfo.com::a738c3b6-005b-4b20-bc1a-c071833bb260" providerId="AD" clId="Web-{348B17E1-25FE-A9B3-20A6-45343C403BFF}" dt="2023-11-09T12:08:06.940" v="255" actId="20577"/>
        <pc:sldMkLst>
          <pc:docMk/>
          <pc:sldMk cId="1656769252" sldId="323"/>
        </pc:sldMkLst>
        <pc:spChg chg="mod">
          <ac:chgData name="Stephane Autreaux" userId="S::stephane.autreaux@supinfo.com::a738c3b6-005b-4b20-bc1a-c071833bb260" providerId="AD" clId="Web-{348B17E1-25FE-A9B3-20A6-45343C403BFF}" dt="2023-11-09T12:08:06.940" v="255" actId="20577"/>
          <ac:spMkLst>
            <pc:docMk/>
            <pc:sldMk cId="1656769252" sldId="323"/>
            <ac:spMk id="198" creationId="{00000000-0000-0000-0000-000000000000}"/>
          </ac:spMkLst>
        </pc:spChg>
      </pc:sldChg>
      <pc:sldChg chg="delSp modSp add ord replId">
        <pc:chgData name="Stephane Autreaux" userId="S::stephane.autreaux@supinfo.com::a738c3b6-005b-4b20-bc1a-c071833bb260" providerId="AD" clId="Web-{348B17E1-25FE-A9B3-20A6-45343C403BFF}" dt="2023-11-09T11:59:43.175" v="214" actId="20577"/>
        <pc:sldMkLst>
          <pc:docMk/>
          <pc:sldMk cId="2151054859" sldId="324"/>
        </pc:sldMkLst>
        <pc:spChg chg="mod">
          <ac:chgData name="Stephane Autreaux" userId="S::stephane.autreaux@supinfo.com::a738c3b6-005b-4b20-bc1a-c071833bb260" providerId="AD" clId="Web-{348B17E1-25FE-A9B3-20A6-45343C403BFF}" dt="2023-11-09T11:59:43.175" v="214" actId="20577"/>
          <ac:spMkLst>
            <pc:docMk/>
            <pc:sldMk cId="2151054859" sldId="324"/>
            <ac:spMk id="832" creationId="{00000000-0000-0000-0000-000000000000}"/>
          </ac:spMkLst>
        </pc:spChg>
        <pc:picChg chg="del">
          <ac:chgData name="Stephane Autreaux" userId="S::stephane.autreaux@supinfo.com::a738c3b6-005b-4b20-bc1a-c071833bb260" providerId="AD" clId="Web-{348B17E1-25FE-A9B3-20A6-45343C403BFF}" dt="2023-11-09T11:50:00.280" v="108"/>
          <ac:picMkLst>
            <pc:docMk/>
            <pc:sldMk cId="2151054859" sldId="324"/>
            <ac:picMk id="2" creationId="{DD73527E-72A6-6CA8-963C-9409534277E9}"/>
          </ac:picMkLst>
        </pc:picChg>
      </pc:sldChg>
      <pc:sldChg chg="modSp add replId">
        <pc:chgData name="Stephane Autreaux" userId="S::stephane.autreaux@supinfo.com::a738c3b6-005b-4b20-bc1a-c071833bb260" providerId="AD" clId="Web-{348B17E1-25FE-A9B3-20A6-45343C403BFF}" dt="2023-11-09T11:51:13.097" v="140" actId="1076"/>
        <pc:sldMkLst>
          <pc:docMk/>
          <pc:sldMk cId="230225785" sldId="325"/>
        </pc:sldMkLst>
        <pc:spChg chg="mod">
          <ac:chgData name="Stephane Autreaux" userId="S::stephane.autreaux@supinfo.com::a738c3b6-005b-4b20-bc1a-c071833bb260" providerId="AD" clId="Web-{348B17E1-25FE-A9B3-20A6-45343C403BFF}" dt="2023-11-09T11:50:58.315" v="137" actId="20577"/>
          <ac:spMkLst>
            <pc:docMk/>
            <pc:sldMk cId="230225785" sldId="325"/>
            <ac:spMk id="832" creationId="{00000000-0000-0000-0000-000000000000}"/>
          </ac:spMkLst>
        </pc:spChg>
        <pc:picChg chg="mod">
          <ac:chgData name="Stephane Autreaux" userId="S::stephane.autreaux@supinfo.com::a738c3b6-005b-4b20-bc1a-c071833bb260" providerId="AD" clId="Web-{348B17E1-25FE-A9B3-20A6-45343C403BFF}" dt="2023-11-09T11:51:13.097" v="140" actId="1076"/>
          <ac:picMkLst>
            <pc:docMk/>
            <pc:sldMk cId="230225785" sldId="325"/>
            <ac:picMk id="2" creationId="{949EEAED-2DCE-FA5B-2935-695D1906FAE2}"/>
          </ac:picMkLst>
        </pc:picChg>
      </pc:sldChg>
      <pc:sldChg chg="delSp modSp add replId">
        <pc:chgData name="Stephane Autreaux" userId="S::stephane.autreaux@supinfo.com::a738c3b6-005b-4b20-bc1a-c071833bb260" providerId="AD" clId="Web-{348B17E1-25FE-A9B3-20A6-45343C403BFF}" dt="2023-11-09T11:56:39.523" v="192" actId="20577"/>
        <pc:sldMkLst>
          <pc:docMk/>
          <pc:sldMk cId="3365086822" sldId="326"/>
        </pc:sldMkLst>
        <pc:spChg chg="mod">
          <ac:chgData name="Stephane Autreaux" userId="S::stephane.autreaux@supinfo.com::a738c3b6-005b-4b20-bc1a-c071833bb260" providerId="AD" clId="Web-{348B17E1-25FE-A9B3-20A6-45343C403BFF}" dt="2023-11-09T11:56:39.523" v="192" actId="20577"/>
          <ac:spMkLst>
            <pc:docMk/>
            <pc:sldMk cId="3365086822" sldId="326"/>
            <ac:spMk id="832" creationId="{00000000-0000-0000-0000-000000000000}"/>
          </ac:spMkLst>
        </pc:spChg>
        <pc:picChg chg="del">
          <ac:chgData name="Stephane Autreaux" userId="S::stephane.autreaux@supinfo.com::a738c3b6-005b-4b20-bc1a-c071833bb260" providerId="AD" clId="Web-{348B17E1-25FE-A9B3-20A6-45343C403BFF}" dt="2023-11-09T11:51:35.302" v="149"/>
          <ac:picMkLst>
            <pc:docMk/>
            <pc:sldMk cId="3365086822" sldId="326"/>
            <ac:picMk id="2" creationId="{949EEAED-2DCE-FA5B-2935-695D1906FAE2}"/>
          </ac:picMkLst>
        </pc:picChg>
      </pc:sldChg>
      <pc:sldChg chg="addSp delSp modSp add replId">
        <pc:chgData name="Stephane Autreaux" userId="S::stephane.autreaux@supinfo.com::a738c3b6-005b-4b20-bc1a-c071833bb260" providerId="AD" clId="Web-{348B17E1-25FE-A9B3-20A6-45343C403BFF}" dt="2023-11-09T11:59:28.909" v="213"/>
        <pc:sldMkLst>
          <pc:docMk/>
          <pc:sldMk cId="1236819667" sldId="327"/>
        </pc:sldMkLst>
        <pc:spChg chg="add del mod">
          <ac:chgData name="Stephane Autreaux" userId="S::stephane.autreaux@supinfo.com::a738c3b6-005b-4b20-bc1a-c071833bb260" providerId="AD" clId="Web-{348B17E1-25FE-A9B3-20A6-45343C403BFF}" dt="2023-11-09T11:59:28.909" v="213"/>
          <ac:spMkLst>
            <pc:docMk/>
            <pc:sldMk cId="1236819667" sldId="327"/>
            <ac:spMk id="3" creationId="{AADD9692-F15C-7713-1B48-74245B4DC60A}"/>
          </ac:spMkLst>
        </pc:spChg>
        <pc:spChg chg="del">
          <ac:chgData name="Stephane Autreaux" userId="S::stephane.autreaux@supinfo.com::a738c3b6-005b-4b20-bc1a-c071833bb260" providerId="AD" clId="Web-{348B17E1-25FE-A9B3-20A6-45343C403BFF}" dt="2023-11-09T11:53:35.262" v="170"/>
          <ac:spMkLst>
            <pc:docMk/>
            <pc:sldMk cId="1236819667" sldId="327"/>
            <ac:spMk id="832" creationId="{00000000-0000-0000-0000-000000000000}"/>
          </ac:spMkLst>
        </pc:spChg>
        <pc:picChg chg="add mod">
          <ac:chgData name="Stephane Autreaux" userId="S::stephane.autreaux@supinfo.com::a738c3b6-005b-4b20-bc1a-c071833bb260" providerId="AD" clId="Web-{348B17E1-25FE-A9B3-20A6-45343C403BFF}" dt="2023-11-09T11:53:42.388" v="172" actId="1076"/>
          <ac:picMkLst>
            <pc:docMk/>
            <pc:sldMk cId="1236819667" sldId="327"/>
            <ac:picMk id="4" creationId="{960AF439-BB56-00C7-0EB2-3EDA1D271CD0}"/>
          </ac:picMkLst>
        </pc:picChg>
      </pc:sldChg>
      <pc:sldChg chg="add">
        <pc:chgData name="Stephane Autreaux" userId="S::stephane.autreaux@supinfo.com::a738c3b6-005b-4b20-bc1a-c071833bb260" providerId="AD" clId="Web-{348B17E1-25FE-A9B3-20A6-45343C403BFF}" dt="2023-11-09T11:56:23.319" v="191"/>
        <pc:sldMkLst>
          <pc:docMk/>
          <pc:sldMk cId="455934016" sldId="328"/>
        </pc:sldMkLst>
      </pc:sldChg>
    </pc:docChg>
  </pc:docChgLst>
  <pc:docChgLst>
    <pc:chgData name="Stephane Autreaux" userId="S::stephane.autreaux@supinfo.com::a738c3b6-005b-4b20-bc1a-c071833bb260" providerId="AD" clId="Web-{A1711216-6883-CBB0-6136-E3F1A6B86006}"/>
    <pc:docChg chg="addSld delSld modSld sldOrd">
      <pc:chgData name="Stephane Autreaux" userId="S::stephane.autreaux@supinfo.com::a738c3b6-005b-4b20-bc1a-c071833bb260" providerId="AD" clId="Web-{A1711216-6883-CBB0-6136-E3F1A6B86006}" dt="2023-12-22T16:31:04.773" v="1913" actId="20577"/>
      <pc:docMkLst>
        <pc:docMk/>
      </pc:docMkLst>
      <pc:sldChg chg="modSp">
        <pc:chgData name="Stephane Autreaux" userId="S::stephane.autreaux@supinfo.com::a738c3b6-005b-4b20-bc1a-c071833bb260" providerId="AD" clId="Web-{A1711216-6883-CBB0-6136-E3F1A6B86006}" dt="2023-12-18T11:35:21.127" v="203" actId="20577"/>
        <pc:sldMkLst>
          <pc:docMk/>
          <pc:sldMk cId="3956549528" sldId="317"/>
        </pc:sldMkLst>
        <pc:spChg chg="mod">
          <ac:chgData name="Stephane Autreaux" userId="S::stephane.autreaux@supinfo.com::a738c3b6-005b-4b20-bc1a-c071833bb260" providerId="AD" clId="Web-{A1711216-6883-CBB0-6136-E3F1A6B86006}" dt="2023-12-18T11:35:21.127" v="203" actId="20577"/>
          <ac:spMkLst>
            <pc:docMk/>
            <pc:sldMk cId="3956549528" sldId="317"/>
            <ac:spMk id="832" creationId="{00000000-0000-0000-0000-000000000000}"/>
          </ac:spMkLst>
        </pc:spChg>
      </pc:sldChg>
      <pc:sldChg chg="modSp">
        <pc:chgData name="Stephane Autreaux" userId="S::stephane.autreaux@supinfo.com::a738c3b6-005b-4b20-bc1a-c071833bb260" providerId="AD" clId="Web-{A1711216-6883-CBB0-6136-E3F1A6B86006}" dt="2023-12-22T15:22:52.645" v="1277" actId="20577"/>
        <pc:sldMkLst>
          <pc:docMk/>
          <pc:sldMk cId="1656769252" sldId="323"/>
        </pc:sldMkLst>
        <pc:spChg chg="mod">
          <ac:chgData name="Stephane Autreaux" userId="S::stephane.autreaux@supinfo.com::a738c3b6-005b-4b20-bc1a-c071833bb260" providerId="AD" clId="Web-{A1711216-6883-CBB0-6136-E3F1A6B86006}" dt="2023-12-22T15:22:52.645" v="1277" actId="20577"/>
          <ac:spMkLst>
            <pc:docMk/>
            <pc:sldMk cId="1656769252" sldId="323"/>
            <ac:spMk id="198" creationId="{00000000-0000-0000-0000-000000000000}"/>
          </ac:spMkLst>
        </pc:spChg>
      </pc:sldChg>
      <pc:sldChg chg="ord">
        <pc:chgData name="Stephane Autreaux" userId="S::stephane.autreaux@supinfo.com::a738c3b6-005b-4b20-bc1a-c071833bb260" providerId="AD" clId="Web-{A1711216-6883-CBB0-6136-E3F1A6B86006}" dt="2023-12-18T11:21:23.743" v="8"/>
        <pc:sldMkLst>
          <pc:docMk/>
          <pc:sldMk cId="1236819667" sldId="327"/>
        </pc:sldMkLst>
      </pc:sldChg>
      <pc:sldChg chg="del">
        <pc:chgData name="Stephane Autreaux" userId="S::stephane.autreaux@supinfo.com::a738c3b6-005b-4b20-bc1a-c071833bb260" providerId="AD" clId="Web-{A1711216-6883-CBB0-6136-E3F1A6B86006}" dt="2023-12-18T11:21:42.790" v="9"/>
        <pc:sldMkLst>
          <pc:docMk/>
          <pc:sldMk cId="2297446626" sldId="331"/>
        </pc:sldMkLst>
      </pc:sldChg>
      <pc:sldChg chg="modSp">
        <pc:chgData name="Stephane Autreaux" userId="S::stephane.autreaux@supinfo.com::a738c3b6-005b-4b20-bc1a-c071833bb260" providerId="AD" clId="Web-{A1711216-6883-CBB0-6136-E3F1A6B86006}" dt="2023-12-22T15:21:19.045" v="1237" actId="20577"/>
        <pc:sldMkLst>
          <pc:docMk/>
          <pc:sldMk cId="3133718037" sldId="335"/>
        </pc:sldMkLst>
        <pc:spChg chg="mod">
          <ac:chgData name="Stephane Autreaux" userId="S::stephane.autreaux@supinfo.com::a738c3b6-005b-4b20-bc1a-c071833bb260" providerId="AD" clId="Web-{A1711216-6883-CBB0-6136-E3F1A6B86006}" dt="2023-12-22T15:21:19.045" v="1237" actId="20577"/>
          <ac:spMkLst>
            <pc:docMk/>
            <pc:sldMk cId="3133718037" sldId="335"/>
            <ac:spMk id="100" creationId="{00000000-0000-0000-0000-000000000000}"/>
          </ac:spMkLst>
        </pc:spChg>
      </pc:sldChg>
      <pc:sldChg chg="addSp delSp modSp modNotes">
        <pc:chgData name="Stephane Autreaux" userId="S::stephane.autreaux@supinfo.com::a738c3b6-005b-4b20-bc1a-c071833bb260" providerId="AD" clId="Web-{A1711216-6883-CBB0-6136-E3F1A6B86006}" dt="2023-12-18T11:44:01.991" v="396"/>
        <pc:sldMkLst>
          <pc:docMk/>
          <pc:sldMk cId="4135319663" sldId="343"/>
        </pc:sldMkLst>
        <pc:spChg chg="add del mod">
          <ac:chgData name="Stephane Autreaux" userId="S::stephane.autreaux@supinfo.com::a738c3b6-005b-4b20-bc1a-c071833bb260" providerId="AD" clId="Web-{A1711216-6883-CBB0-6136-E3F1A6B86006}" dt="2023-12-18T11:38:03.991" v="244"/>
          <ac:spMkLst>
            <pc:docMk/>
            <pc:sldMk cId="4135319663" sldId="343"/>
            <ac:spMk id="4" creationId="{48DDC8F4-C9FA-A963-3E11-3735073D1003}"/>
          </ac:spMkLst>
        </pc:spChg>
        <pc:spChg chg="mod">
          <ac:chgData name="Stephane Autreaux" userId="S::stephane.autreaux@supinfo.com::a738c3b6-005b-4b20-bc1a-c071833bb260" providerId="AD" clId="Web-{A1711216-6883-CBB0-6136-E3F1A6B86006}" dt="2023-12-18T11:43:55.506" v="376" actId="20577"/>
          <ac:spMkLst>
            <pc:docMk/>
            <pc:sldMk cId="4135319663" sldId="343"/>
            <ac:spMk id="5" creationId="{4389B859-A7F3-5660-56DC-380F68D97DD8}"/>
          </ac:spMkLst>
        </pc:spChg>
        <pc:spChg chg="del">
          <ac:chgData name="Stephane Autreaux" userId="S::stephane.autreaux@supinfo.com::a738c3b6-005b-4b20-bc1a-c071833bb260" providerId="AD" clId="Web-{A1711216-6883-CBB0-6136-E3F1A6B86006}" dt="2023-12-18T11:38:00.476" v="243"/>
          <ac:spMkLst>
            <pc:docMk/>
            <pc:sldMk cId="4135319663" sldId="343"/>
            <ac:spMk id="832" creationId="{00000000-0000-0000-0000-000000000000}"/>
          </ac:spMkLst>
        </pc:spChg>
      </pc:sldChg>
      <pc:sldChg chg="modSp add replId">
        <pc:chgData name="Stephane Autreaux" userId="S::stephane.autreaux@supinfo.com::a738c3b6-005b-4b20-bc1a-c071833bb260" providerId="AD" clId="Web-{A1711216-6883-CBB0-6136-E3F1A6B86006}" dt="2023-12-22T15:20:50.872" v="1222" actId="20577"/>
        <pc:sldMkLst>
          <pc:docMk/>
          <pc:sldMk cId="2853496602" sldId="344"/>
        </pc:sldMkLst>
        <pc:spChg chg="mod">
          <ac:chgData name="Stephane Autreaux" userId="S::stephane.autreaux@supinfo.com::a738c3b6-005b-4b20-bc1a-c071833bb260" providerId="AD" clId="Web-{A1711216-6883-CBB0-6136-E3F1A6B86006}" dt="2023-12-22T15:20:50.872" v="1222" actId="20577"/>
          <ac:spMkLst>
            <pc:docMk/>
            <pc:sldMk cId="2853496602" sldId="344"/>
            <ac:spMk id="3" creationId="{7D72B4A4-A979-1BB1-3623-19A900A336EE}"/>
          </ac:spMkLst>
        </pc:spChg>
      </pc:sldChg>
      <pc:sldChg chg="modSp add del replId">
        <pc:chgData name="Stephane Autreaux" userId="S::stephane.autreaux@supinfo.com::a738c3b6-005b-4b20-bc1a-c071833bb260" providerId="AD" clId="Web-{A1711216-6883-CBB0-6136-E3F1A6B86006}" dt="2023-12-18T11:30:17.556" v="167"/>
        <pc:sldMkLst>
          <pc:docMk/>
          <pc:sldMk cId="4239815732" sldId="345"/>
        </pc:sldMkLst>
        <pc:spChg chg="mod">
          <ac:chgData name="Stephane Autreaux" userId="S::stephane.autreaux@supinfo.com::a738c3b6-005b-4b20-bc1a-c071833bb260" providerId="AD" clId="Web-{A1711216-6883-CBB0-6136-E3F1A6B86006}" dt="2023-12-18T11:29:34.898" v="155" actId="20577"/>
          <ac:spMkLst>
            <pc:docMk/>
            <pc:sldMk cId="4239815732" sldId="345"/>
            <ac:spMk id="3" creationId="{B11CF7F0-2D85-CBFA-B355-60C75E69EA4B}"/>
          </ac:spMkLst>
        </pc:spChg>
        <pc:spChg chg="mod">
          <ac:chgData name="Stephane Autreaux" userId="S::stephane.autreaux@supinfo.com::a738c3b6-005b-4b20-bc1a-c071833bb260" providerId="AD" clId="Web-{A1711216-6883-CBB0-6136-E3F1A6B86006}" dt="2023-12-18T11:29:58.743" v="165" actId="20577"/>
          <ac:spMkLst>
            <pc:docMk/>
            <pc:sldMk cId="4239815732" sldId="345"/>
            <ac:spMk id="831" creationId="{AFA0610F-B4E4-74EE-5697-BE7224164C9A}"/>
          </ac:spMkLst>
        </pc:spChg>
      </pc:sldChg>
      <pc:sldChg chg="add del">
        <pc:chgData name="Stephane Autreaux" userId="S::stephane.autreaux@supinfo.com::a738c3b6-005b-4b20-bc1a-c071833bb260" providerId="AD" clId="Web-{A1711216-6883-CBB0-6136-E3F1A6B86006}" dt="2023-12-18T13:39:43.896" v="400"/>
        <pc:sldMkLst>
          <pc:docMk/>
          <pc:sldMk cId="702627394" sldId="346"/>
        </pc:sldMkLst>
      </pc:sldChg>
      <pc:sldChg chg="modSp add">
        <pc:chgData name="Stephane Autreaux" userId="S::stephane.autreaux@supinfo.com::a738c3b6-005b-4b20-bc1a-c071833bb260" providerId="AD" clId="Web-{A1711216-6883-CBB0-6136-E3F1A6B86006}" dt="2023-12-18T13:41:17.587" v="417" actId="20577"/>
        <pc:sldMkLst>
          <pc:docMk/>
          <pc:sldMk cId="968714144" sldId="346"/>
        </pc:sldMkLst>
        <pc:spChg chg="mod">
          <ac:chgData name="Stephane Autreaux" userId="S::stephane.autreaux@supinfo.com::a738c3b6-005b-4b20-bc1a-c071833bb260" providerId="AD" clId="Web-{A1711216-6883-CBB0-6136-E3F1A6B86006}" dt="2023-12-18T13:40:42.304" v="405" actId="20577"/>
          <ac:spMkLst>
            <pc:docMk/>
            <pc:sldMk cId="968714144" sldId="346"/>
            <ac:spMk id="335" creationId="{00000000-0000-0000-0000-000000000000}"/>
          </ac:spMkLst>
        </pc:spChg>
        <pc:spChg chg="mod">
          <ac:chgData name="Stephane Autreaux" userId="S::stephane.autreaux@supinfo.com::a738c3b6-005b-4b20-bc1a-c071833bb260" providerId="AD" clId="Web-{A1711216-6883-CBB0-6136-E3F1A6B86006}" dt="2023-12-18T13:41:17.587" v="417" actId="20577"/>
          <ac:spMkLst>
            <pc:docMk/>
            <pc:sldMk cId="968714144" sldId="346"/>
            <ac:spMk id="336" creationId="{00000000-0000-0000-0000-000000000000}"/>
          </ac:spMkLst>
        </pc:spChg>
      </pc:sldChg>
      <pc:sldChg chg="add del">
        <pc:chgData name="Stephane Autreaux" userId="S::stephane.autreaux@supinfo.com::a738c3b6-005b-4b20-bc1a-c071833bb260" providerId="AD" clId="Web-{A1711216-6883-CBB0-6136-E3F1A6B86006}" dt="2023-12-18T13:39:43.896" v="399"/>
        <pc:sldMkLst>
          <pc:docMk/>
          <pc:sldMk cId="925266703" sldId="347"/>
        </pc:sldMkLst>
      </pc:sldChg>
      <pc:sldChg chg="modSp add">
        <pc:chgData name="Stephane Autreaux" userId="S::stephane.autreaux@supinfo.com::a738c3b6-005b-4b20-bc1a-c071833bb260" providerId="AD" clId="Web-{A1711216-6883-CBB0-6136-E3F1A6B86006}" dt="2023-12-18T13:40:10.069" v="404" actId="20577"/>
        <pc:sldMkLst>
          <pc:docMk/>
          <pc:sldMk cId="3271528598" sldId="347"/>
        </pc:sldMkLst>
        <pc:spChg chg="mod">
          <ac:chgData name="Stephane Autreaux" userId="S::stephane.autreaux@supinfo.com::a738c3b6-005b-4b20-bc1a-c071833bb260" providerId="AD" clId="Web-{A1711216-6883-CBB0-6136-E3F1A6B86006}" dt="2023-12-18T13:40:10.069" v="404" actId="20577"/>
          <ac:spMkLst>
            <pc:docMk/>
            <pc:sldMk cId="3271528598" sldId="347"/>
            <ac:spMk id="329" creationId="{00000000-0000-0000-0000-000000000000}"/>
          </ac:spMkLst>
        </pc:spChg>
      </pc:sldChg>
      <pc:sldChg chg="modSp add del replId">
        <pc:chgData name="Stephane Autreaux" userId="S::stephane.autreaux@supinfo.com::a738c3b6-005b-4b20-bc1a-c071833bb260" providerId="AD" clId="Web-{A1711216-6883-CBB0-6136-E3F1A6B86006}" dt="2023-12-22T15:21:25.655" v="1238"/>
        <pc:sldMkLst>
          <pc:docMk/>
          <pc:sldMk cId="3087391828" sldId="348"/>
        </pc:sldMkLst>
        <pc:spChg chg="mod">
          <ac:chgData name="Stephane Autreaux" userId="S::stephane.autreaux@supinfo.com::a738c3b6-005b-4b20-bc1a-c071833bb260" providerId="AD" clId="Web-{A1711216-6883-CBB0-6136-E3F1A6B86006}" dt="2023-12-19T14:10:37.046" v="430" actId="20577"/>
          <ac:spMkLst>
            <pc:docMk/>
            <pc:sldMk cId="3087391828" sldId="348"/>
            <ac:spMk id="832" creationId="{FFDD02BB-6369-6269-071D-6BF2FA0C6276}"/>
          </ac:spMkLst>
        </pc:spChg>
      </pc:sldChg>
      <pc:sldChg chg="modSp add replId">
        <pc:chgData name="Stephane Autreaux" userId="S::stephane.autreaux@supinfo.com::a738c3b6-005b-4b20-bc1a-c071833bb260" providerId="AD" clId="Web-{A1711216-6883-CBB0-6136-E3F1A6B86006}" dt="2023-12-19T14:11:41.707" v="449" actId="20577"/>
        <pc:sldMkLst>
          <pc:docMk/>
          <pc:sldMk cId="1118838424" sldId="349"/>
        </pc:sldMkLst>
        <pc:spChg chg="mod">
          <ac:chgData name="Stephane Autreaux" userId="S::stephane.autreaux@supinfo.com::a738c3b6-005b-4b20-bc1a-c071833bb260" providerId="AD" clId="Web-{A1711216-6883-CBB0-6136-E3F1A6B86006}" dt="2023-12-19T14:11:41.707" v="449" actId="20577"/>
          <ac:spMkLst>
            <pc:docMk/>
            <pc:sldMk cId="1118838424" sldId="349"/>
            <ac:spMk id="100" creationId="{2015A2C7-1727-2FC5-81A5-0A091F10CEEB}"/>
          </ac:spMkLst>
        </pc:spChg>
      </pc:sldChg>
      <pc:sldChg chg="modSp add replId">
        <pc:chgData name="Stephane Autreaux" userId="S::stephane.autreaux@supinfo.com::a738c3b6-005b-4b20-bc1a-c071833bb260" providerId="AD" clId="Web-{A1711216-6883-CBB0-6136-E3F1A6B86006}" dt="2023-12-22T15:22:14.689" v="1249" actId="20577"/>
        <pc:sldMkLst>
          <pc:docMk/>
          <pc:sldMk cId="1548783293" sldId="350"/>
        </pc:sldMkLst>
        <pc:spChg chg="mod">
          <ac:chgData name="Stephane Autreaux" userId="S::stephane.autreaux@supinfo.com::a738c3b6-005b-4b20-bc1a-c071833bb260" providerId="AD" clId="Web-{A1711216-6883-CBB0-6136-E3F1A6B86006}" dt="2023-12-22T15:22:14.689" v="1249" actId="20577"/>
          <ac:spMkLst>
            <pc:docMk/>
            <pc:sldMk cId="1548783293" sldId="350"/>
            <ac:spMk id="100" creationId="{DB463142-2011-DA6F-3D9B-B3257EACCCA3}"/>
          </ac:spMkLst>
        </pc:spChg>
      </pc:sldChg>
      <pc:sldChg chg="addSp delSp modSp add replId">
        <pc:chgData name="Stephane Autreaux" userId="S::stephane.autreaux@supinfo.com::a738c3b6-005b-4b20-bc1a-c071833bb260" providerId="AD" clId="Web-{A1711216-6883-CBB0-6136-E3F1A6B86006}" dt="2023-12-22T15:52:55.749" v="1552" actId="20577"/>
        <pc:sldMkLst>
          <pc:docMk/>
          <pc:sldMk cId="1992559612" sldId="351"/>
        </pc:sldMkLst>
        <pc:spChg chg="add mod">
          <ac:chgData name="Stephane Autreaux" userId="S::stephane.autreaux@supinfo.com::a738c3b6-005b-4b20-bc1a-c071833bb260" providerId="AD" clId="Web-{A1711216-6883-CBB0-6136-E3F1A6B86006}" dt="2023-12-22T15:52:55.749" v="1552" actId="20577"/>
          <ac:spMkLst>
            <pc:docMk/>
            <pc:sldMk cId="1992559612" sldId="351"/>
            <ac:spMk id="4" creationId="{85F59040-2469-5F14-87C3-54975C2BF079}"/>
          </ac:spMkLst>
        </pc:spChg>
        <pc:spChg chg="mod">
          <ac:chgData name="Stephane Autreaux" userId="S::stephane.autreaux@supinfo.com::a738c3b6-005b-4b20-bc1a-c071833bb260" providerId="AD" clId="Web-{A1711216-6883-CBB0-6136-E3F1A6B86006}" dt="2023-12-22T15:32:50.103" v="1331" actId="20577"/>
          <ac:spMkLst>
            <pc:docMk/>
            <pc:sldMk cId="1992559612" sldId="351"/>
            <ac:spMk id="197" creationId="{76FB0ACD-C482-AF9B-ADA4-C11C67F415EF}"/>
          </ac:spMkLst>
        </pc:spChg>
        <pc:spChg chg="del">
          <ac:chgData name="Stephane Autreaux" userId="S::stephane.autreaux@supinfo.com::a738c3b6-005b-4b20-bc1a-c071833bb260" providerId="AD" clId="Web-{A1711216-6883-CBB0-6136-E3F1A6B86006}" dt="2023-12-22T15:32:42.384" v="1329"/>
          <ac:spMkLst>
            <pc:docMk/>
            <pc:sldMk cId="1992559612" sldId="351"/>
            <ac:spMk id="198" creationId="{1A707122-6617-6C08-AB2C-608449AB2FF6}"/>
          </ac:spMkLst>
        </pc:spChg>
        <pc:picChg chg="del">
          <ac:chgData name="Stephane Autreaux" userId="S::stephane.autreaux@supinfo.com::a738c3b6-005b-4b20-bc1a-c071833bb260" providerId="AD" clId="Web-{A1711216-6883-CBB0-6136-E3F1A6B86006}" dt="2023-12-22T15:32:43.899" v="1330"/>
          <ac:picMkLst>
            <pc:docMk/>
            <pc:sldMk cId="1992559612" sldId="351"/>
            <ac:picMk id="3" creationId="{30278E34-1FCD-3515-9243-26D0C9A29159}"/>
          </ac:picMkLst>
        </pc:picChg>
      </pc:sldChg>
      <pc:sldChg chg="modSp add replId">
        <pc:chgData name="Stephane Autreaux" userId="S::stephane.autreaux@supinfo.com::a738c3b6-005b-4b20-bc1a-c071833bb260" providerId="AD" clId="Web-{A1711216-6883-CBB0-6136-E3F1A6B86006}" dt="2023-12-22T16:31:04.773" v="1913" actId="20577"/>
        <pc:sldMkLst>
          <pc:docMk/>
          <pc:sldMk cId="3701715549" sldId="352"/>
        </pc:sldMkLst>
        <pc:spChg chg="mod">
          <ac:chgData name="Stephane Autreaux" userId="S::stephane.autreaux@supinfo.com::a738c3b6-005b-4b20-bc1a-c071833bb260" providerId="AD" clId="Web-{A1711216-6883-CBB0-6136-E3F1A6B86006}" dt="2023-12-22T15:53:22.610" v="1564" actId="20577"/>
          <ac:spMkLst>
            <pc:docMk/>
            <pc:sldMk cId="3701715549" sldId="352"/>
            <ac:spMk id="197" creationId="{B983CDE3-CEDB-8DF8-C0A9-E27C8064742D}"/>
          </ac:spMkLst>
        </pc:spChg>
        <pc:spChg chg="mod">
          <ac:chgData name="Stephane Autreaux" userId="S::stephane.autreaux@supinfo.com::a738c3b6-005b-4b20-bc1a-c071833bb260" providerId="AD" clId="Web-{A1711216-6883-CBB0-6136-E3F1A6B86006}" dt="2023-12-22T16:31:04.773" v="1913" actId="20577"/>
          <ac:spMkLst>
            <pc:docMk/>
            <pc:sldMk cId="3701715549" sldId="352"/>
            <ac:spMk id="198" creationId="{14CF350D-5894-6C23-6876-78B9235A67D3}"/>
          </ac:spMkLst>
        </pc:spChg>
      </pc:sldChg>
    </pc:docChg>
  </pc:docChgLst>
  <pc:docChgLst>
    <pc:chgData name="Stephane Autreaux" userId="S::stephane.autreaux@supinfo.com::a738c3b6-005b-4b20-bc1a-c071833bb260" providerId="AD" clId="Web-{B0CD8618-E949-8934-39CC-95817680BC15}"/>
    <pc:docChg chg="modSld">
      <pc:chgData name="Stephane Autreaux" userId="S::stephane.autreaux@supinfo.com::a738c3b6-005b-4b20-bc1a-c071833bb260" providerId="AD" clId="Web-{B0CD8618-E949-8934-39CC-95817680BC15}" dt="2024-01-22T15:28:58.472" v="90" actId="20577"/>
      <pc:docMkLst>
        <pc:docMk/>
      </pc:docMkLst>
      <pc:sldChg chg="modSp">
        <pc:chgData name="Stephane Autreaux" userId="S::stephane.autreaux@supinfo.com::a738c3b6-005b-4b20-bc1a-c071833bb260" providerId="AD" clId="Web-{B0CD8618-E949-8934-39CC-95817680BC15}" dt="2024-01-22T15:28:58.472" v="90" actId="20577"/>
        <pc:sldMkLst>
          <pc:docMk/>
          <pc:sldMk cId="3586647803" sldId="319"/>
        </pc:sldMkLst>
        <pc:spChg chg="mod">
          <ac:chgData name="Stephane Autreaux" userId="S::stephane.autreaux@supinfo.com::a738c3b6-005b-4b20-bc1a-c071833bb260" providerId="AD" clId="Web-{B0CD8618-E949-8934-39CC-95817680BC15}" dt="2024-01-22T15:28:58.472" v="90" actId="20577"/>
          <ac:spMkLst>
            <pc:docMk/>
            <pc:sldMk cId="3586647803" sldId="319"/>
            <ac:spMk id="832" creationId="{00000000-0000-0000-0000-000000000000}"/>
          </ac:spMkLst>
        </pc:spChg>
      </pc:sldChg>
    </pc:docChg>
  </pc:docChgLst>
  <pc:docChgLst>
    <pc:chgData name="Stephane Autreaux" userId="S::stephane.autreaux@supinfo.com::a738c3b6-005b-4b20-bc1a-c071833bb260" providerId="AD" clId="Web-{BEF4F210-9482-85F8-2068-785BF1FC2F44}"/>
    <pc:docChg chg="modSld">
      <pc:chgData name="Stephane Autreaux" userId="S::stephane.autreaux@supinfo.com::a738c3b6-005b-4b20-bc1a-c071833bb260" providerId="AD" clId="Web-{BEF4F210-9482-85F8-2068-785BF1FC2F44}" dt="2024-01-17T12:51:50.480" v="19" actId="14100"/>
      <pc:docMkLst>
        <pc:docMk/>
      </pc:docMkLst>
      <pc:sldChg chg="addSp delSp modSp">
        <pc:chgData name="Stephane Autreaux" userId="S::stephane.autreaux@supinfo.com::a738c3b6-005b-4b20-bc1a-c071833bb260" providerId="AD" clId="Web-{BEF4F210-9482-85F8-2068-785BF1FC2F44}" dt="2024-01-17T12:51:50.480" v="19" actId="14100"/>
        <pc:sldMkLst>
          <pc:docMk/>
          <pc:sldMk cId="620495551" sldId="303"/>
        </pc:sldMkLst>
        <pc:spChg chg="mod">
          <ac:chgData name="Stephane Autreaux" userId="S::stephane.autreaux@supinfo.com::a738c3b6-005b-4b20-bc1a-c071833bb260" providerId="AD" clId="Web-{BEF4F210-9482-85F8-2068-785BF1FC2F44}" dt="2024-01-17T12:51:33.698" v="15" actId="20577"/>
          <ac:spMkLst>
            <pc:docMk/>
            <pc:sldMk cId="620495551" sldId="303"/>
            <ac:spMk id="832" creationId="{00000000-0000-0000-0000-000000000000}"/>
          </ac:spMkLst>
        </pc:spChg>
        <pc:picChg chg="add mod">
          <ac:chgData name="Stephane Autreaux" userId="S::stephane.autreaux@supinfo.com::a738c3b6-005b-4b20-bc1a-c071833bb260" providerId="AD" clId="Web-{BEF4F210-9482-85F8-2068-785BF1FC2F44}" dt="2024-01-17T12:51:50.480" v="19" actId="14100"/>
          <ac:picMkLst>
            <pc:docMk/>
            <pc:sldMk cId="620495551" sldId="303"/>
            <ac:picMk id="2" creationId="{D3A7DB11-0FBB-3363-8D81-E2CF1108024C}"/>
          </ac:picMkLst>
        </pc:picChg>
        <pc:picChg chg="del">
          <ac:chgData name="Stephane Autreaux" userId="S::stephane.autreaux@supinfo.com::a738c3b6-005b-4b20-bc1a-c071833bb260" providerId="AD" clId="Web-{BEF4F210-9482-85F8-2068-785BF1FC2F44}" dt="2024-01-17T12:49:17.741" v="0"/>
          <ac:picMkLst>
            <pc:docMk/>
            <pc:sldMk cId="620495551" sldId="303"/>
            <ac:picMk id="3" creationId="{80742908-39CA-5E55-D6B7-27A3351B8C06}"/>
          </ac:picMkLst>
        </pc:picChg>
        <pc:picChg chg="add mod">
          <ac:chgData name="Stephane Autreaux" userId="S::stephane.autreaux@supinfo.com::a738c3b6-005b-4b20-bc1a-c071833bb260" providerId="AD" clId="Web-{BEF4F210-9482-85F8-2068-785BF1FC2F44}" dt="2024-01-17T12:51:47.308" v="18" actId="14100"/>
          <ac:picMkLst>
            <pc:docMk/>
            <pc:sldMk cId="620495551" sldId="303"/>
            <ac:picMk id="4" creationId="{85F161FF-F68E-C864-748E-835FD90F8F51}"/>
          </ac:picMkLst>
        </pc:picChg>
      </pc:sldChg>
    </pc:docChg>
  </pc:docChgLst>
  <pc:docChgLst>
    <pc:chgData name="Stephane Autreaux" userId="S::stephane.autreaux@supinfo.com::a738c3b6-005b-4b20-bc1a-c071833bb260" providerId="AD" clId="Web-{D68B4C8F-E9C9-F96A-B872-C4F8B8D14A9A}"/>
    <pc:docChg chg="delSld modSld">
      <pc:chgData name="Stephane Autreaux" userId="S::stephane.autreaux@supinfo.com::a738c3b6-005b-4b20-bc1a-c071833bb260" providerId="AD" clId="Web-{D68B4C8F-E9C9-F96A-B872-C4F8B8D14A9A}" dt="2023-11-02T16:57:20.423" v="111" actId="20577"/>
      <pc:docMkLst>
        <pc:docMk/>
      </pc:docMkLst>
      <pc:sldChg chg="modSp">
        <pc:chgData name="Stephane Autreaux" userId="S::stephane.autreaux@supinfo.com::a738c3b6-005b-4b20-bc1a-c071833bb260" providerId="AD" clId="Web-{D68B4C8F-E9C9-F96A-B872-C4F8B8D14A9A}" dt="2023-11-02T16:56:19.356" v="107" actId="20577"/>
        <pc:sldMkLst>
          <pc:docMk/>
          <pc:sldMk cId="3913697785" sldId="257"/>
        </pc:sldMkLst>
        <pc:spChg chg="mod">
          <ac:chgData name="Stephane Autreaux" userId="S::stephane.autreaux@supinfo.com::a738c3b6-005b-4b20-bc1a-c071833bb260" providerId="AD" clId="Web-{D68B4C8F-E9C9-F96A-B872-C4F8B8D14A9A}" dt="2023-11-02T16:56:19.356" v="107" actId="20577"/>
          <ac:spMkLst>
            <pc:docMk/>
            <pc:sldMk cId="3913697785" sldId="257"/>
            <ac:spMk id="100" creationId="{00000000-0000-0000-0000-000000000000}"/>
          </ac:spMkLst>
        </pc:spChg>
      </pc:sldChg>
      <pc:sldChg chg="del">
        <pc:chgData name="Stephane Autreaux" userId="S::stephane.autreaux@supinfo.com::a738c3b6-005b-4b20-bc1a-c071833bb260" providerId="AD" clId="Web-{D68B4C8F-E9C9-F96A-B872-C4F8B8D14A9A}" dt="2023-11-02T15:51:48.748" v="90"/>
        <pc:sldMkLst>
          <pc:docMk/>
          <pc:sldMk cId="708134135" sldId="258"/>
        </pc:sldMkLst>
      </pc:sldChg>
      <pc:sldChg chg="del">
        <pc:chgData name="Stephane Autreaux" userId="S::stephane.autreaux@supinfo.com::a738c3b6-005b-4b20-bc1a-c071833bb260" providerId="AD" clId="Web-{D68B4C8F-E9C9-F96A-B872-C4F8B8D14A9A}" dt="2023-11-02T15:51:49.654" v="91"/>
        <pc:sldMkLst>
          <pc:docMk/>
          <pc:sldMk cId="3241594846" sldId="259"/>
        </pc:sldMkLst>
      </pc:sldChg>
      <pc:sldChg chg="del">
        <pc:chgData name="Stephane Autreaux" userId="S::stephane.autreaux@supinfo.com::a738c3b6-005b-4b20-bc1a-c071833bb260" providerId="AD" clId="Web-{D68B4C8F-E9C9-F96A-B872-C4F8B8D14A9A}" dt="2023-11-02T15:51:52.357" v="93"/>
        <pc:sldMkLst>
          <pc:docMk/>
          <pc:sldMk cId="790017354" sldId="260"/>
        </pc:sldMkLst>
      </pc:sldChg>
      <pc:sldChg chg="del">
        <pc:chgData name="Stephane Autreaux" userId="S::stephane.autreaux@supinfo.com::a738c3b6-005b-4b20-bc1a-c071833bb260" providerId="AD" clId="Web-{D68B4C8F-E9C9-F96A-B872-C4F8B8D14A9A}" dt="2023-11-02T15:51:50.576" v="92"/>
        <pc:sldMkLst>
          <pc:docMk/>
          <pc:sldMk cId="619068519" sldId="261"/>
        </pc:sldMkLst>
      </pc:sldChg>
      <pc:sldChg chg="del">
        <pc:chgData name="Stephane Autreaux" userId="S::stephane.autreaux@supinfo.com::a738c3b6-005b-4b20-bc1a-c071833bb260" providerId="AD" clId="Web-{D68B4C8F-E9C9-F96A-B872-C4F8B8D14A9A}" dt="2023-11-02T15:51:52.967" v="94"/>
        <pc:sldMkLst>
          <pc:docMk/>
          <pc:sldMk cId="1418148228" sldId="262"/>
        </pc:sldMkLst>
      </pc:sldChg>
      <pc:sldChg chg="del">
        <pc:chgData name="Stephane Autreaux" userId="S::stephane.autreaux@supinfo.com::a738c3b6-005b-4b20-bc1a-c071833bb260" providerId="AD" clId="Web-{D68B4C8F-E9C9-F96A-B872-C4F8B8D14A9A}" dt="2023-11-02T15:51:55.264" v="95"/>
        <pc:sldMkLst>
          <pc:docMk/>
          <pc:sldMk cId="82641114" sldId="263"/>
        </pc:sldMkLst>
      </pc:sldChg>
      <pc:sldChg chg="del">
        <pc:chgData name="Stephane Autreaux" userId="S::stephane.autreaux@supinfo.com::a738c3b6-005b-4b20-bc1a-c071833bb260" providerId="AD" clId="Web-{D68B4C8F-E9C9-F96A-B872-C4F8B8D14A9A}" dt="2023-11-02T15:51:55.639" v="96"/>
        <pc:sldMkLst>
          <pc:docMk/>
          <pc:sldMk cId="3121318557" sldId="264"/>
        </pc:sldMkLst>
      </pc:sldChg>
      <pc:sldChg chg="del">
        <pc:chgData name="Stephane Autreaux" userId="S::stephane.autreaux@supinfo.com::a738c3b6-005b-4b20-bc1a-c071833bb260" providerId="AD" clId="Web-{D68B4C8F-E9C9-F96A-B872-C4F8B8D14A9A}" dt="2023-11-02T15:51:45.310" v="73"/>
        <pc:sldMkLst>
          <pc:docMk/>
          <pc:sldMk cId="1581874230" sldId="265"/>
        </pc:sldMkLst>
      </pc:sldChg>
      <pc:sldChg chg="del">
        <pc:chgData name="Stephane Autreaux" userId="S::stephane.autreaux@supinfo.com::a738c3b6-005b-4b20-bc1a-c071833bb260" providerId="AD" clId="Web-{D68B4C8F-E9C9-F96A-B872-C4F8B8D14A9A}" dt="2023-11-02T15:51:45.310" v="74"/>
        <pc:sldMkLst>
          <pc:docMk/>
          <pc:sldMk cId="677289705" sldId="266"/>
        </pc:sldMkLst>
      </pc:sldChg>
      <pc:sldChg chg="del">
        <pc:chgData name="Stephane Autreaux" userId="S::stephane.autreaux@supinfo.com::a738c3b6-005b-4b20-bc1a-c071833bb260" providerId="AD" clId="Web-{D68B4C8F-E9C9-F96A-B872-C4F8B8D14A9A}" dt="2023-11-02T15:51:45.310" v="75"/>
        <pc:sldMkLst>
          <pc:docMk/>
          <pc:sldMk cId="1900702271" sldId="267"/>
        </pc:sldMkLst>
      </pc:sldChg>
      <pc:sldChg chg="del">
        <pc:chgData name="Stephane Autreaux" userId="S::stephane.autreaux@supinfo.com::a738c3b6-005b-4b20-bc1a-c071833bb260" providerId="AD" clId="Web-{D68B4C8F-E9C9-F96A-B872-C4F8B8D14A9A}" dt="2023-11-02T15:51:45.310" v="76"/>
        <pc:sldMkLst>
          <pc:docMk/>
          <pc:sldMk cId="4148807181" sldId="268"/>
        </pc:sldMkLst>
      </pc:sldChg>
      <pc:sldChg chg="del">
        <pc:chgData name="Stephane Autreaux" userId="S::stephane.autreaux@supinfo.com::a738c3b6-005b-4b20-bc1a-c071833bb260" providerId="AD" clId="Web-{D68B4C8F-E9C9-F96A-B872-C4F8B8D14A9A}" dt="2023-11-02T15:51:45.310" v="77"/>
        <pc:sldMkLst>
          <pc:docMk/>
          <pc:sldMk cId="1670071020" sldId="269"/>
        </pc:sldMkLst>
      </pc:sldChg>
      <pc:sldChg chg="del">
        <pc:chgData name="Stephane Autreaux" userId="S::stephane.autreaux@supinfo.com::a738c3b6-005b-4b20-bc1a-c071833bb260" providerId="AD" clId="Web-{D68B4C8F-E9C9-F96A-B872-C4F8B8D14A9A}" dt="2023-11-02T15:51:45.310" v="78"/>
        <pc:sldMkLst>
          <pc:docMk/>
          <pc:sldMk cId="2810412457" sldId="270"/>
        </pc:sldMkLst>
      </pc:sldChg>
      <pc:sldChg chg="del">
        <pc:chgData name="Stephane Autreaux" userId="S::stephane.autreaux@supinfo.com::a738c3b6-005b-4b20-bc1a-c071833bb260" providerId="AD" clId="Web-{D68B4C8F-E9C9-F96A-B872-C4F8B8D14A9A}" dt="2023-11-02T15:51:45.310" v="79"/>
        <pc:sldMkLst>
          <pc:docMk/>
          <pc:sldMk cId="1753166150" sldId="271"/>
        </pc:sldMkLst>
      </pc:sldChg>
      <pc:sldChg chg="del">
        <pc:chgData name="Stephane Autreaux" userId="S::stephane.autreaux@supinfo.com::a738c3b6-005b-4b20-bc1a-c071833bb260" providerId="AD" clId="Web-{D68B4C8F-E9C9-F96A-B872-C4F8B8D14A9A}" dt="2023-11-02T15:51:45.310" v="80"/>
        <pc:sldMkLst>
          <pc:docMk/>
          <pc:sldMk cId="219594721" sldId="272"/>
        </pc:sldMkLst>
      </pc:sldChg>
      <pc:sldChg chg="del">
        <pc:chgData name="Stephane Autreaux" userId="S::stephane.autreaux@supinfo.com::a738c3b6-005b-4b20-bc1a-c071833bb260" providerId="AD" clId="Web-{D68B4C8F-E9C9-F96A-B872-C4F8B8D14A9A}" dt="2023-11-02T15:51:45.310" v="81"/>
        <pc:sldMkLst>
          <pc:docMk/>
          <pc:sldMk cId="23187397" sldId="273"/>
        </pc:sldMkLst>
      </pc:sldChg>
      <pc:sldChg chg="del">
        <pc:chgData name="Stephane Autreaux" userId="S::stephane.autreaux@supinfo.com::a738c3b6-005b-4b20-bc1a-c071833bb260" providerId="AD" clId="Web-{D68B4C8F-E9C9-F96A-B872-C4F8B8D14A9A}" dt="2023-11-02T15:51:45.310" v="82"/>
        <pc:sldMkLst>
          <pc:docMk/>
          <pc:sldMk cId="3685490758" sldId="274"/>
        </pc:sldMkLst>
      </pc:sldChg>
      <pc:sldChg chg="del">
        <pc:chgData name="Stephane Autreaux" userId="S::stephane.autreaux@supinfo.com::a738c3b6-005b-4b20-bc1a-c071833bb260" providerId="AD" clId="Web-{D68B4C8F-E9C9-F96A-B872-C4F8B8D14A9A}" dt="2023-11-02T15:51:45.326" v="83"/>
        <pc:sldMkLst>
          <pc:docMk/>
          <pc:sldMk cId="896540438" sldId="275"/>
        </pc:sldMkLst>
      </pc:sldChg>
      <pc:sldChg chg="del">
        <pc:chgData name="Stephane Autreaux" userId="S::stephane.autreaux@supinfo.com::a738c3b6-005b-4b20-bc1a-c071833bb260" providerId="AD" clId="Web-{D68B4C8F-E9C9-F96A-B872-C4F8B8D14A9A}" dt="2023-11-02T15:51:45.326" v="84"/>
        <pc:sldMkLst>
          <pc:docMk/>
          <pc:sldMk cId="1581257349" sldId="276"/>
        </pc:sldMkLst>
      </pc:sldChg>
      <pc:sldChg chg="del">
        <pc:chgData name="Stephane Autreaux" userId="S::stephane.autreaux@supinfo.com::a738c3b6-005b-4b20-bc1a-c071833bb260" providerId="AD" clId="Web-{D68B4C8F-E9C9-F96A-B872-C4F8B8D14A9A}" dt="2023-11-02T15:51:45.326" v="85"/>
        <pc:sldMkLst>
          <pc:docMk/>
          <pc:sldMk cId="2052126093" sldId="277"/>
        </pc:sldMkLst>
      </pc:sldChg>
      <pc:sldChg chg="del">
        <pc:chgData name="Stephane Autreaux" userId="S::stephane.autreaux@supinfo.com::a738c3b6-005b-4b20-bc1a-c071833bb260" providerId="AD" clId="Web-{D68B4C8F-E9C9-F96A-B872-C4F8B8D14A9A}" dt="2023-11-02T15:51:45.326" v="86"/>
        <pc:sldMkLst>
          <pc:docMk/>
          <pc:sldMk cId="2767017649" sldId="278"/>
        </pc:sldMkLst>
      </pc:sldChg>
      <pc:sldChg chg="del">
        <pc:chgData name="Stephane Autreaux" userId="S::stephane.autreaux@supinfo.com::a738c3b6-005b-4b20-bc1a-c071833bb260" providerId="AD" clId="Web-{D68B4C8F-E9C9-F96A-B872-C4F8B8D14A9A}" dt="2023-11-02T15:51:45.326" v="87"/>
        <pc:sldMkLst>
          <pc:docMk/>
          <pc:sldMk cId="554359224" sldId="279"/>
        </pc:sldMkLst>
      </pc:sldChg>
      <pc:sldChg chg="del">
        <pc:chgData name="Stephane Autreaux" userId="S::stephane.autreaux@supinfo.com::a738c3b6-005b-4b20-bc1a-c071833bb260" providerId="AD" clId="Web-{D68B4C8F-E9C9-F96A-B872-C4F8B8D14A9A}" dt="2023-11-02T15:51:45.326" v="88"/>
        <pc:sldMkLst>
          <pc:docMk/>
          <pc:sldMk cId="1473737589" sldId="280"/>
        </pc:sldMkLst>
      </pc:sldChg>
      <pc:sldChg chg="del">
        <pc:chgData name="Stephane Autreaux" userId="S::stephane.autreaux@supinfo.com::a738c3b6-005b-4b20-bc1a-c071833bb260" providerId="AD" clId="Web-{D68B4C8F-E9C9-F96A-B872-C4F8B8D14A9A}" dt="2023-11-02T15:51:45.326" v="89"/>
        <pc:sldMkLst>
          <pc:docMk/>
          <pc:sldMk cId="973847695" sldId="281"/>
        </pc:sldMkLst>
      </pc:sldChg>
      <pc:sldChg chg="del">
        <pc:chgData name="Stephane Autreaux" userId="S::stephane.autreaux@supinfo.com::a738c3b6-005b-4b20-bc1a-c071833bb260" providerId="AD" clId="Web-{D68B4C8F-E9C9-F96A-B872-C4F8B8D14A9A}" dt="2023-11-02T15:51:25.215" v="67"/>
        <pc:sldMkLst>
          <pc:docMk/>
          <pc:sldMk cId="3755527959" sldId="283"/>
        </pc:sldMkLst>
      </pc:sldChg>
      <pc:sldChg chg="del">
        <pc:chgData name="Stephane Autreaux" userId="S::stephane.autreaux@supinfo.com::a738c3b6-005b-4b20-bc1a-c071833bb260" providerId="AD" clId="Web-{D68B4C8F-E9C9-F96A-B872-C4F8B8D14A9A}" dt="2023-11-02T15:51:25.215" v="68"/>
        <pc:sldMkLst>
          <pc:docMk/>
          <pc:sldMk cId="3390708089" sldId="284"/>
        </pc:sldMkLst>
      </pc:sldChg>
      <pc:sldChg chg="del">
        <pc:chgData name="Stephane Autreaux" userId="S::stephane.autreaux@supinfo.com::a738c3b6-005b-4b20-bc1a-c071833bb260" providerId="AD" clId="Web-{D68B4C8F-E9C9-F96A-B872-C4F8B8D14A9A}" dt="2023-11-02T15:51:25.215" v="69"/>
        <pc:sldMkLst>
          <pc:docMk/>
          <pc:sldMk cId="157657099" sldId="285"/>
        </pc:sldMkLst>
      </pc:sldChg>
      <pc:sldChg chg="del">
        <pc:chgData name="Stephane Autreaux" userId="S::stephane.autreaux@supinfo.com::a738c3b6-005b-4b20-bc1a-c071833bb260" providerId="AD" clId="Web-{D68B4C8F-E9C9-F96A-B872-C4F8B8D14A9A}" dt="2023-11-02T15:51:25.215" v="70"/>
        <pc:sldMkLst>
          <pc:docMk/>
          <pc:sldMk cId="3813630889" sldId="286"/>
        </pc:sldMkLst>
      </pc:sldChg>
      <pc:sldChg chg="del">
        <pc:chgData name="Stephane Autreaux" userId="S::stephane.autreaux@supinfo.com::a738c3b6-005b-4b20-bc1a-c071833bb260" providerId="AD" clId="Web-{D68B4C8F-E9C9-F96A-B872-C4F8B8D14A9A}" dt="2023-11-02T15:51:25.215" v="71"/>
        <pc:sldMkLst>
          <pc:docMk/>
          <pc:sldMk cId="2992137962" sldId="287"/>
        </pc:sldMkLst>
      </pc:sldChg>
      <pc:sldChg chg="del">
        <pc:chgData name="Stephane Autreaux" userId="S::stephane.autreaux@supinfo.com::a738c3b6-005b-4b20-bc1a-c071833bb260" providerId="AD" clId="Web-{D68B4C8F-E9C9-F96A-B872-C4F8B8D14A9A}" dt="2023-11-02T15:51:25.231" v="72"/>
        <pc:sldMkLst>
          <pc:docMk/>
          <pc:sldMk cId="235904876" sldId="288"/>
        </pc:sldMkLst>
      </pc:sldChg>
      <pc:sldChg chg="del">
        <pc:chgData name="Stephane Autreaux" userId="S::stephane.autreaux@supinfo.com::a738c3b6-005b-4b20-bc1a-c071833bb260" providerId="AD" clId="Web-{D68B4C8F-E9C9-F96A-B872-C4F8B8D14A9A}" dt="2023-11-02T15:51:18.574" v="66"/>
        <pc:sldMkLst>
          <pc:docMk/>
          <pc:sldMk cId="45739923" sldId="289"/>
        </pc:sldMkLst>
      </pc:sldChg>
      <pc:sldChg chg="del">
        <pc:chgData name="Stephane Autreaux" userId="S::stephane.autreaux@supinfo.com::a738c3b6-005b-4b20-bc1a-c071833bb260" providerId="AD" clId="Web-{D68B4C8F-E9C9-F96A-B872-C4F8B8D14A9A}" dt="2023-11-02T15:51:11.042" v="65"/>
        <pc:sldMkLst>
          <pc:docMk/>
          <pc:sldMk cId="1312085551" sldId="290"/>
        </pc:sldMkLst>
      </pc:sldChg>
      <pc:sldChg chg="delSp modSp">
        <pc:chgData name="Stephane Autreaux" userId="S::stephane.autreaux@supinfo.com::a738c3b6-005b-4b20-bc1a-c071833bb260" providerId="AD" clId="Web-{D68B4C8F-E9C9-F96A-B872-C4F8B8D14A9A}" dt="2023-11-02T16:57:20.423" v="111" actId="20577"/>
        <pc:sldMkLst>
          <pc:docMk/>
          <pc:sldMk cId="4209753812" sldId="291"/>
        </pc:sldMkLst>
        <pc:spChg chg="del">
          <ac:chgData name="Stephane Autreaux" userId="S::stephane.autreaux@supinfo.com::a738c3b6-005b-4b20-bc1a-c071833bb260" providerId="AD" clId="Web-{D68B4C8F-E9C9-F96A-B872-C4F8B8D14A9A}" dt="2023-11-02T16:57:16.985" v="109"/>
          <ac:spMkLst>
            <pc:docMk/>
            <pc:sldMk cId="4209753812" sldId="291"/>
            <ac:spMk id="2" creationId="{5CCAFDB4-7294-7AB3-0C4A-51B8B8FBED4C}"/>
          </ac:spMkLst>
        </pc:spChg>
        <pc:spChg chg="mod">
          <ac:chgData name="Stephane Autreaux" userId="S::stephane.autreaux@supinfo.com::a738c3b6-005b-4b20-bc1a-c071833bb260" providerId="AD" clId="Web-{D68B4C8F-E9C9-F96A-B872-C4F8B8D14A9A}" dt="2023-11-02T16:57:20.423" v="111" actId="20577"/>
          <ac:spMkLst>
            <pc:docMk/>
            <pc:sldMk cId="4209753812" sldId="291"/>
            <ac:spMk id="229" creationId="{00000000-0000-0000-0000-000000000000}"/>
          </ac:spMkLst>
        </pc:spChg>
      </pc:sldChg>
      <pc:sldChg chg="modSp">
        <pc:chgData name="Stephane Autreaux" userId="S::stephane.autreaux@supinfo.com::a738c3b6-005b-4b20-bc1a-c071833bb260" providerId="AD" clId="Web-{D68B4C8F-E9C9-F96A-B872-C4F8B8D14A9A}" dt="2023-11-02T15:50:41.025" v="64" actId="20577"/>
        <pc:sldMkLst>
          <pc:docMk/>
          <pc:sldMk cId="4101295028" sldId="294"/>
        </pc:sldMkLst>
        <pc:spChg chg="mod">
          <ac:chgData name="Stephane Autreaux" userId="S::stephane.autreaux@supinfo.com::a738c3b6-005b-4b20-bc1a-c071833bb260" providerId="AD" clId="Web-{D68B4C8F-E9C9-F96A-B872-C4F8B8D14A9A}" dt="2023-11-02T15:50:41.025" v="64" actId="20577"/>
          <ac:spMkLst>
            <pc:docMk/>
            <pc:sldMk cId="4101295028" sldId="294"/>
            <ac:spMk id="121" creationId="{00000000-0000-0000-0000-000000000000}"/>
          </ac:spMkLst>
        </pc:spChg>
      </pc:sldChg>
      <pc:sldChg chg="modSp">
        <pc:chgData name="Stephane Autreaux" userId="S::stephane.autreaux@supinfo.com::a738c3b6-005b-4b20-bc1a-c071833bb260" providerId="AD" clId="Web-{D68B4C8F-E9C9-F96A-B872-C4F8B8D14A9A}" dt="2023-11-02T15:47:31.809" v="23" actId="20577"/>
        <pc:sldMkLst>
          <pc:docMk/>
          <pc:sldMk cId="4159026192" sldId="296"/>
        </pc:sldMkLst>
        <pc:spChg chg="mod">
          <ac:chgData name="Stephane Autreaux" userId="S::stephane.autreaux@supinfo.com::a738c3b6-005b-4b20-bc1a-c071833bb260" providerId="AD" clId="Web-{D68B4C8F-E9C9-F96A-B872-C4F8B8D14A9A}" dt="2023-11-02T15:47:31.809" v="23" actId="20577"/>
          <ac:spMkLst>
            <pc:docMk/>
            <pc:sldMk cId="4159026192" sldId="296"/>
            <ac:spMk id="114" creationId="{00000000-0000-0000-0000-000000000000}"/>
          </ac:spMkLst>
        </pc:spChg>
      </pc:sldChg>
      <pc:sldChg chg="addSp delSp modSp">
        <pc:chgData name="Stephane Autreaux" userId="S::stephane.autreaux@supinfo.com::a738c3b6-005b-4b20-bc1a-c071833bb260" providerId="AD" clId="Web-{D68B4C8F-E9C9-F96A-B872-C4F8B8D14A9A}" dt="2023-11-02T16:56:07.402" v="105" actId="20577"/>
        <pc:sldMkLst>
          <pc:docMk/>
          <pc:sldMk cId="2575931794" sldId="298"/>
        </pc:sldMkLst>
        <pc:spChg chg="mod">
          <ac:chgData name="Stephane Autreaux" userId="S::stephane.autreaux@supinfo.com::a738c3b6-005b-4b20-bc1a-c071833bb260" providerId="AD" clId="Web-{D68B4C8F-E9C9-F96A-B872-C4F8B8D14A9A}" dt="2023-11-02T16:56:07.402" v="105" actId="20577"/>
          <ac:spMkLst>
            <pc:docMk/>
            <pc:sldMk cId="2575931794" sldId="298"/>
            <ac:spMk id="100" creationId="{00000000-0000-0000-0000-000000000000}"/>
          </ac:spMkLst>
        </pc:spChg>
        <pc:picChg chg="add del mod">
          <ac:chgData name="Stephane Autreaux" userId="S::stephane.autreaux@supinfo.com::a738c3b6-005b-4b20-bc1a-c071833bb260" providerId="AD" clId="Web-{D68B4C8F-E9C9-F96A-B872-C4F8B8D14A9A}" dt="2023-11-02T15:57:11.987" v="101"/>
          <ac:picMkLst>
            <pc:docMk/>
            <pc:sldMk cId="2575931794" sldId="298"/>
            <ac:picMk id="2" creationId="{B20E3EDF-8094-B4B6-1142-291A2FB8312D}"/>
          </ac:picMkLst>
        </pc:picChg>
      </pc:sldChg>
    </pc:docChg>
  </pc:docChgLst>
  <pc:docChgLst>
    <pc:chgData name="Stephane Autreaux" userId="S::stephane.autreaux@supinfo.com::a738c3b6-005b-4b20-bc1a-c071833bb260" providerId="AD" clId="Web-{1646549C-2CFE-2C1F-6470-EAB6773FA145}"/>
    <pc:docChg chg="addSld modSld">
      <pc:chgData name="Stephane Autreaux" userId="S::stephane.autreaux@supinfo.com::a738c3b6-005b-4b20-bc1a-c071833bb260" providerId="AD" clId="Web-{1646549C-2CFE-2C1F-6470-EAB6773FA145}" dt="2023-11-08T16:19:32.884" v="504" actId="20577"/>
      <pc:docMkLst>
        <pc:docMk/>
      </pc:docMkLst>
      <pc:sldChg chg="modSp">
        <pc:chgData name="Stephane Autreaux" userId="S::stephane.autreaux@supinfo.com::a738c3b6-005b-4b20-bc1a-c071833bb260" providerId="AD" clId="Web-{1646549C-2CFE-2C1F-6470-EAB6773FA145}" dt="2023-11-08T10:52:48.275" v="1" actId="20577"/>
        <pc:sldMkLst>
          <pc:docMk/>
          <pc:sldMk cId="620495551" sldId="303"/>
        </pc:sldMkLst>
        <pc:spChg chg="mod">
          <ac:chgData name="Stephane Autreaux" userId="S::stephane.autreaux@supinfo.com::a738c3b6-005b-4b20-bc1a-c071833bb260" providerId="AD" clId="Web-{1646549C-2CFE-2C1F-6470-EAB6773FA145}" dt="2023-11-08T10:52:48.275" v="1" actId="20577"/>
          <ac:spMkLst>
            <pc:docMk/>
            <pc:sldMk cId="620495551" sldId="303"/>
            <ac:spMk id="832" creationId="{00000000-0000-0000-0000-000000000000}"/>
          </ac:spMkLst>
        </pc:spChg>
      </pc:sldChg>
      <pc:sldChg chg="modSp">
        <pc:chgData name="Stephane Autreaux" userId="S::stephane.autreaux@supinfo.com::a738c3b6-005b-4b20-bc1a-c071833bb260" providerId="AD" clId="Web-{1646549C-2CFE-2C1F-6470-EAB6773FA145}" dt="2023-11-08T10:52:50.525" v="2" actId="20577"/>
        <pc:sldMkLst>
          <pc:docMk/>
          <pc:sldMk cId="1335331045" sldId="304"/>
        </pc:sldMkLst>
        <pc:spChg chg="mod">
          <ac:chgData name="Stephane Autreaux" userId="S::stephane.autreaux@supinfo.com::a738c3b6-005b-4b20-bc1a-c071833bb260" providerId="AD" clId="Web-{1646549C-2CFE-2C1F-6470-EAB6773FA145}" dt="2023-11-08T10:52:50.525" v="2" actId="20577"/>
          <ac:spMkLst>
            <pc:docMk/>
            <pc:sldMk cId="1335331045" sldId="304"/>
            <ac:spMk id="832" creationId="{00000000-0000-0000-0000-000000000000}"/>
          </ac:spMkLst>
        </pc:spChg>
      </pc:sldChg>
      <pc:sldChg chg="modSp">
        <pc:chgData name="Stephane Autreaux" userId="S::stephane.autreaux@supinfo.com::a738c3b6-005b-4b20-bc1a-c071833bb260" providerId="AD" clId="Web-{1646549C-2CFE-2C1F-6470-EAB6773FA145}" dt="2023-11-08T10:53:12.057" v="3" actId="20577"/>
        <pc:sldMkLst>
          <pc:docMk/>
          <pc:sldMk cId="683683885" sldId="305"/>
        </pc:sldMkLst>
        <pc:spChg chg="mod">
          <ac:chgData name="Stephane Autreaux" userId="S::stephane.autreaux@supinfo.com::a738c3b6-005b-4b20-bc1a-c071833bb260" providerId="AD" clId="Web-{1646549C-2CFE-2C1F-6470-EAB6773FA145}" dt="2023-11-08T10:53:12.057" v="3" actId="20577"/>
          <ac:spMkLst>
            <pc:docMk/>
            <pc:sldMk cId="683683885" sldId="305"/>
            <ac:spMk id="832" creationId="{00000000-0000-0000-0000-000000000000}"/>
          </ac:spMkLst>
        </pc:spChg>
      </pc:sldChg>
      <pc:sldChg chg="modSp">
        <pc:chgData name="Stephane Autreaux" userId="S::stephane.autreaux@supinfo.com::a738c3b6-005b-4b20-bc1a-c071833bb260" providerId="AD" clId="Web-{1646549C-2CFE-2C1F-6470-EAB6773FA145}" dt="2023-11-08T10:54:03.824" v="15" actId="20577"/>
        <pc:sldMkLst>
          <pc:docMk/>
          <pc:sldMk cId="439050672" sldId="306"/>
        </pc:sldMkLst>
        <pc:spChg chg="mod">
          <ac:chgData name="Stephane Autreaux" userId="S::stephane.autreaux@supinfo.com::a738c3b6-005b-4b20-bc1a-c071833bb260" providerId="AD" clId="Web-{1646549C-2CFE-2C1F-6470-EAB6773FA145}" dt="2023-11-08T10:54:03.824" v="15" actId="20577"/>
          <ac:spMkLst>
            <pc:docMk/>
            <pc:sldMk cId="439050672" sldId="306"/>
            <ac:spMk id="832" creationId="{00000000-0000-0000-0000-000000000000}"/>
          </ac:spMkLst>
        </pc:spChg>
        <pc:picChg chg="mod">
          <ac:chgData name="Stephane Autreaux" userId="S::stephane.autreaux@supinfo.com::a738c3b6-005b-4b20-bc1a-c071833bb260" providerId="AD" clId="Web-{1646549C-2CFE-2C1F-6470-EAB6773FA145}" dt="2023-11-08T10:53:49.417" v="11" actId="1076"/>
          <ac:picMkLst>
            <pc:docMk/>
            <pc:sldMk cId="439050672" sldId="306"/>
            <ac:picMk id="2" creationId="{A09BB2CC-2E47-4B86-C4BF-731F035ACA7B}"/>
          </ac:picMkLst>
        </pc:picChg>
        <pc:picChg chg="mod">
          <ac:chgData name="Stephane Autreaux" userId="S::stephane.autreaux@supinfo.com::a738c3b6-005b-4b20-bc1a-c071833bb260" providerId="AD" clId="Web-{1646549C-2CFE-2C1F-6470-EAB6773FA145}" dt="2023-11-08T10:53:52.354" v="12" actId="14100"/>
          <ac:picMkLst>
            <pc:docMk/>
            <pc:sldMk cId="439050672" sldId="306"/>
            <ac:picMk id="3" creationId="{48D4DF77-4887-62C4-01AA-97161C488B2E}"/>
          </ac:picMkLst>
        </pc:picChg>
      </pc:sldChg>
      <pc:sldChg chg="modSp">
        <pc:chgData name="Stephane Autreaux" userId="S::stephane.autreaux@supinfo.com::a738c3b6-005b-4b20-bc1a-c071833bb260" providerId="AD" clId="Web-{1646549C-2CFE-2C1F-6470-EAB6773FA145}" dt="2023-11-08T10:53:21.854" v="4" actId="20577"/>
        <pc:sldMkLst>
          <pc:docMk/>
          <pc:sldMk cId="2390615051" sldId="307"/>
        </pc:sldMkLst>
        <pc:spChg chg="mod">
          <ac:chgData name="Stephane Autreaux" userId="S::stephane.autreaux@supinfo.com::a738c3b6-005b-4b20-bc1a-c071833bb260" providerId="AD" clId="Web-{1646549C-2CFE-2C1F-6470-EAB6773FA145}" dt="2023-11-08T10:53:21.854" v="4" actId="20577"/>
          <ac:spMkLst>
            <pc:docMk/>
            <pc:sldMk cId="2390615051" sldId="307"/>
            <ac:spMk id="832" creationId="{00000000-0000-0000-0000-000000000000}"/>
          </ac:spMkLst>
        </pc:spChg>
      </pc:sldChg>
      <pc:sldChg chg="modSp">
        <pc:chgData name="Stephane Autreaux" userId="S::stephane.autreaux@supinfo.com::a738c3b6-005b-4b20-bc1a-c071833bb260" providerId="AD" clId="Web-{1646549C-2CFE-2C1F-6470-EAB6773FA145}" dt="2023-11-08T10:54:53.950" v="24" actId="20577"/>
        <pc:sldMkLst>
          <pc:docMk/>
          <pc:sldMk cId="1582117534" sldId="308"/>
        </pc:sldMkLst>
        <pc:spChg chg="mod">
          <ac:chgData name="Stephane Autreaux" userId="S::stephane.autreaux@supinfo.com::a738c3b6-005b-4b20-bc1a-c071833bb260" providerId="AD" clId="Web-{1646549C-2CFE-2C1F-6470-EAB6773FA145}" dt="2023-11-08T10:54:53.950" v="24" actId="20577"/>
          <ac:spMkLst>
            <pc:docMk/>
            <pc:sldMk cId="1582117534" sldId="308"/>
            <ac:spMk id="832" creationId="{00000000-0000-0000-0000-000000000000}"/>
          </ac:spMkLst>
        </pc:spChg>
      </pc:sldChg>
      <pc:sldChg chg="modSp">
        <pc:chgData name="Stephane Autreaux" userId="S::stephane.autreaux@supinfo.com::a738c3b6-005b-4b20-bc1a-c071833bb260" providerId="AD" clId="Web-{1646549C-2CFE-2C1F-6470-EAB6773FA145}" dt="2023-11-08T10:55:21.201" v="27" actId="1076"/>
        <pc:sldMkLst>
          <pc:docMk/>
          <pc:sldMk cId="2753811837" sldId="310"/>
        </pc:sldMkLst>
        <pc:spChg chg="mod">
          <ac:chgData name="Stephane Autreaux" userId="S::stephane.autreaux@supinfo.com::a738c3b6-005b-4b20-bc1a-c071833bb260" providerId="AD" clId="Web-{1646549C-2CFE-2C1F-6470-EAB6773FA145}" dt="2023-11-08T10:55:21.201" v="27" actId="1076"/>
          <ac:spMkLst>
            <pc:docMk/>
            <pc:sldMk cId="2753811837" sldId="310"/>
            <ac:spMk id="832" creationId="{00000000-0000-0000-0000-000000000000}"/>
          </ac:spMkLst>
        </pc:spChg>
      </pc:sldChg>
      <pc:sldChg chg="modSp">
        <pc:chgData name="Stephane Autreaux" userId="S::stephane.autreaux@supinfo.com::a738c3b6-005b-4b20-bc1a-c071833bb260" providerId="AD" clId="Web-{1646549C-2CFE-2C1F-6470-EAB6773FA145}" dt="2023-11-08T10:55:25.123" v="28" actId="20577"/>
        <pc:sldMkLst>
          <pc:docMk/>
          <pc:sldMk cId="1547696087" sldId="311"/>
        </pc:sldMkLst>
        <pc:spChg chg="mod">
          <ac:chgData name="Stephane Autreaux" userId="S::stephane.autreaux@supinfo.com::a738c3b6-005b-4b20-bc1a-c071833bb260" providerId="AD" clId="Web-{1646549C-2CFE-2C1F-6470-EAB6773FA145}" dt="2023-11-08T10:55:25.123" v="28" actId="20577"/>
          <ac:spMkLst>
            <pc:docMk/>
            <pc:sldMk cId="1547696087" sldId="311"/>
            <ac:spMk id="832" creationId="{00000000-0000-0000-0000-000000000000}"/>
          </ac:spMkLst>
        </pc:spChg>
      </pc:sldChg>
      <pc:sldChg chg="modSp">
        <pc:chgData name="Stephane Autreaux" userId="S::stephane.autreaux@supinfo.com::a738c3b6-005b-4b20-bc1a-c071833bb260" providerId="AD" clId="Web-{1646549C-2CFE-2C1F-6470-EAB6773FA145}" dt="2023-11-08T10:55:48.701" v="35" actId="20577"/>
        <pc:sldMkLst>
          <pc:docMk/>
          <pc:sldMk cId="2264295722" sldId="312"/>
        </pc:sldMkLst>
        <pc:spChg chg="mod">
          <ac:chgData name="Stephane Autreaux" userId="S::stephane.autreaux@supinfo.com::a738c3b6-005b-4b20-bc1a-c071833bb260" providerId="AD" clId="Web-{1646549C-2CFE-2C1F-6470-EAB6773FA145}" dt="2023-11-08T10:55:48.701" v="35" actId="20577"/>
          <ac:spMkLst>
            <pc:docMk/>
            <pc:sldMk cId="2264295722" sldId="312"/>
            <ac:spMk id="832" creationId="{00000000-0000-0000-0000-000000000000}"/>
          </ac:spMkLst>
        </pc:spChg>
      </pc:sldChg>
      <pc:sldChg chg="modSp">
        <pc:chgData name="Stephane Autreaux" userId="S::stephane.autreaux@supinfo.com::a738c3b6-005b-4b20-bc1a-c071833bb260" providerId="AD" clId="Web-{1646549C-2CFE-2C1F-6470-EAB6773FA145}" dt="2023-11-08T10:55:53.420" v="36" actId="20577"/>
        <pc:sldMkLst>
          <pc:docMk/>
          <pc:sldMk cId="2645839868" sldId="314"/>
        </pc:sldMkLst>
        <pc:spChg chg="mod">
          <ac:chgData name="Stephane Autreaux" userId="S::stephane.autreaux@supinfo.com::a738c3b6-005b-4b20-bc1a-c071833bb260" providerId="AD" clId="Web-{1646549C-2CFE-2C1F-6470-EAB6773FA145}" dt="2023-11-08T10:55:53.420" v="36" actId="20577"/>
          <ac:spMkLst>
            <pc:docMk/>
            <pc:sldMk cId="2645839868" sldId="314"/>
            <ac:spMk id="832" creationId="{00000000-0000-0000-0000-000000000000}"/>
          </ac:spMkLst>
        </pc:spChg>
      </pc:sldChg>
      <pc:sldChg chg="modSp">
        <pc:chgData name="Stephane Autreaux" userId="S::stephane.autreaux@supinfo.com::a738c3b6-005b-4b20-bc1a-c071833bb260" providerId="AD" clId="Web-{1646549C-2CFE-2C1F-6470-EAB6773FA145}" dt="2023-11-08T10:56:09.749" v="38" actId="14100"/>
        <pc:sldMkLst>
          <pc:docMk/>
          <pc:sldMk cId="185792764" sldId="315"/>
        </pc:sldMkLst>
        <pc:spChg chg="mod">
          <ac:chgData name="Stephane Autreaux" userId="S::stephane.autreaux@supinfo.com::a738c3b6-005b-4b20-bc1a-c071833bb260" providerId="AD" clId="Web-{1646549C-2CFE-2C1F-6470-EAB6773FA145}" dt="2023-11-08T10:56:09.749" v="38" actId="14100"/>
          <ac:spMkLst>
            <pc:docMk/>
            <pc:sldMk cId="185792764" sldId="315"/>
            <ac:spMk id="831" creationId="{00000000-0000-0000-0000-000000000000}"/>
          </ac:spMkLst>
        </pc:spChg>
      </pc:sldChg>
      <pc:sldChg chg="modSp">
        <pc:chgData name="Stephane Autreaux" userId="S::stephane.autreaux@supinfo.com::a738c3b6-005b-4b20-bc1a-c071833bb260" providerId="AD" clId="Web-{1646549C-2CFE-2C1F-6470-EAB6773FA145}" dt="2023-11-08T12:52:35.063" v="123" actId="20577"/>
        <pc:sldMkLst>
          <pc:docMk/>
          <pc:sldMk cId="3956549528" sldId="317"/>
        </pc:sldMkLst>
        <pc:spChg chg="mod">
          <ac:chgData name="Stephane Autreaux" userId="S::stephane.autreaux@supinfo.com::a738c3b6-005b-4b20-bc1a-c071833bb260" providerId="AD" clId="Web-{1646549C-2CFE-2C1F-6470-EAB6773FA145}" dt="2023-11-08T12:52:35.063" v="123" actId="20577"/>
          <ac:spMkLst>
            <pc:docMk/>
            <pc:sldMk cId="3956549528" sldId="317"/>
            <ac:spMk id="832" creationId="{00000000-0000-0000-0000-000000000000}"/>
          </ac:spMkLst>
        </pc:spChg>
      </pc:sldChg>
      <pc:sldChg chg="addSp delSp modSp">
        <pc:chgData name="Stephane Autreaux" userId="S::stephane.autreaux@supinfo.com::a738c3b6-005b-4b20-bc1a-c071833bb260" providerId="AD" clId="Web-{1646549C-2CFE-2C1F-6470-EAB6773FA145}" dt="2023-11-08T13:00:01.667" v="286" actId="20577"/>
        <pc:sldMkLst>
          <pc:docMk/>
          <pc:sldMk cId="1418314851" sldId="320"/>
        </pc:sldMkLst>
        <pc:spChg chg="add del mod">
          <ac:chgData name="Stephane Autreaux" userId="S::stephane.autreaux@supinfo.com::a738c3b6-005b-4b20-bc1a-c071833bb260" providerId="AD" clId="Web-{1646549C-2CFE-2C1F-6470-EAB6773FA145}" dt="2023-11-08T12:59:01.601" v="248"/>
          <ac:spMkLst>
            <pc:docMk/>
            <pc:sldMk cId="1418314851" sldId="320"/>
            <ac:spMk id="4" creationId="{08E8BB11-18B9-D266-1586-6B47B5C95FA4}"/>
          </ac:spMkLst>
        </pc:spChg>
        <pc:spChg chg="add del mod">
          <ac:chgData name="Stephane Autreaux" userId="S::stephane.autreaux@supinfo.com::a738c3b6-005b-4b20-bc1a-c071833bb260" providerId="AD" clId="Web-{1646549C-2CFE-2C1F-6470-EAB6773FA145}" dt="2023-11-08T13:00:01.667" v="286" actId="20577"/>
          <ac:spMkLst>
            <pc:docMk/>
            <pc:sldMk cId="1418314851" sldId="320"/>
            <ac:spMk id="832" creationId="{00000000-0000-0000-0000-000000000000}"/>
          </ac:spMkLst>
        </pc:spChg>
        <pc:picChg chg="add mod">
          <ac:chgData name="Stephane Autreaux" userId="S::stephane.autreaux@supinfo.com::a738c3b6-005b-4b20-bc1a-c071833bb260" providerId="AD" clId="Web-{1646549C-2CFE-2C1F-6470-EAB6773FA145}" dt="2023-11-08T12:55:15.338" v="162" actId="1076"/>
          <ac:picMkLst>
            <pc:docMk/>
            <pc:sldMk cId="1418314851" sldId="320"/>
            <ac:picMk id="2" creationId="{442FEA20-BB61-1BB2-8E27-2876EFD0E4D2}"/>
          </ac:picMkLst>
        </pc:picChg>
      </pc:sldChg>
      <pc:sldChg chg="modSp add replId">
        <pc:chgData name="Stephane Autreaux" userId="S::stephane.autreaux@supinfo.com::a738c3b6-005b-4b20-bc1a-c071833bb260" providerId="AD" clId="Web-{1646549C-2CFE-2C1F-6470-EAB6773FA145}" dt="2023-11-08T12:54:07.349" v="153" actId="20577"/>
        <pc:sldMkLst>
          <pc:docMk/>
          <pc:sldMk cId="3707048481" sldId="322"/>
        </pc:sldMkLst>
        <pc:spChg chg="mod">
          <ac:chgData name="Stephane Autreaux" userId="S::stephane.autreaux@supinfo.com::a738c3b6-005b-4b20-bc1a-c071833bb260" providerId="AD" clId="Web-{1646549C-2CFE-2C1F-6470-EAB6773FA145}" dt="2023-11-08T12:54:07.349" v="153" actId="20577"/>
          <ac:spMkLst>
            <pc:docMk/>
            <pc:sldMk cId="3707048481" sldId="322"/>
            <ac:spMk id="832" creationId="{00000000-0000-0000-0000-000000000000}"/>
          </ac:spMkLst>
        </pc:spChg>
      </pc:sldChg>
      <pc:sldChg chg="modSp add replId">
        <pc:chgData name="Stephane Autreaux" userId="S::stephane.autreaux@supinfo.com::a738c3b6-005b-4b20-bc1a-c071833bb260" providerId="AD" clId="Web-{1646549C-2CFE-2C1F-6470-EAB6773FA145}" dt="2023-11-08T16:19:32.884" v="504" actId="20577"/>
        <pc:sldMkLst>
          <pc:docMk/>
          <pc:sldMk cId="1656769252" sldId="323"/>
        </pc:sldMkLst>
        <pc:spChg chg="mod">
          <ac:chgData name="Stephane Autreaux" userId="S::stephane.autreaux@supinfo.com::a738c3b6-005b-4b20-bc1a-c071833bb260" providerId="AD" clId="Web-{1646549C-2CFE-2C1F-6470-EAB6773FA145}" dt="2023-11-08T13:01:26.516" v="294" actId="20577"/>
          <ac:spMkLst>
            <pc:docMk/>
            <pc:sldMk cId="1656769252" sldId="323"/>
            <ac:spMk id="197" creationId="{00000000-0000-0000-0000-000000000000}"/>
          </ac:spMkLst>
        </pc:spChg>
        <pc:spChg chg="mod">
          <ac:chgData name="Stephane Autreaux" userId="S::stephane.autreaux@supinfo.com::a738c3b6-005b-4b20-bc1a-c071833bb260" providerId="AD" clId="Web-{1646549C-2CFE-2C1F-6470-EAB6773FA145}" dt="2023-11-08T16:19:32.884" v="504" actId="20577"/>
          <ac:spMkLst>
            <pc:docMk/>
            <pc:sldMk cId="1656769252" sldId="323"/>
            <ac:spMk id="198" creationId="{00000000-0000-0000-0000-000000000000}"/>
          </ac:spMkLst>
        </pc:spChg>
      </pc:sldChg>
    </pc:docChg>
  </pc:docChgLst>
  <pc:docChgLst>
    <pc:chgData name="Stephane Autreaux" userId="S::stephane.autreaux@supinfo.com::a738c3b6-005b-4b20-bc1a-c071833bb260" providerId="AD" clId="Web-{D5DD7847-D4D5-6D0D-0927-36994654134B}"/>
    <pc:docChg chg="modSld">
      <pc:chgData name="Stephane Autreaux" userId="S::stephane.autreaux@supinfo.com::a738c3b6-005b-4b20-bc1a-c071833bb260" providerId="AD" clId="Web-{D5DD7847-D4D5-6D0D-0927-36994654134B}" dt="2023-11-02T14:06:33.801" v="59" actId="20577"/>
      <pc:docMkLst>
        <pc:docMk/>
      </pc:docMkLst>
      <pc:sldChg chg="modSp">
        <pc:chgData name="Stephane Autreaux" userId="S::stephane.autreaux@supinfo.com::a738c3b6-005b-4b20-bc1a-c071833bb260" providerId="AD" clId="Web-{D5DD7847-D4D5-6D0D-0927-36994654134B}" dt="2023-11-02T14:06:33.801" v="59" actId="20577"/>
        <pc:sldMkLst>
          <pc:docMk/>
          <pc:sldMk cId="621645294" sldId="295"/>
        </pc:sldMkLst>
        <pc:spChg chg="mod">
          <ac:chgData name="Stephane Autreaux" userId="S::stephane.autreaux@supinfo.com::a738c3b6-005b-4b20-bc1a-c071833bb260" providerId="AD" clId="Web-{D5DD7847-D4D5-6D0D-0927-36994654134B}" dt="2023-11-02T14:06:33.801" v="59" actId="20577"/>
          <ac:spMkLst>
            <pc:docMk/>
            <pc:sldMk cId="621645294" sldId="295"/>
            <ac:spMk id="121" creationId="{00000000-0000-0000-0000-000000000000}"/>
          </ac:spMkLst>
        </pc:spChg>
      </pc:sldChg>
      <pc:sldChg chg="modSp">
        <pc:chgData name="Stephane Autreaux" userId="S::stephane.autreaux@supinfo.com::a738c3b6-005b-4b20-bc1a-c071833bb260" providerId="AD" clId="Web-{D5DD7847-D4D5-6D0D-0927-36994654134B}" dt="2023-11-02T14:04:41.564" v="55" actId="20577"/>
        <pc:sldMkLst>
          <pc:docMk/>
          <pc:sldMk cId="4159026192" sldId="296"/>
        </pc:sldMkLst>
        <pc:spChg chg="mod">
          <ac:chgData name="Stephane Autreaux" userId="S::stephane.autreaux@supinfo.com::a738c3b6-005b-4b20-bc1a-c071833bb260" providerId="AD" clId="Web-{D5DD7847-D4D5-6D0D-0927-36994654134B}" dt="2023-11-02T14:04:41.564" v="55" actId="20577"/>
          <ac:spMkLst>
            <pc:docMk/>
            <pc:sldMk cId="4159026192" sldId="296"/>
            <ac:spMk id="114" creationId="{00000000-0000-0000-0000-000000000000}"/>
          </ac:spMkLst>
        </pc:spChg>
      </pc:sldChg>
      <pc:sldChg chg="modSp">
        <pc:chgData name="Stephane Autreaux" userId="S::stephane.autreaux@supinfo.com::a738c3b6-005b-4b20-bc1a-c071833bb260" providerId="AD" clId="Web-{D5DD7847-D4D5-6D0D-0927-36994654134B}" dt="2023-11-02T14:01:47.356" v="49" actId="20577"/>
        <pc:sldMkLst>
          <pc:docMk/>
          <pc:sldMk cId="2575931794" sldId="298"/>
        </pc:sldMkLst>
        <pc:spChg chg="mod">
          <ac:chgData name="Stephane Autreaux" userId="S::stephane.autreaux@supinfo.com::a738c3b6-005b-4b20-bc1a-c071833bb260" providerId="AD" clId="Web-{D5DD7847-D4D5-6D0D-0927-36994654134B}" dt="2023-11-02T13:59:42.369" v="6" actId="20577"/>
          <ac:spMkLst>
            <pc:docMk/>
            <pc:sldMk cId="2575931794" sldId="298"/>
            <ac:spMk id="99" creationId="{00000000-0000-0000-0000-000000000000}"/>
          </ac:spMkLst>
        </pc:spChg>
        <pc:spChg chg="mod">
          <ac:chgData name="Stephane Autreaux" userId="S::stephane.autreaux@supinfo.com::a738c3b6-005b-4b20-bc1a-c071833bb260" providerId="AD" clId="Web-{D5DD7847-D4D5-6D0D-0927-36994654134B}" dt="2023-11-02T14:01:47.356" v="49" actId="20577"/>
          <ac:spMkLst>
            <pc:docMk/>
            <pc:sldMk cId="2575931794" sldId="298"/>
            <ac:spMk id="100" creationId="{00000000-0000-0000-0000-000000000000}"/>
          </ac:spMkLst>
        </pc:spChg>
      </pc:sldChg>
    </pc:docChg>
  </pc:docChgLst>
  <pc:docChgLst>
    <pc:chgData name="Stephane Autreaux" userId="S::stephane.autreaux@supinfo.com::a738c3b6-005b-4b20-bc1a-c071833bb260" providerId="AD" clId="Web-{346F8D35-A5BA-85AA-09AD-8F46A9AB5F55}"/>
    <pc:docChg chg="delSld modSld">
      <pc:chgData name="Stephane Autreaux" userId="S::stephane.autreaux@supinfo.com::a738c3b6-005b-4b20-bc1a-c071833bb260" providerId="AD" clId="Web-{346F8D35-A5BA-85AA-09AD-8F46A9AB5F55}" dt="2024-01-04T08:26:14.743" v="42"/>
      <pc:docMkLst>
        <pc:docMk/>
      </pc:docMkLst>
      <pc:sldChg chg="modSp">
        <pc:chgData name="Stephane Autreaux" userId="S::stephane.autreaux@supinfo.com::a738c3b6-005b-4b20-bc1a-c071833bb260" providerId="AD" clId="Web-{346F8D35-A5BA-85AA-09AD-8F46A9AB5F55}" dt="2024-01-04T08:20:37.668" v="1" actId="20577"/>
        <pc:sldMkLst>
          <pc:docMk/>
          <pc:sldMk cId="2390615051" sldId="307"/>
        </pc:sldMkLst>
        <pc:spChg chg="mod">
          <ac:chgData name="Stephane Autreaux" userId="S::stephane.autreaux@supinfo.com::a738c3b6-005b-4b20-bc1a-c071833bb260" providerId="AD" clId="Web-{346F8D35-A5BA-85AA-09AD-8F46A9AB5F55}" dt="2024-01-04T08:20:37.668" v="1" actId="20577"/>
          <ac:spMkLst>
            <pc:docMk/>
            <pc:sldMk cId="2390615051" sldId="307"/>
            <ac:spMk id="832" creationId="{00000000-0000-0000-0000-000000000000}"/>
          </ac:spMkLst>
        </pc:spChg>
      </pc:sldChg>
      <pc:sldChg chg="modSp">
        <pc:chgData name="Stephane Autreaux" userId="S::stephane.autreaux@supinfo.com::a738c3b6-005b-4b20-bc1a-c071833bb260" providerId="AD" clId="Web-{346F8D35-A5BA-85AA-09AD-8F46A9AB5F55}" dt="2024-01-04T08:21:17.279" v="4" actId="20577"/>
        <pc:sldMkLst>
          <pc:docMk/>
          <pc:sldMk cId="1547696087" sldId="311"/>
        </pc:sldMkLst>
        <pc:spChg chg="mod">
          <ac:chgData name="Stephane Autreaux" userId="S::stephane.autreaux@supinfo.com::a738c3b6-005b-4b20-bc1a-c071833bb260" providerId="AD" clId="Web-{346F8D35-A5BA-85AA-09AD-8F46A9AB5F55}" dt="2024-01-04T08:21:17.279" v="4" actId="20577"/>
          <ac:spMkLst>
            <pc:docMk/>
            <pc:sldMk cId="1547696087" sldId="311"/>
            <ac:spMk id="832" creationId="{00000000-0000-0000-0000-000000000000}"/>
          </ac:spMkLst>
        </pc:spChg>
      </pc:sldChg>
      <pc:sldChg chg="modSp">
        <pc:chgData name="Stephane Autreaux" userId="S::stephane.autreaux@supinfo.com::a738c3b6-005b-4b20-bc1a-c071833bb260" providerId="AD" clId="Web-{346F8D35-A5BA-85AA-09AD-8F46A9AB5F55}" dt="2024-01-04T08:21:24.936" v="6" actId="20577"/>
        <pc:sldMkLst>
          <pc:docMk/>
          <pc:sldMk cId="2264295722" sldId="312"/>
        </pc:sldMkLst>
        <pc:spChg chg="mod">
          <ac:chgData name="Stephane Autreaux" userId="S::stephane.autreaux@supinfo.com::a738c3b6-005b-4b20-bc1a-c071833bb260" providerId="AD" clId="Web-{346F8D35-A5BA-85AA-09AD-8F46A9AB5F55}" dt="2024-01-04T08:21:24.936" v="6" actId="20577"/>
          <ac:spMkLst>
            <pc:docMk/>
            <pc:sldMk cId="2264295722" sldId="312"/>
            <ac:spMk id="832" creationId="{00000000-0000-0000-0000-000000000000}"/>
          </ac:spMkLst>
        </pc:spChg>
      </pc:sldChg>
      <pc:sldChg chg="modSp">
        <pc:chgData name="Stephane Autreaux" userId="S::stephane.autreaux@supinfo.com::a738c3b6-005b-4b20-bc1a-c071833bb260" providerId="AD" clId="Web-{346F8D35-A5BA-85AA-09AD-8F46A9AB5F55}" dt="2024-01-04T08:24:21.630" v="33" actId="20577"/>
        <pc:sldMkLst>
          <pc:docMk/>
          <pc:sldMk cId="3956549528" sldId="317"/>
        </pc:sldMkLst>
        <pc:spChg chg="mod">
          <ac:chgData name="Stephane Autreaux" userId="S::stephane.autreaux@supinfo.com::a738c3b6-005b-4b20-bc1a-c071833bb260" providerId="AD" clId="Web-{346F8D35-A5BA-85AA-09AD-8F46A9AB5F55}" dt="2024-01-04T08:24:21.630" v="33" actId="20577"/>
          <ac:spMkLst>
            <pc:docMk/>
            <pc:sldMk cId="3956549528" sldId="317"/>
            <ac:spMk id="832" creationId="{00000000-0000-0000-0000-000000000000}"/>
          </ac:spMkLst>
        </pc:spChg>
      </pc:sldChg>
      <pc:sldChg chg="modSp">
        <pc:chgData name="Stephane Autreaux" userId="S::stephane.autreaux@supinfo.com::a738c3b6-005b-4b20-bc1a-c071833bb260" providerId="AD" clId="Web-{346F8D35-A5BA-85AA-09AD-8F46A9AB5F55}" dt="2024-01-04T08:25:12.682" v="39" actId="20577"/>
        <pc:sldMkLst>
          <pc:docMk/>
          <pc:sldMk cId="3691751452" sldId="318"/>
        </pc:sldMkLst>
        <pc:spChg chg="mod">
          <ac:chgData name="Stephane Autreaux" userId="S::stephane.autreaux@supinfo.com::a738c3b6-005b-4b20-bc1a-c071833bb260" providerId="AD" clId="Web-{346F8D35-A5BA-85AA-09AD-8F46A9AB5F55}" dt="2024-01-04T08:25:12.682" v="39" actId="20577"/>
          <ac:spMkLst>
            <pc:docMk/>
            <pc:sldMk cId="3691751452" sldId="318"/>
            <ac:spMk id="832" creationId="{00000000-0000-0000-0000-000000000000}"/>
          </ac:spMkLst>
        </pc:spChg>
      </pc:sldChg>
      <pc:sldChg chg="modSp">
        <pc:chgData name="Stephane Autreaux" userId="S::stephane.autreaux@supinfo.com::a738c3b6-005b-4b20-bc1a-c071833bb260" providerId="AD" clId="Web-{346F8D35-A5BA-85AA-09AD-8F46A9AB5F55}" dt="2024-01-04T08:24:41.287" v="35" actId="20577"/>
        <pc:sldMkLst>
          <pc:docMk/>
          <pc:sldMk cId="1418314851" sldId="320"/>
        </pc:sldMkLst>
        <pc:spChg chg="mod">
          <ac:chgData name="Stephane Autreaux" userId="S::stephane.autreaux@supinfo.com::a738c3b6-005b-4b20-bc1a-c071833bb260" providerId="AD" clId="Web-{346F8D35-A5BA-85AA-09AD-8F46A9AB5F55}" dt="2024-01-04T08:24:41.287" v="35" actId="20577"/>
          <ac:spMkLst>
            <pc:docMk/>
            <pc:sldMk cId="1418314851" sldId="320"/>
            <ac:spMk id="832" creationId="{00000000-0000-0000-0000-000000000000}"/>
          </ac:spMkLst>
        </pc:spChg>
      </pc:sldChg>
      <pc:sldChg chg="modSp">
        <pc:chgData name="Stephane Autreaux" userId="S::stephane.autreaux@supinfo.com::a738c3b6-005b-4b20-bc1a-c071833bb260" providerId="AD" clId="Web-{346F8D35-A5BA-85AA-09AD-8F46A9AB5F55}" dt="2024-01-04T08:24:31.708" v="34" actId="20577"/>
        <pc:sldMkLst>
          <pc:docMk/>
          <pc:sldMk cId="3707048481" sldId="322"/>
        </pc:sldMkLst>
        <pc:spChg chg="mod">
          <ac:chgData name="Stephane Autreaux" userId="S::stephane.autreaux@supinfo.com::a738c3b6-005b-4b20-bc1a-c071833bb260" providerId="AD" clId="Web-{346F8D35-A5BA-85AA-09AD-8F46A9AB5F55}" dt="2024-01-04T08:24:31.708" v="34" actId="20577"/>
          <ac:spMkLst>
            <pc:docMk/>
            <pc:sldMk cId="3707048481" sldId="322"/>
            <ac:spMk id="832" creationId="{00000000-0000-0000-0000-000000000000}"/>
          </ac:spMkLst>
        </pc:spChg>
      </pc:sldChg>
      <pc:sldChg chg="modSp">
        <pc:chgData name="Stephane Autreaux" userId="S::stephane.autreaux@supinfo.com::a738c3b6-005b-4b20-bc1a-c071833bb260" providerId="AD" clId="Web-{346F8D35-A5BA-85AA-09AD-8F46A9AB5F55}" dt="2024-01-04T08:21:41.874" v="8" actId="20577"/>
        <pc:sldMkLst>
          <pc:docMk/>
          <pc:sldMk cId="2151054859" sldId="324"/>
        </pc:sldMkLst>
        <pc:spChg chg="mod">
          <ac:chgData name="Stephane Autreaux" userId="S::stephane.autreaux@supinfo.com::a738c3b6-005b-4b20-bc1a-c071833bb260" providerId="AD" clId="Web-{346F8D35-A5BA-85AA-09AD-8F46A9AB5F55}" dt="2024-01-04T08:21:41.874" v="8" actId="20577"/>
          <ac:spMkLst>
            <pc:docMk/>
            <pc:sldMk cId="2151054859" sldId="324"/>
            <ac:spMk id="832" creationId="{00000000-0000-0000-0000-000000000000}"/>
          </ac:spMkLst>
        </pc:spChg>
      </pc:sldChg>
      <pc:sldChg chg="modSp">
        <pc:chgData name="Stephane Autreaux" userId="S::stephane.autreaux@supinfo.com::a738c3b6-005b-4b20-bc1a-c071833bb260" providerId="AD" clId="Web-{346F8D35-A5BA-85AA-09AD-8F46A9AB5F55}" dt="2024-01-04T08:21:09.247" v="2" actId="20577"/>
        <pc:sldMkLst>
          <pc:docMk/>
          <pc:sldMk cId="3251814436" sldId="332"/>
        </pc:sldMkLst>
        <pc:spChg chg="mod">
          <ac:chgData name="Stephane Autreaux" userId="S::stephane.autreaux@supinfo.com::a738c3b6-005b-4b20-bc1a-c071833bb260" providerId="AD" clId="Web-{346F8D35-A5BA-85AA-09AD-8F46A9AB5F55}" dt="2024-01-04T08:21:09.247" v="2" actId="20577"/>
          <ac:spMkLst>
            <pc:docMk/>
            <pc:sldMk cId="3251814436" sldId="332"/>
            <ac:spMk id="832" creationId="{00000000-0000-0000-0000-000000000000}"/>
          </ac:spMkLst>
        </pc:spChg>
      </pc:sldChg>
      <pc:sldChg chg="modSp">
        <pc:chgData name="Stephane Autreaux" userId="S::stephane.autreaux@supinfo.com::a738c3b6-005b-4b20-bc1a-c071833bb260" providerId="AD" clId="Web-{346F8D35-A5BA-85AA-09AD-8F46A9AB5F55}" dt="2024-01-04T08:24:47.068" v="36" actId="20577"/>
        <pc:sldMkLst>
          <pc:docMk/>
          <pc:sldMk cId="4239729188" sldId="336"/>
        </pc:sldMkLst>
        <pc:spChg chg="mod">
          <ac:chgData name="Stephane Autreaux" userId="S::stephane.autreaux@supinfo.com::a738c3b6-005b-4b20-bc1a-c071833bb260" providerId="AD" clId="Web-{346F8D35-A5BA-85AA-09AD-8F46A9AB5F55}" dt="2024-01-04T08:24:47.068" v="36" actId="20577"/>
          <ac:spMkLst>
            <pc:docMk/>
            <pc:sldMk cId="4239729188" sldId="336"/>
            <ac:spMk id="832" creationId="{00000000-0000-0000-0000-000000000000}"/>
          </ac:spMkLst>
        </pc:spChg>
      </pc:sldChg>
      <pc:sldChg chg="modSp">
        <pc:chgData name="Stephane Autreaux" userId="S::stephane.autreaux@supinfo.com::a738c3b6-005b-4b20-bc1a-c071833bb260" providerId="AD" clId="Web-{346F8D35-A5BA-85AA-09AD-8F46A9AB5F55}" dt="2024-01-04T08:24:53.193" v="37" actId="20577"/>
        <pc:sldMkLst>
          <pc:docMk/>
          <pc:sldMk cId="382976239" sldId="340"/>
        </pc:sldMkLst>
        <pc:spChg chg="mod">
          <ac:chgData name="Stephane Autreaux" userId="S::stephane.autreaux@supinfo.com::a738c3b6-005b-4b20-bc1a-c071833bb260" providerId="AD" clId="Web-{346F8D35-A5BA-85AA-09AD-8F46A9AB5F55}" dt="2024-01-04T08:24:53.193" v="37" actId="20577"/>
          <ac:spMkLst>
            <pc:docMk/>
            <pc:sldMk cId="382976239" sldId="340"/>
            <ac:spMk id="5" creationId="{4389B859-A7F3-5660-56DC-380F68D97DD8}"/>
          </ac:spMkLst>
        </pc:spChg>
      </pc:sldChg>
      <pc:sldChg chg="modSp">
        <pc:chgData name="Stephane Autreaux" userId="S::stephane.autreaux@supinfo.com::a738c3b6-005b-4b20-bc1a-c071833bb260" providerId="AD" clId="Web-{346F8D35-A5BA-85AA-09AD-8F46A9AB5F55}" dt="2024-01-04T08:22:28.438" v="15" actId="20577"/>
        <pc:sldMkLst>
          <pc:docMk/>
          <pc:sldMk cId="4060227449" sldId="341"/>
        </pc:sldMkLst>
        <pc:spChg chg="mod">
          <ac:chgData name="Stephane Autreaux" userId="S::stephane.autreaux@supinfo.com::a738c3b6-005b-4b20-bc1a-c071833bb260" providerId="AD" clId="Web-{346F8D35-A5BA-85AA-09AD-8F46A9AB5F55}" dt="2024-01-04T08:22:28.438" v="15" actId="20577"/>
          <ac:spMkLst>
            <pc:docMk/>
            <pc:sldMk cId="4060227449" sldId="341"/>
            <ac:spMk id="832" creationId="{00000000-0000-0000-0000-000000000000}"/>
          </ac:spMkLst>
        </pc:spChg>
      </pc:sldChg>
      <pc:sldChg chg="modSp">
        <pc:chgData name="Stephane Autreaux" userId="S::stephane.autreaux@supinfo.com::a738c3b6-005b-4b20-bc1a-c071833bb260" providerId="AD" clId="Web-{346F8D35-A5BA-85AA-09AD-8F46A9AB5F55}" dt="2024-01-04T08:22:22.672" v="14" actId="20577"/>
        <pc:sldMkLst>
          <pc:docMk/>
          <pc:sldMk cId="1515960667" sldId="342"/>
        </pc:sldMkLst>
        <pc:spChg chg="mod">
          <ac:chgData name="Stephane Autreaux" userId="S::stephane.autreaux@supinfo.com::a738c3b6-005b-4b20-bc1a-c071833bb260" providerId="AD" clId="Web-{346F8D35-A5BA-85AA-09AD-8F46A9AB5F55}" dt="2024-01-04T08:22:22.672" v="14" actId="20577"/>
          <ac:spMkLst>
            <pc:docMk/>
            <pc:sldMk cId="1515960667" sldId="342"/>
            <ac:spMk id="832" creationId="{00000000-0000-0000-0000-000000000000}"/>
          </ac:spMkLst>
        </pc:spChg>
      </pc:sldChg>
      <pc:sldChg chg="modSp">
        <pc:chgData name="Stephane Autreaux" userId="S::stephane.autreaux@supinfo.com::a738c3b6-005b-4b20-bc1a-c071833bb260" providerId="AD" clId="Web-{346F8D35-A5BA-85AA-09AD-8F46A9AB5F55}" dt="2024-01-04T08:21:49.733" v="9" actId="20577"/>
        <pc:sldMkLst>
          <pc:docMk/>
          <pc:sldMk cId="2853496602" sldId="344"/>
        </pc:sldMkLst>
        <pc:spChg chg="mod">
          <ac:chgData name="Stephane Autreaux" userId="S::stephane.autreaux@supinfo.com::a738c3b6-005b-4b20-bc1a-c071833bb260" providerId="AD" clId="Web-{346F8D35-A5BA-85AA-09AD-8F46A9AB5F55}" dt="2024-01-04T08:21:49.733" v="9" actId="20577"/>
          <ac:spMkLst>
            <pc:docMk/>
            <pc:sldMk cId="2853496602" sldId="344"/>
            <ac:spMk id="3" creationId="{7D72B4A4-A979-1BB1-3623-19A900A336EE}"/>
          </ac:spMkLst>
        </pc:spChg>
      </pc:sldChg>
      <pc:sldChg chg="del">
        <pc:chgData name="Stephane Autreaux" userId="S::stephane.autreaux@supinfo.com::a738c3b6-005b-4b20-bc1a-c071833bb260" providerId="AD" clId="Web-{346F8D35-A5BA-85AA-09AD-8F46A9AB5F55}" dt="2024-01-04T08:26:14.743" v="42"/>
        <pc:sldMkLst>
          <pc:docMk/>
          <pc:sldMk cId="968714144" sldId="346"/>
        </pc:sldMkLst>
      </pc:sldChg>
      <pc:sldChg chg="modSp">
        <pc:chgData name="Stephane Autreaux" userId="S::stephane.autreaux@supinfo.com::a738c3b6-005b-4b20-bc1a-c071833bb260" providerId="AD" clId="Web-{346F8D35-A5BA-85AA-09AD-8F46A9AB5F55}" dt="2024-01-04T08:24:06.723" v="30" actId="20577"/>
        <pc:sldMkLst>
          <pc:docMk/>
          <pc:sldMk cId="1992559612" sldId="351"/>
        </pc:sldMkLst>
        <pc:spChg chg="mod">
          <ac:chgData name="Stephane Autreaux" userId="S::stephane.autreaux@supinfo.com::a738c3b6-005b-4b20-bc1a-c071833bb260" providerId="AD" clId="Web-{346F8D35-A5BA-85AA-09AD-8F46A9AB5F55}" dt="2024-01-04T08:24:06.723" v="30" actId="20577"/>
          <ac:spMkLst>
            <pc:docMk/>
            <pc:sldMk cId="1992559612" sldId="351"/>
            <ac:spMk id="4" creationId="{85F59040-2469-5F14-87C3-54975C2BF079}"/>
          </ac:spMkLst>
        </pc:spChg>
      </pc:sldChg>
      <pc:sldChg chg="modSp">
        <pc:chgData name="Stephane Autreaux" userId="S::stephane.autreaux@supinfo.com::a738c3b6-005b-4b20-bc1a-c071833bb260" providerId="AD" clId="Web-{346F8D35-A5BA-85AA-09AD-8F46A9AB5F55}" dt="2024-01-04T08:22:06.593" v="13" actId="20577"/>
        <pc:sldMkLst>
          <pc:docMk/>
          <pc:sldMk cId="1133391065" sldId="354"/>
        </pc:sldMkLst>
        <pc:spChg chg="mod">
          <ac:chgData name="Stephane Autreaux" userId="S::stephane.autreaux@supinfo.com::a738c3b6-005b-4b20-bc1a-c071833bb260" providerId="AD" clId="Web-{346F8D35-A5BA-85AA-09AD-8F46A9AB5F55}" dt="2024-01-04T08:22:06.593" v="13" actId="20577"/>
          <ac:spMkLst>
            <pc:docMk/>
            <pc:sldMk cId="1133391065" sldId="354"/>
            <ac:spMk id="3" creationId="{BA570164-DA1E-A1C1-5154-7521A28FB945}"/>
          </ac:spMkLst>
        </pc:spChg>
      </pc:sldChg>
      <pc:sldChg chg="modSp">
        <pc:chgData name="Stephane Autreaux" userId="S::stephane.autreaux@supinfo.com::a738c3b6-005b-4b20-bc1a-c071833bb260" providerId="AD" clId="Web-{346F8D35-A5BA-85AA-09AD-8F46A9AB5F55}" dt="2024-01-04T08:25:23.491" v="41" actId="20577"/>
        <pc:sldMkLst>
          <pc:docMk/>
          <pc:sldMk cId="3690362691" sldId="355"/>
        </pc:sldMkLst>
        <pc:spChg chg="mod">
          <ac:chgData name="Stephane Autreaux" userId="S::stephane.autreaux@supinfo.com::a738c3b6-005b-4b20-bc1a-c071833bb260" providerId="AD" clId="Web-{346F8D35-A5BA-85AA-09AD-8F46A9AB5F55}" dt="2024-01-04T08:25:23.491" v="41" actId="20577"/>
          <ac:spMkLst>
            <pc:docMk/>
            <pc:sldMk cId="3690362691" sldId="355"/>
            <ac:spMk id="832" creationId="{BED56DDF-2F6F-7DD0-CD20-D59C854EBD9A}"/>
          </ac:spMkLst>
        </pc:spChg>
      </pc:sldChg>
    </pc:docChg>
  </pc:docChgLst>
  <pc:docChgLst>
    <pc:chgData name="Stephane Autreaux" userId="S::stephane.autreaux@supinfo.com::a738c3b6-005b-4b20-bc1a-c071833bb260" providerId="AD" clId="Web-{3E5FB4C8-7B98-B8B1-945E-64A07FA2C72E}"/>
    <pc:docChg chg="addSld modSld sldOrd">
      <pc:chgData name="Stephane Autreaux" userId="S::stephane.autreaux@supinfo.com::a738c3b6-005b-4b20-bc1a-c071833bb260" providerId="AD" clId="Web-{3E5FB4C8-7B98-B8B1-945E-64A07FA2C72E}" dt="2023-11-06T16:08:22.291" v="723" actId="14100"/>
      <pc:docMkLst>
        <pc:docMk/>
      </pc:docMkLst>
      <pc:sldChg chg="ord">
        <pc:chgData name="Stephane Autreaux" userId="S::stephane.autreaux@supinfo.com::a738c3b6-005b-4b20-bc1a-c071833bb260" providerId="AD" clId="Web-{3E5FB4C8-7B98-B8B1-945E-64A07FA2C72E}" dt="2023-11-06T14:40:28.016" v="171"/>
        <pc:sldMkLst>
          <pc:docMk/>
          <pc:sldMk cId="2191245293" sldId="282"/>
        </pc:sldMkLst>
      </pc:sldChg>
      <pc:sldChg chg="addSp modSp modNotes">
        <pc:chgData name="Stephane Autreaux" userId="S::stephane.autreaux@supinfo.com::a738c3b6-005b-4b20-bc1a-c071833bb260" providerId="AD" clId="Web-{3E5FB4C8-7B98-B8B1-945E-64A07FA2C72E}" dt="2023-11-06T14:10:24.803" v="41"/>
        <pc:sldMkLst>
          <pc:docMk/>
          <pc:sldMk cId="2575931794" sldId="298"/>
        </pc:sldMkLst>
        <pc:picChg chg="add mod">
          <ac:chgData name="Stephane Autreaux" userId="S::stephane.autreaux@supinfo.com::a738c3b6-005b-4b20-bc1a-c071833bb260" providerId="AD" clId="Web-{3E5FB4C8-7B98-B8B1-945E-64A07FA2C72E}" dt="2023-11-06T14:09:42.755" v="35" actId="1076"/>
          <ac:picMkLst>
            <pc:docMk/>
            <pc:sldMk cId="2575931794" sldId="298"/>
            <ac:picMk id="2" creationId="{96D6069F-9C38-864B-68DB-27D36A09FD85}"/>
          </ac:picMkLst>
        </pc:picChg>
      </pc:sldChg>
      <pc:sldChg chg="modSp">
        <pc:chgData name="Stephane Autreaux" userId="S::stephane.autreaux@supinfo.com::a738c3b6-005b-4b20-bc1a-c071833bb260" providerId="AD" clId="Web-{3E5FB4C8-7B98-B8B1-945E-64A07FA2C72E}" dt="2023-11-06T14:25:28.378" v="134" actId="1076"/>
        <pc:sldMkLst>
          <pc:docMk/>
          <pc:sldMk cId="1582117534" sldId="308"/>
        </pc:sldMkLst>
        <pc:spChg chg="mod">
          <ac:chgData name="Stephane Autreaux" userId="S::stephane.autreaux@supinfo.com::a738c3b6-005b-4b20-bc1a-c071833bb260" providerId="AD" clId="Web-{3E5FB4C8-7B98-B8B1-945E-64A07FA2C72E}" dt="2023-11-06T14:25:28.378" v="134" actId="1076"/>
          <ac:spMkLst>
            <pc:docMk/>
            <pc:sldMk cId="1582117534" sldId="308"/>
            <ac:spMk id="832" creationId="{00000000-0000-0000-0000-000000000000}"/>
          </ac:spMkLst>
        </pc:spChg>
      </pc:sldChg>
      <pc:sldChg chg="modSp add replId">
        <pc:chgData name="Stephane Autreaux" userId="S::stephane.autreaux@supinfo.com::a738c3b6-005b-4b20-bc1a-c071833bb260" providerId="AD" clId="Web-{3E5FB4C8-7B98-B8B1-945E-64A07FA2C72E}" dt="2023-11-06T14:26:24.864" v="146" actId="20577"/>
        <pc:sldMkLst>
          <pc:docMk/>
          <pc:sldMk cId="2753811837" sldId="310"/>
        </pc:sldMkLst>
        <pc:spChg chg="mod">
          <ac:chgData name="Stephane Autreaux" userId="S::stephane.autreaux@supinfo.com::a738c3b6-005b-4b20-bc1a-c071833bb260" providerId="AD" clId="Web-{3E5FB4C8-7B98-B8B1-945E-64A07FA2C72E}" dt="2023-11-06T14:26:24.864" v="146" actId="20577"/>
          <ac:spMkLst>
            <pc:docMk/>
            <pc:sldMk cId="2753811837" sldId="310"/>
            <ac:spMk id="832" creationId="{00000000-0000-0000-0000-000000000000}"/>
          </ac:spMkLst>
        </pc:spChg>
      </pc:sldChg>
      <pc:sldChg chg="addSp delSp modSp add replId">
        <pc:chgData name="Stephane Autreaux" userId="S::stephane.autreaux@supinfo.com::a738c3b6-005b-4b20-bc1a-c071833bb260" providerId="AD" clId="Web-{3E5FB4C8-7B98-B8B1-945E-64A07FA2C72E}" dt="2023-11-06T16:06:43.801" v="676"/>
        <pc:sldMkLst>
          <pc:docMk/>
          <pc:sldMk cId="1547696087" sldId="311"/>
        </pc:sldMkLst>
        <pc:spChg chg="mod">
          <ac:chgData name="Stephane Autreaux" userId="S::stephane.autreaux@supinfo.com::a738c3b6-005b-4b20-bc1a-c071833bb260" providerId="AD" clId="Web-{3E5FB4C8-7B98-B8B1-945E-64A07FA2C72E}" dt="2023-11-06T14:53:20.962" v="327" actId="20577"/>
          <ac:spMkLst>
            <pc:docMk/>
            <pc:sldMk cId="1547696087" sldId="311"/>
            <ac:spMk id="832" creationId="{00000000-0000-0000-0000-000000000000}"/>
          </ac:spMkLst>
        </pc:spChg>
        <pc:picChg chg="add del mod">
          <ac:chgData name="Stephane Autreaux" userId="S::stephane.autreaux@supinfo.com::a738c3b6-005b-4b20-bc1a-c071833bb260" providerId="AD" clId="Web-{3E5FB4C8-7B98-B8B1-945E-64A07FA2C72E}" dt="2023-11-06T16:06:43.801" v="676"/>
          <ac:picMkLst>
            <pc:docMk/>
            <pc:sldMk cId="1547696087" sldId="311"/>
            <ac:picMk id="2" creationId="{1228E9E9-034C-3537-9543-9DE42FFAAB57}"/>
          </ac:picMkLst>
        </pc:picChg>
      </pc:sldChg>
      <pc:sldChg chg="addSp delSp modSp add replId">
        <pc:chgData name="Stephane Autreaux" userId="S::stephane.autreaux@supinfo.com::a738c3b6-005b-4b20-bc1a-c071833bb260" providerId="AD" clId="Web-{3E5FB4C8-7B98-B8B1-945E-64A07FA2C72E}" dt="2023-11-06T16:08:22.291" v="723" actId="14100"/>
        <pc:sldMkLst>
          <pc:docMk/>
          <pc:sldMk cId="2264295722" sldId="312"/>
        </pc:sldMkLst>
        <pc:spChg chg="add del mod">
          <ac:chgData name="Stephane Autreaux" userId="S::stephane.autreaux@supinfo.com::a738c3b6-005b-4b20-bc1a-c071833bb260" providerId="AD" clId="Web-{3E5FB4C8-7B98-B8B1-945E-64A07FA2C72E}" dt="2023-11-06T14:45:00.540" v="236"/>
          <ac:spMkLst>
            <pc:docMk/>
            <pc:sldMk cId="2264295722" sldId="312"/>
            <ac:spMk id="3" creationId="{76DEB7EB-A2D3-4A6D-2EDE-C985738599F2}"/>
          </ac:spMkLst>
        </pc:spChg>
        <pc:spChg chg="add del mod">
          <ac:chgData name="Stephane Autreaux" userId="S::stephane.autreaux@supinfo.com::a738c3b6-005b-4b20-bc1a-c071833bb260" providerId="AD" clId="Web-{3E5FB4C8-7B98-B8B1-945E-64A07FA2C72E}" dt="2023-11-06T16:08:19.322" v="722" actId="20577"/>
          <ac:spMkLst>
            <pc:docMk/>
            <pc:sldMk cId="2264295722" sldId="312"/>
            <ac:spMk id="832" creationId="{00000000-0000-0000-0000-000000000000}"/>
          </ac:spMkLst>
        </pc:spChg>
        <pc:picChg chg="add mod">
          <ac:chgData name="Stephane Autreaux" userId="S::stephane.autreaux@supinfo.com::a738c3b6-005b-4b20-bc1a-c071833bb260" providerId="AD" clId="Web-{3E5FB4C8-7B98-B8B1-945E-64A07FA2C72E}" dt="2023-11-06T16:08:22.291" v="723" actId="14100"/>
          <ac:picMkLst>
            <pc:docMk/>
            <pc:sldMk cId="2264295722" sldId="312"/>
            <ac:picMk id="2" creationId="{949EEAED-2DCE-FA5B-2935-695D1906FAE2}"/>
          </ac:picMkLst>
        </pc:picChg>
      </pc:sldChg>
      <pc:sldChg chg="modSp add replId">
        <pc:chgData name="Stephane Autreaux" userId="S::stephane.autreaux@supinfo.com::a738c3b6-005b-4b20-bc1a-c071833bb260" providerId="AD" clId="Web-{3E5FB4C8-7B98-B8B1-945E-64A07FA2C72E}" dt="2023-11-06T14:40:04.234" v="170" actId="20577"/>
        <pc:sldMkLst>
          <pc:docMk/>
          <pc:sldMk cId="2214162023" sldId="313"/>
        </pc:sldMkLst>
        <pc:spChg chg="mod">
          <ac:chgData name="Stephane Autreaux" userId="S::stephane.autreaux@supinfo.com::a738c3b6-005b-4b20-bc1a-c071833bb260" providerId="AD" clId="Web-{3E5FB4C8-7B98-B8B1-945E-64A07FA2C72E}" dt="2023-11-06T14:40:04.234" v="170" actId="20577"/>
          <ac:spMkLst>
            <pc:docMk/>
            <pc:sldMk cId="2214162023" sldId="313"/>
            <ac:spMk id="832" creationId="{00000000-0000-0000-0000-000000000000}"/>
          </ac:spMkLst>
        </pc:spChg>
      </pc:sldChg>
      <pc:sldChg chg="modSp add replId">
        <pc:chgData name="Stephane Autreaux" userId="S::stephane.autreaux@supinfo.com::a738c3b6-005b-4b20-bc1a-c071833bb260" providerId="AD" clId="Web-{3E5FB4C8-7B98-B8B1-945E-64A07FA2C72E}" dt="2023-11-06T16:06:31.112" v="674" actId="20577"/>
        <pc:sldMkLst>
          <pc:docMk/>
          <pc:sldMk cId="2645839868" sldId="314"/>
        </pc:sldMkLst>
        <pc:spChg chg="mod">
          <ac:chgData name="Stephane Autreaux" userId="S::stephane.autreaux@supinfo.com::a738c3b6-005b-4b20-bc1a-c071833bb260" providerId="AD" clId="Web-{3E5FB4C8-7B98-B8B1-945E-64A07FA2C72E}" dt="2023-11-06T16:06:31.112" v="674" actId="20577"/>
          <ac:spMkLst>
            <pc:docMk/>
            <pc:sldMk cId="2645839868" sldId="314"/>
            <ac:spMk id="832" creationId="{00000000-0000-0000-0000-000000000000}"/>
          </ac:spMkLst>
        </pc:spChg>
      </pc:sldChg>
      <pc:sldChg chg="modSp add replId">
        <pc:chgData name="Stephane Autreaux" userId="S::stephane.autreaux@supinfo.com::a738c3b6-005b-4b20-bc1a-c071833bb260" providerId="AD" clId="Web-{3E5FB4C8-7B98-B8B1-945E-64A07FA2C72E}" dt="2023-11-06T14:50:14.285" v="304" actId="20577"/>
        <pc:sldMkLst>
          <pc:docMk/>
          <pc:sldMk cId="185792764" sldId="315"/>
        </pc:sldMkLst>
        <pc:spChg chg="mod">
          <ac:chgData name="Stephane Autreaux" userId="S::stephane.autreaux@supinfo.com::a738c3b6-005b-4b20-bc1a-c071833bb260" providerId="AD" clId="Web-{3E5FB4C8-7B98-B8B1-945E-64A07FA2C72E}" dt="2023-11-06T14:42:59.552" v="213" actId="20577"/>
          <ac:spMkLst>
            <pc:docMk/>
            <pc:sldMk cId="185792764" sldId="315"/>
            <ac:spMk id="831" creationId="{00000000-0000-0000-0000-000000000000}"/>
          </ac:spMkLst>
        </pc:spChg>
        <pc:spChg chg="mod">
          <ac:chgData name="Stephane Autreaux" userId="S::stephane.autreaux@supinfo.com::a738c3b6-005b-4b20-bc1a-c071833bb260" providerId="AD" clId="Web-{3E5FB4C8-7B98-B8B1-945E-64A07FA2C72E}" dt="2023-11-06T14:50:14.285" v="304" actId="20577"/>
          <ac:spMkLst>
            <pc:docMk/>
            <pc:sldMk cId="185792764" sldId="315"/>
            <ac:spMk id="832" creationId="{00000000-0000-0000-0000-000000000000}"/>
          </ac:spMkLst>
        </pc:spChg>
      </pc:sldChg>
      <pc:sldChg chg="modSp add replId">
        <pc:chgData name="Stephane Autreaux" userId="S::stephane.autreaux@supinfo.com::a738c3b6-005b-4b20-bc1a-c071833bb260" providerId="AD" clId="Web-{3E5FB4C8-7B98-B8B1-945E-64A07FA2C72E}" dt="2023-11-06T14:48:00.358" v="278" actId="20577"/>
        <pc:sldMkLst>
          <pc:docMk/>
          <pc:sldMk cId="1897802183" sldId="316"/>
        </pc:sldMkLst>
        <pc:spChg chg="mod">
          <ac:chgData name="Stephane Autreaux" userId="S::stephane.autreaux@supinfo.com::a738c3b6-005b-4b20-bc1a-c071833bb260" providerId="AD" clId="Web-{3E5FB4C8-7B98-B8B1-945E-64A07FA2C72E}" dt="2023-11-06T14:47:53.233" v="276" actId="1076"/>
          <ac:spMkLst>
            <pc:docMk/>
            <pc:sldMk cId="1897802183" sldId="316"/>
            <ac:spMk id="831" creationId="{00000000-0000-0000-0000-000000000000}"/>
          </ac:spMkLst>
        </pc:spChg>
        <pc:spChg chg="mod">
          <ac:chgData name="Stephane Autreaux" userId="S::stephane.autreaux@supinfo.com::a738c3b6-005b-4b20-bc1a-c071833bb260" providerId="AD" clId="Web-{3E5FB4C8-7B98-B8B1-945E-64A07FA2C72E}" dt="2023-11-06T14:48:00.358" v="278" actId="20577"/>
          <ac:spMkLst>
            <pc:docMk/>
            <pc:sldMk cId="1897802183" sldId="316"/>
            <ac:spMk id="832" creationId="{00000000-0000-0000-0000-000000000000}"/>
          </ac:spMkLst>
        </pc:spChg>
      </pc:sldChg>
      <pc:sldChg chg="modSp add ord replId">
        <pc:chgData name="Stephane Autreaux" userId="S::stephane.autreaux@supinfo.com::a738c3b6-005b-4b20-bc1a-c071833bb260" providerId="AD" clId="Web-{3E5FB4C8-7B98-B8B1-945E-64A07FA2C72E}" dt="2023-11-06T14:50:02.159" v="299"/>
        <pc:sldMkLst>
          <pc:docMk/>
          <pc:sldMk cId="3956549528" sldId="317"/>
        </pc:sldMkLst>
        <pc:spChg chg="mod">
          <ac:chgData name="Stephane Autreaux" userId="S::stephane.autreaux@supinfo.com::a738c3b6-005b-4b20-bc1a-c071833bb260" providerId="AD" clId="Web-{3E5FB4C8-7B98-B8B1-945E-64A07FA2C72E}" dt="2023-11-06T14:48:38.657" v="290" actId="20577"/>
          <ac:spMkLst>
            <pc:docMk/>
            <pc:sldMk cId="3956549528" sldId="317"/>
            <ac:spMk id="831" creationId="{00000000-0000-0000-0000-000000000000}"/>
          </ac:spMkLst>
        </pc:spChg>
      </pc:sldChg>
      <pc:sldChg chg="modSp add replId">
        <pc:chgData name="Stephane Autreaux" userId="S::stephane.autreaux@supinfo.com::a738c3b6-005b-4b20-bc1a-c071833bb260" providerId="AD" clId="Web-{3E5FB4C8-7B98-B8B1-945E-64A07FA2C72E}" dt="2023-11-06T14:48:48.969" v="292" actId="20577"/>
        <pc:sldMkLst>
          <pc:docMk/>
          <pc:sldMk cId="3691751452" sldId="318"/>
        </pc:sldMkLst>
        <pc:spChg chg="mod">
          <ac:chgData name="Stephane Autreaux" userId="S::stephane.autreaux@supinfo.com::a738c3b6-005b-4b20-bc1a-c071833bb260" providerId="AD" clId="Web-{3E5FB4C8-7B98-B8B1-945E-64A07FA2C72E}" dt="2023-11-06T14:48:48.969" v="292" actId="20577"/>
          <ac:spMkLst>
            <pc:docMk/>
            <pc:sldMk cId="3691751452" sldId="318"/>
            <ac:spMk id="831" creationId="{00000000-0000-0000-0000-000000000000}"/>
          </ac:spMkLst>
        </pc:spChg>
      </pc:sldChg>
      <pc:sldChg chg="modSp add replId">
        <pc:chgData name="Stephane Autreaux" userId="S::stephane.autreaux@supinfo.com::a738c3b6-005b-4b20-bc1a-c071833bb260" providerId="AD" clId="Web-{3E5FB4C8-7B98-B8B1-945E-64A07FA2C72E}" dt="2023-11-06T14:48:56.282" v="298" actId="20577"/>
        <pc:sldMkLst>
          <pc:docMk/>
          <pc:sldMk cId="3586647803" sldId="319"/>
        </pc:sldMkLst>
        <pc:spChg chg="mod">
          <ac:chgData name="Stephane Autreaux" userId="S::stephane.autreaux@supinfo.com::a738c3b6-005b-4b20-bc1a-c071833bb260" providerId="AD" clId="Web-{3E5FB4C8-7B98-B8B1-945E-64A07FA2C72E}" dt="2023-11-06T14:48:56.282" v="298" actId="20577"/>
          <ac:spMkLst>
            <pc:docMk/>
            <pc:sldMk cId="3586647803" sldId="319"/>
            <ac:spMk id="831" creationId="{00000000-0000-0000-0000-000000000000}"/>
          </ac:spMkLst>
        </pc:spChg>
      </pc:sldChg>
      <pc:sldChg chg="add replId">
        <pc:chgData name="Stephane Autreaux" userId="S::stephane.autreaux@supinfo.com::a738c3b6-005b-4b20-bc1a-c071833bb260" providerId="AD" clId="Web-{3E5FB4C8-7B98-B8B1-945E-64A07FA2C72E}" dt="2023-11-06T14:50:44.598" v="305"/>
        <pc:sldMkLst>
          <pc:docMk/>
          <pc:sldMk cId="1418314851" sldId="320"/>
        </pc:sldMkLst>
      </pc:sldChg>
    </pc:docChg>
  </pc:docChgLst>
  <pc:docChgLst>
    <pc:chgData name="Stephane Autreaux" userId="S::stephane.autreaux@supinfo.com::a738c3b6-005b-4b20-bc1a-c071833bb260" providerId="AD" clId="Web-{43EF5867-E91B-975E-A8B9-1E560641AD0A}"/>
    <pc:docChg chg="addSld modSld">
      <pc:chgData name="Stephane Autreaux" userId="S::stephane.autreaux@supinfo.com::a738c3b6-005b-4b20-bc1a-c071833bb260" providerId="AD" clId="Web-{43EF5867-E91B-975E-A8B9-1E560641AD0A}" dt="2024-01-03T15:31:18.155" v="607" actId="20577"/>
      <pc:docMkLst>
        <pc:docMk/>
      </pc:docMkLst>
      <pc:sldChg chg="modSp modNotes">
        <pc:chgData name="Stephane Autreaux" userId="S::stephane.autreaux@supinfo.com::a738c3b6-005b-4b20-bc1a-c071833bb260" providerId="AD" clId="Web-{43EF5867-E91B-975E-A8B9-1E560641AD0A}" dt="2024-01-03T14:20:38.813" v="210" actId="20577"/>
        <pc:sldMkLst>
          <pc:docMk/>
          <pc:sldMk cId="3701715549" sldId="352"/>
        </pc:sldMkLst>
        <pc:spChg chg="mod">
          <ac:chgData name="Stephane Autreaux" userId="S::stephane.autreaux@supinfo.com::a738c3b6-005b-4b20-bc1a-c071833bb260" providerId="AD" clId="Web-{43EF5867-E91B-975E-A8B9-1E560641AD0A}" dt="2024-01-03T14:20:38.813" v="210" actId="20577"/>
          <ac:spMkLst>
            <pc:docMk/>
            <pc:sldMk cId="3701715549" sldId="352"/>
            <ac:spMk id="197" creationId="{B983CDE3-CEDB-8DF8-C0A9-E27C8064742D}"/>
          </ac:spMkLst>
        </pc:spChg>
        <pc:spChg chg="mod">
          <ac:chgData name="Stephane Autreaux" userId="S::stephane.autreaux@supinfo.com::a738c3b6-005b-4b20-bc1a-c071833bb260" providerId="AD" clId="Web-{43EF5867-E91B-975E-A8B9-1E560641AD0A}" dt="2024-01-03T14:19:11.280" v="198" actId="20577"/>
          <ac:spMkLst>
            <pc:docMk/>
            <pc:sldMk cId="3701715549" sldId="352"/>
            <ac:spMk id="198" creationId="{14CF350D-5894-6C23-6876-78B9235A67D3}"/>
          </ac:spMkLst>
        </pc:spChg>
      </pc:sldChg>
      <pc:sldChg chg="modSp add replId">
        <pc:chgData name="Stephane Autreaux" userId="S::stephane.autreaux@supinfo.com::a738c3b6-005b-4b20-bc1a-c071833bb260" providerId="AD" clId="Web-{43EF5867-E91B-975E-A8B9-1E560641AD0A}" dt="2024-01-03T15:31:18.155" v="607" actId="20577"/>
        <pc:sldMkLst>
          <pc:docMk/>
          <pc:sldMk cId="3087157960" sldId="361"/>
        </pc:sldMkLst>
        <pc:spChg chg="mod">
          <ac:chgData name="Stephane Autreaux" userId="S::stephane.autreaux@supinfo.com::a738c3b6-005b-4b20-bc1a-c071833bb260" providerId="AD" clId="Web-{43EF5867-E91B-975E-A8B9-1E560641AD0A}" dt="2024-01-03T14:20:33.282" v="207" actId="20577"/>
          <ac:spMkLst>
            <pc:docMk/>
            <pc:sldMk cId="3087157960" sldId="361"/>
            <ac:spMk id="197" creationId="{3F995EFC-3458-8388-04AC-ED1E3F872B99}"/>
          </ac:spMkLst>
        </pc:spChg>
        <pc:spChg chg="mod">
          <ac:chgData name="Stephane Autreaux" userId="S::stephane.autreaux@supinfo.com::a738c3b6-005b-4b20-bc1a-c071833bb260" providerId="AD" clId="Web-{43EF5867-E91B-975E-A8B9-1E560641AD0A}" dt="2024-01-03T15:31:18.155" v="607" actId="20577"/>
          <ac:spMkLst>
            <pc:docMk/>
            <pc:sldMk cId="3087157960" sldId="361"/>
            <ac:spMk id="198" creationId="{E4542B59-D86B-BA09-504B-52669FBC9772}"/>
          </ac:spMkLst>
        </pc:spChg>
      </pc:sldChg>
    </pc:docChg>
  </pc:docChgLst>
  <pc:docChgLst>
    <pc:chgData name="Stephane Autreaux" userId="S::stephane.autreaux@supinfo.com::a738c3b6-005b-4b20-bc1a-c071833bb260" providerId="AD" clId="Web-{4EA14608-4DAA-5298-D600-2BECDAD7F258}"/>
    <pc:docChg chg="addSld modSld">
      <pc:chgData name="Stephane Autreaux" userId="S::stephane.autreaux@supinfo.com::a738c3b6-005b-4b20-bc1a-c071833bb260" providerId="AD" clId="Web-{4EA14608-4DAA-5298-D600-2BECDAD7F258}" dt="2024-01-08T09:21:28.948" v="320" actId="20577"/>
      <pc:docMkLst>
        <pc:docMk/>
      </pc:docMkLst>
      <pc:sldChg chg="modSp">
        <pc:chgData name="Stephane Autreaux" userId="S::stephane.autreaux@supinfo.com::a738c3b6-005b-4b20-bc1a-c071833bb260" providerId="AD" clId="Web-{4EA14608-4DAA-5298-D600-2BECDAD7F258}" dt="2024-01-08T08:25:37.946" v="36" actId="20577"/>
        <pc:sldMkLst>
          <pc:docMk/>
          <pc:sldMk cId="1992559612" sldId="351"/>
        </pc:sldMkLst>
        <pc:spChg chg="mod">
          <ac:chgData name="Stephane Autreaux" userId="S::stephane.autreaux@supinfo.com::a738c3b6-005b-4b20-bc1a-c071833bb260" providerId="AD" clId="Web-{4EA14608-4DAA-5298-D600-2BECDAD7F258}" dt="2024-01-08T08:25:37.946" v="36" actId="20577"/>
          <ac:spMkLst>
            <pc:docMk/>
            <pc:sldMk cId="1992559612" sldId="351"/>
            <ac:spMk id="4" creationId="{85F59040-2469-5F14-87C3-54975C2BF079}"/>
          </ac:spMkLst>
        </pc:spChg>
      </pc:sldChg>
      <pc:sldChg chg="modSp">
        <pc:chgData name="Stephane Autreaux" userId="S::stephane.autreaux@supinfo.com::a738c3b6-005b-4b20-bc1a-c071833bb260" providerId="AD" clId="Web-{4EA14608-4DAA-5298-D600-2BECDAD7F258}" dt="2024-01-08T09:21:28.948" v="320" actId="20577"/>
        <pc:sldMkLst>
          <pc:docMk/>
          <pc:sldMk cId="3087157960" sldId="361"/>
        </pc:sldMkLst>
        <pc:spChg chg="mod">
          <ac:chgData name="Stephane Autreaux" userId="S::stephane.autreaux@supinfo.com::a738c3b6-005b-4b20-bc1a-c071833bb260" providerId="AD" clId="Web-{4EA14608-4DAA-5298-D600-2BECDAD7F258}" dt="2024-01-08T09:20:48.415" v="296" actId="20577"/>
          <ac:spMkLst>
            <pc:docMk/>
            <pc:sldMk cId="3087157960" sldId="361"/>
            <ac:spMk id="197" creationId="{3F995EFC-3458-8388-04AC-ED1E3F872B99}"/>
          </ac:spMkLst>
        </pc:spChg>
        <pc:spChg chg="mod">
          <ac:chgData name="Stephane Autreaux" userId="S::stephane.autreaux@supinfo.com::a738c3b6-005b-4b20-bc1a-c071833bb260" providerId="AD" clId="Web-{4EA14608-4DAA-5298-D600-2BECDAD7F258}" dt="2024-01-08T09:21:28.948" v="320" actId="20577"/>
          <ac:spMkLst>
            <pc:docMk/>
            <pc:sldMk cId="3087157960" sldId="361"/>
            <ac:spMk id="198" creationId="{E4542B59-D86B-BA09-504B-52669FBC9772}"/>
          </ac:spMkLst>
        </pc:spChg>
      </pc:sldChg>
      <pc:sldChg chg="modSp add replId">
        <pc:chgData name="Stephane Autreaux" userId="S::stephane.autreaux@supinfo.com::a738c3b6-005b-4b20-bc1a-c071833bb260" providerId="AD" clId="Web-{4EA14608-4DAA-5298-D600-2BECDAD7F258}" dt="2024-01-08T09:20:40.024" v="295" actId="20577"/>
        <pc:sldMkLst>
          <pc:docMk/>
          <pc:sldMk cId="501500168" sldId="362"/>
        </pc:sldMkLst>
        <pc:spChg chg="mod">
          <ac:chgData name="Stephane Autreaux" userId="S::stephane.autreaux@supinfo.com::a738c3b6-005b-4b20-bc1a-c071833bb260" providerId="AD" clId="Web-{4EA14608-4DAA-5298-D600-2BECDAD7F258}" dt="2024-01-08T09:20:40.024" v="295" actId="20577"/>
          <ac:spMkLst>
            <pc:docMk/>
            <pc:sldMk cId="501500168" sldId="362"/>
            <ac:spMk id="4" creationId="{6D448A69-6C3F-542F-E91A-789DC1DFC465}"/>
          </ac:spMkLst>
        </pc:spChg>
      </pc:sldChg>
    </pc:docChg>
  </pc:docChgLst>
  <pc:docChgLst>
    <pc:chgData name="Stephane Autreaux" userId="S::stephane.autreaux@supinfo.com::a738c3b6-005b-4b20-bc1a-c071833bb260" providerId="AD" clId="Web-{18EB8463-DADE-A0DB-E61B-A39AA93C5381}"/>
    <pc:docChg chg="addSld delSld modSld">
      <pc:chgData name="Stephane Autreaux" userId="S::stephane.autreaux@supinfo.com::a738c3b6-005b-4b20-bc1a-c071833bb260" providerId="AD" clId="Web-{18EB8463-DADE-A0DB-E61B-A39AA93C5381}" dt="2023-11-12T13:58:26.294" v="1911" actId="20577"/>
      <pc:docMkLst>
        <pc:docMk/>
      </pc:docMkLst>
      <pc:sldChg chg="modSp del">
        <pc:chgData name="Stephane Autreaux" userId="S::stephane.autreaux@supinfo.com::a738c3b6-005b-4b20-bc1a-c071833bb260" providerId="AD" clId="Web-{18EB8463-DADE-A0DB-E61B-A39AA93C5381}" dt="2023-11-12T12:49:14.490" v="106"/>
        <pc:sldMkLst>
          <pc:docMk/>
          <pc:sldMk cId="3017452167" sldId="302"/>
        </pc:sldMkLst>
        <pc:spChg chg="mod">
          <ac:chgData name="Stephane Autreaux" userId="S::stephane.autreaux@supinfo.com::a738c3b6-005b-4b20-bc1a-c071833bb260" providerId="AD" clId="Web-{18EB8463-DADE-A0DB-E61B-A39AA93C5381}" dt="2023-11-12T12:42:50.463" v="5" actId="20577"/>
          <ac:spMkLst>
            <pc:docMk/>
            <pc:sldMk cId="3017452167" sldId="302"/>
            <ac:spMk id="832" creationId="{00000000-0000-0000-0000-000000000000}"/>
          </ac:spMkLst>
        </pc:spChg>
      </pc:sldChg>
      <pc:sldChg chg="modSp">
        <pc:chgData name="Stephane Autreaux" userId="S::stephane.autreaux@supinfo.com::a738c3b6-005b-4b20-bc1a-c071833bb260" providerId="AD" clId="Web-{18EB8463-DADE-A0DB-E61B-A39AA93C5381}" dt="2023-11-12T13:04:39.938" v="371" actId="20577"/>
        <pc:sldMkLst>
          <pc:docMk/>
          <pc:sldMk cId="1335331045" sldId="304"/>
        </pc:sldMkLst>
        <pc:spChg chg="mod">
          <ac:chgData name="Stephane Autreaux" userId="S::stephane.autreaux@supinfo.com::a738c3b6-005b-4b20-bc1a-c071833bb260" providerId="AD" clId="Web-{18EB8463-DADE-A0DB-E61B-A39AA93C5381}" dt="2023-11-12T13:04:39.938" v="371" actId="20577"/>
          <ac:spMkLst>
            <pc:docMk/>
            <pc:sldMk cId="1335331045" sldId="304"/>
            <ac:spMk id="832" creationId="{00000000-0000-0000-0000-000000000000}"/>
          </ac:spMkLst>
        </pc:spChg>
      </pc:sldChg>
      <pc:sldChg chg="modSp">
        <pc:chgData name="Stephane Autreaux" userId="S::stephane.autreaux@supinfo.com::a738c3b6-005b-4b20-bc1a-c071833bb260" providerId="AD" clId="Web-{18EB8463-DADE-A0DB-E61B-A39AA93C5381}" dt="2023-11-12T13:49:55.342" v="1547" actId="20577"/>
        <pc:sldMkLst>
          <pc:docMk/>
          <pc:sldMk cId="2264295722" sldId="312"/>
        </pc:sldMkLst>
        <pc:spChg chg="mod">
          <ac:chgData name="Stephane Autreaux" userId="S::stephane.autreaux@supinfo.com::a738c3b6-005b-4b20-bc1a-c071833bb260" providerId="AD" clId="Web-{18EB8463-DADE-A0DB-E61B-A39AA93C5381}" dt="2023-11-12T13:49:55.342" v="1547" actId="20577"/>
          <ac:spMkLst>
            <pc:docMk/>
            <pc:sldMk cId="2264295722" sldId="312"/>
            <ac:spMk id="832" creationId="{00000000-0000-0000-0000-000000000000}"/>
          </ac:spMkLst>
        </pc:spChg>
      </pc:sldChg>
      <pc:sldChg chg="del">
        <pc:chgData name="Stephane Autreaux" userId="S::stephane.autreaux@supinfo.com::a738c3b6-005b-4b20-bc1a-c071833bb260" providerId="AD" clId="Web-{18EB8463-DADE-A0DB-E61B-A39AA93C5381}" dt="2023-11-12T13:57:44.793" v="1894"/>
        <pc:sldMkLst>
          <pc:docMk/>
          <pc:sldMk cId="2214162023" sldId="313"/>
        </pc:sldMkLst>
      </pc:sldChg>
      <pc:sldChg chg="modSp">
        <pc:chgData name="Stephane Autreaux" userId="S::stephane.autreaux@supinfo.com::a738c3b6-005b-4b20-bc1a-c071833bb260" providerId="AD" clId="Web-{18EB8463-DADE-A0DB-E61B-A39AA93C5381}" dt="2023-11-12T12:56:31.564" v="249" actId="20577"/>
        <pc:sldMkLst>
          <pc:docMk/>
          <pc:sldMk cId="1897802183" sldId="316"/>
        </pc:sldMkLst>
        <pc:spChg chg="mod">
          <ac:chgData name="Stephane Autreaux" userId="S::stephane.autreaux@supinfo.com::a738c3b6-005b-4b20-bc1a-c071833bb260" providerId="AD" clId="Web-{18EB8463-DADE-A0DB-E61B-A39AA93C5381}" dt="2023-11-12T12:56:31.564" v="249" actId="20577"/>
          <ac:spMkLst>
            <pc:docMk/>
            <pc:sldMk cId="1897802183" sldId="316"/>
            <ac:spMk id="832" creationId="{00000000-0000-0000-0000-000000000000}"/>
          </ac:spMkLst>
        </pc:spChg>
      </pc:sldChg>
      <pc:sldChg chg="modSp">
        <pc:chgData name="Stephane Autreaux" userId="S::stephane.autreaux@supinfo.com::a738c3b6-005b-4b20-bc1a-c071833bb260" providerId="AD" clId="Web-{18EB8463-DADE-A0DB-E61B-A39AA93C5381}" dt="2023-11-12T12:56:11.017" v="247" actId="20577"/>
        <pc:sldMkLst>
          <pc:docMk/>
          <pc:sldMk cId="3691751452" sldId="318"/>
        </pc:sldMkLst>
        <pc:spChg chg="mod">
          <ac:chgData name="Stephane Autreaux" userId="S::stephane.autreaux@supinfo.com::a738c3b6-005b-4b20-bc1a-c071833bb260" providerId="AD" clId="Web-{18EB8463-DADE-A0DB-E61B-A39AA93C5381}" dt="2023-11-12T12:56:11.017" v="247" actId="20577"/>
          <ac:spMkLst>
            <pc:docMk/>
            <pc:sldMk cId="3691751452" sldId="318"/>
            <ac:spMk id="832" creationId="{00000000-0000-0000-0000-000000000000}"/>
          </ac:spMkLst>
        </pc:spChg>
      </pc:sldChg>
      <pc:sldChg chg="modSp">
        <pc:chgData name="Stephane Autreaux" userId="S::stephane.autreaux@supinfo.com::a738c3b6-005b-4b20-bc1a-c071833bb260" providerId="AD" clId="Web-{18EB8463-DADE-A0DB-E61B-A39AA93C5381}" dt="2023-11-12T12:55:57.595" v="245" actId="20577"/>
        <pc:sldMkLst>
          <pc:docMk/>
          <pc:sldMk cId="3586647803" sldId="319"/>
        </pc:sldMkLst>
        <pc:spChg chg="mod">
          <ac:chgData name="Stephane Autreaux" userId="S::stephane.autreaux@supinfo.com::a738c3b6-005b-4b20-bc1a-c071833bb260" providerId="AD" clId="Web-{18EB8463-DADE-A0DB-E61B-A39AA93C5381}" dt="2023-11-12T12:55:57.595" v="245" actId="20577"/>
          <ac:spMkLst>
            <pc:docMk/>
            <pc:sldMk cId="3586647803" sldId="319"/>
            <ac:spMk id="832" creationId="{00000000-0000-0000-0000-000000000000}"/>
          </ac:spMkLst>
        </pc:spChg>
      </pc:sldChg>
      <pc:sldChg chg="modSp">
        <pc:chgData name="Stephane Autreaux" userId="S::stephane.autreaux@supinfo.com::a738c3b6-005b-4b20-bc1a-c071833bb260" providerId="AD" clId="Web-{18EB8463-DADE-A0DB-E61B-A39AA93C5381}" dt="2023-11-12T13:46:45.837" v="1509" actId="20577"/>
        <pc:sldMkLst>
          <pc:docMk/>
          <pc:sldMk cId="2151054859" sldId="324"/>
        </pc:sldMkLst>
        <pc:spChg chg="mod">
          <ac:chgData name="Stephane Autreaux" userId="S::stephane.autreaux@supinfo.com::a738c3b6-005b-4b20-bc1a-c071833bb260" providerId="AD" clId="Web-{18EB8463-DADE-A0DB-E61B-A39AA93C5381}" dt="2023-11-12T13:46:45.837" v="1509" actId="20577"/>
          <ac:spMkLst>
            <pc:docMk/>
            <pc:sldMk cId="2151054859" sldId="324"/>
            <ac:spMk id="832" creationId="{00000000-0000-0000-0000-000000000000}"/>
          </ac:spMkLst>
        </pc:spChg>
      </pc:sldChg>
      <pc:sldChg chg="delSp modSp">
        <pc:chgData name="Stephane Autreaux" userId="S::stephane.autreaux@supinfo.com::a738c3b6-005b-4b20-bc1a-c071833bb260" providerId="AD" clId="Web-{18EB8463-DADE-A0DB-E61B-A39AA93C5381}" dt="2023-11-12T13:54:09.959" v="1876" actId="20577"/>
        <pc:sldMkLst>
          <pc:docMk/>
          <pc:sldMk cId="230225785" sldId="325"/>
        </pc:sldMkLst>
        <pc:spChg chg="mod">
          <ac:chgData name="Stephane Autreaux" userId="S::stephane.autreaux@supinfo.com::a738c3b6-005b-4b20-bc1a-c071833bb260" providerId="AD" clId="Web-{18EB8463-DADE-A0DB-E61B-A39AA93C5381}" dt="2023-11-12T13:54:09.959" v="1876" actId="20577"/>
          <ac:spMkLst>
            <pc:docMk/>
            <pc:sldMk cId="230225785" sldId="325"/>
            <ac:spMk id="832" creationId="{00000000-0000-0000-0000-000000000000}"/>
          </ac:spMkLst>
        </pc:spChg>
        <pc:picChg chg="del mod">
          <ac:chgData name="Stephane Autreaux" userId="S::stephane.autreaux@supinfo.com::a738c3b6-005b-4b20-bc1a-c071833bb260" providerId="AD" clId="Web-{18EB8463-DADE-A0DB-E61B-A39AA93C5381}" dt="2023-11-12T13:49:01.794" v="1514"/>
          <ac:picMkLst>
            <pc:docMk/>
            <pc:sldMk cId="230225785" sldId="325"/>
            <ac:picMk id="2" creationId="{949EEAED-2DCE-FA5B-2935-695D1906FAE2}"/>
          </ac:picMkLst>
        </pc:picChg>
      </pc:sldChg>
      <pc:sldChg chg="modSp">
        <pc:chgData name="Stephane Autreaux" userId="S::stephane.autreaux@supinfo.com::a738c3b6-005b-4b20-bc1a-c071833bb260" providerId="AD" clId="Web-{18EB8463-DADE-A0DB-E61B-A39AA93C5381}" dt="2023-11-12T13:54:56.085" v="1880" actId="20577"/>
        <pc:sldMkLst>
          <pc:docMk/>
          <pc:sldMk cId="3365086822" sldId="326"/>
        </pc:sldMkLst>
        <pc:spChg chg="mod">
          <ac:chgData name="Stephane Autreaux" userId="S::stephane.autreaux@supinfo.com::a738c3b6-005b-4b20-bc1a-c071833bb260" providerId="AD" clId="Web-{18EB8463-DADE-A0DB-E61B-A39AA93C5381}" dt="2023-11-12T13:54:56.085" v="1880" actId="20577"/>
          <ac:spMkLst>
            <pc:docMk/>
            <pc:sldMk cId="3365086822" sldId="326"/>
            <ac:spMk id="832" creationId="{00000000-0000-0000-0000-000000000000}"/>
          </ac:spMkLst>
        </pc:spChg>
      </pc:sldChg>
      <pc:sldChg chg="delSp modSp add">
        <pc:chgData name="Stephane Autreaux" userId="S::stephane.autreaux@supinfo.com::a738c3b6-005b-4b20-bc1a-c071833bb260" providerId="AD" clId="Web-{18EB8463-DADE-A0DB-E61B-A39AA93C5381}" dt="2023-11-12T12:54:47.405" v="242" actId="20577"/>
        <pc:sldMkLst>
          <pc:docMk/>
          <pc:sldMk cId="347922014" sldId="329"/>
        </pc:sldMkLst>
        <pc:spChg chg="del">
          <ac:chgData name="Stephane Autreaux" userId="S::stephane.autreaux@supinfo.com::a738c3b6-005b-4b20-bc1a-c071833bb260" providerId="AD" clId="Web-{18EB8463-DADE-A0DB-E61B-A39AA93C5381}" dt="2023-11-12T12:43:03.870" v="9"/>
          <ac:spMkLst>
            <pc:docMk/>
            <pc:sldMk cId="347922014" sldId="329"/>
            <ac:spMk id="2" creationId="{87F45550-BCEE-26D8-7E02-667A57FC9B14}"/>
          </ac:spMkLst>
        </pc:spChg>
        <pc:spChg chg="del">
          <ac:chgData name="Stephane Autreaux" userId="S::stephane.autreaux@supinfo.com::a738c3b6-005b-4b20-bc1a-c071833bb260" providerId="AD" clId="Web-{18EB8463-DADE-A0DB-E61B-A39AA93C5381}" dt="2023-11-12T12:43:08.698" v="10"/>
          <ac:spMkLst>
            <pc:docMk/>
            <pc:sldMk cId="347922014" sldId="329"/>
            <ac:spMk id="3" creationId="{D9DFF767-F84B-279F-99E4-8A2216158A0B}"/>
          </ac:spMkLst>
        </pc:spChg>
        <pc:spChg chg="mod">
          <ac:chgData name="Stephane Autreaux" userId="S::stephane.autreaux@supinfo.com::a738c3b6-005b-4b20-bc1a-c071833bb260" providerId="AD" clId="Web-{18EB8463-DADE-A0DB-E61B-A39AA93C5381}" dt="2023-11-12T12:43:43.105" v="22" actId="20577"/>
          <ac:spMkLst>
            <pc:docMk/>
            <pc:sldMk cId="347922014" sldId="329"/>
            <ac:spMk id="831" creationId="{00000000-0000-0000-0000-000000000000}"/>
          </ac:spMkLst>
        </pc:spChg>
        <pc:spChg chg="mod">
          <ac:chgData name="Stephane Autreaux" userId="S::stephane.autreaux@supinfo.com::a738c3b6-005b-4b20-bc1a-c071833bb260" providerId="AD" clId="Web-{18EB8463-DADE-A0DB-E61B-A39AA93C5381}" dt="2023-11-12T12:54:47.405" v="242" actId="20577"/>
          <ac:spMkLst>
            <pc:docMk/>
            <pc:sldMk cId="347922014" sldId="329"/>
            <ac:spMk id="832" creationId="{00000000-0000-0000-0000-000000000000}"/>
          </ac:spMkLst>
        </pc:spChg>
      </pc:sldChg>
      <pc:sldChg chg="modSp add replId">
        <pc:chgData name="Stephane Autreaux" userId="S::stephane.autreaux@supinfo.com::a738c3b6-005b-4b20-bc1a-c071833bb260" providerId="AD" clId="Web-{18EB8463-DADE-A0DB-E61B-A39AA93C5381}" dt="2023-11-12T13:21:09.575" v="989" actId="20577"/>
        <pc:sldMkLst>
          <pc:docMk/>
          <pc:sldMk cId="1193414525" sldId="330"/>
        </pc:sldMkLst>
        <pc:spChg chg="mod">
          <ac:chgData name="Stephane Autreaux" userId="S::stephane.autreaux@supinfo.com::a738c3b6-005b-4b20-bc1a-c071833bb260" providerId="AD" clId="Web-{18EB8463-DADE-A0DB-E61B-A39AA93C5381}" dt="2023-11-12T13:21:09.575" v="989" actId="20577"/>
          <ac:spMkLst>
            <pc:docMk/>
            <pc:sldMk cId="1193414525" sldId="330"/>
            <ac:spMk id="831" creationId="{00000000-0000-0000-0000-000000000000}"/>
          </ac:spMkLst>
        </pc:spChg>
        <pc:spChg chg="mod">
          <ac:chgData name="Stephane Autreaux" userId="S::stephane.autreaux@supinfo.com::a738c3b6-005b-4b20-bc1a-c071833bb260" providerId="AD" clId="Web-{18EB8463-DADE-A0DB-E61B-A39AA93C5381}" dt="2023-11-12T13:20:59.934" v="988" actId="20577"/>
          <ac:spMkLst>
            <pc:docMk/>
            <pc:sldMk cId="1193414525" sldId="330"/>
            <ac:spMk id="832" creationId="{00000000-0000-0000-0000-000000000000}"/>
          </ac:spMkLst>
        </pc:spChg>
      </pc:sldChg>
      <pc:sldChg chg="modSp add del replId">
        <pc:chgData name="Stephane Autreaux" userId="S::stephane.autreaux@supinfo.com::a738c3b6-005b-4b20-bc1a-c071833bb260" providerId="AD" clId="Web-{18EB8463-DADE-A0DB-E61B-A39AA93C5381}" dt="2023-11-12T13:06:07.456" v="407"/>
        <pc:sldMkLst>
          <pc:docMk/>
          <pc:sldMk cId="4120820206" sldId="330"/>
        </pc:sldMkLst>
        <pc:spChg chg="mod">
          <ac:chgData name="Stephane Autreaux" userId="S::stephane.autreaux@supinfo.com::a738c3b6-005b-4b20-bc1a-c071833bb260" providerId="AD" clId="Web-{18EB8463-DADE-A0DB-E61B-A39AA93C5381}" dt="2023-11-12T13:06:06.799" v="406" actId="20577"/>
          <ac:spMkLst>
            <pc:docMk/>
            <pc:sldMk cId="4120820206" sldId="330"/>
            <ac:spMk id="832" creationId="{00000000-0000-0000-0000-000000000000}"/>
          </ac:spMkLst>
        </pc:spChg>
      </pc:sldChg>
      <pc:sldChg chg="delSp modSp add replId">
        <pc:chgData name="Stephane Autreaux" userId="S::stephane.autreaux@supinfo.com::a738c3b6-005b-4b20-bc1a-c071833bb260" providerId="AD" clId="Web-{18EB8463-DADE-A0DB-E61B-A39AA93C5381}" dt="2023-11-12T13:58:26.294" v="1911" actId="20577"/>
        <pc:sldMkLst>
          <pc:docMk/>
          <pc:sldMk cId="2297446626" sldId="331"/>
        </pc:sldMkLst>
        <pc:spChg chg="mod">
          <ac:chgData name="Stephane Autreaux" userId="S::stephane.autreaux@supinfo.com::a738c3b6-005b-4b20-bc1a-c071833bb260" providerId="AD" clId="Web-{18EB8463-DADE-A0DB-E61B-A39AA93C5381}" dt="2023-11-12T13:58:26.294" v="1911" actId="20577"/>
          <ac:spMkLst>
            <pc:docMk/>
            <pc:sldMk cId="2297446626" sldId="331"/>
            <ac:spMk id="831" creationId="{00000000-0000-0000-0000-000000000000}"/>
          </ac:spMkLst>
        </pc:spChg>
        <pc:picChg chg="del">
          <ac:chgData name="Stephane Autreaux" userId="S::stephane.autreaux@supinfo.com::a738c3b6-005b-4b20-bc1a-c071833bb260" providerId="AD" clId="Web-{18EB8463-DADE-A0DB-E61B-A39AA93C5381}" dt="2023-11-12T13:57:01.542" v="1882"/>
          <ac:picMkLst>
            <pc:docMk/>
            <pc:sldMk cId="2297446626" sldId="331"/>
            <ac:picMk id="4" creationId="{960AF439-BB56-00C7-0EB2-3EDA1D271CD0}"/>
          </ac:picMkLst>
        </pc:picChg>
      </pc:sldChg>
      <pc:sldChg chg="modSp add del replId">
        <pc:chgData name="Stephane Autreaux" userId="S::stephane.autreaux@supinfo.com::a738c3b6-005b-4b20-bc1a-c071833bb260" providerId="AD" clId="Web-{18EB8463-DADE-A0DB-E61B-A39AA93C5381}" dt="2023-11-12T13:16:37.692" v="800"/>
        <pc:sldMkLst>
          <pc:docMk/>
          <pc:sldMk cId="2648141360" sldId="331"/>
        </pc:sldMkLst>
        <pc:spChg chg="mod">
          <ac:chgData name="Stephane Autreaux" userId="S::stephane.autreaux@supinfo.com::a738c3b6-005b-4b20-bc1a-c071833bb260" providerId="AD" clId="Web-{18EB8463-DADE-A0DB-E61B-A39AA93C5381}" dt="2023-11-12T13:15:50.082" v="799" actId="20577"/>
          <ac:spMkLst>
            <pc:docMk/>
            <pc:sldMk cId="2648141360" sldId="331"/>
            <ac:spMk id="832" creationId="{00000000-0000-0000-0000-000000000000}"/>
          </ac:spMkLst>
        </pc:spChg>
      </pc:sldChg>
      <pc:sldChg chg="add">
        <pc:chgData name="Stephane Autreaux" userId="S::stephane.autreaux@supinfo.com::a738c3b6-005b-4b20-bc1a-c071833bb260" providerId="AD" clId="Web-{18EB8463-DADE-A0DB-E61B-A39AA93C5381}" dt="2023-11-12T13:57:58.794" v="1895"/>
        <pc:sldMkLst>
          <pc:docMk/>
          <pc:sldMk cId="3251814436" sldId="332"/>
        </pc:sldMkLst>
      </pc:sldChg>
    </pc:docChg>
  </pc:docChgLst>
  <pc:docChgLst>
    <pc:chgData name="Stephane Autreaux" userId="S::stephane.autreaux@supinfo.com::a738c3b6-005b-4b20-bc1a-c071833bb260" providerId="AD" clId="Web-{FFF2B8CC-F6E4-0234-48BF-723D4F7B78BA}"/>
    <pc:docChg chg="addSld delSld modSld sldOrd">
      <pc:chgData name="Stephane Autreaux" userId="S::stephane.autreaux@supinfo.com::a738c3b6-005b-4b20-bc1a-c071833bb260" providerId="AD" clId="Web-{FFF2B8CC-F6E4-0234-48BF-723D4F7B78BA}" dt="2023-11-20T09:55:41.142" v="1033"/>
      <pc:docMkLst>
        <pc:docMk/>
      </pc:docMkLst>
      <pc:sldChg chg="modSp del">
        <pc:chgData name="Stephane Autreaux" userId="S::stephane.autreaux@supinfo.com::a738c3b6-005b-4b20-bc1a-c071833bb260" providerId="AD" clId="Web-{FFF2B8CC-F6E4-0234-48BF-723D4F7B78BA}" dt="2023-11-20T09:40:16.902" v="922"/>
        <pc:sldMkLst>
          <pc:docMk/>
          <pc:sldMk cId="2645839868" sldId="314"/>
        </pc:sldMkLst>
        <pc:spChg chg="mod">
          <ac:chgData name="Stephane Autreaux" userId="S::stephane.autreaux@supinfo.com::a738c3b6-005b-4b20-bc1a-c071833bb260" providerId="AD" clId="Web-{FFF2B8CC-F6E4-0234-48BF-723D4F7B78BA}" dt="2023-11-20T09:39:56.526" v="920" actId="20577"/>
          <ac:spMkLst>
            <pc:docMk/>
            <pc:sldMk cId="2645839868" sldId="314"/>
            <ac:spMk id="832" creationId="{00000000-0000-0000-0000-000000000000}"/>
          </ac:spMkLst>
        </pc:spChg>
      </pc:sldChg>
      <pc:sldChg chg="modSp">
        <pc:chgData name="Stephane Autreaux" userId="S::stephane.autreaux@supinfo.com::a738c3b6-005b-4b20-bc1a-c071833bb260" providerId="AD" clId="Web-{FFF2B8CC-F6E4-0234-48BF-723D4F7B78BA}" dt="2023-11-20T09:45:17.898" v="939" actId="20577"/>
        <pc:sldMkLst>
          <pc:docMk/>
          <pc:sldMk cId="1418314851" sldId="320"/>
        </pc:sldMkLst>
        <pc:spChg chg="mod">
          <ac:chgData name="Stephane Autreaux" userId="S::stephane.autreaux@supinfo.com::a738c3b6-005b-4b20-bc1a-c071833bb260" providerId="AD" clId="Web-{FFF2B8CC-F6E4-0234-48BF-723D4F7B78BA}" dt="2023-11-20T09:45:17.898" v="939" actId="20577"/>
          <ac:spMkLst>
            <pc:docMk/>
            <pc:sldMk cId="1418314851" sldId="320"/>
            <ac:spMk id="832" creationId="{00000000-0000-0000-0000-000000000000}"/>
          </ac:spMkLst>
        </pc:spChg>
      </pc:sldChg>
      <pc:sldChg chg="addSp modSp">
        <pc:chgData name="Stephane Autreaux" userId="S::stephane.autreaux@supinfo.com::a738c3b6-005b-4b20-bc1a-c071833bb260" providerId="AD" clId="Web-{FFF2B8CC-F6E4-0234-48BF-723D4F7B78BA}" dt="2023-11-20T09:24:32.504" v="75" actId="20577"/>
        <pc:sldMkLst>
          <pc:docMk/>
          <pc:sldMk cId="2297446626" sldId="331"/>
        </pc:sldMkLst>
        <pc:spChg chg="add mod">
          <ac:chgData name="Stephane Autreaux" userId="S::stephane.autreaux@supinfo.com::a738c3b6-005b-4b20-bc1a-c071833bb260" providerId="AD" clId="Web-{FFF2B8CC-F6E4-0234-48BF-723D4F7B78BA}" dt="2023-11-20T09:24:32.504" v="75" actId="20577"/>
          <ac:spMkLst>
            <pc:docMk/>
            <pc:sldMk cId="2297446626" sldId="331"/>
            <ac:spMk id="3" creationId="{B1D08C4C-B7B4-7C1C-6486-450FDDA449C7}"/>
          </ac:spMkLst>
        </pc:spChg>
        <pc:spChg chg="mod">
          <ac:chgData name="Stephane Autreaux" userId="S::stephane.autreaux@supinfo.com::a738c3b6-005b-4b20-bc1a-c071833bb260" providerId="AD" clId="Web-{FFF2B8CC-F6E4-0234-48BF-723D4F7B78BA}" dt="2023-11-20T09:22:44.375" v="3" actId="20577"/>
          <ac:spMkLst>
            <pc:docMk/>
            <pc:sldMk cId="2297446626" sldId="331"/>
            <ac:spMk id="831" creationId="{00000000-0000-0000-0000-000000000000}"/>
          </ac:spMkLst>
        </pc:spChg>
      </pc:sldChg>
      <pc:sldChg chg="del">
        <pc:chgData name="Stephane Autreaux" userId="S::stephane.autreaux@supinfo.com::a738c3b6-005b-4b20-bc1a-c071833bb260" providerId="AD" clId="Web-{FFF2B8CC-F6E4-0234-48BF-723D4F7B78BA}" dt="2023-11-20T09:24:39.051" v="76"/>
        <pc:sldMkLst>
          <pc:docMk/>
          <pc:sldMk cId="2490687160" sldId="333"/>
        </pc:sldMkLst>
      </pc:sldChg>
      <pc:sldChg chg="modSp">
        <pc:chgData name="Stephane Autreaux" userId="S::stephane.autreaux@supinfo.com::a738c3b6-005b-4b20-bc1a-c071833bb260" providerId="AD" clId="Web-{FFF2B8CC-F6E4-0234-48BF-723D4F7B78BA}" dt="2023-11-20T09:28:10.857" v="254" actId="20577"/>
        <pc:sldMkLst>
          <pc:docMk/>
          <pc:sldMk cId="4239729188" sldId="336"/>
        </pc:sldMkLst>
        <pc:spChg chg="mod">
          <ac:chgData name="Stephane Autreaux" userId="S::stephane.autreaux@supinfo.com::a738c3b6-005b-4b20-bc1a-c071833bb260" providerId="AD" clId="Web-{FFF2B8CC-F6E4-0234-48BF-723D4F7B78BA}" dt="2023-11-20T09:28:10.857" v="254" actId="20577"/>
          <ac:spMkLst>
            <pc:docMk/>
            <pc:sldMk cId="4239729188" sldId="336"/>
            <ac:spMk id="832" creationId="{00000000-0000-0000-0000-000000000000}"/>
          </ac:spMkLst>
        </pc:spChg>
      </pc:sldChg>
      <pc:sldChg chg="addSp delSp modSp add replId">
        <pc:chgData name="Stephane Autreaux" userId="S::stephane.autreaux@supinfo.com::a738c3b6-005b-4b20-bc1a-c071833bb260" providerId="AD" clId="Web-{FFF2B8CC-F6E4-0234-48BF-723D4F7B78BA}" dt="2023-11-20T09:35:24.530" v="689" actId="20577"/>
        <pc:sldMkLst>
          <pc:docMk/>
          <pc:sldMk cId="382976239" sldId="340"/>
        </pc:sldMkLst>
        <pc:spChg chg="add del">
          <ac:chgData name="Stephane Autreaux" userId="S::stephane.autreaux@supinfo.com::a738c3b6-005b-4b20-bc1a-c071833bb260" providerId="AD" clId="Web-{FFF2B8CC-F6E4-0234-48BF-723D4F7B78BA}" dt="2023-11-20T09:34:12.121" v="646"/>
          <ac:spMkLst>
            <pc:docMk/>
            <pc:sldMk cId="382976239" sldId="340"/>
            <ac:spMk id="4" creationId="{AA71303B-DF77-E05B-976E-53E34DB4C3F7}"/>
          </ac:spMkLst>
        </pc:spChg>
        <pc:spChg chg="add mod">
          <ac:chgData name="Stephane Autreaux" userId="S::stephane.autreaux@supinfo.com::a738c3b6-005b-4b20-bc1a-c071833bb260" providerId="AD" clId="Web-{FFF2B8CC-F6E4-0234-48BF-723D4F7B78BA}" dt="2023-11-20T09:35:24.530" v="689" actId="20577"/>
          <ac:spMkLst>
            <pc:docMk/>
            <pc:sldMk cId="382976239" sldId="340"/>
            <ac:spMk id="5" creationId="{4389B859-A7F3-5660-56DC-380F68D97DD8}"/>
          </ac:spMkLst>
        </pc:spChg>
        <pc:spChg chg="mod">
          <ac:chgData name="Stephane Autreaux" userId="S::stephane.autreaux@supinfo.com::a738c3b6-005b-4b20-bc1a-c071833bb260" providerId="AD" clId="Web-{FFF2B8CC-F6E4-0234-48BF-723D4F7B78BA}" dt="2023-11-20T09:34:31.434" v="656" actId="20577"/>
          <ac:spMkLst>
            <pc:docMk/>
            <pc:sldMk cId="382976239" sldId="340"/>
            <ac:spMk id="832" creationId="{00000000-0000-0000-0000-000000000000}"/>
          </ac:spMkLst>
        </pc:spChg>
      </pc:sldChg>
      <pc:sldChg chg="add del replId">
        <pc:chgData name="Stephane Autreaux" userId="S::stephane.autreaux@supinfo.com::a738c3b6-005b-4b20-bc1a-c071833bb260" providerId="AD" clId="Web-{FFF2B8CC-F6E4-0234-48BF-723D4F7B78BA}" dt="2023-11-20T09:40:16.902" v="921"/>
        <pc:sldMkLst>
          <pc:docMk/>
          <pc:sldMk cId="1247775417" sldId="341"/>
        </pc:sldMkLst>
      </pc:sldChg>
      <pc:sldChg chg="add ord">
        <pc:chgData name="Stephane Autreaux" userId="S::stephane.autreaux@supinfo.com::a738c3b6-005b-4b20-bc1a-c071833bb260" providerId="AD" clId="Web-{FFF2B8CC-F6E4-0234-48BF-723D4F7B78BA}" dt="2023-11-20T09:40:31.590" v="927"/>
        <pc:sldMkLst>
          <pc:docMk/>
          <pc:sldMk cId="4060227449" sldId="341"/>
        </pc:sldMkLst>
      </pc:sldChg>
      <pc:sldChg chg="add ord">
        <pc:chgData name="Stephane Autreaux" userId="S::stephane.autreaux@supinfo.com::a738c3b6-005b-4b20-bc1a-c071833bb260" providerId="AD" clId="Web-{FFF2B8CC-F6E4-0234-48BF-723D4F7B78BA}" dt="2023-11-20T09:40:37.793" v="928"/>
        <pc:sldMkLst>
          <pc:docMk/>
          <pc:sldMk cId="1515960667" sldId="342"/>
        </pc:sldMkLst>
      </pc:sldChg>
      <pc:sldChg chg="modSp add replId">
        <pc:chgData name="Stephane Autreaux" userId="S::stephane.autreaux@supinfo.com::a738c3b6-005b-4b20-bc1a-c071833bb260" providerId="AD" clId="Web-{FFF2B8CC-F6E4-0234-48BF-723D4F7B78BA}" dt="2023-11-20T09:53:21.449" v="1031" actId="20577"/>
        <pc:sldMkLst>
          <pc:docMk/>
          <pc:sldMk cId="4135319663" sldId="343"/>
        </pc:sldMkLst>
        <pc:spChg chg="mod">
          <ac:chgData name="Stephane Autreaux" userId="S::stephane.autreaux@supinfo.com::a738c3b6-005b-4b20-bc1a-c071833bb260" providerId="AD" clId="Web-{FFF2B8CC-F6E4-0234-48BF-723D4F7B78BA}" dt="2023-11-20T09:53:21.449" v="1031" actId="20577"/>
          <ac:spMkLst>
            <pc:docMk/>
            <pc:sldMk cId="4135319663" sldId="343"/>
            <ac:spMk id="5" creationId="{4389B859-A7F3-5660-56DC-380F68D97DD8}"/>
          </ac:spMkLst>
        </pc:spChg>
        <pc:spChg chg="mod">
          <ac:chgData name="Stephane Autreaux" userId="S::stephane.autreaux@supinfo.com::a738c3b6-005b-4b20-bc1a-c071833bb260" providerId="AD" clId="Web-{FFF2B8CC-F6E4-0234-48BF-723D4F7B78BA}" dt="2023-11-20T09:51:50.805" v="975" actId="20577"/>
          <ac:spMkLst>
            <pc:docMk/>
            <pc:sldMk cId="4135319663" sldId="343"/>
            <ac:spMk id="832" creationId="{00000000-0000-0000-0000-000000000000}"/>
          </ac:spMkLst>
        </pc:spChg>
      </pc:sldChg>
      <pc:sldChg chg="add del replId">
        <pc:chgData name="Stephane Autreaux" userId="S::stephane.autreaux@supinfo.com::a738c3b6-005b-4b20-bc1a-c071833bb260" providerId="AD" clId="Web-{FFF2B8CC-F6E4-0234-48BF-723D4F7B78BA}" dt="2023-11-20T09:55:41.142" v="1033"/>
        <pc:sldMkLst>
          <pc:docMk/>
          <pc:sldMk cId="2082173655" sldId="344"/>
        </pc:sldMkLst>
      </pc:sldChg>
    </pc:docChg>
  </pc:docChgLst>
  <pc:docChgLst>
    <pc:chgData name="Stephane Autreaux" userId="S::stephane.autreaux@supinfo.com::a738c3b6-005b-4b20-bc1a-c071833bb260" providerId="AD" clId="Web-{C30C1D69-64EF-6406-7F56-8A7FDDB332BF}"/>
    <pc:docChg chg="modSld">
      <pc:chgData name="Stephane Autreaux" userId="S::stephane.autreaux@supinfo.com::a738c3b6-005b-4b20-bc1a-c071833bb260" providerId="AD" clId="Web-{C30C1D69-64EF-6406-7F56-8A7FDDB332BF}" dt="2024-01-15T11:04:52.297" v="67" actId="20577"/>
      <pc:docMkLst>
        <pc:docMk/>
      </pc:docMkLst>
      <pc:sldChg chg="modSp">
        <pc:chgData name="Stephane Autreaux" userId="S::stephane.autreaux@supinfo.com::a738c3b6-005b-4b20-bc1a-c071833bb260" providerId="AD" clId="Web-{C30C1D69-64EF-6406-7F56-8A7FDDB332BF}" dt="2024-01-15T10:42:02.805" v="2" actId="20577"/>
        <pc:sldMkLst>
          <pc:docMk/>
          <pc:sldMk cId="4060227449" sldId="341"/>
        </pc:sldMkLst>
        <pc:spChg chg="mod">
          <ac:chgData name="Stephane Autreaux" userId="S::stephane.autreaux@supinfo.com::a738c3b6-005b-4b20-bc1a-c071833bb260" providerId="AD" clId="Web-{C30C1D69-64EF-6406-7F56-8A7FDDB332BF}" dt="2024-01-15T10:42:02.805" v="2" actId="20577"/>
          <ac:spMkLst>
            <pc:docMk/>
            <pc:sldMk cId="4060227449" sldId="341"/>
            <ac:spMk id="832" creationId="{00000000-0000-0000-0000-000000000000}"/>
          </ac:spMkLst>
        </pc:spChg>
      </pc:sldChg>
      <pc:sldChg chg="modSp">
        <pc:chgData name="Stephane Autreaux" userId="S::stephane.autreaux@supinfo.com::a738c3b6-005b-4b20-bc1a-c071833bb260" providerId="AD" clId="Web-{C30C1D69-64EF-6406-7F56-8A7FDDB332BF}" dt="2024-01-15T11:04:52.297" v="67" actId="20577"/>
        <pc:sldMkLst>
          <pc:docMk/>
          <pc:sldMk cId="3701715549" sldId="352"/>
        </pc:sldMkLst>
        <pc:spChg chg="mod">
          <ac:chgData name="Stephane Autreaux" userId="S::stephane.autreaux@supinfo.com::a738c3b6-005b-4b20-bc1a-c071833bb260" providerId="AD" clId="Web-{C30C1D69-64EF-6406-7F56-8A7FDDB332BF}" dt="2024-01-15T11:04:52.297" v="67" actId="20577"/>
          <ac:spMkLst>
            <pc:docMk/>
            <pc:sldMk cId="3701715549" sldId="352"/>
            <ac:spMk id="198" creationId="{14CF350D-5894-6C23-6876-78B9235A67D3}"/>
          </ac:spMkLst>
        </pc:spChg>
      </pc:sldChg>
    </pc:docChg>
  </pc:docChgLst>
  <pc:docChgLst>
    <pc:chgData name="Stephane Autreaux" userId="S::stephane.autreaux@supinfo.com::a738c3b6-005b-4b20-bc1a-c071833bb260" providerId="AD" clId="Web-{18A004C2-C869-4727-C78E-8C4214E8266E}"/>
    <pc:docChg chg="addSld modSld sldOrd">
      <pc:chgData name="Stephane Autreaux" userId="S::stephane.autreaux@supinfo.com::a738c3b6-005b-4b20-bc1a-c071833bb260" providerId="AD" clId="Web-{18A004C2-C869-4727-C78E-8C4214E8266E}" dt="2023-12-28T17:14:03.597" v="599" actId="20577"/>
      <pc:docMkLst>
        <pc:docMk/>
      </pc:docMkLst>
      <pc:sldChg chg="modSp">
        <pc:chgData name="Stephane Autreaux" userId="S::stephane.autreaux@supinfo.com::a738c3b6-005b-4b20-bc1a-c071833bb260" providerId="AD" clId="Web-{18A004C2-C869-4727-C78E-8C4214E8266E}" dt="2023-12-27T15:38:18.489" v="2" actId="20577"/>
        <pc:sldMkLst>
          <pc:docMk/>
          <pc:sldMk cId="3586647803" sldId="319"/>
        </pc:sldMkLst>
        <pc:spChg chg="mod">
          <ac:chgData name="Stephane Autreaux" userId="S::stephane.autreaux@supinfo.com::a738c3b6-005b-4b20-bc1a-c071833bb260" providerId="AD" clId="Web-{18A004C2-C869-4727-C78E-8C4214E8266E}" dt="2023-12-27T15:38:18.489" v="2" actId="20577"/>
          <ac:spMkLst>
            <pc:docMk/>
            <pc:sldMk cId="3586647803" sldId="319"/>
            <ac:spMk id="832" creationId="{00000000-0000-0000-0000-000000000000}"/>
          </ac:spMkLst>
        </pc:spChg>
      </pc:sldChg>
      <pc:sldChg chg="modSp">
        <pc:chgData name="Stephane Autreaux" userId="S::stephane.autreaux@supinfo.com::a738c3b6-005b-4b20-bc1a-c071833bb260" providerId="AD" clId="Web-{18A004C2-C869-4727-C78E-8C4214E8266E}" dt="2023-12-28T17:05:21.332" v="287" actId="20577"/>
        <pc:sldMkLst>
          <pc:docMk/>
          <pc:sldMk cId="1656769252" sldId="323"/>
        </pc:sldMkLst>
        <pc:spChg chg="mod">
          <ac:chgData name="Stephane Autreaux" userId="S::stephane.autreaux@supinfo.com::a738c3b6-005b-4b20-bc1a-c071833bb260" providerId="AD" clId="Web-{18A004C2-C869-4727-C78E-8C4214E8266E}" dt="2023-12-28T17:05:21.332" v="287" actId="20577"/>
          <ac:spMkLst>
            <pc:docMk/>
            <pc:sldMk cId="1656769252" sldId="323"/>
            <ac:spMk id="198" creationId="{00000000-0000-0000-0000-000000000000}"/>
          </ac:spMkLst>
        </pc:spChg>
      </pc:sldChg>
      <pc:sldChg chg="addSp delSp modSp">
        <pc:chgData name="Stephane Autreaux" userId="S::stephane.autreaux@supinfo.com::a738c3b6-005b-4b20-bc1a-c071833bb260" providerId="AD" clId="Web-{18A004C2-C869-4727-C78E-8C4214E8266E}" dt="2023-12-27T15:54:52.937" v="111" actId="1076"/>
        <pc:sldMkLst>
          <pc:docMk/>
          <pc:sldMk cId="1355867505" sldId="337"/>
        </pc:sldMkLst>
        <pc:spChg chg="mod">
          <ac:chgData name="Stephane Autreaux" userId="S::stephane.autreaux@supinfo.com::a738c3b6-005b-4b20-bc1a-c071833bb260" providerId="AD" clId="Web-{18A004C2-C869-4727-C78E-8C4214E8266E}" dt="2023-12-27T15:52:04.026" v="57" actId="20577"/>
          <ac:spMkLst>
            <pc:docMk/>
            <pc:sldMk cId="1355867505" sldId="337"/>
            <ac:spMk id="197" creationId="{00000000-0000-0000-0000-000000000000}"/>
          </ac:spMkLst>
        </pc:spChg>
        <pc:spChg chg="mod">
          <ac:chgData name="Stephane Autreaux" userId="S::stephane.autreaux@supinfo.com::a738c3b6-005b-4b20-bc1a-c071833bb260" providerId="AD" clId="Web-{18A004C2-C869-4727-C78E-8C4214E8266E}" dt="2023-12-27T15:54:43.671" v="107" actId="20577"/>
          <ac:spMkLst>
            <pc:docMk/>
            <pc:sldMk cId="1355867505" sldId="337"/>
            <ac:spMk id="198" creationId="{00000000-0000-0000-0000-000000000000}"/>
          </ac:spMkLst>
        </pc:spChg>
        <pc:picChg chg="add mod">
          <ac:chgData name="Stephane Autreaux" userId="S::stephane.autreaux@supinfo.com::a738c3b6-005b-4b20-bc1a-c071833bb260" providerId="AD" clId="Web-{18A004C2-C869-4727-C78E-8C4214E8266E}" dt="2023-12-27T15:54:52.937" v="111" actId="1076"/>
          <ac:picMkLst>
            <pc:docMk/>
            <pc:sldMk cId="1355867505" sldId="337"/>
            <ac:picMk id="2" creationId="{B18E8CE9-220C-797E-F343-5FC81BE56BAD}"/>
          </ac:picMkLst>
        </pc:picChg>
        <pc:picChg chg="del">
          <ac:chgData name="Stephane Autreaux" userId="S::stephane.autreaux@supinfo.com::a738c3b6-005b-4b20-bc1a-c071833bb260" providerId="AD" clId="Web-{18A004C2-C869-4727-C78E-8C4214E8266E}" dt="2023-12-27T15:54:21.530" v="87"/>
          <ac:picMkLst>
            <pc:docMk/>
            <pc:sldMk cId="1355867505" sldId="337"/>
            <ac:picMk id="3" creationId="{91404160-3C15-7F76-8FAB-7A484B8CE0F1}"/>
          </ac:picMkLst>
        </pc:picChg>
      </pc:sldChg>
      <pc:sldChg chg="modSp">
        <pc:chgData name="Stephane Autreaux" userId="S::stephane.autreaux@supinfo.com::a738c3b6-005b-4b20-bc1a-c071833bb260" providerId="AD" clId="Web-{18A004C2-C869-4727-C78E-8C4214E8266E}" dt="2023-12-28T16:13:10.906" v="137" actId="20577"/>
        <pc:sldMkLst>
          <pc:docMk/>
          <pc:sldMk cId="2160682098" sldId="339"/>
        </pc:sldMkLst>
        <pc:spChg chg="mod">
          <ac:chgData name="Stephane Autreaux" userId="S::stephane.autreaux@supinfo.com::a738c3b6-005b-4b20-bc1a-c071833bb260" providerId="AD" clId="Web-{18A004C2-C869-4727-C78E-8C4214E8266E}" dt="2023-12-28T16:13:10.906" v="137" actId="20577"/>
          <ac:spMkLst>
            <pc:docMk/>
            <pc:sldMk cId="2160682098" sldId="339"/>
            <ac:spMk id="146" creationId="{00000000-0000-0000-0000-000000000000}"/>
          </ac:spMkLst>
        </pc:spChg>
      </pc:sldChg>
      <pc:sldChg chg="modSp modNotes">
        <pc:chgData name="Stephane Autreaux" userId="S::stephane.autreaux@supinfo.com::a738c3b6-005b-4b20-bc1a-c071833bb260" providerId="AD" clId="Web-{18A004C2-C869-4727-C78E-8C4214E8266E}" dt="2023-12-28T17:14:03.597" v="599" actId="20577"/>
        <pc:sldMkLst>
          <pc:docMk/>
          <pc:sldMk cId="3701715549" sldId="352"/>
        </pc:sldMkLst>
        <pc:spChg chg="mod">
          <ac:chgData name="Stephane Autreaux" userId="S::stephane.autreaux@supinfo.com::a738c3b6-005b-4b20-bc1a-c071833bb260" providerId="AD" clId="Web-{18A004C2-C869-4727-C78E-8C4214E8266E}" dt="2023-12-28T17:14:03.597" v="599" actId="20577"/>
          <ac:spMkLst>
            <pc:docMk/>
            <pc:sldMk cId="3701715549" sldId="352"/>
            <ac:spMk id="197" creationId="{B983CDE3-CEDB-8DF8-C0A9-E27C8064742D}"/>
          </ac:spMkLst>
        </pc:spChg>
        <pc:spChg chg="mod">
          <ac:chgData name="Stephane Autreaux" userId="S::stephane.autreaux@supinfo.com::a738c3b6-005b-4b20-bc1a-c071833bb260" providerId="AD" clId="Web-{18A004C2-C869-4727-C78E-8C4214E8266E}" dt="2023-12-28T17:13:04.189" v="563" actId="20577"/>
          <ac:spMkLst>
            <pc:docMk/>
            <pc:sldMk cId="3701715549" sldId="352"/>
            <ac:spMk id="198" creationId="{14CF350D-5894-6C23-6876-78B9235A67D3}"/>
          </ac:spMkLst>
        </pc:spChg>
      </pc:sldChg>
      <pc:sldChg chg="addSp delSp modSp add ord replId modNotes">
        <pc:chgData name="Stephane Autreaux" userId="S::stephane.autreaux@supinfo.com::a738c3b6-005b-4b20-bc1a-c071833bb260" providerId="AD" clId="Web-{18A004C2-C869-4727-C78E-8C4214E8266E}" dt="2023-12-27T15:46:52.627" v="37"/>
        <pc:sldMkLst>
          <pc:docMk/>
          <pc:sldMk cId="3064974010" sldId="358"/>
        </pc:sldMkLst>
        <pc:spChg chg="add del mod">
          <ac:chgData name="Stephane Autreaux" userId="S::stephane.autreaux@supinfo.com::a738c3b6-005b-4b20-bc1a-c071833bb260" providerId="AD" clId="Web-{18A004C2-C869-4727-C78E-8C4214E8266E}" dt="2023-12-27T15:46:05.954" v="22"/>
          <ac:spMkLst>
            <pc:docMk/>
            <pc:sldMk cId="3064974010" sldId="358"/>
            <ac:spMk id="7" creationId="{01E44D3D-5675-1718-EF46-5D2408EE609D}"/>
          </ac:spMkLst>
        </pc:spChg>
        <pc:spChg chg="del mod">
          <ac:chgData name="Stephane Autreaux" userId="S::stephane.autreaux@supinfo.com::a738c3b6-005b-4b20-bc1a-c071833bb260" providerId="AD" clId="Web-{18A004C2-C869-4727-C78E-8C4214E8266E}" dt="2023-12-27T15:46:01.454" v="21"/>
          <ac:spMkLst>
            <pc:docMk/>
            <pc:sldMk cId="3064974010" sldId="358"/>
            <ac:spMk id="832" creationId="{35406EEC-6C4B-9510-23CA-9337DD97239B}"/>
          </ac:spMkLst>
        </pc:spChg>
        <pc:picChg chg="del">
          <ac:chgData name="Stephane Autreaux" userId="S::stephane.autreaux@supinfo.com::a738c3b6-005b-4b20-bc1a-c071833bb260" providerId="AD" clId="Web-{18A004C2-C869-4727-C78E-8C4214E8266E}" dt="2023-12-27T15:38:32.458" v="5"/>
          <ac:picMkLst>
            <pc:docMk/>
            <pc:sldMk cId="3064974010" sldId="358"/>
            <ac:picMk id="2" creationId="{60335312-4B77-B30C-DFB5-40A9791163D3}"/>
          </ac:picMkLst>
        </pc:picChg>
        <pc:picChg chg="del">
          <ac:chgData name="Stephane Autreaux" userId="S::stephane.autreaux@supinfo.com::a738c3b6-005b-4b20-bc1a-c071833bb260" providerId="AD" clId="Web-{18A004C2-C869-4727-C78E-8C4214E8266E}" dt="2023-12-27T15:38:31.396" v="4"/>
          <ac:picMkLst>
            <pc:docMk/>
            <pc:sldMk cId="3064974010" sldId="358"/>
            <ac:picMk id="3" creationId="{18D2DEA9-CEBC-C8DD-21A4-623B7165158D}"/>
          </ac:picMkLst>
        </pc:picChg>
        <pc:picChg chg="del">
          <ac:chgData name="Stephane Autreaux" userId="S::stephane.autreaux@supinfo.com::a738c3b6-005b-4b20-bc1a-c071833bb260" providerId="AD" clId="Web-{18A004C2-C869-4727-C78E-8C4214E8266E}" dt="2023-12-27T15:38:33.099" v="6"/>
          <ac:picMkLst>
            <pc:docMk/>
            <pc:sldMk cId="3064974010" sldId="358"/>
            <ac:picMk id="4" creationId="{652EF7C1-1C95-9648-F8BA-BC5F48566130}"/>
          </ac:picMkLst>
        </pc:picChg>
        <pc:picChg chg="add del mod">
          <ac:chgData name="Stephane Autreaux" userId="S::stephane.autreaux@supinfo.com::a738c3b6-005b-4b20-bc1a-c071833bb260" providerId="AD" clId="Web-{18A004C2-C869-4727-C78E-8C4214E8266E}" dt="2023-12-27T15:46:29.611" v="31"/>
          <ac:picMkLst>
            <pc:docMk/>
            <pc:sldMk cId="3064974010" sldId="358"/>
            <ac:picMk id="5" creationId="{3B17DBF1-74BA-6CC9-F3AF-4717351AE521}"/>
          </ac:picMkLst>
        </pc:picChg>
        <pc:picChg chg="add mod">
          <ac:chgData name="Stephane Autreaux" userId="S::stephane.autreaux@supinfo.com::a738c3b6-005b-4b20-bc1a-c071833bb260" providerId="AD" clId="Web-{18A004C2-C869-4727-C78E-8C4214E8266E}" dt="2023-12-27T15:46:39.236" v="35" actId="1076"/>
          <ac:picMkLst>
            <pc:docMk/>
            <pc:sldMk cId="3064974010" sldId="358"/>
            <ac:picMk id="8" creationId="{45505CA9-932C-335B-C246-53B27A74C844}"/>
          </ac:picMkLst>
        </pc:picChg>
      </pc:sldChg>
      <pc:sldChg chg="delSp modSp add replId">
        <pc:chgData name="Stephane Autreaux" userId="S::stephane.autreaux@supinfo.com::a738c3b6-005b-4b20-bc1a-c071833bb260" providerId="AD" clId="Web-{18A004C2-C869-4727-C78E-8C4214E8266E}" dt="2023-12-27T15:46:26.674" v="30" actId="1076"/>
        <pc:sldMkLst>
          <pc:docMk/>
          <pc:sldMk cId="2096214922" sldId="359"/>
        </pc:sldMkLst>
        <pc:picChg chg="mod">
          <ac:chgData name="Stephane Autreaux" userId="S::stephane.autreaux@supinfo.com::a738c3b6-005b-4b20-bc1a-c071833bb260" providerId="AD" clId="Web-{18A004C2-C869-4727-C78E-8C4214E8266E}" dt="2023-12-27T15:46:26.674" v="30" actId="1076"/>
          <ac:picMkLst>
            <pc:docMk/>
            <pc:sldMk cId="2096214922" sldId="359"/>
            <ac:picMk id="5" creationId="{31EDFF17-F95E-E2C4-5D6E-AA22C7382B63}"/>
          </ac:picMkLst>
        </pc:picChg>
        <pc:picChg chg="del">
          <ac:chgData name="Stephane Autreaux" userId="S::stephane.autreaux@supinfo.com::a738c3b6-005b-4b20-bc1a-c071833bb260" providerId="AD" clId="Web-{18A004C2-C869-4727-C78E-8C4214E8266E}" dt="2023-12-27T15:46:24.658" v="29"/>
          <ac:picMkLst>
            <pc:docMk/>
            <pc:sldMk cId="2096214922" sldId="359"/>
            <ac:picMk id="8" creationId="{0F545A39-02C0-F737-DA11-D4CDCE267F77}"/>
          </ac:picMkLst>
        </pc:picChg>
      </pc:sldChg>
      <pc:sldChg chg="delSp modSp add replId">
        <pc:chgData name="Stephane Autreaux" userId="S::stephane.autreaux@supinfo.com::a738c3b6-005b-4b20-bc1a-c071833bb260" providerId="AD" clId="Web-{18A004C2-C869-4727-C78E-8C4214E8266E}" dt="2023-12-27T15:47:16.925" v="40"/>
        <pc:sldMkLst>
          <pc:docMk/>
          <pc:sldMk cId="3222695785" sldId="360"/>
        </pc:sldMkLst>
        <pc:spChg chg="mod">
          <ac:chgData name="Stephane Autreaux" userId="S::stephane.autreaux@supinfo.com::a738c3b6-005b-4b20-bc1a-c071833bb260" providerId="AD" clId="Web-{18A004C2-C869-4727-C78E-8C4214E8266E}" dt="2023-12-27T15:47:15.441" v="39" actId="20577"/>
          <ac:spMkLst>
            <pc:docMk/>
            <pc:sldMk cId="3222695785" sldId="360"/>
            <ac:spMk id="100" creationId="{AF23C6C0-C69D-EC6F-D770-6E78B4863B98}"/>
          </ac:spMkLst>
        </pc:spChg>
        <pc:picChg chg="del">
          <ac:chgData name="Stephane Autreaux" userId="S::stephane.autreaux@supinfo.com::a738c3b6-005b-4b20-bc1a-c071833bb260" providerId="AD" clId="Web-{18A004C2-C869-4727-C78E-8C4214E8266E}" dt="2023-12-27T15:47:16.925" v="40"/>
          <ac:picMkLst>
            <pc:docMk/>
            <pc:sldMk cId="3222695785" sldId="360"/>
            <ac:picMk id="4" creationId="{F4F6DE5A-9082-F867-168D-0CAFDBE44531}"/>
          </ac:picMkLst>
        </pc:picChg>
      </pc:sldChg>
    </pc:docChg>
  </pc:docChgLst>
  <pc:docChgLst>
    <pc:chgData name="Stephane Autreaux" userId="S::stephane.autreaux@supinfo.com::a738c3b6-005b-4b20-bc1a-c071833bb260" providerId="AD" clId="Web-{7E533083-A296-9104-954E-0CEA91B6547A}"/>
    <pc:docChg chg="modSld">
      <pc:chgData name="Stephane Autreaux" userId="S::stephane.autreaux@supinfo.com::a738c3b6-005b-4b20-bc1a-c071833bb260" providerId="AD" clId="Web-{7E533083-A296-9104-954E-0CEA91B6547A}" dt="2023-11-04T18:46:32.469" v="36" actId="20577"/>
      <pc:docMkLst>
        <pc:docMk/>
      </pc:docMkLst>
      <pc:sldChg chg="modSp">
        <pc:chgData name="Stephane Autreaux" userId="S::stephane.autreaux@supinfo.com::a738c3b6-005b-4b20-bc1a-c071833bb260" providerId="AD" clId="Web-{7E533083-A296-9104-954E-0CEA91B6547A}" dt="2023-11-04T18:46:32.469" v="36" actId="20577"/>
        <pc:sldMkLst>
          <pc:docMk/>
          <pc:sldMk cId="4159026192" sldId="296"/>
        </pc:sldMkLst>
        <pc:spChg chg="mod">
          <ac:chgData name="Stephane Autreaux" userId="S::stephane.autreaux@supinfo.com::a738c3b6-005b-4b20-bc1a-c071833bb260" providerId="AD" clId="Web-{7E533083-A296-9104-954E-0CEA91B6547A}" dt="2023-11-04T18:46:32.469" v="36" actId="20577"/>
          <ac:spMkLst>
            <pc:docMk/>
            <pc:sldMk cId="4159026192" sldId="296"/>
            <ac:spMk id="114" creationId="{00000000-0000-0000-0000-000000000000}"/>
          </ac:spMkLst>
        </pc:spChg>
      </pc:sldChg>
    </pc:docChg>
  </pc:docChgLst>
  <pc:docChgLst>
    <pc:chgData name="Stephane Autreaux" userId="S::stephane.autreaux@supinfo.com::a738c3b6-005b-4b20-bc1a-c071833bb260" providerId="AD" clId="Web-{51754A65-87E5-E4B1-770E-94BDF6FAEF10}"/>
    <pc:docChg chg="addSld delSld modSld sldOrd">
      <pc:chgData name="Stephane Autreaux" userId="S::stephane.autreaux@supinfo.com::a738c3b6-005b-4b20-bc1a-c071833bb260" providerId="AD" clId="Web-{51754A65-87E5-E4B1-770E-94BDF6FAEF10}" dt="2023-11-06T14:08:32.423" v="2003" actId="20577"/>
      <pc:docMkLst>
        <pc:docMk/>
      </pc:docMkLst>
      <pc:sldChg chg="modSp">
        <pc:chgData name="Stephane Autreaux" userId="S::stephane.autreaux@supinfo.com::a738c3b6-005b-4b20-bc1a-c071833bb260" providerId="AD" clId="Web-{51754A65-87E5-E4B1-770E-94BDF6FAEF10}" dt="2023-11-06T10:05:05.318" v="678" actId="20577"/>
        <pc:sldMkLst>
          <pc:docMk/>
          <pc:sldMk cId="2191245293" sldId="282"/>
        </pc:sldMkLst>
        <pc:spChg chg="mod">
          <ac:chgData name="Stephane Autreaux" userId="S::stephane.autreaux@supinfo.com::a738c3b6-005b-4b20-bc1a-c071833bb260" providerId="AD" clId="Web-{51754A65-87E5-E4B1-770E-94BDF6FAEF10}" dt="2023-11-06T10:05:05.318" v="678" actId="20577"/>
          <ac:spMkLst>
            <pc:docMk/>
            <pc:sldMk cId="2191245293" sldId="282"/>
            <ac:spMk id="197" creationId="{00000000-0000-0000-0000-000000000000}"/>
          </ac:spMkLst>
        </pc:spChg>
        <pc:spChg chg="mod">
          <ac:chgData name="Stephane Autreaux" userId="S::stephane.autreaux@supinfo.com::a738c3b6-005b-4b20-bc1a-c071833bb260" providerId="AD" clId="Web-{51754A65-87E5-E4B1-770E-94BDF6FAEF10}" dt="2023-11-06T09:47:06.673" v="469" actId="20577"/>
          <ac:spMkLst>
            <pc:docMk/>
            <pc:sldMk cId="2191245293" sldId="282"/>
            <ac:spMk id="198" creationId="{00000000-0000-0000-0000-000000000000}"/>
          </ac:spMkLst>
        </pc:spChg>
      </pc:sldChg>
      <pc:sldChg chg="del">
        <pc:chgData name="Stephane Autreaux" userId="S::stephane.autreaux@supinfo.com::a738c3b6-005b-4b20-bc1a-c071833bb260" providerId="AD" clId="Web-{51754A65-87E5-E4B1-770E-94BDF6FAEF10}" dt="2023-11-06T09:43:21.650" v="443"/>
        <pc:sldMkLst>
          <pc:docMk/>
          <pc:sldMk cId="4209753812" sldId="291"/>
        </pc:sldMkLst>
      </pc:sldChg>
      <pc:sldChg chg="modSp">
        <pc:chgData name="Stephane Autreaux" userId="S::stephane.autreaux@supinfo.com::a738c3b6-005b-4b20-bc1a-c071833bb260" providerId="AD" clId="Web-{51754A65-87E5-E4B1-770E-94BDF6FAEF10}" dt="2023-11-06T09:29:15.606" v="20" actId="20577"/>
        <pc:sldMkLst>
          <pc:docMk/>
          <pc:sldMk cId="1753943669" sldId="292"/>
        </pc:sldMkLst>
        <pc:spChg chg="mod">
          <ac:chgData name="Stephane Autreaux" userId="S::stephane.autreaux@supinfo.com::a738c3b6-005b-4b20-bc1a-c071833bb260" providerId="AD" clId="Web-{51754A65-87E5-E4B1-770E-94BDF6FAEF10}" dt="2023-11-06T09:29:15.606" v="20" actId="20577"/>
          <ac:spMkLst>
            <pc:docMk/>
            <pc:sldMk cId="1753943669" sldId="292"/>
            <ac:spMk id="140" creationId="{00000000-0000-0000-0000-000000000000}"/>
          </ac:spMkLst>
        </pc:spChg>
      </pc:sldChg>
      <pc:sldChg chg="modSp">
        <pc:chgData name="Stephane Autreaux" userId="S::stephane.autreaux@supinfo.com::a738c3b6-005b-4b20-bc1a-c071833bb260" providerId="AD" clId="Web-{51754A65-87E5-E4B1-770E-94BDF6FAEF10}" dt="2023-11-06T09:28:32.011" v="5" actId="20577"/>
        <pc:sldMkLst>
          <pc:docMk/>
          <pc:sldMk cId="4159026192" sldId="296"/>
        </pc:sldMkLst>
        <pc:spChg chg="mod">
          <ac:chgData name="Stephane Autreaux" userId="S::stephane.autreaux@supinfo.com::a738c3b6-005b-4b20-bc1a-c071833bb260" providerId="AD" clId="Web-{51754A65-87E5-E4B1-770E-94BDF6FAEF10}" dt="2023-11-06T09:28:32.011" v="5" actId="20577"/>
          <ac:spMkLst>
            <pc:docMk/>
            <pc:sldMk cId="4159026192" sldId="296"/>
            <ac:spMk id="114" creationId="{00000000-0000-0000-0000-000000000000}"/>
          </ac:spMkLst>
        </pc:spChg>
      </pc:sldChg>
      <pc:sldChg chg="modSp add ord">
        <pc:chgData name="Stephane Autreaux" userId="S::stephane.autreaux@supinfo.com::a738c3b6-005b-4b20-bc1a-c071833bb260" providerId="AD" clId="Web-{51754A65-87E5-E4B1-770E-94BDF6FAEF10}" dt="2023-11-06T09:46:06.530" v="462" actId="20577"/>
        <pc:sldMkLst>
          <pc:docMk/>
          <pc:sldMk cId="3329149275" sldId="299"/>
        </pc:sldMkLst>
        <pc:spChg chg="mod">
          <ac:chgData name="Stephane Autreaux" userId="S::stephane.autreaux@supinfo.com::a738c3b6-005b-4b20-bc1a-c071833bb260" providerId="AD" clId="Web-{51754A65-87E5-E4B1-770E-94BDF6FAEF10}" dt="2023-11-06T09:39:28.752" v="223" actId="20577"/>
          <ac:spMkLst>
            <pc:docMk/>
            <pc:sldMk cId="3329149275" sldId="299"/>
            <ac:spMk id="145" creationId="{00000000-0000-0000-0000-000000000000}"/>
          </ac:spMkLst>
        </pc:spChg>
        <pc:spChg chg="mod">
          <ac:chgData name="Stephane Autreaux" userId="S::stephane.autreaux@supinfo.com::a738c3b6-005b-4b20-bc1a-c071833bb260" providerId="AD" clId="Web-{51754A65-87E5-E4B1-770E-94BDF6FAEF10}" dt="2023-11-06T09:46:06.530" v="462" actId="20577"/>
          <ac:spMkLst>
            <pc:docMk/>
            <pc:sldMk cId="3329149275" sldId="299"/>
            <ac:spMk id="146" creationId="{00000000-0000-0000-0000-000000000000}"/>
          </ac:spMkLst>
        </pc:spChg>
      </pc:sldChg>
      <pc:sldChg chg="modSp add replId">
        <pc:chgData name="Stephane Autreaux" userId="S::stephane.autreaux@supinfo.com::a738c3b6-005b-4b20-bc1a-c071833bb260" providerId="AD" clId="Web-{51754A65-87E5-E4B1-770E-94BDF6FAEF10}" dt="2023-11-06T09:48:50.348" v="482" actId="20577"/>
        <pc:sldMkLst>
          <pc:docMk/>
          <pc:sldMk cId="950889899" sldId="300"/>
        </pc:sldMkLst>
        <pc:spChg chg="mod">
          <ac:chgData name="Stephane Autreaux" userId="S::stephane.autreaux@supinfo.com::a738c3b6-005b-4b20-bc1a-c071833bb260" providerId="AD" clId="Web-{51754A65-87E5-E4B1-770E-94BDF6FAEF10}" dt="2023-11-06T09:41:41.397" v="358" actId="20577"/>
          <ac:spMkLst>
            <pc:docMk/>
            <pc:sldMk cId="950889899" sldId="300"/>
            <ac:spMk id="228" creationId="{00000000-0000-0000-0000-000000000000}"/>
          </ac:spMkLst>
        </pc:spChg>
        <pc:spChg chg="mod">
          <ac:chgData name="Stephane Autreaux" userId="S::stephane.autreaux@supinfo.com::a738c3b6-005b-4b20-bc1a-c071833bb260" providerId="AD" clId="Web-{51754A65-87E5-E4B1-770E-94BDF6FAEF10}" dt="2023-11-06T09:48:50.348" v="482" actId="20577"/>
          <ac:spMkLst>
            <pc:docMk/>
            <pc:sldMk cId="950889899" sldId="300"/>
            <ac:spMk id="229" creationId="{00000000-0000-0000-0000-000000000000}"/>
          </ac:spMkLst>
        </pc:spChg>
      </pc:sldChg>
      <pc:sldChg chg="modSp add del ord replId">
        <pc:chgData name="Stephane Autreaux" userId="S::stephane.autreaux@supinfo.com::a738c3b6-005b-4b20-bc1a-c071833bb260" providerId="AD" clId="Web-{51754A65-87E5-E4B1-770E-94BDF6FAEF10}" dt="2023-11-06T09:37:54.092" v="133"/>
        <pc:sldMkLst>
          <pc:docMk/>
          <pc:sldMk cId="1945945382" sldId="301"/>
        </pc:sldMkLst>
        <pc:spChg chg="mod">
          <ac:chgData name="Stephane Autreaux" userId="S::stephane.autreaux@supinfo.com::a738c3b6-005b-4b20-bc1a-c071833bb260" providerId="AD" clId="Web-{51754A65-87E5-E4B1-770E-94BDF6FAEF10}" dt="2023-11-06T09:37:25.701" v="119" actId="20577"/>
          <ac:spMkLst>
            <pc:docMk/>
            <pc:sldMk cId="1945945382" sldId="301"/>
            <ac:spMk id="228" creationId="{00000000-0000-0000-0000-000000000000}"/>
          </ac:spMkLst>
        </pc:spChg>
        <pc:spChg chg="mod">
          <ac:chgData name="Stephane Autreaux" userId="S::stephane.autreaux@supinfo.com::a738c3b6-005b-4b20-bc1a-c071833bb260" providerId="AD" clId="Web-{51754A65-87E5-E4B1-770E-94BDF6FAEF10}" dt="2023-11-06T09:37:45.483" v="130" actId="20577"/>
          <ac:spMkLst>
            <pc:docMk/>
            <pc:sldMk cId="1945945382" sldId="301"/>
            <ac:spMk id="229" creationId="{00000000-0000-0000-0000-000000000000}"/>
          </ac:spMkLst>
        </pc:spChg>
      </pc:sldChg>
      <pc:sldChg chg="modSp add del">
        <pc:chgData name="Stephane Autreaux" userId="S::stephane.autreaux@supinfo.com::a738c3b6-005b-4b20-bc1a-c071833bb260" providerId="AD" clId="Web-{51754A65-87E5-E4B1-770E-94BDF6FAEF10}" dt="2023-11-06T09:55:09.298" v="588"/>
        <pc:sldMkLst>
          <pc:docMk/>
          <pc:sldMk cId="4082605035" sldId="301"/>
        </pc:sldMkLst>
        <pc:spChg chg="mod">
          <ac:chgData name="Stephane Autreaux" userId="S::stephane.autreaux@supinfo.com::a738c3b6-005b-4b20-bc1a-c071833bb260" providerId="AD" clId="Web-{51754A65-87E5-E4B1-770E-94BDF6FAEF10}" dt="2023-11-06T09:46:29.656" v="465" actId="1076"/>
          <ac:spMkLst>
            <pc:docMk/>
            <pc:sldMk cId="4082605035" sldId="301"/>
            <ac:spMk id="2" creationId="{87F45550-BCEE-26D8-7E02-667A57FC9B14}"/>
          </ac:spMkLst>
        </pc:spChg>
        <pc:spChg chg="mod">
          <ac:chgData name="Stephane Autreaux" userId="S::stephane.autreaux@supinfo.com::a738c3b6-005b-4b20-bc1a-c071833bb260" providerId="AD" clId="Web-{51754A65-87E5-E4B1-770E-94BDF6FAEF10}" dt="2023-11-06T09:45:45.577" v="449" actId="20577"/>
          <ac:spMkLst>
            <pc:docMk/>
            <pc:sldMk cId="4082605035" sldId="301"/>
            <ac:spMk id="831" creationId="{00000000-0000-0000-0000-000000000000}"/>
          </ac:spMkLst>
        </pc:spChg>
      </pc:sldChg>
      <pc:sldChg chg="addSp modSp add replId">
        <pc:chgData name="Stephane Autreaux" userId="S::stephane.autreaux@supinfo.com::a738c3b6-005b-4b20-bc1a-c071833bb260" providerId="AD" clId="Web-{51754A65-87E5-E4B1-770E-94BDF6FAEF10}" dt="2023-11-06T14:07:06.420" v="1984" actId="1076"/>
        <pc:sldMkLst>
          <pc:docMk/>
          <pc:sldMk cId="3017452167" sldId="302"/>
        </pc:sldMkLst>
        <pc:spChg chg="mod">
          <ac:chgData name="Stephane Autreaux" userId="S::stephane.autreaux@supinfo.com::a738c3b6-005b-4b20-bc1a-c071833bb260" providerId="AD" clId="Web-{51754A65-87E5-E4B1-770E-94BDF6FAEF10}" dt="2023-11-06T13:44:20.953" v="1644" actId="1076"/>
          <ac:spMkLst>
            <pc:docMk/>
            <pc:sldMk cId="3017452167" sldId="302"/>
            <ac:spMk id="2" creationId="{87F45550-BCEE-26D8-7E02-667A57FC9B14}"/>
          </ac:spMkLst>
        </pc:spChg>
        <pc:spChg chg="add mod">
          <ac:chgData name="Stephane Autreaux" userId="S::stephane.autreaux@supinfo.com::a738c3b6-005b-4b20-bc1a-c071833bb260" providerId="AD" clId="Web-{51754A65-87E5-E4B1-770E-94BDF6FAEF10}" dt="2023-11-06T14:07:06.420" v="1984" actId="1076"/>
          <ac:spMkLst>
            <pc:docMk/>
            <pc:sldMk cId="3017452167" sldId="302"/>
            <ac:spMk id="3" creationId="{D9DFF767-F84B-279F-99E4-8A2216158A0B}"/>
          </ac:spMkLst>
        </pc:spChg>
        <pc:spChg chg="mod">
          <ac:chgData name="Stephane Autreaux" userId="S::stephane.autreaux@supinfo.com::a738c3b6-005b-4b20-bc1a-c071833bb260" providerId="AD" clId="Web-{51754A65-87E5-E4B1-770E-94BDF6FAEF10}" dt="2023-11-06T09:55:02.564" v="587" actId="20577"/>
          <ac:spMkLst>
            <pc:docMk/>
            <pc:sldMk cId="3017452167" sldId="302"/>
            <ac:spMk id="832" creationId="{00000000-0000-0000-0000-000000000000}"/>
          </ac:spMkLst>
        </pc:spChg>
      </pc:sldChg>
      <pc:sldChg chg="addSp delSp modSp add ord replId">
        <pc:chgData name="Stephane Autreaux" userId="S::stephane.autreaux@supinfo.com::a738c3b6-005b-4b20-bc1a-c071833bb260" providerId="AD" clId="Web-{51754A65-87E5-E4B1-770E-94BDF6FAEF10}" dt="2023-11-06T10:13:51.945" v="766" actId="1076"/>
        <pc:sldMkLst>
          <pc:docMk/>
          <pc:sldMk cId="620495551" sldId="303"/>
        </pc:sldMkLst>
        <pc:spChg chg="del">
          <ac:chgData name="Stephane Autreaux" userId="S::stephane.autreaux@supinfo.com::a738c3b6-005b-4b20-bc1a-c071833bb260" providerId="AD" clId="Web-{51754A65-87E5-E4B1-770E-94BDF6FAEF10}" dt="2023-11-06T09:49:46.069" v="506"/>
          <ac:spMkLst>
            <pc:docMk/>
            <pc:sldMk cId="620495551" sldId="303"/>
            <ac:spMk id="2" creationId="{87F45550-BCEE-26D8-7E02-667A57FC9B14}"/>
          </ac:spMkLst>
        </pc:spChg>
        <pc:spChg chg="mod">
          <ac:chgData name="Stephane Autreaux" userId="S::stephane.autreaux@supinfo.com::a738c3b6-005b-4b20-bc1a-c071833bb260" providerId="AD" clId="Web-{51754A65-87E5-E4B1-770E-94BDF6FAEF10}" dt="2023-11-06T09:55:40.096" v="606" actId="20577"/>
          <ac:spMkLst>
            <pc:docMk/>
            <pc:sldMk cId="620495551" sldId="303"/>
            <ac:spMk id="831" creationId="{00000000-0000-0000-0000-000000000000}"/>
          </ac:spMkLst>
        </pc:spChg>
        <pc:spChg chg="mod">
          <ac:chgData name="Stephane Autreaux" userId="S::stephane.autreaux@supinfo.com::a738c3b6-005b-4b20-bc1a-c071833bb260" providerId="AD" clId="Web-{51754A65-87E5-E4B1-770E-94BDF6FAEF10}" dt="2023-11-06T10:13:17.741" v="761" actId="20577"/>
          <ac:spMkLst>
            <pc:docMk/>
            <pc:sldMk cId="620495551" sldId="303"/>
            <ac:spMk id="832" creationId="{00000000-0000-0000-0000-000000000000}"/>
          </ac:spMkLst>
        </pc:spChg>
        <pc:picChg chg="add mod">
          <ac:chgData name="Stephane Autreaux" userId="S::stephane.autreaux@supinfo.com::a738c3b6-005b-4b20-bc1a-c071833bb260" providerId="AD" clId="Web-{51754A65-87E5-E4B1-770E-94BDF6FAEF10}" dt="2023-11-06T10:13:51.945" v="766" actId="1076"/>
          <ac:picMkLst>
            <pc:docMk/>
            <pc:sldMk cId="620495551" sldId="303"/>
            <ac:picMk id="3" creationId="{80742908-39CA-5E55-D6B7-27A3351B8C06}"/>
          </ac:picMkLst>
        </pc:picChg>
      </pc:sldChg>
      <pc:sldChg chg="modSp add ord replId">
        <pc:chgData name="Stephane Autreaux" userId="S::stephane.autreaux@supinfo.com::a738c3b6-005b-4b20-bc1a-c071833bb260" providerId="AD" clId="Web-{51754A65-87E5-E4B1-770E-94BDF6FAEF10}" dt="2023-11-06T14:06:19.121" v="1969" actId="20577"/>
        <pc:sldMkLst>
          <pc:docMk/>
          <pc:sldMk cId="1335331045" sldId="304"/>
        </pc:sldMkLst>
        <pc:spChg chg="mod">
          <ac:chgData name="Stephane Autreaux" userId="S::stephane.autreaux@supinfo.com::a738c3b6-005b-4b20-bc1a-c071833bb260" providerId="AD" clId="Web-{51754A65-87E5-E4B1-770E-94BDF6FAEF10}" dt="2023-11-06T10:15:15.932" v="773" actId="20577"/>
          <ac:spMkLst>
            <pc:docMk/>
            <pc:sldMk cId="1335331045" sldId="304"/>
            <ac:spMk id="831" creationId="{00000000-0000-0000-0000-000000000000}"/>
          </ac:spMkLst>
        </pc:spChg>
        <pc:spChg chg="mod">
          <ac:chgData name="Stephane Autreaux" userId="S::stephane.autreaux@supinfo.com::a738c3b6-005b-4b20-bc1a-c071833bb260" providerId="AD" clId="Web-{51754A65-87E5-E4B1-770E-94BDF6FAEF10}" dt="2023-11-06T14:06:19.121" v="1969" actId="20577"/>
          <ac:spMkLst>
            <pc:docMk/>
            <pc:sldMk cId="1335331045" sldId="304"/>
            <ac:spMk id="832" creationId="{00000000-0000-0000-0000-000000000000}"/>
          </ac:spMkLst>
        </pc:spChg>
      </pc:sldChg>
      <pc:sldChg chg="delSp modSp add replId">
        <pc:chgData name="Stephane Autreaux" userId="S::stephane.autreaux@supinfo.com::a738c3b6-005b-4b20-bc1a-c071833bb260" providerId="AD" clId="Web-{51754A65-87E5-E4B1-770E-94BDF6FAEF10}" dt="2023-11-06T13:12:51.402" v="1230" actId="20577"/>
        <pc:sldMkLst>
          <pc:docMk/>
          <pc:sldMk cId="683683885" sldId="305"/>
        </pc:sldMkLst>
        <pc:spChg chg="mod">
          <ac:chgData name="Stephane Autreaux" userId="S::stephane.autreaux@supinfo.com::a738c3b6-005b-4b20-bc1a-c071833bb260" providerId="AD" clId="Web-{51754A65-87E5-E4B1-770E-94BDF6FAEF10}" dt="2023-11-06T13:12:51.402" v="1230" actId="20577"/>
          <ac:spMkLst>
            <pc:docMk/>
            <pc:sldMk cId="683683885" sldId="305"/>
            <ac:spMk id="832" creationId="{00000000-0000-0000-0000-000000000000}"/>
          </ac:spMkLst>
        </pc:spChg>
        <pc:picChg chg="del">
          <ac:chgData name="Stephane Autreaux" userId="S::stephane.autreaux@supinfo.com::a738c3b6-005b-4b20-bc1a-c071833bb260" providerId="AD" clId="Web-{51754A65-87E5-E4B1-770E-94BDF6FAEF10}" dt="2023-11-06T10:10:05.672" v="687"/>
          <ac:picMkLst>
            <pc:docMk/>
            <pc:sldMk cId="683683885" sldId="305"/>
            <ac:picMk id="3" creationId="{80742908-39CA-5E55-D6B7-27A3351B8C06}"/>
          </ac:picMkLst>
        </pc:picChg>
      </pc:sldChg>
      <pc:sldChg chg="addSp modSp add replId">
        <pc:chgData name="Stephane Autreaux" userId="S::stephane.autreaux@supinfo.com::a738c3b6-005b-4b20-bc1a-c071833bb260" providerId="AD" clId="Web-{51754A65-87E5-E4B1-770E-94BDF6FAEF10}" dt="2023-11-06T13:54:06.120" v="1718" actId="1076"/>
        <pc:sldMkLst>
          <pc:docMk/>
          <pc:sldMk cId="439050672" sldId="306"/>
        </pc:sldMkLst>
        <pc:spChg chg="mod">
          <ac:chgData name="Stephane Autreaux" userId="S::stephane.autreaux@supinfo.com::a738c3b6-005b-4b20-bc1a-c071833bb260" providerId="AD" clId="Web-{51754A65-87E5-E4B1-770E-94BDF6FAEF10}" dt="2023-11-06T13:53:49.869" v="1713" actId="1076"/>
          <ac:spMkLst>
            <pc:docMk/>
            <pc:sldMk cId="439050672" sldId="306"/>
            <ac:spMk id="831" creationId="{00000000-0000-0000-0000-000000000000}"/>
          </ac:spMkLst>
        </pc:spChg>
        <pc:spChg chg="mod">
          <ac:chgData name="Stephane Autreaux" userId="S::stephane.autreaux@supinfo.com::a738c3b6-005b-4b20-bc1a-c071833bb260" providerId="AD" clId="Web-{51754A65-87E5-E4B1-770E-94BDF6FAEF10}" dt="2023-11-06T13:54:00.198" v="1716" actId="1076"/>
          <ac:spMkLst>
            <pc:docMk/>
            <pc:sldMk cId="439050672" sldId="306"/>
            <ac:spMk id="832" creationId="{00000000-0000-0000-0000-000000000000}"/>
          </ac:spMkLst>
        </pc:spChg>
        <pc:picChg chg="add mod">
          <ac:chgData name="Stephane Autreaux" userId="S::stephane.autreaux@supinfo.com::a738c3b6-005b-4b20-bc1a-c071833bb260" providerId="AD" clId="Web-{51754A65-87E5-E4B1-770E-94BDF6FAEF10}" dt="2023-11-06T13:54:02.416" v="1717" actId="1076"/>
          <ac:picMkLst>
            <pc:docMk/>
            <pc:sldMk cId="439050672" sldId="306"/>
            <ac:picMk id="2" creationId="{A09BB2CC-2E47-4B86-C4BF-731F035ACA7B}"/>
          </ac:picMkLst>
        </pc:picChg>
        <pc:picChg chg="add mod">
          <ac:chgData name="Stephane Autreaux" userId="S::stephane.autreaux@supinfo.com::a738c3b6-005b-4b20-bc1a-c071833bb260" providerId="AD" clId="Web-{51754A65-87E5-E4B1-770E-94BDF6FAEF10}" dt="2023-11-06T13:54:06.120" v="1718" actId="1076"/>
          <ac:picMkLst>
            <pc:docMk/>
            <pc:sldMk cId="439050672" sldId="306"/>
            <ac:picMk id="3" creationId="{48D4DF77-4887-62C4-01AA-97161C488B2E}"/>
          </ac:picMkLst>
        </pc:picChg>
      </pc:sldChg>
      <pc:sldChg chg="addSp modSp add ord replId">
        <pc:chgData name="Stephane Autreaux" userId="S::stephane.autreaux@supinfo.com::a738c3b6-005b-4b20-bc1a-c071833bb260" providerId="AD" clId="Web-{51754A65-87E5-E4B1-770E-94BDF6FAEF10}" dt="2023-11-06T13:44:56.189" v="1647"/>
        <pc:sldMkLst>
          <pc:docMk/>
          <pc:sldMk cId="2390615051" sldId="307"/>
        </pc:sldMkLst>
        <pc:spChg chg="mod">
          <ac:chgData name="Stephane Autreaux" userId="S::stephane.autreaux@supinfo.com::a738c3b6-005b-4b20-bc1a-c071833bb260" providerId="AD" clId="Web-{51754A65-87E5-E4B1-770E-94BDF6FAEF10}" dt="2023-11-06T13:21:53.347" v="1369" actId="20577"/>
          <ac:spMkLst>
            <pc:docMk/>
            <pc:sldMk cId="2390615051" sldId="307"/>
            <ac:spMk id="831" creationId="{00000000-0000-0000-0000-000000000000}"/>
          </ac:spMkLst>
        </pc:spChg>
        <pc:spChg chg="mod">
          <ac:chgData name="Stephane Autreaux" userId="S::stephane.autreaux@supinfo.com::a738c3b6-005b-4b20-bc1a-c071833bb260" providerId="AD" clId="Web-{51754A65-87E5-E4B1-770E-94BDF6FAEF10}" dt="2023-11-06T13:21:26.471" v="1367" actId="20577"/>
          <ac:spMkLst>
            <pc:docMk/>
            <pc:sldMk cId="2390615051" sldId="307"/>
            <ac:spMk id="832" creationId="{00000000-0000-0000-0000-000000000000}"/>
          </ac:spMkLst>
        </pc:spChg>
        <pc:picChg chg="add mod">
          <ac:chgData name="Stephane Autreaux" userId="S::stephane.autreaux@supinfo.com::a738c3b6-005b-4b20-bc1a-c071833bb260" providerId="AD" clId="Web-{51754A65-87E5-E4B1-770E-94BDF6FAEF10}" dt="2023-11-06T13:19:18.184" v="1319" actId="1076"/>
          <ac:picMkLst>
            <pc:docMk/>
            <pc:sldMk cId="2390615051" sldId="307"/>
            <ac:picMk id="2" creationId="{3D6B36CF-C904-700F-B786-BFEED71FC22A}"/>
          </ac:picMkLst>
        </pc:picChg>
        <pc:picChg chg="add mod">
          <ac:chgData name="Stephane Autreaux" userId="S::stephane.autreaux@supinfo.com::a738c3b6-005b-4b20-bc1a-c071833bb260" providerId="AD" clId="Web-{51754A65-87E5-E4B1-770E-94BDF6FAEF10}" dt="2023-11-06T13:19:36.122" v="1321" actId="1076"/>
          <ac:picMkLst>
            <pc:docMk/>
            <pc:sldMk cId="2390615051" sldId="307"/>
            <ac:picMk id="3" creationId="{4ECE9E7D-AE75-C15B-50DB-CB02829D85E7}"/>
          </ac:picMkLst>
        </pc:picChg>
        <pc:picChg chg="add mod">
          <ac:chgData name="Stephane Autreaux" userId="S::stephane.autreaux@supinfo.com::a738c3b6-005b-4b20-bc1a-c071833bb260" providerId="AD" clId="Web-{51754A65-87E5-E4B1-770E-94BDF6FAEF10}" dt="2023-11-06T13:23:38.883" v="1376" actId="1076"/>
          <ac:picMkLst>
            <pc:docMk/>
            <pc:sldMk cId="2390615051" sldId="307"/>
            <ac:picMk id="4" creationId="{F4545B77-941D-61C0-0C7E-98778D0DDE9C}"/>
          </ac:picMkLst>
        </pc:picChg>
        <pc:picChg chg="add mod">
          <ac:chgData name="Stephane Autreaux" userId="S::stephane.autreaux@supinfo.com::a738c3b6-005b-4b20-bc1a-c071833bb260" providerId="AD" clId="Web-{51754A65-87E5-E4B1-770E-94BDF6FAEF10}" dt="2023-11-06T13:20:06.702" v="1326" actId="1076"/>
          <ac:picMkLst>
            <pc:docMk/>
            <pc:sldMk cId="2390615051" sldId="307"/>
            <ac:picMk id="5" creationId="{1C783A9D-6B69-FB59-0102-FF18029A2C6F}"/>
          </ac:picMkLst>
        </pc:picChg>
        <pc:picChg chg="add mod">
          <ac:chgData name="Stephane Autreaux" userId="S::stephane.autreaux@supinfo.com::a738c3b6-005b-4b20-bc1a-c071833bb260" providerId="AD" clId="Web-{51754A65-87E5-E4B1-770E-94BDF6FAEF10}" dt="2023-11-06T13:23:43.868" v="1378" actId="1076"/>
          <ac:picMkLst>
            <pc:docMk/>
            <pc:sldMk cId="2390615051" sldId="307"/>
            <ac:picMk id="6" creationId="{CBE09A05-912F-5CCF-4E29-60A439A954B5}"/>
          </ac:picMkLst>
        </pc:picChg>
        <pc:picChg chg="add mod">
          <ac:chgData name="Stephane Autreaux" userId="S::stephane.autreaux@supinfo.com::a738c3b6-005b-4b20-bc1a-c071833bb260" providerId="AD" clId="Web-{51754A65-87E5-E4B1-770E-94BDF6FAEF10}" dt="2023-11-06T13:21:05.595" v="1331" actId="1076"/>
          <ac:picMkLst>
            <pc:docMk/>
            <pc:sldMk cId="2390615051" sldId="307"/>
            <ac:picMk id="7" creationId="{62F8922D-0C4C-3D4A-28B7-423F3D378461}"/>
          </ac:picMkLst>
        </pc:picChg>
        <pc:picChg chg="add mod">
          <ac:chgData name="Stephane Autreaux" userId="S::stephane.autreaux@supinfo.com::a738c3b6-005b-4b20-bc1a-c071833bb260" providerId="AD" clId="Web-{51754A65-87E5-E4B1-770E-94BDF6FAEF10}" dt="2023-11-06T13:22:46.459" v="1372" actId="1076"/>
          <ac:picMkLst>
            <pc:docMk/>
            <pc:sldMk cId="2390615051" sldId="307"/>
            <ac:picMk id="8" creationId="{D832CBA3-7E5D-17A2-B734-33A6A33E77D0}"/>
          </ac:picMkLst>
        </pc:picChg>
        <pc:picChg chg="add mod">
          <ac:chgData name="Stephane Autreaux" userId="S::stephane.autreaux@supinfo.com::a738c3b6-005b-4b20-bc1a-c071833bb260" providerId="AD" clId="Web-{51754A65-87E5-E4B1-770E-94BDF6FAEF10}" dt="2023-11-06T13:23:41.586" v="1377" actId="1076"/>
          <ac:picMkLst>
            <pc:docMk/>
            <pc:sldMk cId="2390615051" sldId="307"/>
            <ac:picMk id="9" creationId="{3B151D4D-D9DD-6B92-887A-3A5447FC1203}"/>
          </ac:picMkLst>
        </pc:picChg>
      </pc:sldChg>
      <pc:sldChg chg="addSp delSp modSp add replId">
        <pc:chgData name="Stephane Autreaux" userId="S::stephane.autreaux@supinfo.com::a738c3b6-005b-4b20-bc1a-c071833bb260" providerId="AD" clId="Web-{51754A65-87E5-E4B1-770E-94BDF6FAEF10}" dt="2023-11-06T14:02:42.486" v="1951" actId="20577"/>
        <pc:sldMkLst>
          <pc:docMk/>
          <pc:sldMk cId="1582117534" sldId="308"/>
        </pc:sldMkLst>
        <pc:spChg chg="mod">
          <ac:chgData name="Stephane Autreaux" userId="S::stephane.autreaux@supinfo.com::a738c3b6-005b-4b20-bc1a-c071833bb260" providerId="AD" clId="Web-{51754A65-87E5-E4B1-770E-94BDF6FAEF10}" dt="2023-11-06T14:02:42.486" v="1951" actId="20577"/>
          <ac:spMkLst>
            <pc:docMk/>
            <pc:sldMk cId="1582117534" sldId="308"/>
            <ac:spMk id="832" creationId="{00000000-0000-0000-0000-000000000000}"/>
          </ac:spMkLst>
        </pc:spChg>
        <pc:picChg chg="del">
          <ac:chgData name="Stephane Autreaux" userId="S::stephane.autreaux@supinfo.com::a738c3b6-005b-4b20-bc1a-c071833bb260" providerId="AD" clId="Web-{51754A65-87E5-E4B1-770E-94BDF6FAEF10}" dt="2023-11-06T13:54:49.356" v="1729"/>
          <ac:picMkLst>
            <pc:docMk/>
            <pc:sldMk cId="1582117534" sldId="308"/>
            <ac:picMk id="2" creationId="{A09BB2CC-2E47-4B86-C4BF-731F035ACA7B}"/>
          </ac:picMkLst>
        </pc:picChg>
        <pc:picChg chg="del">
          <ac:chgData name="Stephane Autreaux" userId="S::stephane.autreaux@supinfo.com::a738c3b6-005b-4b20-bc1a-c071833bb260" providerId="AD" clId="Web-{51754A65-87E5-E4B1-770E-94BDF6FAEF10}" dt="2023-11-06T13:54:50.294" v="1730"/>
          <ac:picMkLst>
            <pc:docMk/>
            <pc:sldMk cId="1582117534" sldId="308"/>
            <ac:picMk id="3" creationId="{48D4DF77-4887-62C4-01AA-97161C488B2E}"/>
          </ac:picMkLst>
        </pc:picChg>
        <pc:picChg chg="add del mod">
          <ac:chgData name="Stephane Autreaux" userId="S::stephane.autreaux@supinfo.com::a738c3b6-005b-4b20-bc1a-c071833bb260" providerId="AD" clId="Web-{51754A65-87E5-E4B1-770E-94BDF6FAEF10}" dt="2023-11-06T13:55:49.124" v="1733"/>
          <ac:picMkLst>
            <pc:docMk/>
            <pc:sldMk cId="1582117534" sldId="308"/>
            <ac:picMk id="4" creationId="{D8B613B4-924C-B1D3-6BB4-975EC5300ECA}"/>
          </ac:picMkLst>
        </pc:picChg>
      </pc:sldChg>
      <pc:sldChg chg="add del replId">
        <pc:chgData name="Stephane Autreaux" userId="S::stephane.autreaux@supinfo.com::a738c3b6-005b-4b20-bc1a-c071833bb260" providerId="AD" clId="Web-{51754A65-87E5-E4B1-770E-94BDF6FAEF10}" dt="2023-11-06T13:51:18.940" v="1689"/>
        <pc:sldMkLst>
          <pc:docMk/>
          <pc:sldMk cId="1855306831" sldId="308"/>
        </pc:sldMkLst>
      </pc:sldChg>
      <pc:sldChg chg="modSp add replId">
        <pc:chgData name="Stephane Autreaux" userId="S::stephane.autreaux@supinfo.com::a738c3b6-005b-4b20-bc1a-c071833bb260" providerId="AD" clId="Web-{51754A65-87E5-E4B1-770E-94BDF6FAEF10}" dt="2023-11-06T14:08:32.423" v="2003" actId="20577"/>
        <pc:sldMkLst>
          <pc:docMk/>
          <pc:sldMk cId="2473594704" sldId="309"/>
        </pc:sldMkLst>
        <pc:spChg chg="mod">
          <ac:chgData name="Stephane Autreaux" userId="S::stephane.autreaux@supinfo.com::a738c3b6-005b-4b20-bc1a-c071833bb260" providerId="AD" clId="Web-{51754A65-87E5-E4B1-770E-94BDF6FAEF10}" dt="2023-11-06T14:08:32.423" v="2003" actId="20577"/>
          <ac:spMkLst>
            <pc:docMk/>
            <pc:sldMk cId="2473594704" sldId="309"/>
            <ac:spMk id="83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fr-FR"/>
              <a:t>Source de l'image : https://www.analyticsvidhya.com/blog/2022/07/nosql-data-modeling-technique/</a:t>
            </a:r>
            <a:endParaRPr lang="en-US"/>
          </a:p>
        </p:txBody>
      </p:sp>
      <p:sp>
        <p:nvSpPr>
          <p:cNvPr id="97" name="Google Shape;9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r>
              <a:rPr lang="en-US"/>
              <a:t>Source image : https://www.pinpng.com/download/hiRwhb_people-talking-png-we-re-listening-clipart-transparent/</a:t>
            </a:r>
          </a:p>
        </p:txBody>
      </p:sp>
      <p:sp>
        <p:nvSpPr>
          <p:cNvPr id="104" name="Google Shape;10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fr-FR"/>
          </a:p>
        </p:txBody>
      </p:sp>
      <p:sp>
        <p:nvSpPr>
          <p:cNvPr id="118" name="Google Shape;11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a:t>
            </a:fld>
            <a:endParaRPr/>
          </a:p>
        </p:txBody>
      </p:sp>
    </p:spTree>
    <p:extLst>
      <p:ext uri="{BB962C8B-B14F-4D97-AF65-F5344CB8AC3E}">
        <p14:creationId xmlns:p14="http://schemas.microsoft.com/office/powerpoint/2010/main" val="2839682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fr-FR"/>
          </a:p>
        </p:txBody>
      </p:sp>
      <p:sp>
        <p:nvSpPr>
          <p:cNvPr id="118" name="Google Shape;118;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9188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endParaRPr lang="fr-FR"/>
          </a:p>
        </p:txBody>
      </p:sp>
      <p:sp>
        <p:nvSpPr>
          <p:cNvPr id="226" name="Google Shape;226;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9</a:t>
            </a:fld>
            <a:endParaRPr/>
          </a:p>
        </p:txBody>
      </p:sp>
    </p:spTree>
    <p:extLst>
      <p:ext uri="{BB962C8B-B14F-4D97-AF65-F5344CB8AC3E}">
        <p14:creationId xmlns:p14="http://schemas.microsoft.com/office/powerpoint/2010/main" val="4087282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812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4913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4860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5923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3649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0980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a:extLst>
            <a:ext uri="{FF2B5EF4-FFF2-40B4-BE49-F238E27FC236}">
              <a16:creationId xmlns:a16="http://schemas.microsoft.com/office/drawing/2014/main" id="{BF83C546-CBD3-2A3A-5A47-D5EB98ADD3FC}"/>
            </a:ext>
          </a:extLst>
        </p:cNvPr>
        <p:cNvGrpSpPr/>
        <p:nvPr/>
      </p:nvGrpSpPr>
      <p:grpSpPr>
        <a:xfrm>
          <a:off x="0" y="0"/>
          <a:ext cx="0" cy="0"/>
          <a:chOff x="0" y="0"/>
          <a:chExt cx="0" cy="0"/>
        </a:xfrm>
      </p:grpSpPr>
      <p:sp>
        <p:nvSpPr>
          <p:cNvPr id="828" name="Google Shape;828;p106:notes">
            <a:extLst>
              <a:ext uri="{FF2B5EF4-FFF2-40B4-BE49-F238E27FC236}">
                <a16:creationId xmlns:a16="http://schemas.microsoft.com/office/drawing/2014/main" id="{1E3092A5-DCE5-B393-2618-869A1DBFCAE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en-US"/>
              <a:t>Source de </a:t>
            </a:r>
            <a:r>
              <a:rPr lang="en-US" err="1"/>
              <a:t>l'image</a:t>
            </a:r>
            <a:r>
              <a:rPr lang="en-US"/>
              <a:t> : https://www.cloudzero.com</a:t>
            </a:r>
            <a:endParaRPr lang="fr-FR"/>
          </a:p>
        </p:txBody>
      </p:sp>
      <p:sp>
        <p:nvSpPr>
          <p:cNvPr id="829" name="Google Shape;829;p106:notes">
            <a:extLst>
              <a:ext uri="{FF2B5EF4-FFF2-40B4-BE49-F238E27FC236}">
                <a16:creationId xmlns:a16="http://schemas.microsoft.com/office/drawing/2014/main" id="{9DD4C40D-5109-51B7-807E-6842D890448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3879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18527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1203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64903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3336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en-US"/>
              <a:t>Source de </a:t>
            </a:r>
            <a:r>
              <a:rPr lang="en-US" err="1"/>
              <a:t>l'image</a:t>
            </a:r>
            <a:r>
              <a:rPr lang="en-US"/>
              <a:t> : https://www.cloudzero.com</a:t>
            </a:r>
            <a:endParaRPr lang="fr-F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6629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0188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0765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54952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en-US"/>
              <a:t>Source de </a:t>
            </a:r>
            <a:r>
              <a:rPr lang="en-US" err="1"/>
              <a:t>l'image</a:t>
            </a:r>
            <a:r>
              <a:rPr lang="en-US"/>
              <a:t> : https://www.cloudzero.com</a:t>
            </a:r>
            <a:endParaRPr lang="fr-F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7985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en-US"/>
              <a:t>Source de </a:t>
            </a:r>
            <a:r>
              <a:rPr lang="en-US" err="1"/>
              <a:t>l'image</a:t>
            </a:r>
            <a:r>
              <a:rPr lang="en-US"/>
              <a:t> : https://www.cloudzero.com</a:t>
            </a:r>
            <a:endParaRPr lang="fr-F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39295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a:extLst>
            <a:ext uri="{FF2B5EF4-FFF2-40B4-BE49-F238E27FC236}">
              <a16:creationId xmlns:a16="http://schemas.microsoft.com/office/drawing/2014/main" id="{D7A891A5-601D-114B-6A8B-DB0DD36DCB08}"/>
            </a:ext>
          </a:extLst>
        </p:cNvPr>
        <p:cNvGrpSpPr/>
        <p:nvPr/>
      </p:nvGrpSpPr>
      <p:grpSpPr>
        <a:xfrm>
          <a:off x="0" y="0"/>
          <a:ext cx="0" cy="0"/>
          <a:chOff x="0" y="0"/>
          <a:chExt cx="0" cy="0"/>
        </a:xfrm>
      </p:grpSpPr>
      <p:sp>
        <p:nvSpPr>
          <p:cNvPr id="828" name="Google Shape;828;p106:notes">
            <a:extLst>
              <a:ext uri="{FF2B5EF4-FFF2-40B4-BE49-F238E27FC236}">
                <a16:creationId xmlns:a16="http://schemas.microsoft.com/office/drawing/2014/main" id="{E4C98AD5-E5E1-208A-AFBD-C4DFF080A800}"/>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en-US"/>
              <a:t>Source de </a:t>
            </a:r>
            <a:r>
              <a:rPr lang="en-US" err="1"/>
              <a:t>l'image</a:t>
            </a:r>
            <a:r>
              <a:rPr lang="en-US"/>
              <a:t> : https://www.cloudzero.com</a:t>
            </a:r>
            <a:endParaRPr lang="fr-FR"/>
          </a:p>
        </p:txBody>
      </p:sp>
      <p:sp>
        <p:nvSpPr>
          <p:cNvPr id="829" name="Google Shape;829;p106:notes">
            <a:extLst>
              <a:ext uri="{FF2B5EF4-FFF2-40B4-BE49-F238E27FC236}">
                <a16:creationId xmlns:a16="http://schemas.microsoft.com/office/drawing/2014/main" id="{4C1E2480-1A10-A8BB-53A2-EB4F564513C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77034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a:extLst>
            <a:ext uri="{FF2B5EF4-FFF2-40B4-BE49-F238E27FC236}">
              <a16:creationId xmlns:a16="http://schemas.microsoft.com/office/drawing/2014/main" id="{15FFA66C-6C69-5546-5498-B78C77206805}"/>
            </a:ext>
          </a:extLst>
        </p:cNvPr>
        <p:cNvGrpSpPr/>
        <p:nvPr/>
      </p:nvGrpSpPr>
      <p:grpSpPr>
        <a:xfrm>
          <a:off x="0" y="0"/>
          <a:ext cx="0" cy="0"/>
          <a:chOff x="0" y="0"/>
          <a:chExt cx="0" cy="0"/>
        </a:xfrm>
      </p:grpSpPr>
      <p:sp>
        <p:nvSpPr>
          <p:cNvPr id="828" name="Google Shape;828;p106:notes">
            <a:extLst>
              <a:ext uri="{FF2B5EF4-FFF2-40B4-BE49-F238E27FC236}">
                <a16:creationId xmlns:a16="http://schemas.microsoft.com/office/drawing/2014/main" id="{643DD417-D0F0-7848-4E8E-8DD6E8761C8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en-US"/>
              <a:t>Source de </a:t>
            </a:r>
            <a:r>
              <a:rPr lang="en-US" err="1"/>
              <a:t>l'image</a:t>
            </a:r>
            <a:r>
              <a:rPr lang="en-US"/>
              <a:t> : https://www.cloudzero.com</a:t>
            </a:r>
            <a:endParaRPr lang="fr-FR"/>
          </a:p>
        </p:txBody>
      </p:sp>
      <p:sp>
        <p:nvSpPr>
          <p:cNvPr id="829" name="Google Shape;829;p106:notes">
            <a:extLst>
              <a:ext uri="{FF2B5EF4-FFF2-40B4-BE49-F238E27FC236}">
                <a16:creationId xmlns:a16="http://schemas.microsoft.com/office/drawing/2014/main" id="{A4AD68A9-F2A9-84B8-96AF-BF0AAA8BF15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11673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26192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36748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237FFFBC-71F5-FD84-29B3-5A70E2F0652A}"/>
            </a:ext>
          </a:extLst>
        </p:cNvPr>
        <p:cNvGrpSpPr/>
        <p:nvPr/>
      </p:nvGrpSpPr>
      <p:grpSpPr>
        <a:xfrm>
          <a:off x="0" y="0"/>
          <a:ext cx="0" cy="0"/>
          <a:chOff x="0" y="0"/>
          <a:chExt cx="0" cy="0"/>
        </a:xfrm>
      </p:grpSpPr>
      <p:sp>
        <p:nvSpPr>
          <p:cNvPr id="193" name="Google Shape;193;p13:notes">
            <a:extLst>
              <a:ext uri="{FF2B5EF4-FFF2-40B4-BE49-F238E27FC236}">
                <a16:creationId xmlns:a16="http://schemas.microsoft.com/office/drawing/2014/main" id="{281B96E5-9D71-3AA0-8818-5D6E825AAC6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3:notes">
            <a:extLst>
              <a:ext uri="{FF2B5EF4-FFF2-40B4-BE49-F238E27FC236}">
                <a16:creationId xmlns:a16="http://schemas.microsoft.com/office/drawing/2014/main" id="{0CDFA4C0-5314-28F9-A8C9-A102DD014F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fr-FR"/>
          </a:p>
        </p:txBody>
      </p:sp>
      <p:sp>
        <p:nvSpPr>
          <p:cNvPr id="195" name="Google Shape;195;p13:notes">
            <a:extLst>
              <a:ext uri="{FF2B5EF4-FFF2-40B4-BE49-F238E27FC236}">
                <a16:creationId xmlns:a16="http://schemas.microsoft.com/office/drawing/2014/main" id="{D9460AFC-2113-6F51-32A9-34B10982E21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32</a:t>
            </a:fld>
            <a:endParaRPr/>
          </a:p>
        </p:txBody>
      </p:sp>
    </p:spTree>
    <p:extLst>
      <p:ext uri="{BB962C8B-B14F-4D97-AF65-F5344CB8AC3E}">
        <p14:creationId xmlns:p14="http://schemas.microsoft.com/office/powerpoint/2010/main" val="7837662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BE01016E-C05B-61ED-314A-A1DFE30F3B05}"/>
            </a:ext>
          </a:extLst>
        </p:cNvPr>
        <p:cNvGrpSpPr/>
        <p:nvPr/>
      </p:nvGrpSpPr>
      <p:grpSpPr>
        <a:xfrm>
          <a:off x="0" y="0"/>
          <a:ext cx="0" cy="0"/>
          <a:chOff x="0" y="0"/>
          <a:chExt cx="0" cy="0"/>
        </a:xfrm>
      </p:grpSpPr>
      <p:sp>
        <p:nvSpPr>
          <p:cNvPr id="193" name="Google Shape;193;p13:notes">
            <a:extLst>
              <a:ext uri="{FF2B5EF4-FFF2-40B4-BE49-F238E27FC236}">
                <a16:creationId xmlns:a16="http://schemas.microsoft.com/office/drawing/2014/main" id="{AFAB1920-0896-ECEC-1308-AC98D74D7BA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3:notes">
            <a:extLst>
              <a:ext uri="{FF2B5EF4-FFF2-40B4-BE49-F238E27FC236}">
                <a16:creationId xmlns:a16="http://schemas.microsoft.com/office/drawing/2014/main" id="{C6509FC5-5059-EA54-B5D9-83797416E34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fr-FR"/>
          </a:p>
        </p:txBody>
      </p:sp>
      <p:sp>
        <p:nvSpPr>
          <p:cNvPr id="195" name="Google Shape;195;p13:notes">
            <a:extLst>
              <a:ext uri="{FF2B5EF4-FFF2-40B4-BE49-F238E27FC236}">
                <a16:creationId xmlns:a16="http://schemas.microsoft.com/office/drawing/2014/main" id="{ED5A953E-8960-0B28-A5F1-2154BD4AA0E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33</a:t>
            </a:fld>
            <a:endParaRPr/>
          </a:p>
        </p:txBody>
      </p:sp>
    </p:spTree>
    <p:extLst>
      <p:ext uri="{BB962C8B-B14F-4D97-AF65-F5344CB8AC3E}">
        <p14:creationId xmlns:p14="http://schemas.microsoft.com/office/powerpoint/2010/main" val="2303596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5EEC90A6-B6A0-2DE1-1F08-001480480D32}"/>
            </a:ext>
          </a:extLst>
        </p:cNvPr>
        <p:cNvGrpSpPr/>
        <p:nvPr/>
      </p:nvGrpSpPr>
      <p:grpSpPr>
        <a:xfrm>
          <a:off x="0" y="0"/>
          <a:ext cx="0" cy="0"/>
          <a:chOff x="0" y="0"/>
          <a:chExt cx="0" cy="0"/>
        </a:xfrm>
      </p:grpSpPr>
      <p:sp>
        <p:nvSpPr>
          <p:cNvPr id="193" name="Google Shape;193;p13:notes">
            <a:extLst>
              <a:ext uri="{FF2B5EF4-FFF2-40B4-BE49-F238E27FC236}">
                <a16:creationId xmlns:a16="http://schemas.microsoft.com/office/drawing/2014/main" id="{3FE9E1BF-CD41-7D96-13CF-845EF0847F5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3:notes">
            <a:extLst>
              <a:ext uri="{FF2B5EF4-FFF2-40B4-BE49-F238E27FC236}">
                <a16:creationId xmlns:a16="http://schemas.microsoft.com/office/drawing/2014/main" id="{EA988FE4-0126-F53A-6956-798A9EA4BF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a:spcBef>
                <a:spcPts val="0"/>
              </a:spcBef>
              <a:spcAft>
                <a:spcPts val="0"/>
              </a:spcAft>
              <a:buNone/>
            </a:pPr>
            <a:endParaRPr lang="fr-FR"/>
          </a:p>
        </p:txBody>
      </p:sp>
      <p:sp>
        <p:nvSpPr>
          <p:cNvPr id="195" name="Google Shape;195;p13:notes">
            <a:extLst>
              <a:ext uri="{FF2B5EF4-FFF2-40B4-BE49-F238E27FC236}">
                <a16:creationId xmlns:a16="http://schemas.microsoft.com/office/drawing/2014/main" id="{009C8F48-37C3-1585-2395-280133D5E24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34</a:t>
            </a:fld>
            <a:endParaRPr/>
          </a:p>
        </p:txBody>
      </p:sp>
    </p:spTree>
    <p:extLst>
      <p:ext uri="{BB962C8B-B14F-4D97-AF65-F5344CB8AC3E}">
        <p14:creationId xmlns:p14="http://schemas.microsoft.com/office/powerpoint/2010/main" val="31187853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a:extLst>
            <a:ext uri="{FF2B5EF4-FFF2-40B4-BE49-F238E27FC236}">
              <a16:creationId xmlns:a16="http://schemas.microsoft.com/office/drawing/2014/main" id="{6A2A41B5-044A-50AD-38A4-805BF6E1D01B}"/>
            </a:ext>
          </a:extLst>
        </p:cNvPr>
        <p:cNvGrpSpPr/>
        <p:nvPr/>
      </p:nvGrpSpPr>
      <p:grpSpPr>
        <a:xfrm>
          <a:off x="0" y="0"/>
          <a:ext cx="0" cy="0"/>
          <a:chOff x="0" y="0"/>
          <a:chExt cx="0" cy="0"/>
        </a:xfrm>
      </p:grpSpPr>
      <p:sp>
        <p:nvSpPr>
          <p:cNvPr id="193" name="Google Shape;193;p13:notes">
            <a:extLst>
              <a:ext uri="{FF2B5EF4-FFF2-40B4-BE49-F238E27FC236}">
                <a16:creationId xmlns:a16="http://schemas.microsoft.com/office/drawing/2014/main" id="{CC481AE5-F9D9-15BC-68B8-A956FAB4D21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3:notes">
            <a:extLst>
              <a:ext uri="{FF2B5EF4-FFF2-40B4-BE49-F238E27FC236}">
                <a16:creationId xmlns:a16="http://schemas.microsoft.com/office/drawing/2014/main" id="{44A39EEA-60FE-A4C9-3473-56530A5523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a:spcBef>
                <a:spcPts val="0"/>
              </a:spcBef>
              <a:spcAft>
                <a:spcPts val="0"/>
              </a:spcAft>
              <a:buNone/>
            </a:pPr>
            <a:endParaRPr lang="fr-FR"/>
          </a:p>
        </p:txBody>
      </p:sp>
      <p:sp>
        <p:nvSpPr>
          <p:cNvPr id="195" name="Google Shape;195;p13:notes">
            <a:extLst>
              <a:ext uri="{FF2B5EF4-FFF2-40B4-BE49-F238E27FC236}">
                <a16:creationId xmlns:a16="http://schemas.microsoft.com/office/drawing/2014/main" id="{12089E57-0FED-B0CE-BAFC-3A487BB9901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35</a:t>
            </a:fld>
            <a:endParaRPr/>
          </a:p>
        </p:txBody>
      </p:sp>
    </p:spTree>
    <p:extLst>
      <p:ext uri="{BB962C8B-B14F-4D97-AF65-F5344CB8AC3E}">
        <p14:creationId xmlns:p14="http://schemas.microsoft.com/office/powerpoint/2010/main" val="2449357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99750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27898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FE4E7675-A0A7-737E-A414-C80A67D87E7D}"/>
            </a:ext>
          </a:extLst>
        </p:cNvPr>
        <p:cNvGrpSpPr/>
        <p:nvPr/>
      </p:nvGrpSpPr>
      <p:grpSpPr>
        <a:xfrm>
          <a:off x="0" y="0"/>
          <a:ext cx="0" cy="0"/>
          <a:chOff x="0" y="0"/>
          <a:chExt cx="0" cy="0"/>
        </a:xfrm>
      </p:grpSpPr>
      <p:sp>
        <p:nvSpPr>
          <p:cNvPr id="96" name="Google Shape;96;p1:notes">
            <a:extLst>
              <a:ext uri="{FF2B5EF4-FFF2-40B4-BE49-F238E27FC236}">
                <a16:creationId xmlns:a16="http://schemas.microsoft.com/office/drawing/2014/main" id="{DE1642B7-0682-AD5E-4A9E-7BFA3D846FA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a:extLst>
              <a:ext uri="{FF2B5EF4-FFF2-40B4-BE49-F238E27FC236}">
                <a16:creationId xmlns:a16="http://schemas.microsoft.com/office/drawing/2014/main" id="{36F359A0-1FB0-85EF-34FC-75BB4AE88B6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68917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37011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42643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23240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a:extLst>
            <a:ext uri="{FF2B5EF4-FFF2-40B4-BE49-F238E27FC236}">
              <a16:creationId xmlns:a16="http://schemas.microsoft.com/office/drawing/2014/main" id="{824E24B1-9BB2-2742-CBAC-303B00827382}"/>
            </a:ext>
          </a:extLst>
        </p:cNvPr>
        <p:cNvGrpSpPr/>
        <p:nvPr/>
      </p:nvGrpSpPr>
      <p:grpSpPr>
        <a:xfrm>
          <a:off x="0" y="0"/>
          <a:ext cx="0" cy="0"/>
          <a:chOff x="0" y="0"/>
          <a:chExt cx="0" cy="0"/>
        </a:xfrm>
      </p:grpSpPr>
      <p:sp>
        <p:nvSpPr>
          <p:cNvPr id="828" name="Google Shape;828;p106:notes">
            <a:extLst>
              <a:ext uri="{FF2B5EF4-FFF2-40B4-BE49-F238E27FC236}">
                <a16:creationId xmlns:a16="http://schemas.microsoft.com/office/drawing/2014/main" id="{A9597B68-52AD-AEE7-E5F0-E17BD904FD3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a:extLst>
              <a:ext uri="{FF2B5EF4-FFF2-40B4-BE49-F238E27FC236}">
                <a16:creationId xmlns:a16="http://schemas.microsoft.com/office/drawing/2014/main" id="{1F60637C-B2AF-F58F-B65A-10F8A5B1103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36054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34487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85990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fr-FR"/>
              <a:t>More informations : https://redis.io/docs/data-types/</a:t>
            </a: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558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fr-FR"/>
          </a:p>
        </p:txBody>
      </p:sp>
      <p:sp>
        <p:nvSpPr>
          <p:cNvPr id="195" name="Google Shape;195;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46</a:t>
            </a:fld>
            <a:endParaRPr/>
          </a:p>
        </p:txBody>
      </p:sp>
    </p:spTree>
    <p:extLst>
      <p:ext uri="{BB962C8B-B14F-4D97-AF65-F5344CB8AC3E}">
        <p14:creationId xmlns:p14="http://schemas.microsoft.com/office/powerpoint/2010/main" val="6748244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1592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7364B97-8868-8941-DBD4-5C46BC943577}"/>
            </a:ext>
          </a:extLst>
        </p:cNvPr>
        <p:cNvGrpSpPr/>
        <p:nvPr/>
      </p:nvGrpSpPr>
      <p:grpSpPr>
        <a:xfrm>
          <a:off x="0" y="0"/>
          <a:ext cx="0" cy="0"/>
          <a:chOff x="0" y="0"/>
          <a:chExt cx="0" cy="0"/>
        </a:xfrm>
      </p:grpSpPr>
      <p:sp>
        <p:nvSpPr>
          <p:cNvPr id="96" name="Google Shape;96;p1:notes">
            <a:extLst>
              <a:ext uri="{FF2B5EF4-FFF2-40B4-BE49-F238E27FC236}">
                <a16:creationId xmlns:a16="http://schemas.microsoft.com/office/drawing/2014/main" id="{F712A1B3-3C06-709F-31CF-2A43FEAAF5F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a:extLst>
              <a:ext uri="{FF2B5EF4-FFF2-40B4-BE49-F238E27FC236}">
                <a16:creationId xmlns:a16="http://schemas.microsoft.com/office/drawing/2014/main" id="{5A266505-A38A-C5DA-2AE3-F957A7D9C89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31939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77970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a:extLst>
            <a:ext uri="{FF2B5EF4-FFF2-40B4-BE49-F238E27FC236}">
              <a16:creationId xmlns:a16="http://schemas.microsoft.com/office/drawing/2014/main" id="{8F839D58-A230-E4FE-507C-EFB6115B3D9F}"/>
            </a:ext>
          </a:extLst>
        </p:cNvPr>
        <p:cNvGrpSpPr/>
        <p:nvPr/>
      </p:nvGrpSpPr>
      <p:grpSpPr>
        <a:xfrm>
          <a:off x="0" y="0"/>
          <a:ext cx="0" cy="0"/>
          <a:chOff x="0" y="0"/>
          <a:chExt cx="0" cy="0"/>
        </a:xfrm>
      </p:grpSpPr>
      <p:sp>
        <p:nvSpPr>
          <p:cNvPr id="828" name="Google Shape;828;p106:notes">
            <a:extLst>
              <a:ext uri="{FF2B5EF4-FFF2-40B4-BE49-F238E27FC236}">
                <a16:creationId xmlns:a16="http://schemas.microsoft.com/office/drawing/2014/main" id="{3D0BCED6-47A7-EA85-5524-FFF1F0B60BF3}"/>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a:extLst>
              <a:ext uri="{FF2B5EF4-FFF2-40B4-BE49-F238E27FC236}">
                <a16:creationId xmlns:a16="http://schemas.microsoft.com/office/drawing/2014/main" id="{C4C9530D-85CB-A389-BEDA-44B068173BE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15128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a:extLst>
            <a:ext uri="{FF2B5EF4-FFF2-40B4-BE49-F238E27FC236}">
              <a16:creationId xmlns:a16="http://schemas.microsoft.com/office/drawing/2014/main" id="{7422C137-8820-0423-AAF5-01371F3AAFD2}"/>
            </a:ext>
          </a:extLst>
        </p:cNvPr>
        <p:cNvGrpSpPr/>
        <p:nvPr/>
      </p:nvGrpSpPr>
      <p:grpSpPr>
        <a:xfrm>
          <a:off x="0" y="0"/>
          <a:ext cx="0" cy="0"/>
          <a:chOff x="0" y="0"/>
          <a:chExt cx="0" cy="0"/>
        </a:xfrm>
      </p:grpSpPr>
      <p:sp>
        <p:nvSpPr>
          <p:cNvPr id="828" name="Google Shape;828;p106:notes">
            <a:extLst>
              <a:ext uri="{FF2B5EF4-FFF2-40B4-BE49-F238E27FC236}">
                <a16:creationId xmlns:a16="http://schemas.microsoft.com/office/drawing/2014/main" id="{B04BE133-5F17-F0EA-9DFD-BBF16B70D4A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a:extLst>
              <a:ext uri="{FF2B5EF4-FFF2-40B4-BE49-F238E27FC236}">
                <a16:creationId xmlns:a16="http://schemas.microsoft.com/office/drawing/2014/main" id="{A58357D5-6853-9849-E314-3DA895429BB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68232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a:extLst>
            <a:ext uri="{FF2B5EF4-FFF2-40B4-BE49-F238E27FC236}">
              <a16:creationId xmlns:a16="http://schemas.microsoft.com/office/drawing/2014/main" id="{71400A06-C234-F94D-B889-E4AF72687246}"/>
            </a:ext>
          </a:extLst>
        </p:cNvPr>
        <p:cNvGrpSpPr/>
        <p:nvPr/>
      </p:nvGrpSpPr>
      <p:grpSpPr>
        <a:xfrm>
          <a:off x="0" y="0"/>
          <a:ext cx="0" cy="0"/>
          <a:chOff x="0" y="0"/>
          <a:chExt cx="0" cy="0"/>
        </a:xfrm>
      </p:grpSpPr>
      <p:sp>
        <p:nvSpPr>
          <p:cNvPr id="828" name="Google Shape;828;p106:notes">
            <a:extLst>
              <a:ext uri="{FF2B5EF4-FFF2-40B4-BE49-F238E27FC236}">
                <a16:creationId xmlns:a16="http://schemas.microsoft.com/office/drawing/2014/main" id="{E535AC36-1D9E-78C7-093B-AC919626227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fr-FR"/>
              <a:t>Source de l'image : https://www.geekwire.com/</a:t>
            </a:r>
            <a:endParaRPr/>
          </a:p>
        </p:txBody>
      </p:sp>
      <p:sp>
        <p:nvSpPr>
          <p:cNvPr id="829" name="Google Shape;829;p106:notes">
            <a:extLst>
              <a:ext uri="{FF2B5EF4-FFF2-40B4-BE49-F238E27FC236}">
                <a16:creationId xmlns:a16="http://schemas.microsoft.com/office/drawing/2014/main" id="{699AEC0B-BC77-6AA8-7C6E-02EB7D67BA8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16317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fr-FR"/>
          </a:p>
        </p:txBody>
      </p:sp>
      <p:sp>
        <p:nvSpPr>
          <p:cNvPr id="195" name="Google Shape;195;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53</a:t>
            </a:fld>
            <a:endParaRPr/>
          </a:p>
        </p:txBody>
      </p:sp>
    </p:spTree>
    <p:extLst>
      <p:ext uri="{BB962C8B-B14F-4D97-AF65-F5344CB8AC3E}">
        <p14:creationId xmlns:p14="http://schemas.microsoft.com/office/powerpoint/2010/main" val="2698216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91515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F6FB83B-B703-9CCF-3BF3-1BE700E73661}"/>
            </a:ext>
          </a:extLst>
        </p:cNvPr>
        <p:cNvGrpSpPr/>
        <p:nvPr/>
      </p:nvGrpSpPr>
      <p:grpSpPr>
        <a:xfrm>
          <a:off x="0" y="0"/>
          <a:ext cx="0" cy="0"/>
          <a:chOff x="0" y="0"/>
          <a:chExt cx="0" cy="0"/>
        </a:xfrm>
      </p:grpSpPr>
      <p:sp>
        <p:nvSpPr>
          <p:cNvPr id="96" name="Google Shape;96;p1:notes">
            <a:extLst>
              <a:ext uri="{FF2B5EF4-FFF2-40B4-BE49-F238E27FC236}">
                <a16:creationId xmlns:a16="http://schemas.microsoft.com/office/drawing/2014/main" id="{00D463B9-5030-33E3-2D8B-8DBE5825020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a:extLst>
              <a:ext uri="{FF2B5EF4-FFF2-40B4-BE49-F238E27FC236}">
                <a16:creationId xmlns:a16="http://schemas.microsoft.com/office/drawing/2014/main" id="{068F266A-220A-737E-F751-62D1B66546D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07778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56570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a:extLst>
            <a:ext uri="{FF2B5EF4-FFF2-40B4-BE49-F238E27FC236}">
              <a16:creationId xmlns:a16="http://schemas.microsoft.com/office/drawing/2014/main" id="{C911E353-78D6-951D-C56E-FE2FD3C969B9}"/>
            </a:ext>
          </a:extLst>
        </p:cNvPr>
        <p:cNvGrpSpPr/>
        <p:nvPr/>
      </p:nvGrpSpPr>
      <p:grpSpPr>
        <a:xfrm>
          <a:off x="0" y="0"/>
          <a:ext cx="0" cy="0"/>
          <a:chOff x="0" y="0"/>
          <a:chExt cx="0" cy="0"/>
        </a:xfrm>
      </p:grpSpPr>
      <p:sp>
        <p:nvSpPr>
          <p:cNvPr id="828" name="Google Shape;828;p106:notes">
            <a:extLst>
              <a:ext uri="{FF2B5EF4-FFF2-40B4-BE49-F238E27FC236}">
                <a16:creationId xmlns:a16="http://schemas.microsoft.com/office/drawing/2014/main" id="{2A34DA04-9B41-7FF0-30DF-4328158D795B}"/>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fr-FR"/>
              <a:t>Source de l'image : https://medium.com/free-code-camp/nosql-databases-5f6639ed9574</a:t>
            </a:r>
            <a:endParaRPr/>
          </a:p>
        </p:txBody>
      </p:sp>
      <p:sp>
        <p:nvSpPr>
          <p:cNvPr id="829" name="Google Shape;829;p106:notes">
            <a:extLst>
              <a:ext uri="{FF2B5EF4-FFF2-40B4-BE49-F238E27FC236}">
                <a16:creationId xmlns:a16="http://schemas.microsoft.com/office/drawing/2014/main" id="{D869FEEC-C835-4A4F-51F9-BE38EC00719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81782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a:extLst>
            <a:ext uri="{FF2B5EF4-FFF2-40B4-BE49-F238E27FC236}">
              <a16:creationId xmlns:a16="http://schemas.microsoft.com/office/drawing/2014/main" id="{CB1F0F0D-05B4-41C1-8629-C14D75BDF99F}"/>
            </a:ext>
          </a:extLst>
        </p:cNvPr>
        <p:cNvGrpSpPr/>
        <p:nvPr/>
      </p:nvGrpSpPr>
      <p:grpSpPr>
        <a:xfrm>
          <a:off x="0" y="0"/>
          <a:ext cx="0" cy="0"/>
          <a:chOff x="0" y="0"/>
          <a:chExt cx="0" cy="0"/>
        </a:xfrm>
      </p:grpSpPr>
      <p:sp>
        <p:nvSpPr>
          <p:cNvPr id="828" name="Google Shape;828;p106:notes">
            <a:extLst>
              <a:ext uri="{FF2B5EF4-FFF2-40B4-BE49-F238E27FC236}">
                <a16:creationId xmlns:a16="http://schemas.microsoft.com/office/drawing/2014/main" id="{2195E3CE-6CD5-F4C5-62E3-798A007A4CB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indent="0"/>
            <a:r>
              <a:rPr lang="fr-FR"/>
              <a:t>Source de l'image : https://medium.com/free-code-camp/nosql-databases-5f6639ed9574</a:t>
            </a:r>
            <a:endParaRPr/>
          </a:p>
        </p:txBody>
      </p:sp>
      <p:sp>
        <p:nvSpPr>
          <p:cNvPr id="829" name="Google Shape;829;p106:notes">
            <a:extLst>
              <a:ext uri="{FF2B5EF4-FFF2-40B4-BE49-F238E27FC236}">
                <a16:creationId xmlns:a16="http://schemas.microsoft.com/office/drawing/2014/main" id="{BAFFDAE3-28FA-7A91-A0F8-BC164AAE2C0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41328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fr-FR"/>
          </a:p>
        </p:txBody>
      </p:sp>
      <p:sp>
        <p:nvSpPr>
          <p:cNvPr id="195" name="Google Shape;195;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59</a:t>
            </a:fld>
            <a:endParaRPr/>
          </a:p>
        </p:txBody>
      </p:sp>
    </p:spTree>
    <p:extLst>
      <p:ext uri="{BB962C8B-B14F-4D97-AF65-F5344CB8AC3E}">
        <p14:creationId xmlns:p14="http://schemas.microsoft.com/office/powerpoint/2010/main" val="6467262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3558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e de titre" type="title">
  <p:cSld name="TITLE">
    <p:spTree>
      <p:nvGrpSpPr>
        <p:cNvPr id="1" name="Shape 17"/>
        <p:cNvGrpSpPr/>
        <p:nvPr/>
      </p:nvGrpSpPr>
      <p:grpSpPr>
        <a:xfrm>
          <a:off x="0" y="0"/>
          <a:ext cx="0" cy="0"/>
          <a:chOff x="0" y="0"/>
          <a:chExt cx="0" cy="0"/>
        </a:xfrm>
      </p:grpSpPr>
      <p:sp>
        <p:nvSpPr>
          <p:cNvPr id="18" name="Google Shape;18;p197"/>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97"/>
          <p:cNvSpPr txBox="1">
            <a:spLocks noGrp="1"/>
          </p:cNvSpPr>
          <p:nvPr>
            <p:ph type="subTitle" idx="1"/>
          </p:nvPr>
        </p:nvSpPr>
        <p:spPr>
          <a:xfrm>
            <a:off x="457200" y="4800600"/>
            <a:ext cx="6858000" cy="9144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chemeClr val="dk2"/>
              </a:buClr>
              <a:buSzPts val="2000"/>
              <a:buNone/>
              <a:defRPr b="0" cap="none">
                <a:solidFill>
                  <a:schemeClr val="dk2"/>
                </a:solidFill>
                <a:latin typeface="Arial Black"/>
                <a:ea typeface="Arial Black"/>
                <a:cs typeface="Arial Black"/>
                <a:sym typeface="Arial Black"/>
              </a:defRPr>
            </a:lvl1pPr>
            <a:lvl2pPr lvl="1" algn="ctr">
              <a:spcBef>
                <a:spcPts val="600"/>
              </a:spcBef>
              <a:spcAft>
                <a:spcPts val="0"/>
              </a:spcAft>
              <a:buSzPts val="2000"/>
              <a:buNone/>
              <a:defRPr>
                <a:solidFill>
                  <a:srgbClr val="888888"/>
                </a:solidFill>
              </a:defRPr>
            </a:lvl2pPr>
            <a:lvl3pPr lvl="2" algn="ctr">
              <a:spcBef>
                <a:spcPts val="360"/>
              </a:spcBef>
              <a:spcAft>
                <a:spcPts val="0"/>
              </a:spcAft>
              <a:buSzPts val="18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320"/>
              </a:spcBef>
              <a:spcAft>
                <a:spcPts val="0"/>
              </a:spcAft>
              <a:buSzPts val="1600"/>
              <a:buNone/>
              <a:defRPr>
                <a:solidFill>
                  <a:srgbClr val="888888"/>
                </a:solidFill>
              </a:defRPr>
            </a:lvl6pPr>
            <a:lvl7pPr lvl="6" algn="ctr">
              <a:spcBef>
                <a:spcPts val="320"/>
              </a:spcBef>
              <a:spcAft>
                <a:spcPts val="0"/>
              </a:spcAft>
              <a:buSzPts val="1600"/>
              <a:buNone/>
              <a:defRPr>
                <a:solidFill>
                  <a:srgbClr val="888888"/>
                </a:solidFill>
              </a:defRPr>
            </a:lvl7pPr>
            <a:lvl8pPr lvl="7" algn="ctr">
              <a:spcBef>
                <a:spcPts val="320"/>
              </a:spcBef>
              <a:spcAft>
                <a:spcPts val="0"/>
              </a:spcAft>
              <a:buSzPts val="1600"/>
              <a:buNone/>
              <a:defRPr>
                <a:solidFill>
                  <a:srgbClr val="888888"/>
                </a:solidFill>
              </a:defRPr>
            </a:lvl8pPr>
            <a:lvl9pPr lvl="8" algn="ctr">
              <a:spcBef>
                <a:spcPts val="320"/>
              </a:spcBef>
              <a:spcAft>
                <a:spcPts val="0"/>
              </a:spcAft>
              <a:buSzPts val="1600"/>
              <a:buNone/>
              <a:defRPr>
                <a:solidFill>
                  <a:srgbClr val="888888"/>
                </a:solidFill>
              </a:defRPr>
            </a:lvl9pPr>
          </a:lstStyle>
          <a:p>
            <a:endParaRPr/>
          </a:p>
        </p:txBody>
      </p:sp>
      <p:sp>
        <p:nvSpPr>
          <p:cNvPr id="20" name="Google Shape;20;p197"/>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97"/>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97"/>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 name="Google Shape;23;p197"/>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 name="Google Shape;24;p197"/>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2400" b="1" i="0" u="none" strike="noStrike" cap="none">
                <a:solidFill>
                  <a:schemeClr val="dk1"/>
                </a:solidFill>
                <a:latin typeface="Arial"/>
                <a:ea typeface="Arial"/>
                <a:cs typeface="Arial"/>
                <a:sym typeface="Arial"/>
              </a:defRPr>
            </a:lvl1pPr>
            <a:lvl2pPr marL="0" lvl="1" indent="0" algn="l">
              <a:spcBef>
                <a:spcPts val="0"/>
              </a:spcBef>
              <a:buNone/>
              <a:defRPr sz="2400" b="1" i="0" u="none" strike="noStrike" cap="none">
                <a:solidFill>
                  <a:schemeClr val="dk1"/>
                </a:solidFill>
                <a:latin typeface="Arial"/>
                <a:ea typeface="Arial"/>
                <a:cs typeface="Arial"/>
                <a:sym typeface="Arial"/>
              </a:defRPr>
            </a:lvl2pPr>
            <a:lvl3pPr marL="0" lvl="2" indent="0" algn="l">
              <a:spcBef>
                <a:spcPts val="0"/>
              </a:spcBef>
              <a:buNone/>
              <a:defRPr sz="2400" b="1" i="0" u="none" strike="noStrike" cap="none">
                <a:solidFill>
                  <a:schemeClr val="dk1"/>
                </a:solidFill>
                <a:latin typeface="Arial"/>
                <a:ea typeface="Arial"/>
                <a:cs typeface="Arial"/>
                <a:sym typeface="Arial"/>
              </a:defRPr>
            </a:lvl3pPr>
            <a:lvl4pPr marL="0" lvl="3" indent="0" algn="l">
              <a:spcBef>
                <a:spcPts val="0"/>
              </a:spcBef>
              <a:buNone/>
              <a:defRPr sz="2400" b="1" i="0" u="none" strike="noStrike" cap="none">
                <a:solidFill>
                  <a:schemeClr val="dk1"/>
                </a:solidFill>
                <a:latin typeface="Arial"/>
                <a:ea typeface="Arial"/>
                <a:cs typeface="Arial"/>
                <a:sym typeface="Arial"/>
              </a:defRPr>
            </a:lvl4pPr>
            <a:lvl5pPr marL="0" lvl="4" indent="0" algn="l">
              <a:spcBef>
                <a:spcPts val="0"/>
              </a:spcBef>
              <a:buNone/>
              <a:defRPr sz="2400" b="1" i="0" u="none" strike="noStrike" cap="none">
                <a:solidFill>
                  <a:schemeClr val="dk1"/>
                </a:solidFill>
                <a:latin typeface="Arial"/>
                <a:ea typeface="Arial"/>
                <a:cs typeface="Arial"/>
                <a:sym typeface="Arial"/>
              </a:defRPr>
            </a:lvl5pPr>
            <a:lvl6pPr marL="0" lvl="5" indent="0" algn="l">
              <a:spcBef>
                <a:spcPts val="0"/>
              </a:spcBef>
              <a:buNone/>
              <a:defRPr sz="2400" b="1" i="0" u="none" strike="noStrike" cap="none">
                <a:solidFill>
                  <a:schemeClr val="dk1"/>
                </a:solidFill>
                <a:latin typeface="Arial"/>
                <a:ea typeface="Arial"/>
                <a:cs typeface="Arial"/>
                <a:sym typeface="Arial"/>
              </a:defRPr>
            </a:lvl6pPr>
            <a:lvl7pPr marL="0" lvl="6" indent="0" algn="l">
              <a:spcBef>
                <a:spcPts val="0"/>
              </a:spcBef>
              <a:buNone/>
              <a:defRPr sz="2400" b="1" i="0" u="none" strike="noStrike" cap="none">
                <a:solidFill>
                  <a:schemeClr val="dk1"/>
                </a:solidFill>
                <a:latin typeface="Arial"/>
                <a:ea typeface="Arial"/>
                <a:cs typeface="Arial"/>
                <a:sym typeface="Arial"/>
              </a:defRPr>
            </a:lvl7pPr>
            <a:lvl8pPr marL="0" lvl="7" indent="0" algn="l">
              <a:spcBef>
                <a:spcPts val="0"/>
              </a:spcBef>
              <a:buNone/>
              <a:defRPr sz="2400" b="1" i="0" u="none" strike="noStrike" cap="none">
                <a:solidFill>
                  <a:schemeClr val="dk1"/>
                </a:solidFill>
                <a:latin typeface="Arial"/>
                <a:ea typeface="Arial"/>
                <a:cs typeface="Arial"/>
                <a:sym typeface="Arial"/>
              </a:defRPr>
            </a:lvl8pPr>
            <a:lvl9pPr marL="0" lvl="8" indent="0" algn="l">
              <a:spcBef>
                <a:spcPts val="0"/>
              </a:spcBef>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5"/>
        <p:cNvGrpSpPr/>
        <p:nvPr/>
      </p:nvGrpSpPr>
      <p:grpSpPr>
        <a:xfrm>
          <a:off x="0" y="0"/>
          <a:ext cx="0" cy="0"/>
          <a:chOff x="0" y="0"/>
          <a:chExt cx="0" cy="0"/>
        </a:xfrm>
      </p:grpSpPr>
      <p:sp>
        <p:nvSpPr>
          <p:cNvPr id="26" name="Google Shape;26;p198"/>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98"/>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a:lvl1pPr>
            <a:lvl2pPr marL="914400" lvl="1" indent="-342900" algn="l">
              <a:spcBef>
                <a:spcPts val="60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28" name="Google Shape;28;p198"/>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98"/>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98"/>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C_Titre seul bleu foncé">
  <p:cSld name="1C_Titre seul bleu foncé">
    <p:spTree>
      <p:nvGrpSpPr>
        <p:cNvPr id="1" name="Shape 31"/>
        <p:cNvGrpSpPr/>
        <p:nvPr/>
      </p:nvGrpSpPr>
      <p:grpSpPr>
        <a:xfrm>
          <a:off x="0" y="0"/>
          <a:ext cx="0" cy="0"/>
          <a:chOff x="0" y="0"/>
          <a:chExt cx="0" cy="0"/>
        </a:xfrm>
      </p:grpSpPr>
      <p:sp>
        <p:nvSpPr>
          <p:cNvPr id="32" name="Google Shape;32;p199"/>
          <p:cNvSpPr txBox="1">
            <a:spLocks noGrp="1"/>
          </p:cNvSpPr>
          <p:nvPr>
            <p:ph type="title"/>
          </p:nvPr>
        </p:nvSpPr>
        <p:spPr>
          <a:xfrm>
            <a:off x="816868" y="274641"/>
            <a:ext cx="7869933" cy="826029"/>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2600"/>
              <a:buFont typeface="Arial Black"/>
              <a:buNone/>
              <a:defRPr sz="2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99"/>
          <p:cNvSpPr txBox="1">
            <a:spLocks noGrp="1"/>
          </p:cNvSpPr>
          <p:nvPr>
            <p:ph type="dt" idx="10"/>
          </p:nvPr>
        </p:nvSpPr>
        <p:spPr>
          <a:xfrm>
            <a:off x="457200" y="6172201"/>
            <a:ext cx="3429000" cy="304800"/>
          </a:xfrm>
          <a:prstGeom prst="rect">
            <a:avLst/>
          </a:prstGeom>
          <a:noFill/>
          <a:ln>
            <a:noFill/>
          </a:ln>
        </p:spPr>
        <p:txBody>
          <a:bodyPr spcFirstLastPara="1" wrap="square" lIns="171775" tIns="45700" rIns="91425" bIns="0" anchor="b" anchorCtr="0">
            <a:noAutofit/>
          </a:bodyPr>
          <a:lstStyle>
            <a:lvl1pPr lvl="0" algn="l">
              <a:spcBef>
                <a:spcPts val="0"/>
              </a:spcBef>
              <a:spcAft>
                <a:spcPts val="0"/>
              </a:spcAft>
              <a:buSzPts val="1400"/>
              <a:buNone/>
              <a:defRPr sz="1000">
                <a:solidFill>
                  <a:srgbClr val="50515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9"/>
          <p:cNvSpPr txBox="1">
            <a:spLocks noGrp="1"/>
          </p:cNvSpPr>
          <p:nvPr>
            <p:ph type="ftr" idx="11"/>
          </p:nvPr>
        </p:nvSpPr>
        <p:spPr>
          <a:xfrm>
            <a:off x="457200" y="6492875"/>
            <a:ext cx="3429000" cy="283845"/>
          </a:xfrm>
          <a:prstGeom prst="rect">
            <a:avLst/>
          </a:prstGeom>
          <a:noFill/>
          <a:ln>
            <a:noFill/>
          </a:ln>
        </p:spPr>
        <p:txBody>
          <a:bodyPr spcFirstLastPara="1" wrap="square" lIns="87250" tIns="43625" rIns="87250" bIns="43625" anchor="t" anchorCtr="0">
            <a:noAutofit/>
          </a:bodyPr>
          <a:lstStyle>
            <a:lvl1pPr lvl="0" algn="l">
              <a:spcBef>
                <a:spcPts val="0"/>
              </a:spcBef>
              <a:spcAft>
                <a:spcPts val="0"/>
              </a:spcAft>
              <a:buSzPts val="1400"/>
              <a:buNone/>
              <a:defRPr>
                <a:solidFill>
                  <a:srgbClr val="50515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9"/>
          <p:cNvSpPr txBox="1">
            <a:spLocks noGrp="1"/>
          </p:cNvSpPr>
          <p:nvPr>
            <p:ph type="sldNum" idx="12"/>
          </p:nvPr>
        </p:nvSpPr>
        <p:spPr>
          <a:xfrm rot="-5400000">
            <a:off x="8227377" y="5885497"/>
            <a:ext cx="1315721" cy="365125"/>
          </a:xfrm>
          <a:prstGeom prst="rect">
            <a:avLst/>
          </a:prstGeom>
          <a:noFill/>
          <a:ln>
            <a:noFill/>
          </a:ln>
        </p:spPr>
        <p:txBody>
          <a:bodyPr spcFirstLastPara="1" wrap="square" lIns="87250" tIns="43625" rIns="87250" bIns="43625" anchor="ctr" anchorCtr="0">
            <a:noAutofit/>
          </a:bodyPr>
          <a:lstStyle>
            <a:lvl1pPr marL="0" marR="0" lvl="0" indent="0" algn="l">
              <a:spcBef>
                <a:spcPts val="0"/>
              </a:spcBef>
              <a:buNone/>
              <a:defRPr sz="2400" b="1">
                <a:solidFill>
                  <a:srgbClr val="505150"/>
                </a:solidFill>
                <a:latin typeface="Arial"/>
                <a:ea typeface="Arial"/>
                <a:cs typeface="Arial"/>
                <a:sym typeface="Arial"/>
              </a:defRPr>
            </a:lvl1pPr>
            <a:lvl2pPr marL="0" marR="0" lvl="1" indent="0" algn="l">
              <a:spcBef>
                <a:spcPts val="0"/>
              </a:spcBef>
              <a:buNone/>
              <a:defRPr sz="2400" b="1">
                <a:solidFill>
                  <a:srgbClr val="505150"/>
                </a:solidFill>
                <a:latin typeface="Arial"/>
                <a:ea typeface="Arial"/>
                <a:cs typeface="Arial"/>
                <a:sym typeface="Arial"/>
              </a:defRPr>
            </a:lvl2pPr>
            <a:lvl3pPr marL="0" marR="0" lvl="2" indent="0" algn="l">
              <a:spcBef>
                <a:spcPts val="0"/>
              </a:spcBef>
              <a:buNone/>
              <a:defRPr sz="2400" b="1">
                <a:solidFill>
                  <a:srgbClr val="505150"/>
                </a:solidFill>
                <a:latin typeface="Arial"/>
                <a:ea typeface="Arial"/>
                <a:cs typeface="Arial"/>
                <a:sym typeface="Arial"/>
              </a:defRPr>
            </a:lvl3pPr>
            <a:lvl4pPr marL="0" marR="0" lvl="3" indent="0" algn="l">
              <a:spcBef>
                <a:spcPts val="0"/>
              </a:spcBef>
              <a:buNone/>
              <a:defRPr sz="2400" b="1">
                <a:solidFill>
                  <a:srgbClr val="505150"/>
                </a:solidFill>
                <a:latin typeface="Arial"/>
                <a:ea typeface="Arial"/>
                <a:cs typeface="Arial"/>
                <a:sym typeface="Arial"/>
              </a:defRPr>
            </a:lvl4pPr>
            <a:lvl5pPr marL="0" marR="0" lvl="4" indent="0" algn="l">
              <a:spcBef>
                <a:spcPts val="0"/>
              </a:spcBef>
              <a:buNone/>
              <a:defRPr sz="2400" b="1">
                <a:solidFill>
                  <a:srgbClr val="505150"/>
                </a:solidFill>
                <a:latin typeface="Arial"/>
                <a:ea typeface="Arial"/>
                <a:cs typeface="Arial"/>
                <a:sym typeface="Arial"/>
              </a:defRPr>
            </a:lvl5pPr>
            <a:lvl6pPr marL="0" marR="0" lvl="5" indent="0" algn="l">
              <a:spcBef>
                <a:spcPts val="0"/>
              </a:spcBef>
              <a:buNone/>
              <a:defRPr sz="2400" b="1">
                <a:solidFill>
                  <a:srgbClr val="505150"/>
                </a:solidFill>
                <a:latin typeface="Arial"/>
                <a:ea typeface="Arial"/>
                <a:cs typeface="Arial"/>
                <a:sym typeface="Arial"/>
              </a:defRPr>
            </a:lvl6pPr>
            <a:lvl7pPr marL="0" marR="0" lvl="6" indent="0" algn="l">
              <a:spcBef>
                <a:spcPts val="0"/>
              </a:spcBef>
              <a:buNone/>
              <a:defRPr sz="2400" b="1">
                <a:solidFill>
                  <a:srgbClr val="505150"/>
                </a:solidFill>
                <a:latin typeface="Arial"/>
                <a:ea typeface="Arial"/>
                <a:cs typeface="Arial"/>
                <a:sym typeface="Arial"/>
              </a:defRPr>
            </a:lvl7pPr>
            <a:lvl8pPr marL="0" marR="0" lvl="7" indent="0" algn="l">
              <a:spcBef>
                <a:spcPts val="0"/>
              </a:spcBef>
              <a:buNone/>
              <a:defRPr sz="2400" b="1">
                <a:solidFill>
                  <a:srgbClr val="505150"/>
                </a:solidFill>
                <a:latin typeface="Arial"/>
                <a:ea typeface="Arial"/>
                <a:cs typeface="Arial"/>
                <a:sym typeface="Arial"/>
              </a:defRPr>
            </a:lvl8pPr>
            <a:lvl9pPr marL="0" marR="0" lvl="8" indent="0" algn="l">
              <a:spcBef>
                <a:spcPts val="0"/>
              </a:spcBef>
              <a:buNone/>
              <a:defRPr sz="2400" b="1">
                <a:solidFill>
                  <a:srgbClr val="50515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36"/>
        <p:cNvGrpSpPr/>
        <p:nvPr/>
      </p:nvGrpSpPr>
      <p:grpSpPr>
        <a:xfrm>
          <a:off x="0" y="0"/>
          <a:ext cx="0" cy="0"/>
          <a:chOff x="0" y="0"/>
          <a:chExt cx="0" cy="0"/>
        </a:xfrm>
      </p:grpSpPr>
      <p:sp>
        <p:nvSpPr>
          <p:cNvPr id="37" name="Google Shape;37;p200"/>
          <p:cNvSpPr txBox="1">
            <a:spLocks noGrp="1"/>
          </p:cNvSpPr>
          <p:nvPr>
            <p:ph type="title"/>
          </p:nvPr>
        </p:nvSpPr>
        <p:spPr>
          <a:xfrm>
            <a:off x="457200" y="1447800"/>
            <a:ext cx="7772400" cy="432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b="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00"/>
          <p:cNvSpPr txBox="1">
            <a:spLocks noGrp="1"/>
          </p:cNvSpPr>
          <p:nvPr>
            <p:ph type="body" idx="1"/>
          </p:nvPr>
        </p:nvSpPr>
        <p:spPr>
          <a:xfrm>
            <a:off x="457200" y="228601"/>
            <a:ext cx="7772400" cy="10668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chemeClr val="dk2"/>
              </a:buClr>
              <a:buSzPts val="2000"/>
              <a:buNone/>
              <a:defRPr sz="2000" b="0" cap="none">
                <a:solidFill>
                  <a:schemeClr val="dk2"/>
                </a:solidFill>
                <a:latin typeface="Arial Black"/>
                <a:ea typeface="Arial Black"/>
                <a:cs typeface="Arial Black"/>
                <a:sym typeface="Arial Black"/>
              </a:defRPr>
            </a:lvl1pPr>
            <a:lvl2pPr marL="914400" lvl="1" indent="-228600" algn="l">
              <a:spcBef>
                <a:spcPts val="600"/>
              </a:spcBef>
              <a:spcAft>
                <a:spcPts val="0"/>
              </a:spcAft>
              <a:buSzPts val="1800"/>
              <a:buNone/>
              <a:defRPr sz="1800">
                <a:solidFill>
                  <a:srgbClr val="888888"/>
                </a:solidFill>
              </a:defRPr>
            </a:lvl2pPr>
            <a:lvl3pPr marL="1371600" lvl="2" indent="-228600" algn="l">
              <a:spcBef>
                <a:spcPts val="320"/>
              </a:spcBef>
              <a:spcAft>
                <a:spcPts val="0"/>
              </a:spcAft>
              <a:buSzPts val="1600"/>
              <a:buNone/>
              <a:defRPr sz="1600">
                <a:solidFill>
                  <a:srgbClr val="888888"/>
                </a:solidFill>
              </a:defRPr>
            </a:lvl3pPr>
            <a:lvl4pPr marL="1828800" lvl="3" indent="-228600" algn="l">
              <a:spcBef>
                <a:spcPts val="280"/>
              </a:spcBef>
              <a:spcAft>
                <a:spcPts val="0"/>
              </a:spcAft>
              <a:buSzPts val="1400"/>
              <a:buNone/>
              <a:defRPr sz="1400">
                <a:solidFill>
                  <a:srgbClr val="888888"/>
                </a:solidFill>
              </a:defRPr>
            </a:lvl4pPr>
            <a:lvl5pPr marL="2286000" lvl="4" indent="-228600" algn="l">
              <a:spcBef>
                <a:spcPts val="280"/>
              </a:spcBef>
              <a:spcAft>
                <a:spcPts val="0"/>
              </a:spcAft>
              <a:buSzPts val="1400"/>
              <a:buNone/>
              <a:defRPr sz="1400">
                <a:solidFill>
                  <a:srgbClr val="888888"/>
                </a:solidFill>
              </a:defRPr>
            </a:lvl5pPr>
            <a:lvl6pPr marL="2743200" lvl="5" indent="-228600" algn="l">
              <a:spcBef>
                <a:spcPts val="280"/>
              </a:spcBef>
              <a:spcAft>
                <a:spcPts val="0"/>
              </a:spcAft>
              <a:buSzPts val="1400"/>
              <a:buNone/>
              <a:defRPr sz="1400">
                <a:solidFill>
                  <a:srgbClr val="888888"/>
                </a:solidFill>
              </a:defRPr>
            </a:lvl6pPr>
            <a:lvl7pPr marL="3200400" lvl="6" indent="-228600" algn="l">
              <a:spcBef>
                <a:spcPts val="280"/>
              </a:spcBef>
              <a:spcAft>
                <a:spcPts val="0"/>
              </a:spcAft>
              <a:buSzPts val="1400"/>
              <a:buNone/>
              <a:defRPr sz="1400">
                <a:solidFill>
                  <a:srgbClr val="888888"/>
                </a:solidFill>
              </a:defRPr>
            </a:lvl7pPr>
            <a:lvl8pPr marL="3657600" lvl="7" indent="-228600" algn="l">
              <a:spcBef>
                <a:spcPts val="280"/>
              </a:spcBef>
              <a:spcAft>
                <a:spcPts val="0"/>
              </a:spcAft>
              <a:buSzPts val="1400"/>
              <a:buNone/>
              <a:defRPr sz="1400">
                <a:solidFill>
                  <a:srgbClr val="888888"/>
                </a:solidFill>
              </a:defRPr>
            </a:lvl8pPr>
            <a:lvl9pPr marL="4114800" lvl="8" indent="-228600" algn="l">
              <a:spcBef>
                <a:spcPts val="280"/>
              </a:spcBef>
              <a:spcAft>
                <a:spcPts val="0"/>
              </a:spcAft>
              <a:buSzPts val="1400"/>
              <a:buNone/>
              <a:defRPr sz="1400">
                <a:solidFill>
                  <a:srgbClr val="888888"/>
                </a:solidFill>
              </a:defRPr>
            </a:lvl9pPr>
          </a:lstStyle>
          <a:p>
            <a:endParaRPr/>
          </a:p>
        </p:txBody>
      </p:sp>
      <p:sp>
        <p:nvSpPr>
          <p:cNvPr id="39" name="Google Shape;39;p200"/>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00"/>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
        <p:nvSpPr>
          <p:cNvPr id="41" name="Google Shape;41;p200"/>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42"/>
        <p:cNvGrpSpPr/>
        <p:nvPr/>
      </p:nvGrpSpPr>
      <p:grpSpPr>
        <a:xfrm>
          <a:off x="0" y="0"/>
          <a:ext cx="0" cy="0"/>
          <a:chOff x="0" y="0"/>
          <a:chExt cx="0" cy="0"/>
        </a:xfrm>
      </p:grpSpPr>
      <p:sp>
        <p:nvSpPr>
          <p:cNvPr id="43" name="Google Shape;43;p201"/>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01"/>
          <p:cNvSpPr txBox="1">
            <a:spLocks noGrp="1"/>
          </p:cNvSpPr>
          <p:nvPr>
            <p:ph type="body" idx="1"/>
          </p:nvPr>
        </p:nvSpPr>
        <p:spPr>
          <a:xfrm>
            <a:off x="163068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spcBef>
                <a:spcPts val="560"/>
              </a:spcBef>
              <a:spcAft>
                <a:spcPts val="0"/>
              </a:spcAft>
              <a:buClr>
                <a:schemeClr val="dk1"/>
              </a:buClr>
              <a:buSzPts val="2800"/>
              <a:buNone/>
              <a:defRPr sz="2800"/>
            </a:lvl1pPr>
            <a:lvl2pPr marL="914400" lvl="1" indent="-381000" algn="l">
              <a:spcBef>
                <a:spcPts val="60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45" name="Google Shape;45;p201"/>
          <p:cNvSpPr txBox="1">
            <a:spLocks noGrp="1"/>
          </p:cNvSpPr>
          <p:nvPr>
            <p:ph type="body" idx="2"/>
          </p:nvPr>
        </p:nvSpPr>
        <p:spPr>
          <a:xfrm>
            <a:off x="509016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spcBef>
                <a:spcPts val="560"/>
              </a:spcBef>
              <a:spcAft>
                <a:spcPts val="0"/>
              </a:spcAft>
              <a:buClr>
                <a:schemeClr val="dk1"/>
              </a:buClr>
              <a:buSzPts val="2800"/>
              <a:buNone/>
              <a:defRPr sz="2800"/>
            </a:lvl1pPr>
            <a:lvl2pPr marL="914400" lvl="1" indent="-381000" algn="l">
              <a:spcBef>
                <a:spcPts val="60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46" name="Google Shape;46;p201"/>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01"/>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01"/>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9"/>
        <p:cNvGrpSpPr/>
        <p:nvPr/>
      </p:nvGrpSpPr>
      <p:grpSpPr>
        <a:xfrm>
          <a:off x="0" y="0"/>
          <a:ext cx="0" cy="0"/>
          <a:chOff x="0" y="0"/>
          <a:chExt cx="0" cy="0"/>
        </a:xfrm>
      </p:grpSpPr>
      <p:sp>
        <p:nvSpPr>
          <p:cNvPr id="50" name="Google Shape;50;p20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36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02"/>
          <p:cNvSpPr txBox="1">
            <a:spLocks noGrp="1"/>
          </p:cNvSpPr>
          <p:nvPr>
            <p:ph type="body" idx="1"/>
          </p:nvPr>
        </p:nvSpPr>
        <p:spPr>
          <a:xfrm>
            <a:off x="1627632"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spcBef>
                <a:spcPts val="6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52" name="Google Shape;52;p202"/>
          <p:cNvSpPr txBox="1">
            <a:spLocks noGrp="1"/>
          </p:cNvSpPr>
          <p:nvPr>
            <p:ph type="body" idx="2"/>
          </p:nvPr>
        </p:nvSpPr>
        <p:spPr>
          <a:xfrm>
            <a:off x="1627632"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None/>
              <a:defRPr sz="2400"/>
            </a:lvl1pPr>
            <a:lvl2pPr marL="914400" lvl="1" indent="-355600" algn="l">
              <a:spcBef>
                <a:spcPts val="6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53" name="Google Shape;53;p202"/>
          <p:cNvSpPr txBox="1">
            <a:spLocks noGrp="1"/>
          </p:cNvSpPr>
          <p:nvPr>
            <p:ph type="body" idx="3"/>
          </p:nvPr>
        </p:nvSpPr>
        <p:spPr>
          <a:xfrm>
            <a:off x="5093208"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spcBef>
                <a:spcPts val="6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54" name="Google Shape;54;p202"/>
          <p:cNvSpPr txBox="1">
            <a:spLocks noGrp="1"/>
          </p:cNvSpPr>
          <p:nvPr>
            <p:ph type="body" idx="4"/>
          </p:nvPr>
        </p:nvSpPr>
        <p:spPr>
          <a:xfrm>
            <a:off x="5093208"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None/>
              <a:defRPr sz="2400"/>
            </a:lvl1pPr>
            <a:lvl2pPr marL="914400" lvl="1" indent="-355600" algn="l">
              <a:spcBef>
                <a:spcPts val="6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55" name="Google Shape;55;p202"/>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2"/>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2"/>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58"/>
        <p:cNvGrpSpPr/>
        <p:nvPr/>
      </p:nvGrpSpPr>
      <p:grpSpPr>
        <a:xfrm>
          <a:off x="0" y="0"/>
          <a:ext cx="0" cy="0"/>
          <a:chOff x="0" y="0"/>
          <a:chExt cx="0" cy="0"/>
        </a:xfrm>
      </p:grpSpPr>
      <p:sp>
        <p:nvSpPr>
          <p:cNvPr id="59" name="Google Shape;59;p203"/>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3"/>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03"/>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03"/>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63"/>
        <p:cNvGrpSpPr/>
        <p:nvPr/>
      </p:nvGrpSpPr>
      <p:grpSpPr>
        <a:xfrm>
          <a:off x="0" y="0"/>
          <a:ext cx="0" cy="0"/>
          <a:chOff x="0" y="0"/>
          <a:chExt cx="0" cy="0"/>
        </a:xfrm>
      </p:grpSpPr>
      <p:sp>
        <p:nvSpPr>
          <p:cNvPr id="64" name="Google Shape;64;p20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0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0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7"/>
        <p:cNvGrpSpPr/>
        <p:nvPr/>
      </p:nvGrpSpPr>
      <p:grpSpPr>
        <a:xfrm>
          <a:off x="0" y="0"/>
          <a:ext cx="0" cy="0"/>
          <a:chOff x="0" y="0"/>
          <a:chExt cx="0" cy="0"/>
        </a:xfrm>
      </p:grpSpPr>
      <p:sp>
        <p:nvSpPr>
          <p:cNvPr id="68" name="Google Shape;68;p205"/>
          <p:cNvSpPr txBox="1">
            <a:spLocks noGrp="1"/>
          </p:cNvSpPr>
          <p:nvPr>
            <p:ph type="body" idx="1"/>
          </p:nvPr>
        </p:nvSpPr>
        <p:spPr>
          <a:xfrm>
            <a:off x="3575050" y="1600200"/>
            <a:ext cx="5111750" cy="4480560"/>
          </a:xfrm>
          <a:prstGeom prst="rect">
            <a:avLst/>
          </a:prstGeom>
          <a:noFill/>
          <a:ln>
            <a:noFill/>
          </a:ln>
        </p:spPr>
        <p:txBody>
          <a:bodyPr spcFirstLastPara="1" wrap="square" lIns="91425" tIns="45700" rIns="91425" bIns="45700" anchor="t" anchorCtr="0">
            <a:normAutofit/>
          </a:bodyPr>
          <a:lstStyle>
            <a:lvl1pPr marL="457200" lvl="0" indent="-228600" algn="l">
              <a:spcBef>
                <a:spcPts val="640"/>
              </a:spcBef>
              <a:spcAft>
                <a:spcPts val="0"/>
              </a:spcAft>
              <a:buClr>
                <a:schemeClr val="dk1"/>
              </a:buClr>
              <a:buSzPts val="3200"/>
              <a:buNone/>
              <a:defRPr sz="3200"/>
            </a:lvl1pPr>
            <a:lvl2pPr marL="914400" lvl="1" indent="-406400" algn="l">
              <a:spcBef>
                <a:spcPts val="600"/>
              </a:spcBef>
              <a:spcAft>
                <a:spcPts val="0"/>
              </a:spcAft>
              <a:buSzPts val="280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Char char="•"/>
              <a:defRPr sz="2000"/>
            </a:lvl4pPr>
            <a:lvl5pPr marL="2286000" lvl="4" indent="-355600" algn="l">
              <a:spcBef>
                <a:spcPts val="400"/>
              </a:spcBef>
              <a:spcAft>
                <a:spcPts val="0"/>
              </a:spcAft>
              <a:buSzPts val="2000"/>
              <a:buChar char="•"/>
              <a:defRPr sz="2000"/>
            </a:lvl5pPr>
            <a:lvl6pPr marL="2743200" lvl="5" indent="-355600" algn="l">
              <a:spcBef>
                <a:spcPts val="400"/>
              </a:spcBef>
              <a:spcAft>
                <a:spcPts val="0"/>
              </a:spcAft>
              <a:buSzPts val="2000"/>
              <a:buChar char="•"/>
              <a:defRPr sz="2000"/>
            </a:lvl6pPr>
            <a:lvl7pPr marL="3200400" lvl="6" indent="-355600" algn="l">
              <a:spcBef>
                <a:spcPts val="400"/>
              </a:spcBef>
              <a:spcAft>
                <a:spcPts val="0"/>
              </a:spcAft>
              <a:buSzPts val="2000"/>
              <a:buChar char="•"/>
              <a:defRPr sz="2000"/>
            </a:lvl7pPr>
            <a:lvl8pPr marL="3657600" lvl="7" indent="-355600" algn="l">
              <a:spcBef>
                <a:spcPts val="400"/>
              </a:spcBef>
              <a:spcAft>
                <a:spcPts val="0"/>
              </a:spcAft>
              <a:buSzPts val="2000"/>
              <a:buChar char="•"/>
              <a:defRPr sz="2000"/>
            </a:lvl8pPr>
            <a:lvl9pPr marL="4114800" lvl="8" indent="-355600" algn="l">
              <a:spcBef>
                <a:spcPts val="400"/>
              </a:spcBef>
              <a:spcAft>
                <a:spcPts val="0"/>
              </a:spcAft>
              <a:buSzPts val="2000"/>
              <a:buChar char="•"/>
              <a:defRPr sz="2000"/>
            </a:lvl9pPr>
          </a:lstStyle>
          <a:p>
            <a:endParaRPr/>
          </a:p>
        </p:txBody>
      </p:sp>
      <p:sp>
        <p:nvSpPr>
          <p:cNvPr id="69" name="Google Shape;69;p205"/>
          <p:cNvSpPr txBox="1">
            <a:spLocks noGrp="1"/>
          </p:cNvSpPr>
          <p:nvPr>
            <p:ph type="body" idx="2"/>
          </p:nvPr>
        </p:nvSpPr>
        <p:spPr>
          <a:xfrm>
            <a:off x="457200" y="1600200"/>
            <a:ext cx="3008313" cy="448056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None/>
              <a:defRPr sz="1600"/>
            </a:lvl1pPr>
            <a:lvl2pPr marL="914400" lvl="1" indent="-228600" algn="l">
              <a:spcBef>
                <a:spcPts val="60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70" name="Google Shape;70;p20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0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
        <p:nvSpPr>
          <p:cNvPr id="73" name="Google Shape;73;p205"/>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Image avec légende" type="picTx">
  <p:cSld name="PICTURE_WITH_CAPTION_TEXT">
    <p:spTree>
      <p:nvGrpSpPr>
        <p:cNvPr id="1" name="Shape 74"/>
        <p:cNvGrpSpPr/>
        <p:nvPr/>
      </p:nvGrpSpPr>
      <p:grpSpPr>
        <a:xfrm>
          <a:off x="0" y="0"/>
          <a:ext cx="0" cy="0"/>
          <a:chOff x="0" y="0"/>
          <a:chExt cx="0" cy="0"/>
        </a:xfrm>
      </p:grpSpPr>
      <p:sp>
        <p:nvSpPr>
          <p:cNvPr id="75" name="Google Shape;75;p206"/>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 name="Google Shape;76;p206"/>
          <p:cNvSpPr>
            <a:spLocks noGrp="1"/>
          </p:cNvSpPr>
          <p:nvPr>
            <p:ph type="pic" idx="2"/>
          </p:nvPr>
        </p:nvSpPr>
        <p:spPr>
          <a:xfrm>
            <a:off x="-1" y="0"/>
            <a:ext cx="9000877" cy="4846320"/>
          </a:xfrm>
          <a:prstGeom prst="rect">
            <a:avLst/>
          </a:prstGeom>
          <a:solidFill>
            <a:srgbClr val="BFBFBF"/>
          </a:solidFill>
          <a:ln>
            <a:noFill/>
          </a:ln>
        </p:spPr>
      </p:sp>
      <p:sp>
        <p:nvSpPr>
          <p:cNvPr id="77" name="Google Shape;77;p206"/>
          <p:cNvSpPr txBox="1">
            <a:spLocks noGrp="1"/>
          </p:cNvSpPr>
          <p:nvPr>
            <p:ph type="body" idx="1"/>
          </p:nvPr>
        </p:nvSpPr>
        <p:spPr>
          <a:xfrm>
            <a:off x="457200" y="5715000"/>
            <a:ext cx="8153400" cy="4572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None/>
              <a:defRPr sz="1600"/>
            </a:lvl1pPr>
            <a:lvl2pPr marL="914400" lvl="1" indent="-228600" algn="l">
              <a:spcBef>
                <a:spcPts val="60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78" name="Google Shape;78;p206"/>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06"/>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06"/>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2400" b="1">
                <a:solidFill>
                  <a:schemeClr val="dk1"/>
                </a:solidFill>
                <a:latin typeface="Arial"/>
                <a:ea typeface="Arial"/>
                <a:cs typeface="Arial"/>
                <a:sym typeface="Arial"/>
              </a:defRPr>
            </a:lvl1pPr>
            <a:lvl2pPr marL="0" lvl="1" indent="0" algn="l">
              <a:spcBef>
                <a:spcPts val="0"/>
              </a:spcBef>
              <a:buNone/>
              <a:defRPr sz="2400" b="1">
                <a:solidFill>
                  <a:schemeClr val="dk1"/>
                </a:solidFill>
                <a:latin typeface="Arial"/>
                <a:ea typeface="Arial"/>
                <a:cs typeface="Arial"/>
                <a:sym typeface="Arial"/>
              </a:defRPr>
            </a:lvl2pPr>
            <a:lvl3pPr marL="0" lvl="2" indent="0" algn="l">
              <a:spcBef>
                <a:spcPts val="0"/>
              </a:spcBef>
              <a:buNone/>
              <a:defRPr sz="2400" b="1">
                <a:solidFill>
                  <a:schemeClr val="dk1"/>
                </a:solidFill>
                <a:latin typeface="Arial"/>
                <a:ea typeface="Arial"/>
                <a:cs typeface="Arial"/>
                <a:sym typeface="Arial"/>
              </a:defRPr>
            </a:lvl3pPr>
            <a:lvl4pPr marL="0" lvl="3" indent="0" algn="l">
              <a:spcBef>
                <a:spcPts val="0"/>
              </a:spcBef>
              <a:buNone/>
              <a:defRPr sz="2400" b="1">
                <a:solidFill>
                  <a:schemeClr val="dk1"/>
                </a:solidFill>
                <a:latin typeface="Arial"/>
                <a:ea typeface="Arial"/>
                <a:cs typeface="Arial"/>
                <a:sym typeface="Arial"/>
              </a:defRPr>
            </a:lvl4pPr>
            <a:lvl5pPr marL="0" lvl="4" indent="0" algn="l">
              <a:spcBef>
                <a:spcPts val="0"/>
              </a:spcBef>
              <a:buNone/>
              <a:defRPr sz="2400" b="1">
                <a:solidFill>
                  <a:schemeClr val="dk1"/>
                </a:solidFill>
                <a:latin typeface="Arial"/>
                <a:ea typeface="Arial"/>
                <a:cs typeface="Arial"/>
                <a:sym typeface="Arial"/>
              </a:defRPr>
            </a:lvl5pPr>
            <a:lvl6pPr marL="0" lvl="5" indent="0" algn="l">
              <a:spcBef>
                <a:spcPts val="0"/>
              </a:spcBef>
              <a:buNone/>
              <a:defRPr sz="2400" b="1">
                <a:solidFill>
                  <a:schemeClr val="dk1"/>
                </a:solidFill>
                <a:latin typeface="Arial"/>
                <a:ea typeface="Arial"/>
                <a:cs typeface="Arial"/>
                <a:sym typeface="Arial"/>
              </a:defRPr>
            </a:lvl6pPr>
            <a:lvl7pPr marL="0" lvl="6" indent="0" algn="l">
              <a:spcBef>
                <a:spcPts val="0"/>
              </a:spcBef>
              <a:buNone/>
              <a:defRPr sz="2400" b="1">
                <a:solidFill>
                  <a:schemeClr val="dk1"/>
                </a:solidFill>
                <a:latin typeface="Arial"/>
                <a:ea typeface="Arial"/>
                <a:cs typeface="Arial"/>
                <a:sym typeface="Arial"/>
              </a:defRPr>
            </a:lvl7pPr>
            <a:lvl8pPr marL="0" lvl="7" indent="0" algn="l">
              <a:spcBef>
                <a:spcPts val="0"/>
              </a:spcBef>
              <a:buNone/>
              <a:defRPr sz="2400" b="1">
                <a:solidFill>
                  <a:schemeClr val="dk1"/>
                </a:solidFill>
                <a:latin typeface="Arial"/>
                <a:ea typeface="Arial"/>
                <a:cs typeface="Arial"/>
                <a:sym typeface="Arial"/>
              </a:defRPr>
            </a:lvl8pPr>
            <a:lvl9pPr marL="0" lvl="8" indent="0" algn="l">
              <a:spcBef>
                <a:spcPts val="0"/>
              </a:spcBef>
              <a:buNone/>
              <a:defRPr sz="2400" b="1">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
        <p:nvSpPr>
          <p:cNvPr id="81" name="Google Shape;81;p206"/>
          <p:cNvSpPr txBox="1">
            <a:spLocks noGrp="1"/>
          </p:cNvSpPr>
          <p:nvPr>
            <p:ph type="title"/>
          </p:nvPr>
        </p:nvSpPr>
        <p:spPr>
          <a:xfrm>
            <a:off x="457200" y="4953000"/>
            <a:ext cx="8153400" cy="7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06"/>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83"/>
        <p:cNvGrpSpPr/>
        <p:nvPr/>
      </p:nvGrpSpPr>
      <p:grpSpPr>
        <a:xfrm>
          <a:off x="0" y="0"/>
          <a:ext cx="0" cy="0"/>
          <a:chOff x="0" y="0"/>
          <a:chExt cx="0" cy="0"/>
        </a:xfrm>
      </p:grpSpPr>
      <p:sp>
        <p:nvSpPr>
          <p:cNvPr id="84" name="Google Shape;84;p207"/>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207"/>
          <p:cNvSpPr txBox="1">
            <a:spLocks noGrp="1"/>
          </p:cNvSpPr>
          <p:nvPr>
            <p:ph type="body" idx="1"/>
          </p:nvPr>
        </p:nvSpPr>
        <p:spPr>
          <a:xfrm rot="5400000">
            <a:off x="2080419" y="129382"/>
            <a:ext cx="4373563" cy="76200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a:lvl1pPr>
            <a:lvl2pPr marL="914400" lvl="1" indent="-342900" algn="l">
              <a:spcBef>
                <a:spcPts val="60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6" name="Google Shape;86;p207"/>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07"/>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07"/>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89"/>
        <p:cNvGrpSpPr/>
        <p:nvPr/>
      </p:nvGrpSpPr>
      <p:grpSpPr>
        <a:xfrm>
          <a:off x="0" y="0"/>
          <a:ext cx="0" cy="0"/>
          <a:chOff x="0" y="0"/>
          <a:chExt cx="0" cy="0"/>
        </a:xfrm>
      </p:grpSpPr>
      <p:sp>
        <p:nvSpPr>
          <p:cNvPr id="90" name="Google Shape;90;p20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0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a:lvl1pPr>
            <a:lvl2pPr marL="914400" lvl="1" indent="-342900" algn="l">
              <a:spcBef>
                <a:spcPts val="60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2" name="Google Shape;92;p208"/>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08"/>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08"/>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6"/>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600"/>
              <a:buFont typeface="Arial Black"/>
              <a:buNone/>
              <a:defRPr sz="3600" b="0" i="0" u="none" strike="noStrike" cap="none">
                <a:solidFill>
                  <a:schemeClr val="dk2"/>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6"/>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55600" algn="l" rtl="0">
              <a:spcBef>
                <a:spcPts val="6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196"/>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96"/>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96"/>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2400" b="1" i="0" u="none" strike="noStrike" cap="none">
                <a:solidFill>
                  <a:schemeClr val="dk2"/>
                </a:solidFill>
                <a:latin typeface="Arial"/>
                <a:ea typeface="Arial"/>
                <a:cs typeface="Arial"/>
                <a:sym typeface="Arial"/>
              </a:defRPr>
            </a:lvl1pPr>
            <a:lvl2pPr marL="0" marR="0" lvl="1" indent="0" algn="l" rtl="0">
              <a:spcBef>
                <a:spcPts val="0"/>
              </a:spcBef>
              <a:buNone/>
              <a:defRPr sz="2400" b="1" i="0" u="none" strike="noStrike" cap="none">
                <a:solidFill>
                  <a:schemeClr val="dk2"/>
                </a:solidFill>
                <a:latin typeface="Arial"/>
                <a:ea typeface="Arial"/>
                <a:cs typeface="Arial"/>
                <a:sym typeface="Arial"/>
              </a:defRPr>
            </a:lvl2pPr>
            <a:lvl3pPr marL="0" marR="0" lvl="2" indent="0" algn="l" rtl="0">
              <a:spcBef>
                <a:spcPts val="0"/>
              </a:spcBef>
              <a:buNone/>
              <a:defRPr sz="2400" b="1" i="0" u="none" strike="noStrike" cap="none">
                <a:solidFill>
                  <a:schemeClr val="dk2"/>
                </a:solidFill>
                <a:latin typeface="Arial"/>
                <a:ea typeface="Arial"/>
                <a:cs typeface="Arial"/>
                <a:sym typeface="Arial"/>
              </a:defRPr>
            </a:lvl3pPr>
            <a:lvl4pPr marL="0" marR="0" lvl="3" indent="0" algn="l" rtl="0">
              <a:spcBef>
                <a:spcPts val="0"/>
              </a:spcBef>
              <a:buNone/>
              <a:defRPr sz="2400" b="1" i="0" u="none" strike="noStrike" cap="none">
                <a:solidFill>
                  <a:schemeClr val="dk2"/>
                </a:solidFill>
                <a:latin typeface="Arial"/>
                <a:ea typeface="Arial"/>
                <a:cs typeface="Arial"/>
                <a:sym typeface="Arial"/>
              </a:defRPr>
            </a:lvl4pPr>
            <a:lvl5pPr marL="0" marR="0" lvl="4" indent="0" algn="l" rtl="0">
              <a:spcBef>
                <a:spcPts val="0"/>
              </a:spcBef>
              <a:buNone/>
              <a:defRPr sz="2400" b="1" i="0" u="none" strike="noStrike" cap="none">
                <a:solidFill>
                  <a:schemeClr val="dk2"/>
                </a:solidFill>
                <a:latin typeface="Arial"/>
                <a:ea typeface="Arial"/>
                <a:cs typeface="Arial"/>
                <a:sym typeface="Arial"/>
              </a:defRPr>
            </a:lvl5pPr>
            <a:lvl6pPr marL="0" marR="0" lvl="5" indent="0" algn="l" rtl="0">
              <a:spcBef>
                <a:spcPts val="0"/>
              </a:spcBef>
              <a:buNone/>
              <a:defRPr sz="2400" b="1" i="0" u="none" strike="noStrike" cap="none">
                <a:solidFill>
                  <a:schemeClr val="dk2"/>
                </a:solidFill>
                <a:latin typeface="Arial"/>
                <a:ea typeface="Arial"/>
                <a:cs typeface="Arial"/>
                <a:sym typeface="Arial"/>
              </a:defRPr>
            </a:lvl6pPr>
            <a:lvl7pPr marL="0" marR="0" lvl="6" indent="0" algn="l" rtl="0">
              <a:spcBef>
                <a:spcPts val="0"/>
              </a:spcBef>
              <a:buNone/>
              <a:defRPr sz="2400" b="1" i="0" u="none" strike="noStrike" cap="none">
                <a:solidFill>
                  <a:schemeClr val="dk2"/>
                </a:solidFill>
                <a:latin typeface="Arial"/>
                <a:ea typeface="Arial"/>
                <a:cs typeface="Arial"/>
                <a:sym typeface="Arial"/>
              </a:defRPr>
            </a:lvl7pPr>
            <a:lvl8pPr marL="0" marR="0" lvl="7" indent="0" algn="l" rtl="0">
              <a:spcBef>
                <a:spcPts val="0"/>
              </a:spcBef>
              <a:buNone/>
              <a:defRPr sz="2400" b="1" i="0" u="none" strike="noStrike" cap="none">
                <a:solidFill>
                  <a:schemeClr val="dk2"/>
                </a:solidFill>
                <a:latin typeface="Arial"/>
                <a:ea typeface="Arial"/>
                <a:cs typeface="Arial"/>
                <a:sym typeface="Arial"/>
              </a:defRPr>
            </a:lvl8pPr>
            <a:lvl9pPr marL="0" marR="0" lvl="8" indent="0" algn="l" rtl="0">
              <a:spcBef>
                <a:spcPts val="0"/>
              </a:spcBef>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
        <p:nvSpPr>
          <p:cNvPr id="15" name="Google Shape;15;p196"/>
          <p:cNvSpPr/>
          <p:nvPr/>
        </p:nvSpPr>
        <p:spPr>
          <a:xfrm>
            <a:off x="9001124" y="0"/>
            <a:ext cx="142876" cy="1371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 name="Google Shape;16;p196"/>
          <p:cNvSpPr/>
          <p:nvPr/>
        </p:nvSpPr>
        <p:spPr>
          <a:xfrm>
            <a:off x="9001124" y="1371600"/>
            <a:ext cx="142876"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jpe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redis.io/docs/"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15.png"/></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p:cNvGrpSpPr/>
        <p:nvPr/>
      </p:nvGrpSpPr>
      <p:grpSpPr>
        <a:xfrm>
          <a:off x="0" y="0"/>
          <a:ext cx="0" cy="0"/>
          <a:chOff x="0" y="0"/>
          <a:chExt cx="0" cy="0"/>
        </a:xfrm>
      </p:grpSpPr>
      <p:sp>
        <p:nvSpPr>
          <p:cNvPr id="99" name="Google Shape;99;p1"/>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a:t>MODULE 3NSQL</a:t>
            </a:r>
            <a:endParaRPr lang="en-US"/>
          </a:p>
        </p:txBody>
      </p:sp>
      <p:sp>
        <p:nvSpPr>
          <p:cNvPr id="100" name="Google Shape;100;p1"/>
          <p:cNvSpPr txBox="1">
            <a:spLocks noGrp="1"/>
          </p:cNvSpPr>
          <p:nvPr>
            <p:ph type="subTitle" idx="1"/>
          </p:nvPr>
        </p:nvSpPr>
        <p:spPr>
          <a:xfrm>
            <a:off x="-2000" y="3198967"/>
            <a:ext cx="9147690" cy="914400"/>
          </a:xfrm>
          <a:prstGeom prst="rect">
            <a:avLst/>
          </a:prstGeom>
          <a:noFill/>
          <a:ln>
            <a:noFill/>
          </a:ln>
        </p:spPr>
        <p:txBody>
          <a:bodyPr spcFirstLastPara="1" wrap="square" lIns="91425" tIns="45700" rIns="91425" bIns="45700" anchor="t" anchorCtr="0">
            <a:noAutofit/>
          </a:bodyPr>
          <a:lstStyle/>
          <a:p>
            <a:pPr marL="0" indent="0" algn="ctr">
              <a:spcBef>
                <a:spcPts val="0"/>
              </a:spcBef>
            </a:pPr>
            <a:r>
              <a:rPr lang="fr-FR" sz="2400">
                <a:solidFill>
                  <a:srgbClr val="7030A0"/>
                </a:solidFill>
              </a:rPr>
              <a:t>BASES DE DONNÉES NOSQL : FONDAMENTAUX</a:t>
            </a:r>
            <a:endParaRPr lang="en-US"/>
          </a:p>
        </p:txBody>
      </p:sp>
      <p:pic>
        <p:nvPicPr>
          <p:cNvPr id="2" name="Image 1" descr="NoSQL Data Modeling Technique - Analytics Vidhya">
            <a:extLst>
              <a:ext uri="{FF2B5EF4-FFF2-40B4-BE49-F238E27FC236}">
                <a16:creationId xmlns:a16="http://schemas.microsoft.com/office/drawing/2014/main" id="{96D6069F-9C38-864B-68DB-27D36A09FD85}"/>
              </a:ext>
            </a:extLst>
          </p:cNvPr>
          <p:cNvPicPr>
            <a:picLocks noChangeAspect="1"/>
          </p:cNvPicPr>
          <p:nvPr/>
        </p:nvPicPr>
        <p:blipFill>
          <a:blip r:embed="rId3"/>
          <a:stretch>
            <a:fillRect/>
          </a:stretch>
        </p:blipFill>
        <p:spPr>
          <a:xfrm>
            <a:off x="4063042" y="4288108"/>
            <a:ext cx="4842294" cy="2408084"/>
          </a:xfrm>
          <a:prstGeom prst="rect">
            <a:avLst/>
          </a:prstGeom>
        </p:spPr>
      </p:pic>
    </p:spTree>
    <p:extLst>
      <p:ext uri="{BB962C8B-B14F-4D97-AF65-F5344CB8AC3E}">
        <p14:creationId xmlns:p14="http://schemas.microsoft.com/office/powerpoint/2010/main" val="2575931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457200" y="152718"/>
            <a:ext cx="8507288" cy="1371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600"/>
              <a:buFont typeface="Arial Black"/>
              <a:buNone/>
            </a:pPr>
            <a:r>
              <a:rPr lang="fr-FR">
                <a:solidFill>
                  <a:srgbClr val="7030A0"/>
                </a:solidFill>
              </a:rPr>
              <a:t>PRÉSENTATION ET TOUR DE TABLE</a:t>
            </a:r>
            <a:endParaRPr lang="en-US">
              <a:solidFill>
                <a:srgbClr val="7030A0"/>
              </a:solidFill>
            </a:endParaRPr>
          </a:p>
        </p:txBody>
      </p:sp>
      <p:sp>
        <p:nvSpPr>
          <p:cNvPr id="107" name="Google Shape;107;p2"/>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p>
            <a:pPr marL="342900" lvl="0" indent="-215900" algn="just" rtl="0">
              <a:spcBef>
                <a:spcPts val="0"/>
              </a:spcBef>
              <a:spcAft>
                <a:spcPts val="0"/>
              </a:spcAft>
              <a:buClr>
                <a:schemeClr val="dk1"/>
              </a:buClr>
              <a:buSzPts val="2000"/>
              <a:buFont typeface="Arial"/>
              <a:buNone/>
            </a:pPr>
            <a:endParaRPr b="0"/>
          </a:p>
          <a:p>
            <a:pPr marL="342900" lvl="0" indent="-342900" algn="just" rtl="0">
              <a:spcBef>
                <a:spcPts val="1000"/>
              </a:spcBef>
              <a:spcAft>
                <a:spcPts val="0"/>
              </a:spcAft>
              <a:buClr>
                <a:schemeClr val="dk1"/>
              </a:buClr>
              <a:buSzPts val="2000"/>
              <a:buFont typeface="Arial"/>
              <a:buChar char="•"/>
            </a:pPr>
            <a:r>
              <a:rPr lang="fr-FR" b="0"/>
              <a:t>Présentation de l’intervenant puis des participants. </a:t>
            </a:r>
            <a:endParaRPr/>
          </a:p>
          <a:p>
            <a:pPr marL="342900" lvl="0" indent="-215900" algn="just" rtl="0">
              <a:spcBef>
                <a:spcPts val="1000"/>
              </a:spcBef>
              <a:spcAft>
                <a:spcPts val="0"/>
              </a:spcAft>
              <a:buClr>
                <a:schemeClr val="dk1"/>
              </a:buClr>
              <a:buSzPts val="2000"/>
              <a:buFont typeface="Arial"/>
              <a:buNone/>
            </a:pPr>
            <a:endParaRPr b="0"/>
          </a:p>
          <a:p>
            <a:pPr marL="342900" lvl="0" indent="-342900" algn="just" rtl="0">
              <a:spcBef>
                <a:spcPts val="1000"/>
              </a:spcBef>
              <a:spcAft>
                <a:spcPts val="0"/>
              </a:spcAft>
              <a:buClr>
                <a:schemeClr val="dk1"/>
              </a:buClr>
              <a:buSzPts val="2000"/>
              <a:buFont typeface="Arial"/>
              <a:buChar char="•"/>
            </a:pPr>
            <a:r>
              <a:rPr lang="fr-FR" b="0"/>
              <a:t>Attentes vis-à-vis de la formation.</a:t>
            </a:r>
            <a:endParaRPr/>
          </a:p>
          <a:p>
            <a:pPr marL="342900" lvl="0" indent="-215900" algn="just" rtl="0">
              <a:spcBef>
                <a:spcPts val="1000"/>
              </a:spcBef>
              <a:spcAft>
                <a:spcPts val="0"/>
              </a:spcAft>
              <a:buClr>
                <a:schemeClr val="dk1"/>
              </a:buClr>
              <a:buSzPts val="2000"/>
              <a:buFont typeface="Arial"/>
              <a:buNone/>
            </a:pPr>
            <a:endParaRPr b="0"/>
          </a:p>
          <a:p>
            <a:pPr marL="342900" lvl="0" indent="-342900" algn="just" rtl="0">
              <a:spcBef>
                <a:spcPts val="1000"/>
              </a:spcBef>
              <a:spcAft>
                <a:spcPts val="0"/>
              </a:spcAft>
              <a:buClr>
                <a:schemeClr val="dk1"/>
              </a:buClr>
              <a:buSzPts val="2000"/>
              <a:buFont typeface="Arial"/>
              <a:buChar char="•"/>
            </a:pPr>
            <a:r>
              <a:rPr lang="fr-FR" b="0"/>
              <a:t>Niveau de connaissance actuel.</a:t>
            </a:r>
            <a:endParaRPr/>
          </a:p>
          <a:p>
            <a:pPr marL="342900" lvl="0" indent="-215900" algn="just" rtl="0">
              <a:spcBef>
                <a:spcPts val="1000"/>
              </a:spcBef>
              <a:spcAft>
                <a:spcPts val="0"/>
              </a:spcAft>
              <a:buClr>
                <a:schemeClr val="dk1"/>
              </a:buClr>
              <a:buSzPts val="2000"/>
              <a:buFont typeface="Arial"/>
              <a:buNone/>
            </a:pPr>
            <a:endParaRPr b="0"/>
          </a:p>
          <a:p>
            <a:pPr marL="342900" lvl="0" indent="-342900" algn="just" rtl="0">
              <a:spcBef>
                <a:spcPts val="1000"/>
              </a:spcBef>
              <a:spcAft>
                <a:spcPts val="0"/>
              </a:spcAft>
              <a:buClr>
                <a:schemeClr val="dk1"/>
              </a:buClr>
              <a:buSzPts val="2000"/>
              <a:buFont typeface="Arial"/>
              <a:buChar char="•"/>
            </a:pPr>
            <a:r>
              <a:rPr lang="fr-FR" b="0"/>
              <a:t>Souhait d’orientation.</a:t>
            </a:r>
            <a:endParaRPr/>
          </a:p>
          <a:p>
            <a:pPr marL="0" lvl="0" indent="0" algn="just" rtl="0">
              <a:spcBef>
                <a:spcPts val="1000"/>
              </a:spcBef>
              <a:spcAft>
                <a:spcPts val="0"/>
              </a:spcAft>
              <a:buClr>
                <a:schemeClr val="dk1"/>
              </a:buClr>
              <a:buSzPts val="2000"/>
              <a:buNone/>
            </a:pPr>
            <a:endParaRPr/>
          </a:p>
        </p:txBody>
      </p:sp>
      <p:pic>
        <p:nvPicPr>
          <p:cNvPr id="108" name="Google Shape;108;p2"/>
          <p:cNvPicPr preferRelativeResize="0"/>
          <p:nvPr/>
        </p:nvPicPr>
        <p:blipFill>
          <a:blip r:embed="rId3">
            <a:alphaModFix/>
          </a:blip>
          <a:stretch>
            <a:fillRect/>
          </a:stretch>
        </p:blipFill>
        <p:spPr>
          <a:xfrm>
            <a:off x="4670250" y="4149000"/>
            <a:ext cx="4294250" cy="2655225"/>
          </a:xfrm>
          <a:prstGeom prst="rect">
            <a:avLst/>
          </a:prstGeom>
          <a:noFill/>
          <a:ln>
            <a:noFill/>
          </a:ln>
        </p:spPr>
      </p:pic>
    </p:spTree>
    <p:extLst>
      <p:ext uri="{BB962C8B-B14F-4D97-AF65-F5344CB8AC3E}">
        <p14:creationId xmlns:p14="http://schemas.microsoft.com/office/powerpoint/2010/main" val="2208650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txBox="1">
            <a:spLocks noGrp="1"/>
          </p:cNvSpPr>
          <p:nvPr>
            <p:ph type="title"/>
          </p:nvPr>
        </p:nvSpPr>
        <p:spPr>
          <a:xfrm>
            <a:off x="457200" y="152718"/>
            <a:ext cx="8435280" cy="1371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600"/>
              <a:buFont typeface="Arial Black"/>
              <a:buNone/>
            </a:pPr>
            <a:r>
              <a:rPr lang="fr-FR">
                <a:solidFill>
                  <a:srgbClr val="7030A0"/>
                </a:solidFill>
              </a:rPr>
              <a:t>RÈGLES ET DÉROULÉ DE LA FORMATION</a:t>
            </a:r>
            <a:endParaRPr lang="en-US">
              <a:solidFill>
                <a:srgbClr val="7030A0"/>
              </a:solidFill>
            </a:endParaRPr>
          </a:p>
        </p:txBody>
      </p:sp>
      <p:sp>
        <p:nvSpPr>
          <p:cNvPr id="114" name="Google Shape;114;p3"/>
          <p:cNvSpPr txBox="1">
            <a:spLocks noGrp="1"/>
          </p:cNvSpPr>
          <p:nvPr>
            <p:ph type="body" idx="1"/>
          </p:nvPr>
        </p:nvSpPr>
        <p:spPr>
          <a:xfrm>
            <a:off x="454629" y="1772816"/>
            <a:ext cx="7632915" cy="4993495"/>
          </a:xfrm>
          <a:prstGeom prst="rect">
            <a:avLst/>
          </a:prstGeom>
          <a:noFill/>
          <a:ln>
            <a:noFill/>
          </a:ln>
        </p:spPr>
        <p:txBody>
          <a:bodyPr spcFirstLastPara="1" wrap="square" lIns="91425" tIns="45700" rIns="91425" bIns="45700" anchor="t" anchorCtr="0">
            <a:normAutofit fontScale="77500" lnSpcReduction="20000"/>
          </a:bodyPr>
          <a:lstStyle/>
          <a:p>
            <a:pPr marL="342900" indent="-314325">
              <a:spcBef>
                <a:spcPts val="0"/>
              </a:spcBef>
              <a:buSzPct val="100000"/>
              <a:buFont typeface="Arial"/>
              <a:buChar char="•"/>
            </a:pPr>
            <a:r>
              <a:rPr lang="fr-FR" b="0"/>
              <a:t>Trois jours (soit 21h de formation)</a:t>
            </a:r>
            <a:endParaRPr/>
          </a:p>
          <a:p>
            <a:pPr marL="800100" lvl="1" indent="-314325" algn="l" rtl="0">
              <a:spcBef>
                <a:spcPts val="1000"/>
              </a:spcBef>
              <a:spcAft>
                <a:spcPts val="0"/>
              </a:spcAft>
              <a:buSzPct val="100000"/>
              <a:buChar char="•"/>
            </a:pPr>
            <a:r>
              <a:rPr lang="fr-FR"/>
              <a:t>09H00 - 12h00 (avec pause en milieu de matinée)</a:t>
            </a:r>
            <a:endParaRPr/>
          </a:p>
          <a:p>
            <a:pPr marL="800100" lvl="1" indent="-314325" algn="l" rtl="0">
              <a:spcBef>
                <a:spcPts val="400"/>
              </a:spcBef>
              <a:spcAft>
                <a:spcPts val="0"/>
              </a:spcAft>
              <a:buSzPct val="100000"/>
              <a:buChar char="•"/>
            </a:pPr>
            <a:r>
              <a:rPr lang="fr-FR"/>
              <a:t>13h00 - 17h00 (avec pause en milieu d’après-midi)</a:t>
            </a:r>
            <a:endParaRPr/>
          </a:p>
          <a:p>
            <a:pPr marL="457200" lvl="1" indent="0" algn="l" rtl="0">
              <a:spcBef>
                <a:spcPts val="400"/>
              </a:spcBef>
              <a:spcAft>
                <a:spcPts val="0"/>
              </a:spcAft>
              <a:buSzPct val="100000"/>
              <a:buNone/>
            </a:pPr>
            <a:endParaRPr/>
          </a:p>
          <a:p>
            <a:pPr marL="342900" indent="-314325" algn="just">
              <a:spcBef>
                <a:spcPts val="400"/>
              </a:spcBef>
              <a:buSzPct val="100000"/>
              <a:buFont typeface="Arial"/>
              <a:buChar char="•"/>
            </a:pPr>
            <a:r>
              <a:rPr lang="fr-FR" b="0"/>
              <a:t>Alternance entre théorie et pratique. </a:t>
            </a:r>
          </a:p>
          <a:p>
            <a:pPr marL="0" indent="0" algn="just">
              <a:spcBef>
                <a:spcPts val="400"/>
              </a:spcBef>
            </a:pPr>
            <a:endParaRPr lang="fr-FR" b="0"/>
          </a:p>
          <a:p>
            <a:pPr marL="342900" indent="-314325" algn="just">
              <a:spcBef>
                <a:spcPts val="400"/>
              </a:spcBef>
              <a:buSzPct val="100000"/>
              <a:buFont typeface="Arial"/>
              <a:buChar char="•"/>
            </a:pPr>
            <a:r>
              <a:rPr lang="fr-FR" b="0"/>
              <a:t>L’évaluation s’appuie sur des QCM intermédiaires (30%) et un QCM final (70%). La validation de ce module vous fera gagner 2 crédits ECTS.</a:t>
            </a:r>
          </a:p>
          <a:p>
            <a:pPr marL="0" indent="0" algn="just">
              <a:spcBef>
                <a:spcPts val="400"/>
              </a:spcBef>
            </a:pPr>
            <a:endParaRPr lang="fr-FR" b="0"/>
          </a:p>
          <a:p>
            <a:pPr marL="342900" indent="-314325" algn="just">
              <a:spcBef>
                <a:spcPts val="400"/>
              </a:spcBef>
              <a:buSzPct val="100000"/>
              <a:buFont typeface="Arial"/>
              <a:buChar char="•"/>
            </a:pPr>
            <a:r>
              <a:rPr lang="fr-FR" b="0"/>
              <a:t>Pour mieux retenir et vous aider à réviser, pensez à prendre des notes ! </a:t>
            </a:r>
            <a:endParaRPr b="0"/>
          </a:p>
          <a:p>
            <a:pPr marL="342900" lvl="0" indent="-215900" algn="l" rtl="0">
              <a:spcBef>
                <a:spcPts val="1000"/>
              </a:spcBef>
              <a:spcAft>
                <a:spcPts val="0"/>
              </a:spcAft>
              <a:buClr>
                <a:schemeClr val="dk1"/>
              </a:buClr>
              <a:buSzPct val="100000"/>
              <a:buFont typeface="Arial"/>
              <a:buNone/>
            </a:pPr>
            <a:endParaRPr b="0"/>
          </a:p>
          <a:p>
            <a:pPr marL="342900" lvl="0" indent="-314325" algn="just" rtl="0">
              <a:spcBef>
                <a:spcPts val="1000"/>
              </a:spcBef>
              <a:spcAft>
                <a:spcPts val="0"/>
              </a:spcAft>
              <a:buClr>
                <a:schemeClr val="dk1"/>
              </a:buClr>
              <a:buSzPct val="100000"/>
              <a:buFont typeface="Arial"/>
              <a:buChar char="•"/>
            </a:pPr>
            <a:r>
              <a:rPr lang="fr-FR" b="0"/>
              <a:t>Liberté à s’exprimer dans le respect des autres et des objectifs de la formation.</a:t>
            </a:r>
            <a:endParaRPr/>
          </a:p>
          <a:p>
            <a:pPr marL="342900" lvl="0" indent="-215900" algn="l" rtl="0">
              <a:spcBef>
                <a:spcPts val="1000"/>
              </a:spcBef>
              <a:spcAft>
                <a:spcPts val="0"/>
              </a:spcAft>
              <a:buClr>
                <a:schemeClr val="dk1"/>
              </a:buClr>
              <a:buSzPct val="100000"/>
              <a:buFont typeface="Arial"/>
              <a:buNone/>
            </a:pPr>
            <a:endParaRPr b="0"/>
          </a:p>
          <a:p>
            <a:pPr marL="342900" indent="-314325" algn="just">
              <a:spcBef>
                <a:spcPts val="1000"/>
              </a:spcBef>
              <a:buSzPct val="100000"/>
              <a:buFont typeface="Arial"/>
              <a:buChar char="•"/>
            </a:pPr>
            <a:r>
              <a:rPr lang="fr-FR" b="0"/>
              <a:t>Bienveillance et implication pour une formation profitable à tous. </a:t>
            </a:r>
          </a:p>
          <a:p>
            <a:pPr marL="342900" indent="-314325" algn="just">
              <a:spcBef>
                <a:spcPts val="1000"/>
              </a:spcBef>
              <a:buSzPct val="100000"/>
              <a:buFont typeface="Arial"/>
              <a:buChar char="•"/>
            </a:pPr>
            <a:endParaRPr lang="fr-FR" b="0"/>
          </a:p>
          <a:p>
            <a:pPr marL="342900" indent="-314325" algn="just">
              <a:spcBef>
                <a:spcPts val="1000"/>
              </a:spcBef>
              <a:buSzPct val="100000"/>
              <a:buFont typeface="Arial"/>
              <a:buChar char="•"/>
            </a:pPr>
            <a:r>
              <a:rPr lang="fr-FR" b="0"/>
              <a:t>Il est préférable d'utiliser le système d'exploitation Windows pour suivre ce module. Utiliser un système Unix reste néanmoins possible.</a:t>
            </a:r>
          </a:p>
        </p:txBody>
      </p:sp>
    </p:spTree>
    <p:extLst>
      <p:ext uri="{BB962C8B-B14F-4D97-AF65-F5344CB8AC3E}">
        <p14:creationId xmlns:p14="http://schemas.microsoft.com/office/powerpoint/2010/main" val="4159026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69742" y="191463"/>
            <a:ext cx="8283718" cy="777499"/>
          </a:xfrm>
          <a:prstGeom prst="rect">
            <a:avLst/>
          </a:prstGeom>
          <a:noFill/>
          <a:ln>
            <a:noFill/>
          </a:ln>
        </p:spPr>
        <p:txBody>
          <a:bodyPr spcFirstLastPara="1" wrap="square" lIns="91425" tIns="45700" rIns="91425" bIns="45700" anchor="b" anchorCtr="0">
            <a:normAutofit/>
          </a:bodyPr>
          <a:lstStyle/>
          <a:p>
            <a:r>
              <a:rPr lang="fr-FR">
                <a:solidFill>
                  <a:srgbClr val="7030A0"/>
                </a:solidFill>
              </a:rPr>
              <a:t>DÉROULÉ DES EXERCICES</a:t>
            </a:r>
            <a:endParaRPr lang="en-US"/>
          </a:p>
        </p:txBody>
      </p:sp>
      <p:sp>
        <p:nvSpPr>
          <p:cNvPr id="121" name="Google Shape;121;p4"/>
          <p:cNvSpPr txBox="1">
            <a:spLocks noGrp="1"/>
          </p:cNvSpPr>
          <p:nvPr>
            <p:ph type="body" idx="1"/>
          </p:nvPr>
        </p:nvSpPr>
        <p:spPr>
          <a:xfrm>
            <a:off x="266485" y="1341190"/>
            <a:ext cx="8373533" cy="5324412"/>
          </a:xfrm>
          <a:prstGeom prst="rect">
            <a:avLst/>
          </a:prstGeom>
          <a:noFill/>
          <a:ln>
            <a:noFill/>
          </a:ln>
        </p:spPr>
        <p:txBody>
          <a:bodyPr spcFirstLastPara="1" wrap="square" lIns="91425" tIns="45700" rIns="91425" bIns="45700" anchor="t" anchorCtr="0">
            <a:normAutofit/>
          </a:bodyPr>
          <a:lstStyle/>
          <a:p>
            <a:pPr marL="342900" indent="-342900">
              <a:spcBef>
                <a:spcPts val="0"/>
              </a:spcBef>
              <a:buChar char="•"/>
            </a:pPr>
            <a:endParaRPr lang="fr-FR">
              <a:solidFill>
                <a:srgbClr val="000000"/>
              </a:solidFill>
            </a:endParaRPr>
          </a:p>
          <a:p>
            <a:pPr marL="342900" indent="-342900">
              <a:spcBef>
                <a:spcPts val="0"/>
              </a:spcBef>
              <a:buChar char="•"/>
            </a:pPr>
            <a:r>
              <a:rPr lang="fr-FR" sz="2400" b="0"/>
              <a:t>En début d'exercice, aucune indication ne sera donnée sur la résolution de la consigne. </a:t>
            </a:r>
            <a:endParaRPr lang="fr-FR"/>
          </a:p>
          <a:p>
            <a:pPr marL="342900" indent="-342900">
              <a:spcBef>
                <a:spcPts val="0"/>
              </a:spcBef>
              <a:buChar char="•"/>
            </a:pPr>
            <a:endParaRPr lang="fr-FR" sz="2400" b="0"/>
          </a:p>
          <a:p>
            <a:pPr marL="342900" indent="-342900">
              <a:spcBef>
                <a:spcPts val="0"/>
              </a:spcBef>
              <a:buChar char="•"/>
            </a:pPr>
            <a:r>
              <a:rPr lang="fr-FR" sz="2400" b="0"/>
              <a:t>Charge à vous de trouver la solution et de demander de l'aide à votre formateur.</a:t>
            </a:r>
            <a:endParaRPr lang="fr-FR"/>
          </a:p>
          <a:p>
            <a:pPr marL="342900" indent="-342900">
              <a:spcBef>
                <a:spcPts val="0"/>
              </a:spcBef>
              <a:buChar char="•"/>
            </a:pPr>
            <a:endParaRPr lang="fr-FR" sz="2400" b="0"/>
          </a:p>
          <a:p>
            <a:pPr marL="342900" indent="-342900">
              <a:spcBef>
                <a:spcPts val="0"/>
              </a:spcBef>
              <a:buChar char="•"/>
            </a:pPr>
            <a:r>
              <a:rPr lang="fr-FR" sz="2400" b="0"/>
              <a:t>Chaque exercice sera corrigé avec l'ensemble de la  classe (un étudiant se portera volontaire ou sera désigné).</a:t>
            </a:r>
          </a:p>
          <a:p>
            <a:pPr marL="342900" indent="-342900">
              <a:spcBef>
                <a:spcPts val="0"/>
              </a:spcBef>
              <a:buChar char="•"/>
            </a:pPr>
            <a:endParaRPr lang="fr-FR" sz="2400" b="0"/>
          </a:p>
          <a:p>
            <a:pPr marL="0" indent="0">
              <a:spcBef>
                <a:spcPts val="0"/>
              </a:spcBef>
              <a:buSzPts val="2000"/>
            </a:pPr>
            <a:endParaRPr lang="fr-FR" sz="1600" b="0"/>
          </a:p>
        </p:txBody>
      </p:sp>
    </p:spTree>
    <p:extLst>
      <p:ext uri="{BB962C8B-B14F-4D97-AF65-F5344CB8AC3E}">
        <p14:creationId xmlns:p14="http://schemas.microsoft.com/office/powerpoint/2010/main" val="621645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69742" y="191463"/>
            <a:ext cx="8283718" cy="777499"/>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600"/>
              <a:buFont typeface="Arial Black"/>
              <a:buNone/>
            </a:pPr>
            <a:r>
              <a:rPr lang="fr-FR">
                <a:solidFill>
                  <a:srgbClr val="7030A0"/>
                </a:solidFill>
              </a:rPr>
              <a:t>OBJECTIFS DE LA FORMATION</a:t>
            </a:r>
          </a:p>
        </p:txBody>
      </p:sp>
      <p:sp>
        <p:nvSpPr>
          <p:cNvPr id="121" name="Google Shape;121;p4"/>
          <p:cNvSpPr txBox="1">
            <a:spLocks noGrp="1"/>
          </p:cNvSpPr>
          <p:nvPr>
            <p:ph type="body" idx="1"/>
          </p:nvPr>
        </p:nvSpPr>
        <p:spPr>
          <a:xfrm>
            <a:off x="266485" y="1341190"/>
            <a:ext cx="8373533" cy="5324412"/>
          </a:xfrm>
          <a:prstGeom prst="rect">
            <a:avLst/>
          </a:prstGeom>
          <a:noFill/>
          <a:ln>
            <a:noFill/>
          </a:ln>
        </p:spPr>
        <p:txBody>
          <a:bodyPr spcFirstLastPara="1" wrap="square" lIns="91425" tIns="45700" rIns="91425" bIns="45700" anchor="t" anchorCtr="0">
            <a:normAutofit fontScale="92500"/>
          </a:bodyPr>
          <a:lstStyle/>
          <a:p>
            <a:pPr>
              <a:buSzPts val="2000"/>
              <a:buChar char="•"/>
            </a:pPr>
            <a:r>
              <a:rPr lang="en-US" sz="2400" b="0" err="1">
                <a:solidFill>
                  <a:schemeClr val="tx1"/>
                </a:solidFill>
              </a:rPr>
              <a:t>Comprendre</a:t>
            </a:r>
            <a:r>
              <a:rPr lang="en-US" sz="2400" b="0">
                <a:solidFill>
                  <a:schemeClr val="tx1"/>
                </a:solidFill>
              </a:rPr>
              <a:t> les concepts </a:t>
            </a:r>
            <a:r>
              <a:rPr lang="en-US" sz="2400" b="0" err="1">
                <a:solidFill>
                  <a:schemeClr val="tx1"/>
                </a:solidFill>
              </a:rPr>
              <a:t>fondamentaux</a:t>
            </a:r>
            <a:r>
              <a:rPr lang="en-US" sz="2400" b="0">
                <a:solidFill>
                  <a:schemeClr val="tx1"/>
                </a:solidFill>
              </a:rPr>
              <a:t> des bases de données NoSQL</a:t>
            </a:r>
          </a:p>
          <a:p>
            <a:pPr>
              <a:buSzPts val="2000"/>
              <a:buFont typeface="Arial"/>
              <a:buChar char="•"/>
            </a:pPr>
            <a:endParaRPr lang="en-US" sz="2400" b="0">
              <a:solidFill>
                <a:schemeClr val="tx1"/>
              </a:solidFill>
            </a:endParaRPr>
          </a:p>
          <a:p>
            <a:pPr marL="514350" indent="-285750">
              <a:buSzPts val="2000"/>
              <a:buFont typeface="Arial,Sans-Serif"/>
              <a:buChar char="•"/>
            </a:pPr>
            <a:r>
              <a:rPr lang="en-US" sz="2200" b="0" err="1">
                <a:solidFill>
                  <a:schemeClr val="tx1"/>
                </a:solidFill>
              </a:rPr>
              <a:t>Comprendre</a:t>
            </a:r>
            <a:r>
              <a:rPr lang="en-US" sz="2200" b="0">
                <a:solidFill>
                  <a:schemeClr val="tx1"/>
                </a:solidFill>
              </a:rPr>
              <a:t> les </a:t>
            </a:r>
            <a:r>
              <a:rPr lang="en-US" sz="2200" b="0" err="1">
                <a:solidFill>
                  <a:schemeClr val="tx1"/>
                </a:solidFill>
              </a:rPr>
              <a:t>avantages</a:t>
            </a:r>
            <a:r>
              <a:rPr lang="en-US" sz="2200" b="0">
                <a:solidFill>
                  <a:schemeClr val="tx1"/>
                </a:solidFill>
              </a:rPr>
              <a:t> et les limitations des bases de données NoSQL par rapport aux bases de données </a:t>
            </a:r>
            <a:r>
              <a:rPr lang="en-US" sz="2200" b="0" err="1">
                <a:solidFill>
                  <a:schemeClr val="tx1"/>
                </a:solidFill>
              </a:rPr>
              <a:t>relationnelles</a:t>
            </a:r>
            <a:endParaRPr lang="en-US" sz="2200" b="0">
              <a:solidFill>
                <a:schemeClr val="tx1"/>
              </a:solidFill>
            </a:endParaRPr>
          </a:p>
          <a:p>
            <a:pPr>
              <a:buSzPts val="2000"/>
              <a:buChar char="•"/>
            </a:pPr>
            <a:endParaRPr lang="en-US" sz="2400" b="0">
              <a:solidFill>
                <a:schemeClr val="tx1"/>
              </a:solidFill>
            </a:endParaRPr>
          </a:p>
          <a:p>
            <a:pPr>
              <a:buSzPts val="2000"/>
              <a:buChar char="•"/>
            </a:pPr>
            <a:r>
              <a:rPr lang="en-US" sz="2400" b="0">
                <a:solidFill>
                  <a:schemeClr val="tx1"/>
                </a:solidFill>
              </a:rPr>
              <a:t>Explorer </a:t>
            </a:r>
            <a:r>
              <a:rPr lang="en-US" sz="2400" b="0" err="1">
                <a:solidFill>
                  <a:schemeClr val="tx1"/>
                </a:solidFill>
              </a:rPr>
              <a:t>différentes</a:t>
            </a:r>
            <a:r>
              <a:rPr lang="en-US" sz="2400" b="0">
                <a:solidFill>
                  <a:schemeClr val="tx1"/>
                </a:solidFill>
              </a:rPr>
              <a:t> </a:t>
            </a:r>
            <a:r>
              <a:rPr lang="en-US" sz="2400" b="0" err="1">
                <a:solidFill>
                  <a:schemeClr val="tx1"/>
                </a:solidFill>
              </a:rPr>
              <a:t>catégories</a:t>
            </a:r>
            <a:r>
              <a:rPr lang="en-US" sz="2400" b="0">
                <a:solidFill>
                  <a:schemeClr val="tx1"/>
                </a:solidFill>
              </a:rPr>
              <a:t> de bases de données NoSQL</a:t>
            </a:r>
            <a:endParaRPr lang="en-US">
              <a:solidFill>
                <a:schemeClr val="tx1"/>
              </a:solidFill>
            </a:endParaRPr>
          </a:p>
          <a:p>
            <a:pPr>
              <a:buSzPts val="2000"/>
              <a:buChar char="•"/>
            </a:pPr>
            <a:endParaRPr lang="en-US" sz="2400" b="0">
              <a:solidFill>
                <a:schemeClr val="tx1"/>
              </a:solidFill>
            </a:endParaRPr>
          </a:p>
          <a:p>
            <a:pPr>
              <a:buSzPts val="2000"/>
              <a:buChar char="•"/>
            </a:pPr>
            <a:r>
              <a:rPr lang="en-US" sz="2400" b="0" err="1">
                <a:solidFill>
                  <a:schemeClr val="tx1"/>
                </a:solidFill>
              </a:rPr>
              <a:t>Apprendre</a:t>
            </a:r>
            <a:r>
              <a:rPr lang="en-US" sz="2400" b="0">
                <a:solidFill>
                  <a:schemeClr val="tx1"/>
                </a:solidFill>
              </a:rPr>
              <a:t> à </a:t>
            </a:r>
            <a:r>
              <a:rPr lang="en-US" sz="2400" b="0" err="1">
                <a:solidFill>
                  <a:schemeClr val="tx1"/>
                </a:solidFill>
              </a:rPr>
              <a:t>concevoir</a:t>
            </a:r>
            <a:r>
              <a:rPr lang="en-US" sz="2400" b="0">
                <a:solidFill>
                  <a:schemeClr val="tx1"/>
                </a:solidFill>
              </a:rPr>
              <a:t> et à </a:t>
            </a:r>
            <a:r>
              <a:rPr lang="en-US" sz="2400" b="0" err="1">
                <a:solidFill>
                  <a:schemeClr val="tx1"/>
                </a:solidFill>
              </a:rPr>
              <a:t>modéliser</a:t>
            </a:r>
            <a:r>
              <a:rPr lang="en-US" sz="2400" b="0">
                <a:solidFill>
                  <a:schemeClr val="tx1"/>
                </a:solidFill>
              </a:rPr>
              <a:t> des bases de données NoSQL</a:t>
            </a:r>
            <a:endParaRPr lang="en-US">
              <a:solidFill>
                <a:schemeClr val="tx1"/>
              </a:solidFill>
            </a:endParaRPr>
          </a:p>
          <a:p>
            <a:pPr>
              <a:buSzPts val="2000"/>
              <a:buChar char="•"/>
            </a:pPr>
            <a:endParaRPr lang="en-US" sz="2400" b="0">
              <a:solidFill>
                <a:schemeClr val="tx1"/>
              </a:solidFill>
            </a:endParaRPr>
          </a:p>
          <a:p>
            <a:pPr>
              <a:buSzPts val="2000"/>
              <a:buChar char="•"/>
            </a:pPr>
            <a:r>
              <a:rPr lang="en-US" sz="2400" b="0" err="1">
                <a:solidFill>
                  <a:schemeClr val="tx1"/>
                </a:solidFill>
              </a:rPr>
              <a:t>Acquérir</a:t>
            </a:r>
            <a:r>
              <a:rPr lang="en-US" sz="2400" b="0">
                <a:solidFill>
                  <a:schemeClr val="tx1"/>
                </a:solidFill>
              </a:rPr>
              <a:t> des </a:t>
            </a:r>
            <a:r>
              <a:rPr lang="en-US" sz="2400" b="0" err="1">
                <a:solidFill>
                  <a:schemeClr val="tx1"/>
                </a:solidFill>
              </a:rPr>
              <a:t>compétences</a:t>
            </a:r>
            <a:r>
              <a:rPr lang="en-US" sz="2400" b="0">
                <a:solidFill>
                  <a:schemeClr val="tx1"/>
                </a:solidFill>
              </a:rPr>
              <a:t> pratiques pour la manipulation de données dans les bases de données NoSQL</a:t>
            </a:r>
            <a:endParaRPr lang="en-US">
              <a:solidFill>
                <a:schemeClr val="tx1"/>
              </a:solidFill>
            </a:endParaRPr>
          </a:p>
          <a:p>
            <a:pPr>
              <a:buSzPts val="2000"/>
              <a:buChar char="•"/>
            </a:pPr>
            <a:endParaRPr lang="en-US" sz="2400" b="0">
              <a:solidFill>
                <a:srgbClr val="7030A0"/>
              </a:solidFill>
            </a:endParaRPr>
          </a:p>
          <a:p>
            <a:pPr marL="342900" indent="-342900">
              <a:spcBef>
                <a:spcPts val="0"/>
              </a:spcBef>
              <a:buSzPts val="2000"/>
              <a:buChar char="•"/>
            </a:pPr>
            <a:endParaRPr lang="en-US" sz="2400" b="0">
              <a:solidFill>
                <a:srgbClr val="7030A0"/>
              </a:solidFill>
            </a:endParaRPr>
          </a:p>
          <a:p>
            <a:pPr marL="0" indent="0">
              <a:spcBef>
                <a:spcPts val="0"/>
              </a:spcBef>
              <a:buSzPts val="2000"/>
            </a:pPr>
            <a:endParaRPr lang="en-US" sz="1600" b="0"/>
          </a:p>
        </p:txBody>
      </p:sp>
    </p:spTree>
    <p:extLst>
      <p:ext uri="{BB962C8B-B14F-4D97-AF65-F5344CB8AC3E}">
        <p14:creationId xmlns:p14="http://schemas.microsoft.com/office/powerpoint/2010/main" val="4101295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600"/>
              <a:buFont typeface="Arial Black"/>
              <a:buNone/>
            </a:pPr>
            <a:r>
              <a:rPr lang="fr-FR">
                <a:solidFill>
                  <a:srgbClr val="7030A0"/>
                </a:solidFill>
              </a:rPr>
              <a:t>AVEZ-VOUS DES QUESTIONS ?</a:t>
            </a:r>
            <a:endParaRPr lang="en-US">
              <a:solidFill>
                <a:srgbClr val="7030A0"/>
              </a:solidFill>
            </a:endParaRPr>
          </a:p>
        </p:txBody>
      </p:sp>
      <p:pic>
        <p:nvPicPr>
          <p:cNvPr id="134" name="Google Shape;134;p6" descr="https://www.wortis.fr/wp-content/uploads/2018/07/question.png"/>
          <p:cNvPicPr preferRelativeResize="0"/>
          <p:nvPr/>
        </p:nvPicPr>
        <p:blipFill rotWithShape="1">
          <a:blip r:embed="rId3">
            <a:alphaModFix/>
          </a:blip>
          <a:srcRect/>
          <a:stretch/>
        </p:blipFill>
        <p:spPr>
          <a:xfrm>
            <a:off x="1979712" y="1844823"/>
            <a:ext cx="4572000" cy="4191001"/>
          </a:xfrm>
          <a:prstGeom prst="rect">
            <a:avLst/>
          </a:prstGeom>
          <a:noFill/>
          <a:ln>
            <a:noFill/>
          </a:ln>
        </p:spPr>
      </p:pic>
    </p:spTree>
    <p:extLst>
      <p:ext uri="{BB962C8B-B14F-4D97-AF65-F5344CB8AC3E}">
        <p14:creationId xmlns:p14="http://schemas.microsoft.com/office/powerpoint/2010/main" val="2773230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r>
              <a:rPr lang="fr-FR" sz="7200">
                <a:solidFill>
                  <a:srgbClr val="7030A0"/>
                </a:solidFill>
              </a:rPr>
              <a:t>JOUR 1</a:t>
            </a:r>
            <a:endParaRPr lang="en-US">
              <a:solidFill>
                <a:srgbClr val="7030A0"/>
              </a:solidFill>
            </a:endParaRPr>
          </a:p>
        </p:txBody>
      </p:sp>
      <p:sp>
        <p:nvSpPr>
          <p:cNvPr id="140" name="Google Shape;140;p7"/>
          <p:cNvSpPr txBox="1">
            <a:spLocks noGrp="1"/>
          </p:cNvSpPr>
          <p:nvPr>
            <p:ph type="subTitle" idx="1"/>
          </p:nvPr>
        </p:nvSpPr>
        <p:spPr>
          <a:xfrm>
            <a:off x="533400" y="2971800"/>
            <a:ext cx="6858000" cy="914400"/>
          </a:xfrm>
          <a:prstGeom prst="rect">
            <a:avLst/>
          </a:prstGeom>
          <a:noFill/>
          <a:ln>
            <a:noFill/>
          </a:ln>
        </p:spPr>
        <p:txBody>
          <a:bodyPr spcFirstLastPara="1" wrap="square" lIns="91425" tIns="45700" rIns="91425" bIns="45700" anchor="t" anchorCtr="0">
            <a:normAutofit/>
          </a:bodyPr>
          <a:lstStyle/>
          <a:p>
            <a:pPr marL="0" indent="0">
              <a:spcBef>
                <a:spcPts val="0"/>
              </a:spcBef>
            </a:pPr>
            <a:r>
              <a:rPr lang="fr-FR" sz="2800">
                <a:solidFill>
                  <a:srgbClr val="002060"/>
                </a:solidFill>
              </a:rPr>
              <a:t>NOSQL – LES FONDAMENTAUX </a:t>
            </a:r>
            <a:endParaRPr lang="fr-FR"/>
          </a:p>
        </p:txBody>
      </p:sp>
    </p:spTree>
    <p:extLst>
      <p:ext uri="{BB962C8B-B14F-4D97-AF65-F5344CB8AC3E}">
        <p14:creationId xmlns:p14="http://schemas.microsoft.com/office/powerpoint/2010/main" val="1753943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a:spLocks noGrp="1"/>
          </p:cNvSpPr>
          <p:nvPr>
            <p:ph type="title"/>
          </p:nvPr>
        </p:nvSpPr>
        <p:spPr>
          <a:xfrm>
            <a:off x="33867" y="5090"/>
            <a:ext cx="8796865" cy="615600"/>
          </a:xfrm>
          <a:prstGeom prst="rect">
            <a:avLst/>
          </a:prstGeom>
          <a:noFill/>
          <a:ln>
            <a:noFill/>
          </a:ln>
        </p:spPr>
        <p:txBody>
          <a:bodyPr spcFirstLastPara="1" wrap="square" lIns="91425" tIns="45700" rIns="91425" bIns="45700" anchor="b" anchorCtr="0">
            <a:normAutofit fontScale="90000"/>
          </a:bodyPr>
          <a:lstStyle/>
          <a:p>
            <a:pPr>
              <a:buClr>
                <a:schemeClr val="accent5"/>
              </a:buClr>
              <a:buSzPct val="100000"/>
            </a:pPr>
            <a:r>
              <a:rPr lang="fr-FR">
                <a:solidFill>
                  <a:srgbClr val="7030A0"/>
                </a:solidFill>
              </a:rPr>
              <a:t>C'EST À VOUS, PRENEZ LA PAROLE !</a:t>
            </a:r>
          </a:p>
        </p:txBody>
      </p:sp>
      <p:sp>
        <p:nvSpPr>
          <p:cNvPr id="146" name="Google Shape;146;p8"/>
          <p:cNvSpPr txBox="1">
            <a:spLocks noGrp="1"/>
          </p:cNvSpPr>
          <p:nvPr>
            <p:ph type="body" idx="1"/>
          </p:nvPr>
        </p:nvSpPr>
        <p:spPr>
          <a:xfrm>
            <a:off x="448733" y="711621"/>
            <a:ext cx="8363400" cy="6029700"/>
          </a:xfrm>
          <a:prstGeom prst="rect">
            <a:avLst/>
          </a:prstGeom>
          <a:noFill/>
          <a:ln>
            <a:noFill/>
          </a:ln>
        </p:spPr>
        <p:txBody>
          <a:bodyPr spcFirstLastPara="1" wrap="square" lIns="91425" tIns="45700" rIns="91425" bIns="45700" anchor="t" anchorCtr="0">
            <a:normAutofit/>
          </a:bodyPr>
          <a:lstStyle/>
          <a:p>
            <a:pPr marL="0" indent="0">
              <a:spcBef>
                <a:spcPts val="0"/>
              </a:spcBef>
              <a:buSzPts val="2000"/>
            </a:pPr>
            <a:endParaRPr lang="fr-FR"/>
          </a:p>
          <a:p>
            <a:pPr marL="0" indent="0">
              <a:spcBef>
                <a:spcPts val="0"/>
              </a:spcBef>
              <a:buSzPts val="2000"/>
            </a:pPr>
            <a:endParaRPr lang="fr-FR"/>
          </a:p>
          <a:p>
            <a:pPr marL="0" indent="0">
              <a:spcBef>
                <a:spcPts val="0"/>
              </a:spcBef>
            </a:pPr>
            <a:r>
              <a:rPr lang="fr-FR" sz="2800"/>
              <a:t>Partagez votre compréhension des notions suivantes : SGBDR (ou RDBMS)  et SQL.</a:t>
            </a:r>
          </a:p>
          <a:p>
            <a:pPr marL="0" indent="0">
              <a:spcBef>
                <a:spcPts val="0"/>
              </a:spcBef>
              <a:buSzPts val="2000"/>
            </a:pPr>
            <a:endParaRPr lang="fr-FR" sz="2800"/>
          </a:p>
          <a:p>
            <a:pPr marL="0" indent="0">
              <a:spcBef>
                <a:spcPts val="0"/>
              </a:spcBef>
              <a:buSzPts val="2000"/>
            </a:pPr>
            <a:endParaRPr lang="fr-FR" sz="2800"/>
          </a:p>
          <a:p>
            <a:pPr marL="0" indent="0">
              <a:spcBef>
                <a:spcPts val="0"/>
              </a:spcBef>
              <a:buSzPts val="2000"/>
            </a:pPr>
            <a:endParaRPr lang="fr-FR" sz="2800"/>
          </a:p>
        </p:txBody>
      </p:sp>
      <p:pic>
        <p:nvPicPr>
          <p:cNvPr id="3" name="Google Shape;108;p2">
            <a:extLst>
              <a:ext uri="{FF2B5EF4-FFF2-40B4-BE49-F238E27FC236}">
                <a16:creationId xmlns:a16="http://schemas.microsoft.com/office/drawing/2014/main" id="{EA56CF32-3BD4-1240-A29E-9A932B7B87CC}"/>
              </a:ext>
            </a:extLst>
          </p:cNvPr>
          <p:cNvPicPr preferRelativeResize="0"/>
          <p:nvPr/>
        </p:nvPicPr>
        <p:blipFill>
          <a:blip r:embed="rId3">
            <a:alphaModFix/>
          </a:blip>
          <a:stretch>
            <a:fillRect/>
          </a:stretch>
        </p:blipFill>
        <p:spPr>
          <a:xfrm>
            <a:off x="4670250" y="4149000"/>
            <a:ext cx="4294250" cy="2655225"/>
          </a:xfrm>
          <a:prstGeom prst="rect">
            <a:avLst/>
          </a:prstGeom>
          <a:noFill/>
          <a:ln>
            <a:noFill/>
          </a:ln>
        </p:spPr>
      </p:pic>
    </p:spTree>
    <p:extLst>
      <p:ext uri="{BB962C8B-B14F-4D97-AF65-F5344CB8AC3E}">
        <p14:creationId xmlns:p14="http://schemas.microsoft.com/office/powerpoint/2010/main" val="3329149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a:spLocks noGrp="1"/>
          </p:cNvSpPr>
          <p:nvPr>
            <p:ph type="title"/>
          </p:nvPr>
        </p:nvSpPr>
        <p:spPr>
          <a:xfrm>
            <a:off x="-4738" y="-1261"/>
            <a:ext cx="9195599" cy="1371600"/>
          </a:xfrm>
          <a:prstGeom prst="rect">
            <a:avLst/>
          </a:prstGeom>
          <a:noFill/>
          <a:ln>
            <a:noFill/>
          </a:ln>
        </p:spPr>
        <p:txBody>
          <a:bodyPr spcFirstLastPara="1" wrap="square" lIns="91425" tIns="45700" rIns="91425" bIns="45700" anchor="b" anchorCtr="0">
            <a:normAutofit/>
          </a:bodyPr>
          <a:lstStyle/>
          <a:p>
            <a:r>
              <a:rPr lang="fr-FR">
                <a:solidFill>
                  <a:schemeClr val="tx1"/>
                </a:solidFill>
              </a:rPr>
              <a:t>NOSQL :</a:t>
            </a:r>
            <a:r>
              <a:rPr lang="fr-FR">
                <a:solidFill>
                  <a:srgbClr val="7030A0"/>
                </a:solidFill>
              </a:rPr>
              <a:t> COMMENÇONS PAR UNE DÉFINITION...</a:t>
            </a:r>
            <a:endParaRPr lang="fr-FR"/>
          </a:p>
        </p:txBody>
      </p:sp>
      <p:sp>
        <p:nvSpPr>
          <p:cNvPr id="229" name="Google Shape;229;p17"/>
          <p:cNvSpPr txBox="1">
            <a:spLocks noGrp="1"/>
          </p:cNvSpPr>
          <p:nvPr>
            <p:ph type="body" idx="1"/>
          </p:nvPr>
        </p:nvSpPr>
        <p:spPr>
          <a:xfrm>
            <a:off x="245533" y="1470360"/>
            <a:ext cx="8662320" cy="5178992"/>
          </a:xfrm>
          <a:prstGeom prst="rect">
            <a:avLst/>
          </a:prstGeom>
          <a:noFill/>
          <a:ln>
            <a:noFill/>
          </a:ln>
        </p:spPr>
        <p:txBody>
          <a:bodyPr spcFirstLastPara="1" wrap="square" lIns="91425" tIns="45700" rIns="91425" bIns="45700" anchor="t" anchorCtr="0">
            <a:normAutofit/>
          </a:bodyPr>
          <a:lstStyle/>
          <a:p>
            <a:pPr marL="342900" indent="-342900">
              <a:spcBef>
                <a:spcPts val="1000"/>
              </a:spcBef>
              <a:buSzPts val="2000"/>
              <a:buFont typeface="Arial"/>
              <a:buChar char="•"/>
            </a:pPr>
            <a:endParaRPr lang="fr-FR" sz="2400" b="0">
              <a:solidFill>
                <a:schemeClr val="tx1"/>
              </a:solidFill>
            </a:endParaRPr>
          </a:p>
          <a:p>
            <a:pPr marL="342900" indent="-342900">
              <a:spcBef>
                <a:spcPts val="1000"/>
              </a:spcBef>
              <a:buSzPts val="2000"/>
              <a:buFont typeface="Arial"/>
              <a:buChar char="•"/>
            </a:pPr>
            <a:r>
              <a:rPr lang="fr-FR" sz="2400" b="0">
                <a:solidFill>
                  <a:schemeClr val="tx1"/>
                </a:solidFill>
              </a:rPr>
              <a:t>NoSQL = </a:t>
            </a:r>
            <a:r>
              <a:rPr lang="fr-FR" sz="2400">
                <a:solidFill>
                  <a:schemeClr val="tx1"/>
                </a:solidFill>
              </a:rPr>
              <a:t>Not </a:t>
            </a:r>
            <a:r>
              <a:rPr lang="fr-FR" sz="2400" err="1">
                <a:solidFill>
                  <a:schemeClr val="tx1"/>
                </a:solidFill>
              </a:rPr>
              <a:t>Only</a:t>
            </a:r>
            <a:r>
              <a:rPr lang="fr-FR" sz="2400">
                <a:solidFill>
                  <a:schemeClr val="tx1"/>
                </a:solidFill>
              </a:rPr>
              <a:t> </a:t>
            </a:r>
            <a:r>
              <a:rPr lang="fr-FR" sz="2400" b="0">
                <a:solidFill>
                  <a:schemeClr val="tx1"/>
                </a:solidFill>
              </a:rPr>
              <a:t>SQL </a:t>
            </a:r>
            <a:endParaRPr lang="fr-FR" sz="2400">
              <a:solidFill>
                <a:schemeClr val="tx1"/>
              </a:solidFill>
            </a:endParaRPr>
          </a:p>
          <a:p>
            <a:pPr marL="342900" indent="-342900">
              <a:spcBef>
                <a:spcPts val="1000"/>
              </a:spcBef>
              <a:buSzPts val="2000"/>
              <a:buFont typeface="Arial"/>
              <a:buChar char="•"/>
            </a:pPr>
            <a:endParaRPr lang="fr-FR" sz="2400" b="0">
              <a:solidFill>
                <a:schemeClr val="tx1"/>
              </a:solidFill>
            </a:endParaRPr>
          </a:p>
          <a:p>
            <a:pPr marL="342900" indent="-342900">
              <a:spcBef>
                <a:spcPts val="1000"/>
              </a:spcBef>
              <a:buSzPts val="2000"/>
              <a:buFont typeface="Arial"/>
              <a:buChar char="•"/>
            </a:pPr>
            <a:r>
              <a:rPr lang="fr-FR" sz="2400" b="0">
                <a:solidFill>
                  <a:schemeClr val="tx1"/>
                </a:solidFill>
              </a:rPr>
              <a:t>Catégorie de systèmes de gestion de bases de données conçus pour répondre à des usages et besoins différents de ceux traités historiquement par les SGBDR.</a:t>
            </a:r>
            <a:endParaRPr lang="fr-FR" sz="2400">
              <a:solidFill>
                <a:schemeClr val="tx1"/>
              </a:solidFill>
            </a:endParaRPr>
          </a:p>
          <a:p>
            <a:pPr marL="342900" indent="-342900">
              <a:spcBef>
                <a:spcPts val="1000"/>
              </a:spcBef>
              <a:buSzPts val="2000"/>
              <a:buFont typeface="Arial"/>
              <a:buChar char="•"/>
            </a:pPr>
            <a:endParaRPr lang="fr-FR" sz="2400" b="0">
              <a:solidFill>
                <a:schemeClr val="tx1"/>
              </a:solidFill>
            </a:endParaRPr>
          </a:p>
          <a:p>
            <a:pPr marL="342900" indent="-342900">
              <a:spcBef>
                <a:spcPts val="1000"/>
              </a:spcBef>
              <a:buSzPts val="2000"/>
              <a:buFont typeface="Arial"/>
              <a:buChar char="•"/>
            </a:pPr>
            <a:r>
              <a:rPr lang="fr-FR" sz="2400" b="0">
                <a:solidFill>
                  <a:schemeClr val="tx1"/>
                </a:solidFill>
              </a:rPr>
              <a:t>Au service des stack techniques modernes et du </a:t>
            </a:r>
            <a:r>
              <a:rPr lang="fr-FR" sz="2400">
                <a:solidFill>
                  <a:schemeClr val="tx1"/>
                </a:solidFill>
              </a:rPr>
              <a:t>Big Data</a:t>
            </a:r>
            <a:r>
              <a:rPr lang="fr-FR" sz="2400" b="0">
                <a:solidFill>
                  <a:schemeClr val="tx1"/>
                </a:solidFill>
              </a:rPr>
              <a:t>.</a:t>
            </a:r>
          </a:p>
          <a:p>
            <a:pPr marL="342900" indent="-342900">
              <a:spcBef>
                <a:spcPts val="1000"/>
              </a:spcBef>
              <a:buSzPts val="2000"/>
              <a:buFont typeface="Arial"/>
              <a:buChar char="•"/>
            </a:pPr>
            <a:endParaRPr lang="fr-FR" sz="1600" b="0">
              <a:solidFill>
                <a:schemeClr val="tx1"/>
              </a:solidFill>
            </a:endParaRPr>
          </a:p>
          <a:p>
            <a:pPr marL="342900" indent="-342900">
              <a:spcBef>
                <a:spcPts val="1000"/>
              </a:spcBef>
              <a:buSzPts val="2000"/>
              <a:buFont typeface="Arial"/>
              <a:buChar char="•"/>
            </a:pPr>
            <a:endParaRPr lang="fr-FR" sz="1600">
              <a:solidFill>
                <a:schemeClr val="tx1"/>
              </a:solidFill>
            </a:endParaRPr>
          </a:p>
        </p:txBody>
      </p:sp>
    </p:spTree>
    <p:extLst>
      <p:ext uri="{BB962C8B-B14F-4D97-AF65-F5344CB8AC3E}">
        <p14:creationId xmlns:p14="http://schemas.microsoft.com/office/powerpoint/2010/main" val="950889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204379"/>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rgbClr val="7030A0"/>
                </a:solidFill>
              </a:rPr>
              <a:t>BASE DE DONNÉES - </a:t>
            </a:r>
            <a:r>
              <a:rPr lang="fr-FR">
                <a:solidFill>
                  <a:schemeClr val="tx1"/>
                </a:solidFill>
              </a:rPr>
              <a:t>HISTORIQUE</a:t>
            </a:r>
          </a:p>
        </p:txBody>
      </p:sp>
      <p:sp>
        <p:nvSpPr>
          <p:cNvPr id="832" name="Google Shape;832;p106"/>
          <p:cNvSpPr txBox="1">
            <a:spLocks noGrp="1"/>
          </p:cNvSpPr>
          <p:nvPr>
            <p:ph type="body" idx="1"/>
          </p:nvPr>
        </p:nvSpPr>
        <p:spPr>
          <a:xfrm>
            <a:off x="457200" y="1440686"/>
            <a:ext cx="8261537" cy="5156666"/>
          </a:xfrm>
          <a:prstGeom prst="rect">
            <a:avLst/>
          </a:prstGeom>
          <a:noFill/>
          <a:ln>
            <a:noFill/>
          </a:ln>
        </p:spPr>
        <p:txBody>
          <a:bodyPr spcFirstLastPara="1" wrap="square" lIns="91425" tIns="45700" rIns="91425" bIns="45700" anchor="t" anchorCtr="0">
            <a:normAutofit lnSpcReduction="10000"/>
          </a:bodyPr>
          <a:lstStyle/>
          <a:p>
            <a:pPr marL="0" indent="0">
              <a:spcBef>
                <a:spcPts val="0"/>
              </a:spcBef>
              <a:buSzPct val="100000"/>
            </a:pPr>
            <a:r>
              <a:rPr lang="fr-FR" b="0"/>
              <a:t>Evolution principales des systèmes de stockage de données:</a:t>
            </a:r>
          </a:p>
          <a:p>
            <a:pPr marL="285750" indent="-285750">
              <a:buChar char="•"/>
            </a:pPr>
            <a:endParaRPr lang="fr-FR" sz="1800"/>
          </a:p>
          <a:p>
            <a:pPr marL="285750" indent="-285750">
              <a:buChar char="•"/>
            </a:pPr>
            <a:r>
              <a:rPr lang="fr-FR" sz="1800"/>
              <a:t>Années 60-70 -  Hiérarchique : </a:t>
            </a:r>
            <a:r>
              <a:rPr lang="fr-FR" sz="1800" b="0"/>
              <a:t>les données sont organisées de manière hiérarchique sous forme d'arborescences. Chaque nœud peut avoir plusieurs nœuds enfants.</a:t>
            </a:r>
            <a:endParaRPr lang="fr-FR"/>
          </a:p>
          <a:p>
            <a:pPr marL="285750" indent="-285750">
              <a:buChar char="•"/>
            </a:pPr>
            <a:endParaRPr lang="fr-FR" sz="1800" b="0"/>
          </a:p>
          <a:p>
            <a:pPr marL="285750" indent="-285750">
              <a:buChar char="•"/>
            </a:pPr>
            <a:r>
              <a:rPr lang="fr-FR" sz="1800"/>
              <a:t>Années 70 à aujourd'hui - Relationnelle : </a:t>
            </a:r>
            <a:r>
              <a:rPr lang="fr-FR" sz="1800" b="0"/>
              <a:t>Les données sont organisées sous forme de tables liées entre elles par des clés étrangères. Utilise le langage SQL pour les requêtes.</a:t>
            </a:r>
          </a:p>
          <a:p>
            <a:pPr marL="285750" lvl="0" indent="-285750" algn="l">
              <a:spcAft>
                <a:spcPts val="0"/>
              </a:spcAft>
              <a:buClr>
                <a:schemeClr val="dk1"/>
              </a:buClr>
              <a:buFont typeface="Arial"/>
              <a:buChar char="•"/>
            </a:pPr>
            <a:endParaRPr lang="fr-FR" sz="1800" b="0"/>
          </a:p>
          <a:p>
            <a:pPr marL="285750" indent="-285750">
              <a:buChar char="•"/>
            </a:pPr>
            <a:r>
              <a:rPr lang="fr-FR" sz="1800"/>
              <a:t>Années 2000 à aujourd'hui – NoSQL : </a:t>
            </a:r>
            <a:r>
              <a:rPr lang="fr-FR" sz="1800" b="0"/>
              <a:t>bases de données conçues pour gérer des données non relationnelles, en grand volume et souvent distribuées à grande échelle. Peut prendre différentes formes de stockage (détaillées lors de ce module)</a:t>
            </a:r>
          </a:p>
          <a:p>
            <a:pPr marL="285750" indent="-285750">
              <a:buChar char="•"/>
            </a:pPr>
            <a:endParaRPr lang="fr-FR" sz="1800" b="0"/>
          </a:p>
          <a:p>
            <a:pPr marL="285750" indent="-285750">
              <a:buChar char="•"/>
            </a:pPr>
            <a:r>
              <a:rPr lang="fr-FR" sz="1800"/>
              <a:t>Depuis 2010 – NewSQL </a:t>
            </a:r>
            <a:r>
              <a:rPr lang="fr-FR" sz="1800" b="0"/>
              <a:t>: Tentative de combinaison des avantages des bases de données relationnelles avec la scalabilité horizontale des bases de données NoSQL.</a:t>
            </a:r>
          </a:p>
          <a:p>
            <a:pPr marL="285750" indent="-285750">
              <a:buChar char="•"/>
            </a:pPr>
            <a:endParaRPr lang="fr-FR" sz="1800" b="0"/>
          </a:p>
          <a:p>
            <a:pPr marL="0" indent="0">
              <a:spcBef>
                <a:spcPts val="0"/>
              </a:spcBef>
            </a:pPr>
            <a:endParaRPr lang="fr-FR" sz="1800" b="0"/>
          </a:p>
          <a:p>
            <a:pPr marL="0" indent="0">
              <a:spcBef>
                <a:spcPts val="940"/>
              </a:spcBef>
              <a:buSzPct val="100000"/>
            </a:pPr>
            <a:endParaRPr lang="fr-FR" sz="1800"/>
          </a:p>
          <a:p>
            <a:pPr marL="342900" indent="-234950">
              <a:spcBef>
                <a:spcPts val="940"/>
              </a:spcBef>
              <a:buSzPct val="100000"/>
            </a:pPr>
            <a:endParaRPr lang="en-US" sz="1800"/>
          </a:p>
          <a:p>
            <a:pPr marL="0" indent="0">
              <a:spcBef>
                <a:spcPts val="940"/>
              </a:spcBef>
              <a:buSzPct val="100000"/>
            </a:pPr>
            <a:endParaRPr lang="en-US" sz="1800"/>
          </a:p>
        </p:txBody>
      </p:sp>
    </p:spTree>
    <p:extLst>
      <p:ext uri="{BB962C8B-B14F-4D97-AF65-F5344CB8AC3E}">
        <p14:creationId xmlns:p14="http://schemas.microsoft.com/office/powerpoint/2010/main" val="347922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204379"/>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GAFAM </a:t>
            </a:r>
            <a:r>
              <a:rPr lang="fr-FR">
                <a:solidFill>
                  <a:srgbClr val="7030A0"/>
                </a:solidFill>
              </a:rPr>
              <a:t>ET NOSQL - </a:t>
            </a:r>
            <a:r>
              <a:rPr lang="fr-FR">
                <a:solidFill>
                  <a:schemeClr val="tx1"/>
                </a:solidFill>
              </a:rPr>
              <a:t>HISTORIQUE</a:t>
            </a:r>
          </a:p>
        </p:txBody>
      </p:sp>
      <p:sp>
        <p:nvSpPr>
          <p:cNvPr id="832" name="Google Shape;832;p106"/>
          <p:cNvSpPr txBox="1">
            <a:spLocks noGrp="1"/>
          </p:cNvSpPr>
          <p:nvPr>
            <p:ph type="body" idx="1"/>
          </p:nvPr>
        </p:nvSpPr>
        <p:spPr>
          <a:xfrm>
            <a:off x="457200" y="1440686"/>
            <a:ext cx="8261537" cy="5156666"/>
          </a:xfrm>
          <a:prstGeom prst="rect">
            <a:avLst/>
          </a:prstGeom>
          <a:noFill/>
          <a:ln>
            <a:noFill/>
          </a:ln>
        </p:spPr>
        <p:txBody>
          <a:bodyPr spcFirstLastPara="1" wrap="square" lIns="91425" tIns="45700" rIns="91425" bIns="45700" anchor="t" anchorCtr="0">
            <a:normAutofit/>
          </a:bodyPr>
          <a:lstStyle/>
          <a:p>
            <a:pPr marL="342900" indent="-342900">
              <a:spcBef>
                <a:spcPts val="0"/>
              </a:spcBef>
              <a:buChar char="•"/>
            </a:pPr>
            <a:r>
              <a:rPr lang="fr-FR" b="0"/>
              <a:t>Les GAFAM ont joué un rôle primordial dans le développement et la popularisation des technologies NoSQL.  Le trafic généré par ces plateformes a obligé chacune d'elles à imaginer de nouvelles solutions techniques. </a:t>
            </a:r>
            <a:endParaRPr lang="en-US"/>
          </a:p>
          <a:p>
            <a:pPr marL="342900" indent="-342900">
              <a:spcBef>
                <a:spcPts val="0"/>
              </a:spcBef>
              <a:buChar char="•"/>
            </a:pPr>
            <a:endParaRPr lang="fr-FR" b="0"/>
          </a:p>
          <a:p>
            <a:pPr marL="342900" indent="-342900">
              <a:spcBef>
                <a:spcPts val="0"/>
              </a:spcBef>
              <a:buChar char="•"/>
            </a:pPr>
            <a:r>
              <a:rPr lang="fr-FR" b="0"/>
              <a:t>Google est ainsi à l'origine de technologies NoSQL / Big Data comme Google File System (GFS), MapReduce ou encore Big Table.</a:t>
            </a:r>
          </a:p>
          <a:p>
            <a:pPr marL="342900" indent="-342900">
              <a:spcBef>
                <a:spcPts val="0"/>
              </a:spcBef>
              <a:buChar char="•"/>
            </a:pPr>
            <a:endParaRPr lang="fr-FR" b="0"/>
          </a:p>
          <a:p>
            <a:pPr marL="342900" indent="-342900">
              <a:spcBef>
                <a:spcPts val="0"/>
              </a:spcBef>
              <a:buChar char="•"/>
            </a:pPr>
            <a:r>
              <a:rPr lang="fr-FR" b="0"/>
              <a:t>Facebook à l'origine de la base de données NoSQL  "Cassandra".</a:t>
            </a:r>
            <a:endParaRPr lang="fr-FR"/>
          </a:p>
          <a:p>
            <a:pPr marL="342900" indent="-342900">
              <a:spcBef>
                <a:spcPts val="0"/>
              </a:spcBef>
              <a:buChar char="•"/>
            </a:pPr>
            <a:endParaRPr lang="fr-FR" b="0"/>
          </a:p>
          <a:p>
            <a:pPr marL="342900" indent="-342900">
              <a:spcBef>
                <a:spcPts val="0"/>
              </a:spcBef>
              <a:buChar char="•"/>
            </a:pPr>
            <a:r>
              <a:rPr lang="fr-FR" b="0"/>
              <a:t>Amazon à l'origine de la base de données NoSQL "</a:t>
            </a:r>
            <a:r>
              <a:rPr lang="fr-FR" b="0" err="1"/>
              <a:t>DynamoDB</a:t>
            </a:r>
            <a:r>
              <a:rPr lang="fr-FR" b="0"/>
              <a:t>".</a:t>
            </a:r>
          </a:p>
          <a:p>
            <a:pPr marL="342900" indent="-342900">
              <a:spcBef>
                <a:spcPts val="0"/>
              </a:spcBef>
              <a:buChar char="•"/>
            </a:pPr>
            <a:endParaRPr lang="fr-FR" b="0"/>
          </a:p>
          <a:p>
            <a:pPr marL="342900" indent="-342900">
              <a:spcBef>
                <a:spcPts val="0"/>
              </a:spcBef>
              <a:buChar char="•"/>
            </a:pPr>
            <a:r>
              <a:rPr lang="fr-FR" b="0"/>
              <a:t>Le mouvement NoSQL ne se limite pas aux GAFAM. La communauté open source a également joué un rôle important pour faire émerger de nouveaux systèmes.</a:t>
            </a:r>
            <a:endParaRPr lang="fr-FR"/>
          </a:p>
          <a:p>
            <a:pPr marL="0" indent="0">
              <a:spcBef>
                <a:spcPts val="0"/>
              </a:spcBef>
            </a:pPr>
            <a:endParaRPr lang="fr-FR" sz="1800" b="0"/>
          </a:p>
          <a:p>
            <a:pPr marL="0" indent="0">
              <a:spcBef>
                <a:spcPts val="940"/>
              </a:spcBef>
              <a:buSzPct val="100000"/>
            </a:pPr>
            <a:endParaRPr lang="fr-FR" sz="1800"/>
          </a:p>
          <a:p>
            <a:pPr marL="342900" indent="-234950">
              <a:spcBef>
                <a:spcPts val="940"/>
              </a:spcBef>
              <a:buSzPct val="100000"/>
            </a:pPr>
            <a:endParaRPr lang="en-US" sz="1800"/>
          </a:p>
          <a:p>
            <a:pPr marL="0" indent="0">
              <a:spcBef>
                <a:spcPts val="940"/>
              </a:spcBef>
              <a:buSzPct val="100000"/>
            </a:pPr>
            <a:endParaRPr lang="en-US" sz="1800"/>
          </a:p>
        </p:txBody>
      </p:sp>
    </p:spTree>
    <p:extLst>
      <p:ext uri="{BB962C8B-B14F-4D97-AF65-F5344CB8AC3E}">
        <p14:creationId xmlns:p14="http://schemas.microsoft.com/office/powerpoint/2010/main" val="1193414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204379"/>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POURQUOI </a:t>
            </a:r>
            <a:r>
              <a:rPr lang="fr-FR">
                <a:solidFill>
                  <a:schemeClr val="tx1"/>
                </a:solidFill>
              </a:rPr>
              <a:t>NOT ONLY</a:t>
            </a:r>
            <a:r>
              <a:rPr lang="fr-FR">
                <a:solidFill>
                  <a:srgbClr val="7030A0"/>
                </a:solidFill>
              </a:rPr>
              <a:t> SQL ?</a:t>
            </a:r>
            <a:endParaRPr lang="fr-FR">
              <a:solidFill>
                <a:schemeClr val="tx1"/>
              </a:solidFill>
            </a:endParaRPr>
          </a:p>
        </p:txBody>
      </p:sp>
      <p:sp>
        <p:nvSpPr>
          <p:cNvPr id="832" name="Google Shape;832;p106"/>
          <p:cNvSpPr txBox="1">
            <a:spLocks noGrp="1"/>
          </p:cNvSpPr>
          <p:nvPr>
            <p:ph type="body" idx="1"/>
          </p:nvPr>
        </p:nvSpPr>
        <p:spPr>
          <a:xfrm>
            <a:off x="346364" y="1260577"/>
            <a:ext cx="8261537" cy="5156666"/>
          </a:xfrm>
          <a:prstGeom prst="rect">
            <a:avLst/>
          </a:prstGeom>
          <a:noFill/>
          <a:ln>
            <a:noFill/>
          </a:ln>
        </p:spPr>
        <p:txBody>
          <a:bodyPr spcFirstLastPara="1" wrap="square" lIns="91425" tIns="45700" rIns="91425" bIns="45700" anchor="t" anchorCtr="0">
            <a:normAutofit lnSpcReduction="10000"/>
          </a:bodyPr>
          <a:lstStyle/>
          <a:p>
            <a:pPr marL="285750" lvl="0" indent="-285750" algn="l" rtl="0">
              <a:spcBef>
                <a:spcPts val="940"/>
              </a:spcBef>
              <a:spcAft>
                <a:spcPts val="0"/>
              </a:spcAft>
              <a:buClr>
                <a:schemeClr val="dk1"/>
              </a:buClr>
              <a:buChar char="•"/>
            </a:pPr>
            <a:endParaRPr lang="fr-FR" b="0">
              <a:solidFill>
                <a:schemeClr val="tx1"/>
              </a:solidFill>
            </a:endParaRPr>
          </a:p>
          <a:p>
            <a:pPr marL="285750" indent="-285750">
              <a:spcBef>
                <a:spcPts val="940"/>
              </a:spcBef>
              <a:buChar char="•"/>
            </a:pPr>
            <a:r>
              <a:rPr lang="fr-FR" b="0">
                <a:solidFill>
                  <a:schemeClr val="tx1"/>
                </a:solidFill>
              </a:rPr>
              <a:t>NoSQL (Not </a:t>
            </a:r>
            <a:r>
              <a:rPr lang="fr-FR" b="0" err="1">
                <a:solidFill>
                  <a:schemeClr val="tx1"/>
                </a:solidFill>
              </a:rPr>
              <a:t>Only</a:t>
            </a:r>
            <a:r>
              <a:rPr lang="fr-FR" b="0">
                <a:solidFill>
                  <a:schemeClr val="tx1"/>
                </a:solidFill>
              </a:rPr>
              <a:t> SQL) est apparu pour la première fois en 2009 lors d'une conférence sur les bases de données distribuées.</a:t>
            </a:r>
          </a:p>
          <a:p>
            <a:pPr marL="285750" indent="-285750">
              <a:spcBef>
                <a:spcPts val="940"/>
              </a:spcBef>
              <a:buChar char="•"/>
            </a:pPr>
            <a:endParaRPr lang="fr-FR" b="0">
              <a:solidFill>
                <a:schemeClr val="tx1"/>
              </a:solidFill>
            </a:endParaRPr>
          </a:p>
          <a:p>
            <a:pPr marL="285750" indent="-285750">
              <a:spcBef>
                <a:spcPts val="940"/>
              </a:spcBef>
              <a:buChar char="•"/>
            </a:pPr>
            <a:r>
              <a:rPr lang="fr-FR" b="0">
                <a:solidFill>
                  <a:schemeClr val="tx1"/>
                </a:solidFill>
              </a:rPr>
              <a:t>NoSQL ne correspond pas à un seul modèle de données ou un seul système. Il s'agit d'un terme générique englobant une grande diversité de technologies de gestion de données.</a:t>
            </a:r>
            <a:endParaRPr lang="fr-FR">
              <a:solidFill>
                <a:schemeClr val="tx1"/>
              </a:solidFill>
            </a:endParaRPr>
          </a:p>
          <a:p>
            <a:pPr marL="285750" indent="-285750">
              <a:spcBef>
                <a:spcPts val="940"/>
              </a:spcBef>
              <a:buChar char="•"/>
            </a:pPr>
            <a:endParaRPr lang="fr-FR" b="0">
              <a:solidFill>
                <a:schemeClr val="tx1"/>
              </a:solidFill>
            </a:endParaRPr>
          </a:p>
          <a:p>
            <a:pPr marL="285750" indent="-285750">
              <a:spcBef>
                <a:spcPts val="940"/>
              </a:spcBef>
              <a:buChar char="•"/>
            </a:pPr>
            <a:r>
              <a:rPr lang="fr-FR" b="0">
                <a:solidFill>
                  <a:schemeClr val="tx1"/>
                </a:solidFill>
              </a:rPr>
              <a:t>NoSQL </a:t>
            </a:r>
            <a:r>
              <a:rPr lang="fr-FR">
                <a:solidFill>
                  <a:schemeClr val="tx1"/>
                </a:solidFill>
              </a:rPr>
              <a:t>n'abandonne pas </a:t>
            </a:r>
            <a:r>
              <a:rPr lang="fr-FR" b="0">
                <a:solidFill>
                  <a:schemeClr val="tx1"/>
                </a:solidFill>
              </a:rPr>
              <a:t>les principes fondateurs du SQL, mais propose une alternative visant à traiter des données en masse, avec des structures diverses et flexibles.</a:t>
            </a:r>
          </a:p>
          <a:p>
            <a:pPr marL="285750" indent="-285750">
              <a:spcBef>
                <a:spcPts val="940"/>
              </a:spcBef>
              <a:buChar char="•"/>
            </a:pPr>
            <a:endParaRPr lang="fr-FR" b="0">
              <a:solidFill>
                <a:schemeClr val="tx1"/>
              </a:solidFill>
            </a:endParaRPr>
          </a:p>
          <a:p>
            <a:pPr marL="285750" indent="-285750">
              <a:spcBef>
                <a:spcPts val="940"/>
              </a:spcBef>
              <a:buChar char="•"/>
            </a:pPr>
            <a:r>
              <a:rPr lang="fr-FR" b="0">
                <a:solidFill>
                  <a:schemeClr val="tx1"/>
                </a:solidFill>
              </a:rPr>
              <a:t>Les deux systèmes cohabitent et ont chacun des avantages et inconvénients.</a:t>
            </a:r>
            <a:endParaRPr lang="fr-FR">
              <a:solidFill>
                <a:schemeClr val="tx1"/>
              </a:solidFill>
            </a:endParaRPr>
          </a:p>
        </p:txBody>
      </p:sp>
    </p:spTree>
    <p:extLst>
      <p:ext uri="{BB962C8B-B14F-4D97-AF65-F5344CB8AC3E}">
        <p14:creationId xmlns:p14="http://schemas.microsoft.com/office/powerpoint/2010/main" val="1335331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204379"/>
            <a:ext cx="8147248" cy="958312"/>
          </a:xfrm>
          <a:prstGeom prst="rect">
            <a:avLst/>
          </a:prstGeom>
          <a:noFill/>
          <a:ln>
            <a:noFill/>
          </a:ln>
        </p:spPr>
        <p:txBody>
          <a:bodyPr spcFirstLastPara="1" wrap="square" lIns="91425" tIns="45700" rIns="91425" bIns="45700" anchor="b" anchorCtr="0">
            <a:normAutofit/>
          </a:bodyPr>
          <a:lstStyle/>
          <a:p>
            <a:r>
              <a:rPr lang="fr-FR">
                <a:solidFill>
                  <a:schemeClr val="tx1"/>
                </a:solidFill>
              </a:rPr>
              <a:t>NOSQL </a:t>
            </a:r>
            <a:r>
              <a:rPr lang="fr-FR">
                <a:solidFill>
                  <a:srgbClr val="7030A0"/>
                </a:solidFill>
              </a:rPr>
              <a:t>ET </a:t>
            </a:r>
            <a:r>
              <a:rPr lang="fr-FR">
                <a:solidFill>
                  <a:schemeClr val="tx1"/>
                </a:solidFill>
              </a:rPr>
              <a:t>BIG DATA</a:t>
            </a:r>
          </a:p>
        </p:txBody>
      </p:sp>
      <p:sp>
        <p:nvSpPr>
          <p:cNvPr id="832" name="Google Shape;832;p106"/>
          <p:cNvSpPr txBox="1">
            <a:spLocks noGrp="1"/>
          </p:cNvSpPr>
          <p:nvPr>
            <p:ph type="body" idx="1"/>
          </p:nvPr>
        </p:nvSpPr>
        <p:spPr>
          <a:xfrm>
            <a:off x="457200" y="1440686"/>
            <a:ext cx="8261537" cy="5156666"/>
          </a:xfrm>
          <a:prstGeom prst="rect">
            <a:avLst/>
          </a:prstGeom>
          <a:noFill/>
          <a:ln>
            <a:noFill/>
          </a:ln>
        </p:spPr>
        <p:txBody>
          <a:bodyPr spcFirstLastPara="1" wrap="square" lIns="91425" tIns="45700" rIns="91425" bIns="45700" anchor="t" anchorCtr="0">
            <a:normAutofit/>
          </a:bodyPr>
          <a:lstStyle/>
          <a:p>
            <a:pPr marL="393700" indent="-285750">
              <a:spcBef>
                <a:spcPts val="940"/>
              </a:spcBef>
              <a:buChar char="•"/>
            </a:pPr>
            <a:r>
              <a:rPr lang="fr-FR" sz="1700"/>
              <a:t>Un monde de </a:t>
            </a:r>
            <a:r>
              <a:rPr lang="fr-FR" sz="1700" err="1"/>
              <a:t>méga-données</a:t>
            </a:r>
          </a:p>
          <a:p>
            <a:pPr lvl="1">
              <a:spcBef>
                <a:spcPts val="940"/>
              </a:spcBef>
              <a:buChar char="•"/>
            </a:pPr>
            <a:endParaRPr lang="fr-FR" sz="1700">
              <a:solidFill>
                <a:schemeClr val="tx1"/>
              </a:solidFill>
            </a:endParaRPr>
          </a:p>
        </p:txBody>
      </p:sp>
      <p:pic>
        <p:nvPicPr>
          <p:cNvPr id="2" name="Image 1" descr="The 11th Edition of Data Never Sleeps">
            <a:extLst>
              <a:ext uri="{FF2B5EF4-FFF2-40B4-BE49-F238E27FC236}">
                <a16:creationId xmlns:a16="http://schemas.microsoft.com/office/drawing/2014/main" id="{D3A7DB11-0FBB-3363-8D81-E2CF1108024C}"/>
              </a:ext>
            </a:extLst>
          </p:cNvPr>
          <p:cNvPicPr>
            <a:picLocks noChangeAspect="1"/>
          </p:cNvPicPr>
          <p:nvPr/>
        </p:nvPicPr>
        <p:blipFill>
          <a:blip r:embed="rId3"/>
          <a:stretch>
            <a:fillRect/>
          </a:stretch>
        </p:blipFill>
        <p:spPr>
          <a:xfrm>
            <a:off x="4044778" y="3800474"/>
            <a:ext cx="4833551" cy="2716942"/>
          </a:xfrm>
          <a:prstGeom prst="rect">
            <a:avLst/>
          </a:prstGeom>
        </p:spPr>
      </p:pic>
      <p:pic>
        <p:nvPicPr>
          <p:cNvPr id="4" name="Image 3" descr="Une image contenant texte, capture d’écran, Police, nombre&#10;&#10;Description générée automatiquement">
            <a:extLst>
              <a:ext uri="{FF2B5EF4-FFF2-40B4-BE49-F238E27FC236}">
                <a16:creationId xmlns:a16="http://schemas.microsoft.com/office/drawing/2014/main" id="{85F161FF-F68E-C864-748E-835FD90F8F51}"/>
              </a:ext>
            </a:extLst>
          </p:cNvPr>
          <p:cNvPicPr>
            <a:picLocks noChangeAspect="1"/>
          </p:cNvPicPr>
          <p:nvPr/>
        </p:nvPicPr>
        <p:blipFill>
          <a:blip r:embed="rId4"/>
          <a:stretch>
            <a:fillRect/>
          </a:stretch>
        </p:blipFill>
        <p:spPr>
          <a:xfrm>
            <a:off x="113270" y="1709980"/>
            <a:ext cx="5406082" cy="1986120"/>
          </a:xfrm>
          <a:prstGeom prst="rect">
            <a:avLst/>
          </a:prstGeom>
        </p:spPr>
      </p:pic>
    </p:spTree>
    <p:extLst>
      <p:ext uri="{BB962C8B-B14F-4D97-AF65-F5344CB8AC3E}">
        <p14:creationId xmlns:p14="http://schemas.microsoft.com/office/powerpoint/2010/main" val="620495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51979"/>
            <a:ext cx="8147248" cy="958312"/>
          </a:xfrm>
          <a:prstGeom prst="rect">
            <a:avLst/>
          </a:prstGeom>
          <a:noFill/>
          <a:ln>
            <a:noFill/>
          </a:ln>
        </p:spPr>
        <p:txBody>
          <a:bodyPr spcFirstLastPara="1" wrap="square" lIns="91425" tIns="45700" rIns="91425" bIns="45700" anchor="b" anchorCtr="0">
            <a:normAutofit/>
          </a:bodyPr>
          <a:lstStyle/>
          <a:p>
            <a:r>
              <a:rPr lang="fr-FR">
                <a:solidFill>
                  <a:schemeClr val="tx1"/>
                </a:solidFill>
              </a:rPr>
              <a:t>NOSQL </a:t>
            </a:r>
            <a:r>
              <a:rPr lang="fr-FR">
                <a:solidFill>
                  <a:srgbClr val="7030A0"/>
                </a:solidFill>
              </a:rPr>
              <a:t>ET </a:t>
            </a:r>
            <a:r>
              <a:rPr lang="fr-FR">
                <a:solidFill>
                  <a:schemeClr val="tx1"/>
                </a:solidFill>
              </a:rPr>
              <a:t>BIG DATA</a:t>
            </a:r>
          </a:p>
        </p:txBody>
      </p:sp>
      <p:sp>
        <p:nvSpPr>
          <p:cNvPr id="832" name="Google Shape;832;p106"/>
          <p:cNvSpPr txBox="1">
            <a:spLocks noGrp="1"/>
          </p:cNvSpPr>
          <p:nvPr>
            <p:ph type="body" idx="1"/>
          </p:nvPr>
        </p:nvSpPr>
        <p:spPr>
          <a:xfrm>
            <a:off x="360218" y="1080468"/>
            <a:ext cx="8261537" cy="5156666"/>
          </a:xfrm>
          <a:prstGeom prst="rect">
            <a:avLst/>
          </a:prstGeom>
          <a:noFill/>
          <a:ln>
            <a:noFill/>
          </a:ln>
        </p:spPr>
        <p:txBody>
          <a:bodyPr spcFirstLastPara="1" wrap="square" lIns="91425" tIns="45700" rIns="91425" bIns="45700" anchor="t" anchorCtr="0">
            <a:noAutofit/>
          </a:bodyPr>
          <a:lstStyle/>
          <a:p>
            <a:pPr marL="228600" indent="0"/>
            <a:r>
              <a:rPr lang="fr-FR" sz="1500" b="0">
                <a:solidFill>
                  <a:schemeClr val="tx1"/>
                </a:solidFill>
              </a:rPr>
              <a:t>Big DATA s'articule autour de trois piliers principaux auxquels s'ajoutent 2 piliers complémentaires </a:t>
            </a:r>
            <a:r>
              <a:rPr lang="fr-FR" sz="1500">
                <a:solidFill>
                  <a:schemeClr val="tx1"/>
                </a:solidFill>
              </a:rPr>
              <a:t>(aussi appelés 5V)</a:t>
            </a:r>
            <a:r>
              <a:rPr lang="fr-FR" sz="1500" b="0">
                <a:solidFill>
                  <a:schemeClr val="tx1"/>
                </a:solidFill>
              </a:rPr>
              <a:t>. </a:t>
            </a:r>
            <a:endParaRPr lang="fr-FR">
              <a:solidFill>
                <a:schemeClr val="tx1"/>
              </a:solidFill>
            </a:endParaRPr>
          </a:p>
          <a:p>
            <a:pPr marL="228600" indent="0"/>
            <a:endParaRPr lang="fr-FR" sz="1500" b="0">
              <a:solidFill>
                <a:schemeClr val="tx1"/>
              </a:solidFill>
            </a:endParaRPr>
          </a:p>
          <a:p>
            <a:pPr marL="228600" indent="0"/>
            <a:r>
              <a:rPr lang="fr-FR" sz="1500" b="0">
                <a:solidFill>
                  <a:schemeClr val="tx1"/>
                </a:solidFill>
              </a:rPr>
              <a:t>Concentrons-nous sur les 3V principaux (volume, variété, vélocité). Les systèmes NoSQL sont capables de:   </a:t>
            </a:r>
            <a:endParaRPr lang="fr-FR" sz="1500">
              <a:solidFill>
                <a:schemeClr val="tx1"/>
              </a:solidFill>
            </a:endParaRPr>
          </a:p>
          <a:p>
            <a:pPr>
              <a:buChar char="•"/>
            </a:pPr>
            <a:endParaRPr lang="fr-FR" sz="1600">
              <a:solidFill>
                <a:schemeClr val="tx1"/>
              </a:solidFill>
            </a:endParaRPr>
          </a:p>
          <a:p>
            <a:pPr marL="514350" indent="-285750">
              <a:buChar char="•"/>
            </a:pPr>
            <a:r>
              <a:rPr lang="fr-FR" sz="1500">
                <a:solidFill>
                  <a:schemeClr val="tx1"/>
                </a:solidFill>
              </a:rPr>
              <a:t>Traitement d'un volume de données massif :</a:t>
            </a:r>
            <a:r>
              <a:rPr lang="fr-FR" sz="1500" b="0">
                <a:solidFill>
                  <a:schemeClr val="tx1"/>
                </a:solidFill>
              </a:rPr>
              <a:t> Les bases de données NoSQL sont conçues pour gérer de la donnée en masse </a:t>
            </a:r>
            <a:r>
              <a:rPr lang="fr-FR" sz="1500">
                <a:solidFill>
                  <a:schemeClr val="tx1"/>
                </a:solidFill>
              </a:rPr>
              <a:t>(V de volume)</a:t>
            </a:r>
          </a:p>
          <a:p>
            <a:pPr>
              <a:buChar char="•"/>
            </a:pPr>
            <a:endParaRPr lang="fr-FR" sz="1500" b="0">
              <a:solidFill>
                <a:schemeClr val="tx1"/>
              </a:solidFill>
            </a:endParaRPr>
          </a:p>
          <a:p>
            <a:pPr marL="514350" indent="-285750">
              <a:buChar char="•"/>
            </a:pPr>
            <a:r>
              <a:rPr lang="fr-FR" sz="1500">
                <a:solidFill>
                  <a:schemeClr val="tx1"/>
                </a:solidFill>
              </a:rPr>
              <a:t>Variété des données traitées :</a:t>
            </a:r>
            <a:r>
              <a:rPr lang="fr-FR" sz="1500" b="0">
                <a:solidFill>
                  <a:schemeClr val="tx1"/>
                </a:solidFill>
              </a:rPr>
              <a:t> Les bases de données NoSQL peuvent stocker et traiter différents types de données </a:t>
            </a:r>
            <a:r>
              <a:rPr lang="fr-FR" sz="1500">
                <a:solidFill>
                  <a:schemeClr val="tx1"/>
                </a:solidFill>
              </a:rPr>
              <a:t>(V de variété).</a:t>
            </a:r>
          </a:p>
          <a:p>
            <a:pPr>
              <a:buChar char="•"/>
            </a:pPr>
            <a:endParaRPr lang="fr-FR" sz="1500">
              <a:solidFill>
                <a:schemeClr val="tx1"/>
              </a:solidFill>
            </a:endParaRPr>
          </a:p>
          <a:p>
            <a:pPr marL="514350" indent="-285750">
              <a:buChar char="•"/>
            </a:pPr>
            <a:r>
              <a:rPr lang="fr-FR" sz="1500">
                <a:solidFill>
                  <a:schemeClr val="tx1"/>
                </a:solidFill>
              </a:rPr>
              <a:t>Scalabilité horizontale :</a:t>
            </a:r>
            <a:r>
              <a:rPr lang="fr-FR" sz="1500" b="0">
                <a:solidFill>
                  <a:schemeClr val="tx1"/>
                </a:solidFill>
              </a:rPr>
              <a:t> Possibilité d'ajout de nouveaux serveurs pour augmenter la capacité et les performances des bases de données NoSQL.</a:t>
            </a:r>
            <a:endParaRPr lang="fr-FR" sz="1500">
              <a:solidFill>
                <a:schemeClr val="tx1"/>
              </a:solidFill>
            </a:endParaRPr>
          </a:p>
          <a:p>
            <a:pPr marL="228600" indent="0"/>
            <a:endParaRPr lang="fr-FR" sz="1500">
              <a:solidFill>
                <a:schemeClr val="tx1"/>
              </a:solidFill>
            </a:endParaRPr>
          </a:p>
          <a:p>
            <a:pPr marL="514350" indent="-285750">
              <a:buFont typeface="Arial,Sans-Serif"/>
              <a:buChar char="•"/>
            </a:pPr>
            <a:r>
              <a:rPr lang="fr-FR" sz="1500">
                <a:solidFill>
                  <a:schemeClr val="tx1"/>
                </a:solidFill>
              </a:rPr>
              <a:t>Assure la haute disponibilité :</a:t>
            </a:r>
            <a:r>
              <a:rPr lang="fr-FR" sz="1500" b="0">
                <a:solidFill>
                  <a:schemeClr val="tx1"/>
                </a:solidFill>
              </a:rPr>
              <a:t> De nombreux systèmes NoSQL offrent une haute disponibilité, avec des mécanismes de réplication et de tolérance aux pannes </a:t>
            </a:r>
            <a:r>
              <a:rPr lang="fr-FR" sz="1500">
                <a:solidFill>
                  <a:schemeClr val="tx1"/>
                </a:solidFill>
              </a:rPr>
              <a:t>(V de vélocité)</a:t>
            </a:r>
          </a:p>
          <a:p>
            <a:pPr marL="514350" indent="-285750">
              <a:buFont typeface="Arial,Sans-Serif"/>
              <a:buChar char="•"/>
            </a:pPr>
            <a:endParaRPr lang="fr-FR" sz="1500">
              <a:solidFill>
                <a:schemeClr val="tx1"/>
              </a:solidFill>
            </a:endParaRPr>
          </a:p>
          <a:p>
            <a:pPr marL="514350" indent="-285750">
              <a:buChar char="•"/>
            </a:pPr>
            <a:r>
              <a:rPr lang="fr-FR" sz="1500">
                <a:solidFill>
                  <a:schemeClr val="tx1"/>
                </a:solidFill>
              </a:rPr>
              <a:t>Performances élevées :</a:t>
            </a:r>
            <a:r>
              <a:rPr lang="fr-FR" sz="1500" b="0">
                <a:solidFill>
                  <a:schemeClr val="tx1"/>
                </a:solidFill>
              </a:rPr>
              <a:t> Les bases de données NoSQL sont optimisées pour des opérations de lecture/écriture rapides sur de grands ensembles de données </a:t>
            </a:r>
            <a:r>
              <a:rPr lang="fr-FR" sz="1500">
                <a:solidFill>
                  <a:schemeClr val="tx1"/>
                </a:solidFill>
              </a:rPr>
              <a:t>(V de vélocité)</a:t>
            </a:r>
          </a:p>
          <a:p>
            <a:pPr marL="393700" indent="-285750">
              <a:spcBef>
                <a:spcPts val="940"/>
              </a:spcBef>
              <a:buChar char="•"/>
            </a:pPr>
            <a:endParaRPr lang="fr-FR" sz="1700" b="0">
              <a:solidFill>
                <a:schemeClr val="tx1"/>
              </a:solidFill>
            </a:endParaRPr>
          </a:p>
        </p:txBody>
      </p:sp>
    </p:spTree>
    <p:extLst>
      <p:ext uri="{BB962C8B-B14F-4D97-AF65-F5344CB8AC3E}">
        <p14:creationId xmlns:p14="http://schemas.microsoft.com/office/powerpoint/2010/main" val="683683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204379"/>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rgbClr val="7030A0"/>
                </a:solidFill>
              </a:rPr>
              <a:t>QUELQUES </a:t>
            </a:r>
            <a:r>
              <a:rPr lang="fr-FR">
                <a:solidFill>
                  <a:schemeClr val="tx1"/>
                </a:solidFill>
              </a:rPr>
              <a:t>BASES DE DONNÉES NOSQL POPULAIRES</a:t>
            </a:r>
            <a:r>
              <a:rPr lang="fr-FR">
                <a:solidFill>
                  <a:srgbClr val="7030A0"/>
                </a:solidFill>
              </a:rPr>
              <a:t>...</a:t>
            </a:r>
            <a:endParaRPr lang="fr-FR"/>
          </a:p>
        </p:txBody>
      </p:sp>
      <p:sp>
        <p:nvSpPr>
          <p:cNvPr id="832" name="Google Shape;832;p106"/>
          <p:cNvSpPr txBox="1">
            <a:spLocks noGrp="1"/>
          </p:cNvSpPr>
          <p:nvPr>
            <p:ph type="body" idx="1"/>
          </p:nvPr>
        </p:nvSpPr>
        <p:spPr>
          <a:xfrm>
            <a:off x="346364" y="1260577"/>
            <a:ext cx="8261537" cy="5156666"/>
          </a:xfrm>
          <a:prstGeom prst="rect">
            <a:avLst/>
          </a:prstGeom>
          <a:noFill/>
          <a:ln>
            <a:noFill/>
          </a:ln>
        </p:spPr>
        <p:txBody>
          <a:bodyPr spcFirstLastPara="1" wrap="square" lIns="91425" tIns="45700" rIns="91425" bIns="45700" anchor="t" anchorCtr="0">
            <a:normAutofit/>
          </a:bodyPr>
          <a:lstStyle/>
          <a:p>
            <a:pPr marL="342900" lvl="0" indent="-234950" algn="l" rtl="0">
              <a:spcBef>
                <a:spcPts val="940"/>
              </a:spcBef>
              <a:spcAft>
                <a:spcPts val="0"/>
              </a:spcAft>
              <a:buClr>
                <a:schemeClr val="dk1"/>
              </a:buClr>
              <a:buSzPct val="100000"/>
            </a:pPr>
            <a:endParaRPr lang="fr-FR" sz="1700"/>
          </a:p>
          <a:p>
            <a:pPr marL="285750" indent="-285750">
              <a:spcBef>
                <a:spcPts val="940"/>
              </a:spcBef>
              <a:buChar char="•"/>
            </a:pPr>
            <a:r>
              <a:rPr lang="en-US" sz="1700" b="0">
                <a:solidFill>
                  <a:schemeClr val="tx1"/>
                </a:solidFill>
              </a:rPr>
              <a:t>Lors de </a:t>
            </a:r>
            <a:r>
              <a:rPr lang="en-US" sz="1700" b="0" err="1">
                <a:solidFill>
                  <a:schemeClr val="tx1"/>
                </a:solidFill>
              </a:rPr>
              <a:t>ce</a:t>
            </a:r>
            <a:r>
              <a:rPr lang="en-US" sz="1700" b="0">
                <a:solidFill>
                  <a:schemeClr val="tx1"/>
                </a:solidFill>
              </a:rPr>
              <a:t> module, nous </a:t>
            </a:r>
            <a:r>
              <a:rPr lang="en-US" sz="1700" b="0" err="1">
                <a:solidFill>
                  <a:schemeClr val="tx1"/>
                </a:solidFill>
              </a:rPr>
              <a:t>apprendrons</a:t>
            </a:r>
            <a:r>
              <a:rPr lang="en-US" sz="1700" b="0">
                <a:solidFill>
                  <a:schemeClr val="tx1"/>
                </a:solidFill>
              </a:rPr>
              <a:t> </a:t>
            </a:r>
            <a:r>
              <a:rPr lang="en-US" sz="1700" b="0" err="1">
                <a:solidFill>
                  <a:schemeClr val="tx1"/>
                </a:solidFill>
              </a:rPr>
              <a:t>quelques</a:t>
            </a:r>
            <a:r>
              <a:rPr lang="en-US" sz="1700" b="0">
                <a:solidFill>
                  <a:schemeClr val="tx1"/>
                </a:solidFill>
              </a:rPr>
              <a:t> </a:t>
            </a:r>
            <a:r>
              <a:rPr lang="en-US" sz="1700" b="0" err="1">
                <a:solidFill>
                  <a:schemeClr val="tx1"/>
                </a:solidFill>
              </a:rPr>
              <a:t>fondamentaux</a:t>
            </a:r>
            <a:r>
              <a:rPr lang="en-US" sz="1700" b="0">
                <a:solidFill>
                  <a:schemeClr val="tx1"/>
                </a:solidFill>
              </a:rPr>
              <a:t> </a:t>
            </a:r>
            <a:r>
              <a:rPr lang="en-US" sz="1700" b="0" err="1">
                <a:solidFill>
                  <a:schemeClr val="tx1"/>
                </a:solidFill>
              </a:rPr>
              <a:t>permettant</a:t>
            </a:r>
            <a:r>
              <a:rPr lang="en-US" sz="1700" b="0">
                <a:solidFill>
                  <a:schemeClr val="tx1"/>
                </a:solidFill>
              </a:rPr>
              <a:t> de </a:t>
            </a:r>
            <a:r>
              <a:rPr lang="en-US" sz="1700" b="0" err="1">
                <a:solidFill>
                  <a:schemeClr val="tx1"/>
                </a:solidFill>
              </a:rPr>
              <a:t>manipuler</a:t>
            </a:r>
            <a:r>
              <a:rPr lang="en-US" sz="1700" b="0">
                <a:solidFill>
                  <a:schemeClr val="tx1"/>
                </a:solidFill>
              </a:rPr>
              <a:t> </a:t>
            </a:r>
            <a:r>
              <a:rPr lang="en-US" sz="1700" b="0" err="1">
                <a:solidFill>
                  <a:schemeClr val="tx1"/>
                </a:solidFill>
              </a:rPr>
              <a:t>certaines</a:t>
            </a:r>
            <a:r>
              <a:rPr lang="en-US" sz="1700" b="0">
                <a:solidFill>
                  <a:schemeClr val="tx1"/>
                </a:solidFill>
              </a:rPr>
              <a:t> de </a:t>
            </a:r>
            <a:r>
              <a:rPr lang="en-US" sz="1700" b="0" err="1">
                <a:solidFill>
                  <a:schemeClr val="tx1"/>
                </a:solidFill>
              </a:rPr>
              <a:t>ces</a:t>
            </a:r>
            <a:r>
              <a:rPr lang="en-US" sz="1700" b="0">
                <a:solidFill>
                  <a:schemeClr val="tx1"/>
                </a:solidFill>
              </a:rPr>
              <a:t> BDD NoSQL.</a:t>
            </a:r>
          </a:p>
          <a:p>
            <a:pPr marL="285750" indent="-285750">
              <a:spcBef>
                <a:spcPts val="940"/>
              </a:spcBef>
              <a:buChar char="•"/>
            </a:pPr>
            <a:endParaRPr lang="en-US" sz="1700" b="0">
              <a:solidFill>
                <a:srgbClr val="374151"/>
              </a:solidFill>
            </a:endParaRPr>
          </a:p>
        </p:txBody>
      </p:sp>
      <p:pic>
        <p:nvPicPr>
          <p:cNvPr id="2" name="Image 1" descr="MongoDB v3 : la révolution ? (1/2)">
            <a:extLst>
              <a:ext uri="{FF2B5EF4-FFF2-40B4-BE49-F238E27FC236}">
                <a16:creationId xmlns:a16="http://schemas.microsoft.com/office/drawing/2014/main" id="{3D6B36CF-C904-700F-B786-BFEED71FC22A}"/>
              </a:ext>
            </a:extLst>
          </p:cNvPr>
          <p:cNvPicPr>
            <a:picLocks noChangeAspect="1"/>
          </p:cNvPicPr>
          <p:nvPr/>
        </p:nvPicPr>
        <p:blipFill>
          <a:blip r:embed="rId3"/>
          <a:stretch>
            <a:fillRect/>
          </a:stretch>
        </p:blipFill>
        <p:spPr>
          <a:xfrm>
            <a:off x="444138" y="2658873"/>
            <a:ext cx="2743197" cy="782608"/>
          </a:xfrm>
          <a:prstGeom prst="rect">
            <a:avLst/>
          </a:prstGeom>
        </p:spPr>
      </p:pic>
      <p:pic>
        <p:nvPicPr>
          <p:cNvPr id="3" name="Image 2" descr="Cassandra (base de données) — Wikipédia">
            <a:extLst>
              <a:ext uri="{FF2B5EF4-FFF2-40B4-BE49-F238E27FC236}">
                <a16:creationId xmlns:a16="http://schemas.microsoft.com/office/drawing/2014/main" id="{4ECE9E7D-AE75-C15B-50DB-CB02829D85E7}"/>
              </a:ext>
            </a:extLst>
          </p:cNvPr>
          <p:cNvPicPr>
            <a:picLocks noChangeAspect="1"/>
          </p:cNvPicPr>
          <p:nvPr/>
        </p:nvPicPr>
        <p:blipFill>
          <a:blip r:embed="rId4"/>
          <a:stretch>
            <a:fillRect/>
          </a:stretch>
        </p:blipFill>
        <p:spPr>
          <a:xfrm>
            <a:off x="5865223" y="2510028"/>
            <a:ext cx="2743200" cy="1837944"/>
          </a:xfrm>
          <a:prstGeom prst="rect">
            <a:avLst/>
          </a:prstGeom>
        </p:spPr>
      </p:pic>
      <p:pic>
        <p:nvPicPr>
          <p:cNvPr id="4" name="Image 3" descr="Enterprise NoSQL Database | Scalable Database Solutions | Riak">
            <a:extLst>
              <a:ext uri="{FF2B5EF4-FFF2-40B4-BE49-F238E27FC236}">
                <a16:creationId xmlns:a16="http://schemas.microsoft.com/office/drawing/2014/main" id="{F4545B77-941D-61C0-0C7E-98778D0DDE9C}"/>
              </a:ext>
            </a:extLst>
          </p:cNvPr>
          <p:cNvPicPr>
            <a:picLocks noChangeAspect="1"/>
          </p:cNvPicPr>
          <p:nvPr/>
        </p:nvPicPr>
        <p:blipFill>
          <a:blip r:embed="rId5"/>
          <a:stretch>
            <a:fillRect/>
          </a:stretch>
        </p:blipFill>
        <p:spPr>
          <a:xfrm>
            <a:off x="3004459" y="5879046"/>
            <a:ext cx="2756260" cy="547120"/>
          </a:xfrm>
          <a:prstGeom prst="rect">
            <a:avLst/>
          </a:prstGeom>
        </p:spPr>
      </p:pic>
      <p:pic>
        <p:nvPicPr>
          <p:cNvPr id="5" name="Graphique 4" descr="Redis — Wikipédia">
            <a:extLst>
              <a:ext uri="{FF2B5EF4-FFF2-40B4-BE49-F238E27FC236}">
                <a16:creationId xmlns:a16="http://schemas.microsoft.com/office/drawing/2014/main" id="{1C783A9D-6B69-FB59-0102-FF18029A2C6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4137" y="4250981"/>
            <a:ext cx="2743200" cy="916358"/>
          </a:xfrm>
          <a:prstGeom prst="rect">
            <a:avLst/>
          </a:prstGeom>
        </p:spPr>
      </p:pic>
      <p:pic>
        <p:nvPicPr>
          <p:cNvPr id="6" name="Graphique 5" descr="CouchDB - David Pilato">
            <a:extLst>
              <a:ext uri="{FF2B5EF4-FFF2-40B4-BE49-F238E27FC236}">
                <a16:creationId xmlns:a16="http://schemas.microsoft.com/office/drawing/2014/main" id="{CBE09A05-912F-5CCF-4E29-60A439A954B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49041" y="2897812"/>
            <a:ext cx="1645919" cy="1297507"/>
          </a:xfrm>
          <a:prstGeom prst="rect">
            <a:avLst/>
          </a:prstGeom>
        </p:spPr>
      </p:pic>
      <p:pic>
        <p:nvPicPr>
          <p:cNvPr id="7" name="Image 6" descr="Fichier:Hbase logo with orca large.png — Wikipédia">
            <a:extLst>
              <a:ext uri="{FF2B5EF4-FFF2-40B4-BE49-F238E27FC236}">
                <a16:creationId xmlns:a16="http://schemas.microsoft.com/office/drawing/2014/main" id="{62F8922D-0C4C-3D4A-28B7-423F3D378461}"/>
              </a:ext>
            </a:extLst>
          </p:cNvPr>
          <p:cNvPicPr>
            <a:picLocks noChangeAspect="1"/>
          </p:cNvPicPr>
          <p:nvPr/>
        </p:nvPicPr>
        <p:blipFill>
          <a:blip r:embed="rId10"/>
          <a:stretch>
            <a:fillRect/>
          </a:stretch>
        </p:blipFill>
        <p:spPr>
          <a:xfrm>
            <a:off x="5982790" y="5181924"/>
            <a:ext cx="2743197" cy="700391"/>
          </a:xfrm>
          <a:prstGeom prst="rect">
            <a:avLst/>
          </a:prstGeom>
        </p:spPr>
      </p:pic>
      <p:pic>
        <p:nvPicPr>
          <p:cNvPr id="8" name="Image 7" descr="DynamoDB to Redshift: 4 Best Methods to Move Data | Hevo">
            <a:extLst>
              <a:ext uri="{FF2B5EF4-FFF2-40B4-BE49-F238E27FC236}">
                <a16:creationId xmlns:a16="http://schemas.microsoft.com/office/drawing/2014/main" id="{D832CBA3-7E5D-17A2-B734-33A6A33E77D0}"/>
              </a:ext>
            </a:extLst>
          </p:cNvPr>
          <p:cNvPicPr>
            <a:picLocks noChangeAspect="1"/>
          </p:cNvPicPr>
          <p:nvPr/>
        </p:nvPicPr>
        <p:blipFill>
          <a:blip r:embed="rId11"/>
          <a:stretch>
            <a:fillRect/>
          </a:stretch>
        </p:blipFill>
        <p:spPr>
          <a:xfrm>
            <a:off x="444138" y="5522935"/>
            <a:ext cx="1776547" cy="1050335"/>
          </a:xfrm>
          <a:prstGeom prst="rect">
            <a:avLst/>
          </a:prstGeom>
        </p:spPr>
      </p:pic>
      <p:pic>
        <p:nvPicPr>
          <p:cNvPr id="9" name="Image 8" descr="Neo4j — Wikipédia">
            <a:extLst>
              <a:ext uri="{FF2B5EF4-FFF2-40B4-BE49-F238E27FC236}">
                <a16:creationId xmlns:a16="http://schemas.microsoft.com/office/drawing/2014/main" id="{3B151D4D-D9DD-6B92-887A-3A5447FC1203}"/>
              </a:ext>
            </a:extLst>
          </p:cNvPr>
          <p:cNvPicPr>
            <a:picLocks noChangeAspect="1"/>
          </p:cNvPicPr>
          <p:nvPr/>
        </p:nvPicPr>
        <p:blipFill>
          <a:blip r:embed="rId12"/>
          <a:stretch>
            <a:fillRect/>
          </a:stretch>
        </p:blipFill>
        <p:spPr>
          <a:xfrm>
            <a:off x="3327107" y="4349712"/>
            <a:ext cx="2542037" cy="954026"/>
          </a:xfrm>
          <a:prstGeom prst="rect">
            <a:avLst/>
          </a:prstGeom>
        </p:spPr>
      </p:pic>
    </p:spTree>
    <p:extLst>
      <p:ext uri="{BB962C8B-B14F-4D97-AF65-F5344CB8AC3E}">
        <p14:creationId xmlns:p14="http://schemas.microsoft.com/office/powerpoint/2010/main" val="2390615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0">
          <a:extLst>
            <a:ext uri="{FF2B5EF4-FFF2-40B4-BE49-F238E27FC236}">
              <a16:creationId xmlns:a16="http://schemas.microsoft.com/office/drawing/2014/main" id="{75CDAA86-29C9-4EE6-AC60-09FA785C3856}"/>
            </a:ext>
          </a:extLst>
        </p:cNvPr>
        <p:cNvGrpSpPr/>
        <p:nvPr/>
      </p:nvGrpSpPr>
      <p:grpSpPr>
        <a:xfrm>
          <a:off x="0" y="0"/>
          <a:ext cx="0" cy="0"/>
          <a:chOff x="0" y="0"/>
          <a:chExt cx="0" cy="0"/>
        </a:xfrm>
      </p:grpSpPr>
      <p:sp>
        <p:nvSpPr>
          <p:cNvPr id="831" name="Google Shape;831;p106">
            <a:extLst>
              <a:ext uri="{FF2B5EF4-FFF2-40B4-BE49-F238E27FC236}">
                <a16:creationId xmlns:a16="http://schemas.microsoft.com/office/drawing/2014/main" id="{AFA0610F-B4E4-74EE-5697-BE7224164C9A}"/>
              </a:ext>
            </a:extLst>
          </p:cNvPr>
          <p:cNvSpPr txBox="1">
            <a:spLocks noGrp="1"/>
          </p:cNvSpPr>
          <p:nvPr>
            <p:ph type="title"/>
          </p:nvPr>
        </p:nvSpPr>
        <p:spPr>
          <a:xfrm>
            <a:off x="108488" y="-3168"/>
            <a:ext cx="8959532" cy="969916"/>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PLATEFORME NOSQL - </a:t>
            </a:r>
            <a:r>
              <a:rPr lang="fr-FR">
                <a:solidFill>
                  <a:srgbClr val="7030A0"/>
                </a:solidFill>
              </a:rPr>
              <a:t>PROVIDERS</a:t>
            </a:r>
          </a:p>
        </p:txBody>
      </p:sp>
      <p:sp>
        <p:nvSpPr>
          <p:cNvPr id="3" name="Google Shape;832;p106">
            <a:extLst>
              <a:ext uri="{FF2B5EF4-FFF2-40B4-BE49-F238E27FC236}">
                <a16:creationId xmlns:a16="http://schemas.microsoft.com/office/drawing/2014/main" id="{B11CF7F0-2D85-CBFA-B355-60C75E69EA4B}"/>
              </a:ext>
            </a:extLst>
          </p:cNvPr>
          <p:cNvSpPr txBox="1">
            <a:spLocks noGrp="1"/>
          </p:cNvSpPr>
          <p:nvPr>
            <p:ph type="body" idx="1"/>
          </p:nvPr>
        </p:nvSpPr>
        <p:spPr>
          <a:xfrm>
            <a:off x="346364" y="994061"/>
            <a:ext cx="8261537" cy="5156666"/>
          </a:xfrm>
          <a:prstGeom prst="rect">
            <a:avLst/>
          </a:prstGeom>
          <a:noFill/>
          <a:ln>
            <a:noFill/>
          </a:ln>
        </p:spPr>
        <p:txBody>
          <a:bodyPr spcFirstLastPara="1" wrap="square" lIns="91425" tIns="45700" rIns="91425" bIns="45700" anchor="t" anchorCtr="0">
            <a:normAutofit/>
          </a:bodyPr>
          <a:lstStyle/>
          <a:p>
            <a:pPr marL="228600">
              <a:buChar char="•"/>
            </a:pPr>
            <a:endParaRPr lang="fr-FR" sz="1800" b="0"/>
          </a:p>
          <a:p>
            <a:pPr marL="228600">
              <a:buChar char="•"/>
            </a:pPr>
            <a:r>
              <a:rPr lang="fr-FR" sz="1800" b="0"/>
              <a:t>Plusieurs</a:t>
            </a:r>
            <a:r>
              <a:rPr lang="fr-FR" sz="1800" b="0">
                <a:solidFill>
                  <a:srgbClr val="000000"/>
                </a:solidFill>
              </a:rPr>
              <a:t> façons d'exploiter une base de données NoSQL</a:t>
            </a:r>
          </a:p>
          <a:p>
            <a:pPr marL="228600">
              <a:buChar char="•"/>
            </a:pPr>
            <a:endParaRPr lang="fr-FR" sz="1800" b="0">
              <a:solidFill>
                <a:srgbClr val="000000"/>
              </a:solidFill>
            </a:endParaRPr>
          </a:p>
          <a:p>
            <a:pPr marL="228600">
              <a:buChar char="•"/>
            </a:pPr>
            <a:r>
              <a:rPr lang="fr-FR" sz="1800" b="0">
                <a:solidFill>
                  <a:srgbClr val="000000"/>
                </a:solidFill>
              </a:rPr>
              <a:t>Via le Cloud Public</a:t>
            </a:r>
          </a:p>
          <a:p>
            <a:pPr marL="228600">
              <a:buChar char="•"/>
            </a:pPr>
            <a:endParaRPr lang="fr-FR" sz="1800" b="0">
              <a:solidFill>
                <a:srgbClr val="000000"/>
              </a:solidFill>
            </a:endParaRPr>
          </a:p>
          <a:p>
            <a:pPr marL="228600">
              <a:buChar char="•"/>
            </a:pPr>
            <a:r>
              <a:rPr lang="fr-FR" sz="1800" b="0">
                <a:solidFill>
                  <a:srgbClr val="000000"/>
                </a:solidFill>
              </a:rPr>
              <a:t>Via un Cloud Privé.</a:t>
            </a:r>
          </a:p>
          <a:p>
            <a:pPr marL="228600">
              <a:buChar char="•"/>
            </a:pPr>
            <a:endParaRPr lang="fr-FR" sz="1800" b="0">
              <a:solidFill>
                <a:srgbClr val="000000"/>
              </a:solidFill>
            </a:endParaRPr>
          </a:p>
          <a:p>
            <a:pPr marL="228600">
              <a:buChar char="•"/>
            </a:pPr>
            <a:r>
              <a:rPr lang="fr-FR" sz="1800" b="0">
                <a:solidFill>
                  <a:srgbClr val="000000"/>
                </a:solidFill>
              </a:rPr>
              <a:t>En mode SaaS, </a:t>
            </a:r>
            <a:r>
              <a:rPr lang="fr-FR" sz="1800" b="0" err="1">
                <a:solidFill>
                  <a:srgbClr val="000000"/>
                </a:solidFill>
              </a:rPr>
              <a:t>Paas</a:t>
            </a:r>
            <a:r>
              <a:rPr lang="fr-FR" sz="1800" b="0">
                <a:solidFill>
                  <a:srgbClr val="000000"/>
                </a:solidFill>
              </a:rPr>
              <a:t>, IaaS</a:t>
            </a:r>
          </a:p>
          <a:p>
            <a:pPr marL="228600">
              <a:buChar char="•"/>
            </a:pPr>
            <a:endParaRPr lang="fr-FR" sz="1800" b="0">
              <a:solidFill>
                <a:srgbClr val="000000"/>
              </a:solidFill>
            </a:endParaRPr>
          </a:p>
          <a:p>
            <a:pPr marL="228600">
              <a:buChar char="•"/>
            </a:pPr>
            <a:r>
              <a:rPr lang="fr-FR" sz="1800" b="0">
                <a:solidFill>
                  <a:srgbClr val="000000"/>
                </a:solidFill>
              </a:rPr>
              <a:t>En mode On </a:t>
            </a:r>
            <a:r>
              <a:rPr lang="fr-FR" sz="1800" b="0" err="1">
                <a:solidFill>
                  <a:srgbClr val="000000"/>
                </a:solidFill>
              </a:rPr>
              <a:t>Premise</a:t>
            </a:r>
          </a:p>
          <a:p>
            <a:pPr marL="228600">
              <a:buChar char="•"/>
            </a:pPr>
            <a:endParaRPr lang="fr-FR" sz="1800" b="0">
              <a:solidFill>
                <a:srgbClr val="000000"/>
              </a:solidFill>
            </a:endParaRPr>
          </a:p>
          <a:p>
            <a:pPr marL="228600">
              <a:buChar char="•"/>
            </a:pPr>
            <a:endParaRPr lang="fr-FR" sz="1800" b="0">
              <a:solidFill>
                <a:srgbClr val="000000"/>
              </a:solidFill>
            </a:endParaRPr>
          </a:p>
        </p:txBody>
      </p:sp>
    </p:spTree>
    <p:extLst>
      <p:ext uri="{BB962C8B-B14F-4D97-AF65-F5344CB8AC3E}">
        <p14:creationId xmlns:p14="http://schemas.microsoft.com/office/powerpoint/2010/main" val="4239815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2348" y="36145"/>
            <a:ext cx="9144774"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endParaRPr lang="fr-FR"/>
          </a:p>
        </p:txBody>
      </p:sp>
      <p:sp>
        <p:nvSpPr>
          <p:cNvPr id="832" name="Google Shape;832;p106"/>
          <p:cNvSpPr txBox="1">
            <a:spLocks noGrp="1"/>
          </p:cNvSpPr>
          <p:nvPr>
            <p:ph type="body" idx="1"/>
          </p:nvPr>
        </p:nvSpPr>
        <p:spPr>
          <a:xfrm>
            <a:off x="346364" y="1051571"/>
            <a:ext cx="8261537" cy="5156666"/>
          </a:xfrm>
          <a:prstGeom prst="rect">
            <a:avLst/>
          </a:prstGeom>
          <a:noFill/>
          <a:ln>
            <a:noFill/>
          </a:ln>
        </p:spPr>
        <p:txBody>
          <a:bodyPr spcFirstLastPara="1" wrap="square" lIns="91425" tIns="45700" rIns="91425" bIns="45700" anchor="t" anchorCtr="0">
            <a:normAutofit/>
          </a:bodyPr>
          <a:lstStyle/>
          <a:p>
            <a:pPr marL="107950" indent="0">
              <a:spcBef>
                <a:spcPts val="940"/>
              </a:spcBef>
            </a:pPr>
            <a:r>
              <a:rPr lang="fr-FR" sz="2400"/>
              <a:t>Modèle de données</a:t>
            </a:r>
            <a:endParaRPr lang="fr-FR" sz="3200"/>
          </a:p>
          <a:p>
            <a:pPr marL="342900" indent="-234950">
              <a:spcBef>
                <a:spcPts val="940"/>
              </a:spcBef>
            </a:pPr>
            <a:endParaRPr lang="fr-FR" sz="1700"/>
          </a:p>
          <a:p>
            <a:pPr marL="285750" indent="-285750">
              <a:buChar char="•"/>
            </a:pPr>
            <a:r>
              <a:rPr lang="fr-FR" sz="1800"/>
              <a:t>SQL :</a:t>
            </a:r>
            <a:r>
              <a:rPr lang="fr-FR" sz="1800" b="0">
                <a:solidFill>
                  <a:srgbClr val="374151"/>
                </a:solidFill>
              </a:rPr>
              <a:t> </a:t>
            </a:r>
            <a:r>
              <a:rPr lang="fr-FR" sz="1800" b="0">
                <a:solidFill>
                  <a:schemeClr val="tx1"/>
                </a:solidFill>
              </a:rPr>
              <a:t>Les bases de données SQL utilisent un modèle de données</a:t>
            </a:r>
            <a:r>
              <a:rPr lang="fr-FR" sz="1800" b="0">
                <a:solidFill>
                  <a:srgbClr val="374151"/>
                </a:solidFill>
              </a:rPr>
              <a:t> </a:t>
            </a:r>
            <a:r>
              <a:rPr lang="fr-FR" sz="1800">
                <a:solidFill>
                  <a:srgbClr val="7030A0"/>
                </a:solidFill>
              </a:rPr>
              <a:t>relationnel </a:t>
            </a:r>
            <a:r>
              <a:rPr lang="fr-FR" sz="1800" b="0">
                <a:solidFill>
                  <a:schemeClr val="tx1"/>
                </a:solidFill>
              </a:rPr>
              <a:t>où les données sont organisées en tables</a:t>
            </a:r>
            <a:r>
              <a:rPr lang="fr-FR" sz="1800" b="0">
                <a:solidFill>
                  <a:srgbClr val="374151"/>
                </a:solidFill>
              </a:rPr>
              <a:t> </a:t>
            </a:r>
            <a:r>
              <a:rPr lang="fr-FR" sz="1800">
                <a:solidFill>
                  <a:srgbClr val="7030A0"/>
                </a:solidFill>
              </a:rPr>
              <a:t>avec des schémas fixes.</a:t>
            </a:r>
            <a:r>
              <a:rPr lang="fr-FR" sz="1800" b="0">
                <a:solidFill>
                  <a:srgbClr val="374151"/>
                </a:solidFill>
              </a:rPr>
              <a:t> </a:t>
            </a:r>
            <a:r>
              <a:rPr lang="fr-FR" sz="1800" b="0">
                <a:solidFill>
                  <a:schemeClr val="tx1"/>
                </a:solidFill>
              </a:rPr>
              <a:t>Les données sont stockées dans des colonnes et des lignes, avec des relations entre les tables.</a:t>
            </a:r>
          </a:p>
          <a:p>
            <a:pPr marL="285750" indent="-285750">
              <a:buChar char="•"/>
            </a:pPr>
            <a:endParaRPr lang="fr-FR" sz="1800" b="0">
              <a:solidFill>
                <a:srgbClr val="374151"/>
              </a:solidFill>
            </a:endParaRPr>
          </a:p>
          <a:p>
            <a:pPr marL="285750" indent="-285750">
              <a:buChar char="•"/>
            </a:pPr>
            <a:r>
              <a:rPr lang="fr-FR" sz="1800"/>
              <a:t>NoSQL :</a:t>
            </a:r>
            <a:r>
              <a:rPr lang="fr-FR" sz="1800" b="0">
                <a:solidFill>
                  <a:schemeClr val="tx1"/>
                </a:solidFill>
              </a:rPr>
              <a:t> Les bases de données NoSQL offrent</a:t>
            </a:r>
            <a:r>
              <a:rPr lang="fr-FR" sz="1800" b="0">
                <a:solidFill>
                  <a:srgbClr val="374151"/>
                </a:solidFill>
              </a:rPr>
              <a:t> </a:t>
            </a:r>
            <a:r>
              <a:rPr lang="fr-FR" sz="1800">
                <a:solidFill>
                  <a:srgbClr val="7030A0"/>
                </a:solidFill>
              </a:rPr>
              <a:t>divers modèles de données</a:t>
            </a:r>
            <a:r>
              <a:rPr lang="fr-FR" sz="1800" b="0">
                <a:solidFill>
                  <a:srgbClr val="374151"/>
                </a:solidFill>
              </a:rPr>
              <a:t>, notamment </a:t>
            </a:r>
            <a:r>
              <a:rPr lang="fr-FR" sz="1800">
                <a:solidFill>
                  <a:srgbClr val="7030A0"/>
                </a:solidFill>
              </a:rPr>
              <a:t>document, clé-valeur, colonnes, et graphes. </a:t>
            </a:r>
            <a:r>
              <a:rPr lang="fr-FR" sz="1800" b="0">
                <a:solidFill>
                  <a:schemeClr val="tx1"/>
                </a:solidFill>
              </a:rPr>
              <a:t>Ces </a:t>
            </a:r>
            <a:r>
              <a:rPr lang="fr-FR" sz="1800">
                <a:solidFill>
                  <a:srgbClr val="7030A0"/>
                </a:solidFill>
              </a:rPr>
              <a:t>modèles de données sont plus flexibles</a:t>
            </a:r>
            <a:r>
              <a:rPr lang="fr-FR" sz="1800" b="0">
                <a:solidFill>
                  <a:srgbClr val="374151"/>
                </a:solidFill>
              </a:rPr>
              <a:t> </a:t>
            </a:r>
            <a:r>
              <a:rPr lang="fr-FR" sz="1800" b="0">
                <a:solidFill>
                  <a:schemeClr val="tx1"/>
                </a:solidFill>
              </a:rPr>
              <a:t>et permettent de stocker des</a:t>
            </a:r>
            <a:r>
              <a:rPr lang="fr-FR" sz="1800" b="0">
                <a:solidFill>
                  <a:srgbClr val="374151"/>
                </a:solidFill>
              </a:rPr>
              <a:t> </a:t>
            </a:r>
            <a:r>
              <a:rPr lang="fr-FR" sz="1800">
                <a:solidFill>
                  <a:srgbClr val="7030A0"/>
                </a:solidFill>
              </a:rPr>
              <a:t>données semi-structurées ou non structurées.</a:t>
            </a:r>
          </a:p>
          <a:p>
            <a:pPr marL="342900" lvl="0" indent="-234950" algn="l">
              <a:spcBef>
                <a:spcPts val="940"/>
              </a:spcBef>
              <a:spcAft>
                <a:spcPts val="0"/>
              </a:spcAft>
            </a:pPr>
            <a:endParaRPr lang="fr-FR" sz="1700"/>
          </a:p>
          <a:p>
            <a:pPr marL="342900" indent="-234950">
              <a:spcBef>
                <a:spcPts val="940"/>
              </a:spcBef>
            </a:pPr>
            <a:endParaRPr lang="fr-FR" sz="1700">
              <a:solidFill>
                <a:srgbClr val="000000"/>
              </a:solidFill>
            </a:endParaRPr>
          </a:p>
          <a:p>
            <a:pPr marL="285750" indent="-285750">
              <a:spcBef>
                <a:spcPts val="940"/>
              </a:spcBef>
              <a:buChar char="•"/>
            </a:pPr>
            <a:endParaRPr lang="en-US" sz="1700" b="0">
              <a:solidFill>
                <a:srgbClr val="374151"/>
              </a:solidFill>
            </a:endParaRPr>
          </a:p>
          <a:p>
            <a:pPr marL="285750" indent="-285750">
              <a:spcBef>
                <a:spcPts val="940"/>
              </a:spcBef>
              <a:buChar char="•"/>
            </a:pPr>
            <a:endParaRPr lang="en-US" sz="1700" b="0">
              <a:solidFill>
                <a:srgbClr val="374151"/>
              </a:solidFill>
            </a:endParaRPr>
          </a:p>
        </p:txBody>
      </p:sp>
      <p:pic>
        <p:nvPicPr>
          <p:cNvPr id="2" name="Image 1" descr="Design your sql database">
            <a:extLst>
              <a:ext uri="{FF2B5EF4-FFF2-40B4-BE49-F238E27FC236}">
                <a16:creationId xmlns:a16="http://schemas.microsoft.com/office/drawing/2014/main" id="{A09BB2CC-2E47-4B86-C4BF-731F035ACA7B}"/>
              </a:ext>
            </a:extLst>
          </p:cNvPr>
          <p:cNvPicPr>
            <a:picLocks noChangeAspect="1"/>
          </p:cNvPicPr>
          <p:nvPr/>
        </p:nvPicPr>
        <p:blipFill>
          <a:blip r:embed="rId3"/>
          <a:stretch>
            <a:fillRect/>
          </a:stretch>
        </p:blipFill>
        <p:spPr>
          <a:xfrm>
            <a:off x="1326164" y="4589848"/>
            <a:ext cx="2222105" cy="1939917"/>
          </a:xfrm>
          <a:prstGeom prst="rect">
            <a:avLst/>
          </a:prstGeom>
        </p:spPr>
      </p:pic>
      <p:pic>
        <p:nvPicPr>
          <p:cNvPr id="3" name="Image 2" descr="Types of NoSQL Databases - GeeksforGeeks">
            <a:extLst>
              <a:ext uri="{FF2B5EF4-FFF2-40B4-BE49-F238E27FC236}">
                <a16:creationId xmlns:a16="http://schemas.microsoft.com/office/drawing/2014/main" id="{48D4DF77-4887-62C4-01AA-97161C488B2E}"/>
              </a:ext>
            </a:extLst>
          </p:cNvPr>
          <p:cNvPicPr>
            <a:picLocks noChangeAspect="1"/>
          </p:cNvPicPr>
          <p:nvPr/>
        </p:nvPicPr>
        <p:blipFill>
          <a:blip r:embed="rId4"/>
          <a:stretch>
            <a:fillRect/>
          </a:stretch>
        </p:blipFill>
        <p:spPr>
          <a:xfrm>
            <a:off x="5368834" y="4655610"/>
            <a:ext cx="2251638" cy="1861779"/>
          </a:xfrm>
          <a:prstGeom prst="rect">
            <a:avLst/>
          </a:prstGeom>
        </p:spPr>
      </p:pic>
    </p:spTree>
    <p:extLst>
      <p:ext uri="{BB962C8B-B14F-4D97-AF65-F5344CB8AC3E}">
        <p14:creationId xmlns:p14="http://schemas.microsoft.com/office/powerpoint/2010/main" val="439050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sp>
        <p:nvSpPr>
          <p:cNvPr id="832" name="Google Shape;832;p106"/>
          <p:cNvSpPr txBox="1">
            <a:spLocks noGrp="1"/>
          </p:cNvSpPr>
          <p:nvPr>
            <p:ph type="body" idx="1"/>
          </p:nvPr>
        </p:nvSpPr>
        <p:spPr>
          <a:xfrm>
            <a:off x="317609" y="1109080"/>
            <a:ext cx="8261537" cy="5156666"/>
          </a:xfrm>
          <a:prstGeom prst="rect">
            <a:avLst/>
          </a:prstGeom>
          <a:noFill/>
          <a:ln>
            <a:noFill/>
          </a:ln>
        </p:spPr>
        <p:txBody>
          <a:bodyPr spcFirstLastPara="1" wrap="square" lIns="91425" tIns="45700" rIns="91425" bIns="45700" anchor="t" anchorCtr="0">
            <a:normAutofit/>
          </a:bodyPr>
          <a:lstStyle/>
          <a:p>
            <a:pPr marL="107950" indent="0">
              <a:spcBef>
                <a:spcPts val="940"/>
              </a:spcBef>
            </a:pPr>
            <a:r>
              <a:rPr lang="fr-FR" sz="2400"/>
              <a:t>Langage de requête</a:t>
            </a:r>
          </a:p>
          <a:p>
            <a:pPr marL="285750" indent="-285750">
              <a:buChar char="•"/>
            </a:pPr>
            <a:endParaRPr lang="fr-FR"/>
          </a:p>
          <a:p>
            <a:pPr marL="285750" indent="-285750">
              <a:buChar char="•"/>
            </a:pPr>
            <a:r>
              <a:rPr lang="fr-FR"/>
              <a:t>SQL :</a:t>
            </a:r>
            <a:r>
              <a:rPr lang="fr-FR" b="0">
                <a:solidFill>
                  <a:srgbClr val="374151"/>
                </a:solidFill>
              </a:rPr>
              <a:t> </a:t>
            </a:r>
            <a:r>
              <a:rPr lang="fr-FR" sz="1800" b="0">
                <a:solidFill>
                  <a:schemeClr val="tx1"/>
                </a:solidFill>
              </a:rPr>
              <a:t>Les bases de données relationnelles utilisent</a:t>
            </a:r>
            <a:r>
              <a:rPr lang="fr-FR" sz="1800" b="0">
                <a:solidFill>
                  <a:srgbClr val="374151"/>
                </a:solidFill>
              </a:rPr>
              <a:t> </a:t>
            </a:r>
            <a:r>
              <a:rPr lang="fr-FR" sz="1800">
                <a:solidFill>
                  <a:srgbClr val="7030A0"/>
                </a:solidFill>
              </a:rPr>
              <a:t>le langage SQL</a:t>
            </a:r>
            <a:r>
              <a:rPr lang="fr-FR" sz="1800" b="0">
                <a:solidFill>
                  <a:srgbClr val="374151"/>
                </a:solidFill>
              </a:rPr>
              <a:t>.</a:t>
            </a:r>
            <a:r>
              <a:rPr lang="fr-FR" sz="1800" b="0">
                <a:solidFill>
                  <a:schemeClr val="tx1"/>
                </a:solidFill>
              </a:rPr>
              <a:t> Il s'agit d'un </a:t>
            </a:r>
            <a:r>
              <a:rPr lang="fr-FR" sz="1800">
                <a:solidFill>
                  <a:srgbClr val="7030A0"/>
                </a:solidFill>
              </a:rPr>
              <a:t>langage normé (ISO / ANSI). </a:t>
            </a:r>
            <a:r>
              <a:rPr lang="fr-FR" sz="1800" b="0">
                <a:solidFill>
                  <a:schemeClr val="tx1"/>
                </a:solidFill>
              </a:rPr>
              <a:t>La plupart des SGBD implémentent néanmoins des fonctionnalités / mots clés spécifiques qui vont au-delà de la norme. La portabilité des requêtes n'est pas toujours réalisable en l'état et des adaptations d'un système à l'autre peuvent être nécessaires. </a:t>
            </a:r>
            <a:endParaRPr lang="fr-FR" sz="1800">
              <a:solidFill>
                <a:schemeClr val="tx1"/>
              </a:solidFill>
            </a:endParaRPr>
          </a:p>
          <a:p>
            <a:pPr marL="285750" indent="-285750">
              <a:buChar char="•"/>
            </a:pPr>
            <a:endParaRPr lang="fr-FR" b="0">
              <a:solidFill>
                <a:srgbClr val="374151"/>
              </a:solidFill>
            </a:endParaRPr>
          </a:p>
          <a:p>
            <a:pPr marL="285750" indent="-285750">
              <a:buChar char="•"/>
            </a:pPr>
            <a:endParaRPr lang="fr-FR" b="0">
              <a:solidFill>
                <a:srgbClr val="374151"/>
              </a:solidFill>
            </a:endParaRPr>
          </a:p>
          <a:p>
            <a:pPr marL="285750" indent="-285750">
              <a:buChar char="•"/>
            </a:pPr>
            <a:r>
              <a:rPr lang="fr-FR"/>
              <a:t>NoSQL :</a:t>
            </a:r>
            <a:r>
              <a:rPr lang="fr-FR" sz="1800" b="0">
                <a:solidFill>
                  <a:srgbClr val="374151"/>
                </a:solidFill>
              </a:rPr>
              <a:t> </a:t>
            </a:r>
            <a:r>
              <a:rPr lang="fr-FR" sz="1800">
                <a:solidFill>
                  <a:srgbClr val="7030A0"/>
                </a:solidFill>
              </a:rPr>
              <a:t>Chaque type de base de données NoSQL utilise son propre langage de requête ou des API spécifiques pour accéder aux données. </a:t>
            </a:r>
            <a:r>
              <a:rPr lang="fr-FR" sz="1800" b="0">
                <a:solidFill>
                  <a:schemeClr val="tx1"/>
                </a:solidFill>
              </a:rPr>
              <a:t>Les syntaxes peuvent être très diverses, proches ou éloignées de ce qui existe en SQL. </a:t>
            </a:r>
          </a:p>
          <a:p>
            <a:pPr marL="342900" indent="-234950">
              <a:spcBef>
                <a:spcPts val="940"/>
              </a:spcBef>
            </a:pPr>
            <a:endParaRPr lang="fr-FR" sz="1700">
              <a:solidFill>
                <a:srgbClr val="000000"/>
              </a:solidFill>
            </a:endParaRPr>
          </a:p>
          <a:p>
            <a:pPr marL="285750" indent="-285750">
              <a:spcBef>
                <a:spcPts val="940"/>
              </a:spcBef>
              <a:buChar char="•"/>
            </a:pPr>
            <a:endParaRPr lang="en-US" sz="1700" b="0">
              <a:solidFill>
                <a:srgbClr val="374151"/>
              </a:solidFill>
            </a:endParaRPr>
          </a:p>
          <a:p>
            <a:pPr marL="285750" indent="-285750">
              <a:spcBef>
                <a:spcPts val="940"/>
              </a:spcBef>
              <a:buChar char="•"/>
            </a:pPr>
            <a:endParaRPr lang="en-US" sz="1700" b="0">
              <a:solidFill>
                <a:srgbClr val="374151"/>
              </a:solidFill>
            </a:endParaRPr>
          </a:p>
        </p:txBody>
      </p:sp>
    </p:spTree>
    <p:extLst>
      <p:ext uri="{BB962C8B-B14F-4D97-AF65-F5344CB8AC3E}">
        <p14:creationId xmlns:p14="http://schemas.microsoft.com/office/powerpoint/2010/main" val="1582117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sp>
        <p:nvSpPr>
          <p:cNvPr id="832" name="Google Shape;832;p106"/>
          <p:cNvSpPr txBox="1">
            <a:spLocks noGrp="1"/>
          </p:cNvSpPr>
          <p:nvPr>
            <p:ph type="body" idx="1"/>
          </p:nvPr>
        </p:nvSpPr>
        <p:spPr>
          <a:xfrm>
            <a:off x="346364" y="1093452"/>
            <a:ext cx="8261537" cy="5156666"/>
          </a:xfrm>
          <a:prstGeom prst="rect">
            <a:avLst/>
          </a:prstGeom>
          <a:noFill/>
          <a:ln>
            <a:noFill/>
          </a:ln>
        </p:spPr>
        <p:txBody>
          <a:bodyPr spcFirstLastPara="1" wrap="square" lIns="91425" tIns="45700" rIns="91425" bIns="45700" anchor="t" anchorCtr="0">
            <a:normAutofit/>
          </a:bodyPr>
          <a:lstStyle/>
          <a:p>
            <a:pPr marL="107950" indent="0">
              <a:lnSpc>
                <a:spcPct val="90000"/>
              </a:lnSpc>
              <a:spcBef>
                <a:spcPts val="940"/>
              </a:spcBef>
            </a:pPr>
            <a:r>
              <a:rPr lang="fr-FR" sz="2400"/>
              <a:t>Schéma de données :</a:t>
            </a:r>
            <a:endParaRPr lang="fr-FR"/>
          </a:p>
          <a:p>
            <a:pPr marL="107950" indent="0">
              <a:lnSpc>
                <a:spcPct val="90000"/>
              </a:lnSpc>
              <a:spcBef>
                <a:spcPts val="940"/>
              </a:spcBef>
            </a:pPr>
            <a:endParaRPr lang="fr-FR" sz="2400"/>
          </a:p>
          <a:p>
            <a:pPr marL="285750" indent="-285750">
              <a:buChar char="•"/>
            </a:pPr>
            <a:r>
              <a:rPr lang="fr-FR" sz="1800"/>
              <a:t>SQL :</a:t>
            </a:r>
            <a:r>
              <a:rPr lang="fr-FR" sz="1800" b="0">
                <a:solidFill>
                  <a:schemeClr val="tx1"/>
                </a:solidFill>
              </a:rPr>
              <a:t> Les bases de données SQL nécessitent un schéma rigide</a:t>
            </a:r>
            <a:r>
              <a:rPr lang="fr-FR" sz="1800" b="0">
                <a:solidFill>
                  <a:srgbClr val="374151"/>
                </a:solidFill>
              </a:rPr>
              <a:t> </a:t>
            </a:r>
            <a:r>
              <a:rPr lang="fr-FR" sz="1800">
                <a:solidFill>
                  <a:srgbClr val="7030A0"/>
                </a:solidFill>
              </a:rPr>
              <a:t>définissant la structure des données à l'avance. </a:t>
            </a:r>
            <a:r>
              <a:rPr lang="fr-FR" sz="1800" b="0">
                <a:solidFill>
                  <a:schemeClr val="tx1"/>
                </a:solidFill>
              </a:rPr>
              <a:t>Les modifications du schéma peuvent être complexes et nécessitent généralement des migrations de données.</a:t>
            </a:r>
          </a:p>
          <a:p>
            <a:pPr marL="285750" indent="-285750">
              <a:buChar char="•"/>
            </a:pPr>
            <a:endParaRPr lang="fr-FR" sz="1800"/>
          </a:p>
          <a:p>
            <a:pPr marL="285750" indent="-285750">
              <a:buChar char="•"/>
            </a:pPr>
            <a:endParaRPr lang="fr-FR" sz="1800"/>
          </a:p>
          <a:p>
            <a:pPr marL="285750" indent="-285750">
              <a:buChar char="•"/>
            </a:pPr>
            <a:r>
              <a:rPr lang="fr-FR" sz="1800"/>
              <a:t>NoSQL :</a:t>
            </a:r>
            <a:r>
              <a:rPr lang="fr-FR" sz="1800" b="0">
                <a:solidFill>
                  <a:srgbClr val="374151"/>
                </a:solidFill>
              </a:rPr>
              <a:t> </a:t>
            </a:r>
            <a:r>
              <a:rPr lang="fr-FR" sz="1800" b="0">
                <a:solidFill>
                  <a:schemeClr val="tx1"/>
                </a:solidFill>
              </a:rPr>
              <a:t>Les bases de données NoSQL permettent un schéma flexible, ce qui signifie que vous pouvez ajouter de nouveaux champs sans perturber les opérations existantes. Cela convient aux applications où les schémas évoluent fréquemment.</a:t>
            </a:r>
            <a:endParaRPr lang="fr-FR" sz="1800">
              <a:solidFill>
                <a:schemeClr val="tx1"/>
              </a:solidFill>
            </a:endParaRPr>
          </a:p>
          <a:p>
            <a:pPr marL="285750" indent="-285750">
              <a:buChar char="•"/>
            </a:pPr>
            <a:endParaRPr lang="fr-FR">
              <a:solidFill>
                <a:schemeClr val="tx1"/>
              </a:solidFill>
            </a:endParaRPr>
          </a:p>
          <a:p>
            <a:pPr marL="285750" indent="-285750">
              <a:spcBef>
                <a:spcPts val="940"/>
              </a:spcBef>
              <a:buChar char="•"/>
            </a:pPr>
            <a:endParaRPr lang="en-US" sz="1700" b="0">
              <a:solidFill>
                <a:srgbClr val="374151"/>
              </a:solidFill>
            </a:endParaRPr>
          </a:p>
          <a:p>
            <a:pPr marL="285750" indent="-285750">
              <a:spcBef>
                <a:spcPts val="940"/>
              </a:spcBef>
              <a:buChar char="•"/>
            </a:pPr>
            <a:endParaRPr lang="en-US" sz="1700" b="0">
              <a:solidFill>
                <a:srgbClr val="374151"/>
              </a:solidFill>
            </a:endParaRPr>
          </a:p>
        </p:txBody>
      </p:sp>
    </p:spTree>
    <p:extLst>
      <p:ext uri="{BB962C8B-B14F-4D97-AF65-F5344CB8AC3E}">
        <p14:creationId xmlns:p14="http://schemas.microsoft.com/office/powerpoint/2010/main" val="2753811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sp>
        <p:nvSpPr>
          <p:cNvPr id="832" name="Google Shape;832;p106"/>
          <p:cNvSpPr txBox="1">
            <a:spLocks noGrp="1"/>
          </p:cNvSpPr>
          <p:nvPr>
            <p:ph type="body" idx="1"/>
          </p:nvPr>
        </p:nvSpPr>
        <p:spPr>
          <a:xfrm>
            <a:off x="346364" y="965308"/>
            <a:ext cx="8261537" cy="5889910"/>
          </a:xfrm>
          <a:prstGeom prst="rect">
            <a:avLst/>
          </a:prstGeom>
          <a:noFill/>
          <a:ln>
            <a:noFill/>
          </a:ln>
        </p:spPr>
        <p:txBody>
          <a:bodyPr spcFirstLastPara="1" wrap="square" lIns="91425" tIns="45700" rIns="91425" bIns="45700" anchor="t" anchorCtr="0">
            <a:normAutofit/>
          </a:bodyPr>
          <a:lstStyle/>
          <a:p>
            <a:pPr marL="107950" indent="0">
              <a:lnSpc>
                <a:spcPct val="90000"/>
              </a:lnSpc>
              <a:spcBef>
                <a:spcPts val="940"/>
              </a:spcBef>
            </a:pPr>
            <a:endParaRPr lang="fr-FR" sz="2400"/>
          </a:p>
          <a:p>
            <a:pPr marL="107950" indent="0">
              <a:lnSpc>
                <a:spcPct val="90000"/>
              </a:lnSpc>
              <a:spcBef>
                <a:spcPts val="940"/>
              </a:spcBef>
            </a:pPr>
            <a:r>
              <a:rPr lang="fr-FR" sz="2400"/>
              <a:t>Cas d'usage:</a:t>
            </a:r>
            <a:endParaRPr lang="fr-FR"/>
          </a:p>
          <a:p>
            <a:pPr marL="107950" indent="0">
              <a:lnSpc>
                <a:spcPct val="90000"/>
              </a:lnSpc>
              <a:spcBef>
                <a:spcPts val="940"/>
              </a:spcBef>
            </a:pPr>
            <a:endParaRPr lang="fr-FR" sz="2400">
              <a:solidFill>
                <a:schemeClr val="tx1"/>
              </a:solidFill>
            </a:endParaRPr>
          </a:p>
          <a:p>
            <a:pPr>
              <a:buChar char="•"/>
            </a:pPr>
            <a:r>
              <a:rPr lang="fr-FR" sz="1800">
                <a:solidFill>
                  <a:schemeClr val="tx1"/>
                </a:solidFill>
              </a:rPr>
              <a:t>SQL :</a:t>
            </a:r>
            <a:r>
              <a:rPr lang="fr-FR" sz="1800" b="0">
                <a:solidFill>
                  <a:schemeClr val="tx1"/>
                </a:solidFill>
              </a:rPr>
              <a:t> Les bases de données SQL sont souvent utilisées pour des applications nécessitant une intégrité des données stricte. </a:t>
            </a:r>
          </a:p>
          <a:p>
            <a:pPr>
              <a:buChar char="•"/>
            </a:pPr>
            <a:endParaRPr lang="fr-FR" sz="1800" b="0">
              <a:solidFill>
                <a:schemeClr val="tx1"/>
              </a:solidFill>
            </a:endParaRPr>
          </a:p>
          <a:p>
            <a:pPr>
              <a:buChar char="•"/>
            </a:pPr>
            <a:endParaRPr lang="fr-FR" sz="1800" b="0">
              <a:solidFill>
                <a:schemeClr val="tx1"/>
              </a:solidFill>
            </a:endParaRPr>
          </a:p>
          <a:p>
            <a:pPr>
              <a:buChar char="•"/>
            </a:pPr>
            <a:r>
              <a:rPr lang="fr-FR" sz="1800">
                <a:solidFill>
                  <a:schemeClr val="tx1"/>
                </a:solidFill>
              </a:rPr>
              <a:t>NoSQL :</a:t>
            </a:r>
            <a:r>
              <a:rPr lang="fr-FR" sz="1800" b="0">
                <a:solidFill>
                  <a:schemeClr val="tx1"/>
                </a:solidFill>
              </a:rPr>
              <a:t> Les bases de données NoSQL sont utilisées lorsqu'on cherche à favoriser la performance / l'évolutivité et la flexibilité du modèle de données.</a:t>
            </a:r>
          </a:p>
          <a:p>
            <a:pPr marL="285750" indent="-285750">
              <a:buChar char="•"/>
            </a:pPr>
            <a:endParaRPr lang="fr-FR">
              <a:solidFill>
                <a:schemeClr val="tx1"/>
              </a:solidFill>
            </a:endParaRPr>
          </a:p>
          <a:p>
            <a:pPr marL="285750" indent="-285750">
              <a:spcBef>
                <a:spcPts val="940"/>
              </a:spcBef>
              <a:buChar char="•"/>
            </a:pPr>
            <a:endParaRPr lang="en-US" sz="1700" b="0">
              <a:solidFill>
                <a:srgbClr val="374151"/>
              </a:solidFill>
            </a:endParaRPr>
          </a:p>
          <a:p>
            <a:pPr marL="285750" indent="-285750">
              <a:spcBef>
                <a:spcPts val="940"/>
              </a:spcBef>
              <a:buChar char="•"/>
            </a:pPr>
            <a:endParaRPr lang="en-US" sz="1700" b="0">
              <a:solidFill>
                <a:srgbClr val="374151"/>
              </a:solidFill>
            </a:endParaRPr>
          </a:p>
        </p:txBody>
      </p:sp>
    </p:spTree>
    <p:extLst>
      <p:ext uri="{BB962C8B-B14F-4D97-AF65-F5344CB8AC3E}">
        <p14:creationId xmlns:p14="http://schemas.microsoft.com/office/powerpoint/2010/main" val="1547696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sp>
        <p:nvSpPr>
          <p:cNvPr id="832" name="Google Shape;832;p106"/>
          <p:cNvSpPr txBox="1">
            <a:spLocks noGrp="1"/>
          </p:cNvSpPr>
          <p:nvPr>
            <p:ph type="body" idx="1"/>
          </p:nvPr>
        </p:nvSpPr>
        <p:spPr>
          <a:xfrm>
            <a:off x="346364" y="994061"/>
            <a:ext cx="8261537" cy="5156666"/>
          </a:xfrm>
          <a:prstGeom prst="rect">
            <a:avLst/>
          </a:prstGeom>
          <a:noFill/>
          <a:ln>
            <a:noFill/>
          </a:ln>
        </p:spPr>
        <p:txBody>
          <a:bodyPr spcFirstLastPara="1" wrap="square" lIns="91425" tIns="45700" rIns="91425" bIns="45700" anchor="t" anchorCtr="0">
            <a:normAutofit/>
          </a:bodyPr>
          <a:lstStyle/>
          <a:p>
            <a:endParaRPr lang="fr-FR" sz="2400"/>
          </a:p>
          <a:p>
            <a:r>
              <a:rPr lang="fr-FR" sz="2400"/>
              <a:t>Évolutivité :</a:t>
            </a:r>
            <a:endParaRPr lang="fr-FR"/>
          </a:p>
          <a:p>
            <a:pPr marL="285750" indent="-285750">
              <a:buChar char="•"/>
            </a:pPr>
            <a:endParaRPr lang="fr-FR" sz="1600"/>
          </a:p>
          <a:p>
            <a:pPr marL="285750" indent="-285750">
              <a:buChar char="•"/>
            </a:pPr>
            <a:r>
              <a:rPr lang="fr-FR" sz="1600">
                <a:solidFill>
                  <a:schemeClr val="tx1"/>
                </a:solidFill>
              </a:rPr>
              <a:t>SQL :</a:t>
            </a:r>
            <a:r>
              <a:rPr lang="fr-FR" sz="1600" b="0">
                <a:solidFill>
                  <a:schemeClr val="tx1"/>
                </a:solidFill>
              </a:rPr>
              <a:t> Les bases de données SQL sont souvent conçues pour s'exécuter sur un serveur unique, ce qui peut limiter l'évolutivité (scalabilité verticale). </a:t>
            </a:r>
          </a:p>
          <a:p>
            <a:pPr marL="285750" indent="-285750">
              <a:buChar char="•"/>
            </a:pPr>
            <a:endParaRPr lang="fr-FR" sz="1600" b="0">
              <a:solidFill>
                <a:schemeClr val="tx1"/>
              </a:solidFill>
            </a:endParaRPr>
          </a:p>
          <a:p>
            <a:pPr marL="285750" indent="-285750">
              <a:buChar char="•"/>
            </a:pPr>
            <a:r>
              <a:rPr lang="fr-FR" sz="1600">
                <a:solidFill>
                  <a:schemeClr val="tx1"/>
                </a:solidFill>
              </a:rPr>
              <a:t>NoSQL :</a:t>
            </a:r>
            <a:r>
              <a:rPr lang="fr-FR" sz="1600" b="0">
                <a:solidFill>
                  <a:schemeClr val="tx1"/>
                </a:solidFill>
              </a:rPr>
              <a:t> Permet la scalabilité horizontale ce qui permet de gérer des volumes massifs de données (ajout de serveurs supplémentaires au besoin) </a:t>
            </a:r>
          </a:p>
          <a:p>
            <a:pPr marL="107950" indent="0">
              <a:lnSpc>
                <a:spcPct val="90000"/>
              </a:lnSpc>
              <a:spcBef>
                <a:spcPts val="940"/>
              </a:spcBef>
            </a:pPr>
            <a:endParaRPr lang="fr-FR" sz="2400"/>
          </a:p>
          <a:p>
            <a:pPr marL="285750" indent="-285750">
              <a:buChar char="•"/>
            </a:pPr>
            <a:endParaRPr lang="fr-FR" sz="1200" b="0">
              <a:solidFill>
                <a:srgbClr val="374151"/>
              </a:solidFill>
            </a:endParaRPr>
          </a:p>
          <a:p>
            <a:pPr marL="107950" indent="0">
              <a:lnSpc>
                <a:spcPct val="90000"/>
              </a:lnSpc>
              <a:spcBef>
                <a:spcPts val="940"/>
              </a:spcBef>
            </a:pPr>
            <a:endParaRPr lang="fr-FR" sz="2400"/>
          </a:p>
          <a:p>
            <a:pPr marL="285750" indent="-285750">
              <a:buChar char="•"/>
            </a:pPr>
            <a:endParaRPr lang="fr-FR" sz="1800" b="0">
              <a:solidFill>
                <a:srgbClr val="374151"/>
              </a:solidFill>
            </a:endParaRPr>
          </a:p>
          <a:p>
            <a:pPr marL="285750" indent="-285750">
              <a:buChar char="•"/>
            </a:pPr>
            <a:endParaRPr lang="fr-FR">
              <a:solidFill>
                <a:schemeClr val="tx1"/>
              </a:solidFill>
            </a:endParaRPr>
          </a:p>
          <a:p>
            <a:pPr marL="285750" indent="-285750">
              <a:spcBef>
                <a:spcPts val="940"/>
              </a:spcBef>
              <a:buChar char="•"/>
            </a:pPr>
            <a:endParaRPr lang="en-US" sz="1700" b="0">
              <a:solidFill>
                <a:srgbClr val="374151"/>
              </a:solidFill>
            </a:endParaRPr>
          </a:p>
          <a:p>
            <a:pPr marL="285750" indent="-285750">
              <a:spcBef>
                <a:spcPts val="940"/>
              </a:spcBef>
              <a:buChar char="•"/>
            </a:pPr>
            <a:endParaRPr lang="en-US" sz="1700" b="0">
              <a:solidFill>
                <a:srgbClr val="374151"/>
              </a:solidFill>
            </a:endParaRPr>
          </a:p>
        </p:txBody>
      </p:sp>
      <p:pic>
        <p:nvPicPr>
          <p:cNvPr id="2" name="Image 1" descr="System Design - Horizontal and Vertical Scaling - GeeksforGeeks">
            <a:extLst>
              <a:ext uri="{FF2B5EF4-FFF2-40B4-BE49-F238E27FC236}">
                <a16:creationId xmlns:a16="http://schemas.microsoft.com/office/drawing/2014/main" id="{DD73527E-72A6-6CA8-963C-9409534277E9}"/>
              </a:ext>
            </a:extLst>
          </p:cNvPr>
          <p:cNvPicPr>
            <a:picLocks noChangeAspect="1"/>
          </p:cNvPicPr>
          <p:nvPr/>
        </p:nvPicPr>
        <p:blipFill>
          <a:blip r:embed="rId3"/>
          <a:stretch>
            <a:fillRect/>
          </a:stretch>
        </p:blipFill>
        <p:spPr>
          <a:xfrm>
            <a:off x="3775494" y="4190741"/>
            <a:ext cx="4784783" cy="2415912"/>
          </a:xfrm>
          <a:prstGeom prst="rect">
            <a:avLst/>
          </a:prstGeom>
        </p:spPr>
      </p:pic>
    </p:spTree>
    <p:extLst>
      <p:ext uri="{BB962C8B-B14F-4D97-AF65-F5344CB8AC3E}">
        <p14:creationId xmlns:p14="http://schemas.microsoft.com/office/powerpoint/2010/main" val="3251814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sp>
        <p:nvSpPr>
          <p:cNvPr id="832" name="Google Shape;832;p106"/>
          <p:cNvSpPr txBox="1">
            <a:spLocks noGrp="1"/>
          </p:cNvSpPr>
          <p:nvPr>
            <p:ph type="body" idx="1"/>
          </p:nvPr>
        </p:nvSpPr>
        <p:spPr>
          <a:xfrm>
            <a:off x="346364" y="1051570"/>
            <a:ext cx="8261537" cy="5789269"/>
          </a:xfrm>
          <a:prstGeom prst="rect">
            <a:avLst/>
          </a:prstGeom>
          <a:noFill/>
          <a:ln>
            <a:noFill/>
          </a:ln>
        </p:spPr>
        <p:txBody>
          <a:bodyPr spcFirstLastPara="1" wrap="square" lIns="91425" tIns="45700" rIns="91425" bIns="45700" anchor="t" anchorCtr="0">
            <a:normAutofit/>
          </a:bodyPr>
          <a:lstStyle/>
          <a:p>
            <a:pPr marL="107950" indent="0">
              <a:lnSpc>
                <a:spcPct val="90000"/>
              </a:lnSpc>
              <a:spcBef>
                <a:spcPts val="940"/>
              </a:spcBef>
            </a:pPr>
            <a:endParaRPr lang="fr-FR" sz="1800"/>
          </a:p>
          <a:p>
            <a:r>
              <a:rPr lang="fr-FR" sz="2400"/>
              <a:t>Transactions:</a:t>
            </a:r>
          </a:p>
          <a:p>
            <a:endParaRPr lang="fr-FR" sz="1800"/>
          </a:p>
          <a:p>
            <a:pPr marL="285750" indent="-285750">
              <a:buChar char="•"/>
            </a:pPr>
            <a:r>
              <a:rPr lang="fr-FR" sz="1800">
                <a:solidFill>
                  <a:schemeClr val="tx1"/>
                </a:solidFill>
              </a:rPr>
              <a:t>SQL :</a:t>
            </a:r>
            <a:r>
              <a:rPr lang="fr-FR" sz="1800" b="0">
                <a:solidFill>
                  <a:schemeClr val="tx1"/>
                </a:solidFill>
              </a:rPr>
              <a:t> Les bases de données SQL prennent en charge des transactions ACID pour garantir la cohérence des données. L'intégrité des données est ainsi renforcée.</a:t>
            </a:r>
          </a:p>
          <a:p>
            <a:pPr marL="285750" indent="-285750">
              <a:buChar char="•"/>
            </a:pPr>
            <a:endParaRPr lang="fr-FR" sz="1800" b="0">
              <a:solidFill>
                <a:schemeClr val="tx1"/>
              </a:solidFill>
            </a:endParaRPr>
          </a:p>
          <a:p>
            <a:pPr marL="285750" indent="-285750">
              <a:buChar char="•"/>
            </a:pPr>
            <a:endParaRPr lang="fr-FR" sz="1800" b="0">
              <a:solidFill>
                <a:schemeClr val="tx1"/>
              </a:solidFill>
            </a:endParaRPr>
          </a:p>
          <a:p>
            <a:pPr marL="285750" indent="-285750">
              <a:buChar char="•"/>
            </a:pPr>
            <a:r>
              <a:rPr lang="fr-FR" sz="1800">
                <a:solidFill>
                  <a:schemeClr val="tx1"/>
                </a:solidFill>
              </a:rPr>
              <a:t>NoSQL :</a:t>
            </a:r>
            <a:r>
              <a:rPr lang="fr-FR" sz="1800" b="0">
                <a:solidFill>
                  <a:schemeClr val="tx1"/>
                </a:solidFill>
              </a:rPr>
              <a:t> Les bases de données NoSQL privilégient souvent des transactions moins strictes pour améliorer les performances, bien que certaines d'entre elles offrent désormais des mécanismes de transactions (théorème CAP / approche BASE).</a:t>
            </a:r>
            <a:endParaRPr lang="fr-FR" sz="1800">
              <a:solidFill>
                <a:schemeClr val="tx1"/>
              </a:solidFill>
            </a:endParaRPr>
          </a:p>
          <a:p>
            <a:pPr marL="107950" indent="0">
              <a:lnSpc>
                <a:spcPct val="90000"/>
              </a:lnSpc>
              <a:spcBef>
                <a:spcPts val="940"/>
              </a:spcBef>
            </a:pPr>
            <a:endParaRPr lang="fr-FR" sz="2400"/>
          </a:p>
          <a:p>
            <a:pPr marL="285750" indent="-285750">
              <a:buChar char="•"/>
            </a:pPr>
            <a:endParaRPr lang="fr-FR" sz="1800" b="0">
              <a:solidFill>
                <a:srgbClr val="374151"/>
              </a:solidFill>
            </a:endParaRPr>
          </a:p>
          <a:p>
            <a:pPr marL="285750" indent="-285750">
              <a:buChar char="•"/>
            </a:pPr>
            <a:endParaRPr lang="fr-FR">
              <a:solidFill>
                <a:schemeClr val="tx1"/>
              </a:solidFill>
            </a:endParaRPr>
          </a:p>
          <a:p>
            <a:pPr marL="285750" indent="-285750">
              <a:spcBef>
                <a:spcPts val="940"/>
              </a:spcBef>
              <a:buChar char="•"/>
            </a:pPr>
            <a:endParaRPr lang="en-US" sz="1700" b="0">
              <a:solidFill>
                <a:srgbClr val="374151"/>
              </a:solidFill>
            </a:endParaRPr>
          </a:p>
          <a:p>
            <a:pPr marL="285750" indent="-285750">
              <a:spcBef>
                <a:spcPts val="940"/>
              </a:spcBef>
              <a:buChar char="•"/>
            </a:pPr>
            <a:endParaRPr lang="en-US" sz="1700" b="0">
              <a:solidFill>
                <a:srgbClr val="374151"/>
              </a:solidFill>
            </a:endParaRPr>
          </a:p>
        </p:txBody>
      </p:sp>
    </p:spTree>
    <p:extLst>
      <p:ext uri="{BB962C8B-B14F-4D97-AF65-F5344CB8AC3E}">
        <p14:creationId xmlns:p14="http://schemas.microsoft.com/office/powerpoint/2010/main" val="2264295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sp>
        <p:nvSpPr>
          <p:cNvPr id="832" name="Google Shape;832;p106"/>
          <p:cNvSpPr txBox="1">
            <a:spLocks noGrp="1"/>
          </p:cNvSpPr>
          <p:nvPr>
            <p:ph type="body" idx="1"/>
          </p:nvPr>
        </p:nvSpPr>
        <p:spPr>
          <a:xfrm>
            <a:off x="346364" y="1051570"/>
            <a:ext cx="8261537" cy="5789269"/>
          </a:xfrm>
          <a:prstGeom prst="rect">
            <a:avLst/>
          </a:prstGeom>
          <a:noFill/>
          <a:ln>
            <a:noFill/>
          </a:ln>
        </p:spPr>
        <p:txBody>
          <a:bodyPr spcFirstLastPara="1" wrap="square" lIns="91425" tIns="45700" rIns="91425" bIns="45700" anchor="t" anchorCtr="0">
            <a:normAutofit/>
          </a:bodyPr>
          <a:lstStyle/>
          <a:p>
            <a:pPr marL="107950" indent="0">
              <a:lnSpc>
                <a:spcPct val="90000"/>
              </a:lnSpc>
              <a:spcBef>
                <a:spcPts val="940"/>
              </a:spcBef>
            </a:pPr>
            <a:endParaRPr lang="fr-FR" sz="1800"/>
          </a:p>
          <a:p>
            <a:r>
              <a:rPr lang="fr-FR" sz="2400"/>
              <a:t>Transactions – </a:t>
            </a:r>
            <a:r>
              <a:rPr lang="fr-FR" sz="2400">
                <a:solidFill>
                  <a:srgbClr val="7030A0"/>
                </a:solidFill>
              </a:rPr>
              <a:t>SQL et ACID </a:t>
            </a:r>
          </a:p>
          <a:p>
            <a:pPr marL="0" indent="0"/>
            <a:endParaRPr lang="fr-FR" sz="1800" b="0">
              <a:solidFill>
                <a:srgbClr val="374151"/>
              </a:solidFill>
            </a:endParaRPr>
          </a:p>
          <a:p>
            <a:pPr>
              <a:buChar char="•"/>
            </a:pPr>
            <a:r>
              <a:rPr lang="fr-FR" sz="1800">
                <a:solidFill>
                  <a:schemeClr val="tx1"/>
                </a:solidFill>
              </a:rPr>
              <a:t>Atomicité (ou </a:t>
            </a:r>
            <a:r>
              <a:rPr lang="fr-FR" sz="1800" err="1">
                <a:solidFill>
                  <a:schemeClr val="tx1"/>
                </a:solidFill>
              </a:rPr>
              <a:t>Atomicity</a:t>
            </a:r>
            <a:r>
              <a:rPr lang="fr-FR" sz="1800">
                <a:solidFill>
                  <a:schemeClr val="tx1"/>
                </a:solidFill>
              </a:rPr>
              <a:t>) :</a:t>
            </a:r>
            <a:r>
              <a:rPr lang="fr-FR" sz="1800" b="0">
                <a:solidFill>
                  <a:schemeClr val="tx1"/>
                </a:solidFill>
              </a:rPr>
              <a:t> Toutes les opérations au sein d'une transaction doivent produire un état fini et valide (all or </a:t>
            </a:r>
            <a:r>
              <a:rPr lang="fr-FR" sz="1800" b="0" err="1">
                <a:solidFill>
                  <a:schemeClr val="tx1"/>
                </a:solidFill>
              </a:rPr>
              <a:t>nothing</a:t>
            </a:r>
            <a:r>
              <a:rPr lang="fr-FR" sz="1800" b="0">
                <a:solidFill>
                  <a:schemeClr val="tx1"/>
                </a:solidFill>
              </a:rPr>
              <a:t>).</a:t>
            </a:r>
          </a:p>
          <a:p>
            <a:pPr>
              <a:buChar char="•"/>
            </a:pPr>
            <a:endParaRPr lang="fr-FR" sz="1800" b="0">
              <a:solidFill>
                <a:schemeClr val="tx1"/>
              </a:solidFill>
            </a:endParaRPr>
          </a:p>
          <a:p>
            <a:pPr>
              <a:buChar char="•"/>
            </a:pPr>
            <a:r>
              <a:rPr lang="fr-FR" sz="1800">
                <a:solidFill>
                  <a:schemeClr val="tx1"/>
                </a:solidFill>
              </a:rPr>
              <a:t>Cohérence ( ou </a:t>
            </a:r>
            <a:r>
              <a:rPr lang="fr-FR" sz="1800" err="1">
                <a:solidFill>
                  <a:schemeClr val="tx1"/>
                </a:solidFill>
              </a:rPr>
              <a:t>Consistency</a:t>
            </a:r>
            <a:r>
              <a:rPr lang="fr-FR" sz="1800">
                <a:solidFill>
                  <a:schemeClr val="tx1"/>
                </a:solidFill>
              </a:rPr>
              <a:t>) :</a:t>
            </a:r>
            <a:r>
              <a:rPr lang="fr-FR" sz="1800" b="0">
                <a:solidFill>
                  <a:schemeClr val="tx1"/>
                </a:solidFill>
              </a:rPr>
              <a:t> la base de données doit rester dans un état valide. Le système s'en assure (exemple: impossibilité d'insérer une valeur NULL dans un champ avec une propriété NOT NULL) </a:t>
            </a:r>
          </a:p>
          <a:p>
            <a:pPr>
              <a:buChar char="•"/>
            </a:pPr>
            <a:endParaRPr lang="fr-FR" sz="1800">
              <a:solidFill>
                <a:schemeClr val="tx1"/>
              </a:solidFill>
            </a:endParaRPr>
          </a:p>
          <a:p>
            <a:pPr>
              <a:buChar char="•"/>
            </a:pPr>
            <a:r>
              <a:rPr lang="fr-FR" sz="1800">
                <a:solidFill>
                  <a:schemeClr val="tx1"/>
                </a:solidFill>
              </a:rPr>
              <a:t>Isolation (ou Isolation) :</a:t>
            </a:r>
            <a:r>
              <a:rPr lang="fr-FR" sz="1800" b="0">
                <a:solidFill>
                  <a:schemeClr val="tx1"/>
                </a:solidFill>
              </a:rPr>
              <a:t> Chaque transaction est indépendante et a son propre cycle de vie. L'exécution simultanée de plusieurs transactions n'entraine pas de conflit.</a:t>
            </a:r>
            <a:endParaRPr lang="fr-FR">
              <a:solidFill>
                <a:schemeClr val="tx1"/>
              </a:solidFill>
            </a:endParaRPr>
          </a:p>
          <a:p>
            <a:pPr>
              <a:buChar char="•"/>
            </a:pPr>
            <a:endParaRPr lang="fr-FR" sz="1800">
              <a:solidFill>
                <a:schemeClr val="tx1"/>
              </a:solidFill>
            </a:endParaRPr>
          </a:p>
          <a:p>
            <a:pPr>
              <a:buChar char="•"/>
            </a:pPr>
            <a:r>
              <a:rPr lang="fr-FR" sz="1800">
                <a:solidFill>
                  <a:schemeClr val="tx1"/>
                </a:solidFill>
              </a:rPr>
              <a:t>Durabilité (ou </a:t>
            </a:r>
            <a:r>
              <a:rPr lang="fr-FR" sz="1800" err="1">
                <a:solidFill>
                  <a:schemeClr val="tx1"/>
                </a:solidFill>
              </a:rPr>
              <a:t>Durability</a:t>
            </a:r>
            <a:r>
              <a:rPr lang="fr-FR" sz="1800">
                <a:solidFill>
                  <a:schemeClr val="tx1"/>
                </a:solidFill>
              </a:rPr>
              <a:t>) :</a:t>
            </a:r>
            <a:r>
              <a:rPr lang="fr-FR" sz="1800" b="0">
                <a:solidFill>
                  <a:schemeClr val="tx1"/>
                </a:solidFill>
              </a:rPr>
              <a:t> Une fois qu'une transaction est validée, ses modifications sont persistantes, même en cas de défaillance du système.</a:t>
            </a:r>
            <a:endParaRPr lang="fr-FR">
              <a:solidFill>
                <a:schemeClr val="tx1"/>
              </a:solidFill>
            </a:endParaRPr>
          </a:p>
          <a:p>
            <a:pPr marL="285750" indent="-285750">
              <a:buChar char="•"/>
            </a:pPr>
            <a:endParaRPr lang="fr-FR" sz="1800" b="0">
              <a:solidFill>
                <a:srgbClr val="374151"/>
              </a:solidFill>
            </a:endParaRPr>
          </a:p>
          <a:p>
            <a:pPr marL="285750" indent="-285750">
              <a:buChar char="•"/>
            </a:pPr>
            <a:endParaRPr lang="fr-FR" sz="1800" b="0">
              <a:solidFill>
                <a:srgbClr val="374151"/>
              </a:solidFill>
            </a:endParaRPr>
          </a:p>
          <a:p>
            <a:pPr marL="285750" indent="-285750">
              <a:buChar char="•"/>
            </a:pPr>
            <a:endParaRPr lang="fr-FR" sz="1800" b="0">
              <a:solidFill>
                <a:srgbClr val="374151"/>
              </a:solidFill>
            </a:endParaRPr>
          </a:p>
          <a:p>
            <a:pPr marL="285750" indent="-285750">
              <a:buChar char="•"/>
            </a:pPr>
            <a:endParaRPr lang="fr-FR" sz="1800" b="0">
              <a:solidFill>
                <a:srgbClr val="374151"/>
              </a:solidFill>
            </a:endParaRPr>
          </a:p>
          <a:p>
            <a:pPr marL="285750" indent="-285750">
              <a:buChar char="•"/>
            </a:pPr>
            <a:endParaRPr lang="fr-FR">
              <a:solidFill>
                <a:srgbClr val="000000"/>
              </a:solidFill>
            </a:endParaRPr>
          </a:p>
          <a:p>
            <a:pPr marL="285750" indent="-285750">
              <a:spcBef>
                <a:spcPts val="940"/>
              </a:spcBef>
              <a:buChar char="•"/>
            </a:pPr>
            <a:endParaRPr lang="en-US" sz="1700" b="0">
              <a:solidFill>
                <a:srgbClr val="374151"/>
              </a:solidFill>
            </a:endParaRPr>
          </a:p>
          <a:p>
            <a:pPr marL="285750" indent="-285750">
              <a:spcBef>
                <a:spcPts val="940"/>
              </a:spcBef>
              <a:buChar char="•"/>
            </a:pPr>
            <a:endParaRPr lang="en-US" sz="1700" b="0">
              <a:solidFill>
                <a:srgbClr val="374151"/>
              </a:solidFill>
            </a:endParaRPr>
          </a:p>
        </p:txBody>
      </p:sp>
    </p:spTree>
    <p:extLst>
      <p:ext uri="{BB962C8B-B14F-4D97-AF65-F5344CB8AC3E}">
        <p14:creationId xmlns:p14="http://schemas.microsoft.com/office/powerpoint/2010/main" val="230225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94633"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sp>
        <p:nvSpPr>
          <p:cNvPr id="832" name="Google Shape;832;p106"/>
          <p:cNvSpPr txBox="1">
            <a:spLocks noGrp="1"/>
          </p:cNvSpPr>
          <p:nvPr>
            <p:ph type="body" idx="1"/>
          </p:nvPr>
        </p:nvSpPr>
        <p:spPr>
          <a:xfrm>
            <a:off x="346364" y="1051570"/>
            <a:ext cx="8261537" cy="5789269"/>
          </a:xfrm>
          <a:prstGeom prst="rect">
            <a:avLst/>
          </a:prstGeom>
          <a:noFill/>
          <a:ln>
            <a:noFill/>
          </a:ln>
        </p:spPr>
        <p:txBody>
          <a:bodyPr spcFirstLastPara="1" wrap="square" lIns="91425" tIns="45700" rIns="91425" bIns="45700" anchor="t" anchorCtr="0">
            <a:normAutofit/>
          </a:bodyPr>
          <a:lstStyle/>
          <a:p>
            <a:pPr marL="107950" indent="0">
              <a:lnSpc>
                <a:spcPct val="90000"/>
              </a:lnSpc>
              <a:spcBef>
                <a:spcPts val="940"/>
              </a:spcBef>
            </a:pPr>
            <a:endParaRPr lang="fr-FR" sz="1800"/>
          </a:p>
          <a:p>
            <a:r>
              <a:rPr lang="fr-FR" sz="2400"/>
              <a:t>Transactions – </a:t>
            </a:r>
            <a:r>
              <a:rPr lang="fr-FR" sz="2400">
                <a:solidFill>
                  <a:srgbClr val="7030A0"/>
                </a:solidFill>
              </a:rPr>
              <a:t>NOSQL et CAP</a:t>
            </a:r>
          </a:p>
          <a:p>
            <a:pPr marL="285750" indent="-285750">
              <a:buChar char="•"/>
            </a:pPr>
            <a:endParaRPr lang="fr-FR" sz="1800" b="0">
              <a:solidFill>
                <a:srgbClr val="374151"/>
              </a:solidFill>
            </a:endParaRPr>
          </a:p>
          <a:p>
            <a:pPr marL="285750" indent="-285750">
              <a:buFont typeface="Arial,Sans-Serif"/>
              <a:buChar char="•"/>
            </a:pPr>
            <a:endParaRPr lang="fr-FR" sz="1800">
              <a:solidFill>
                <a:srgbClr val="000000"/>
              </a:solidFill>
            </a:endParaRPr>
          </a:p>
          <a:p>
            <a:pPr marL="285750" indent="-285750">
              <a:buFont typeface="Arial,Sans-Serif"/>
              <a:buChar char="•"/>
            </a:pPr>
            <a:r>
              <a:rPr lang="fr-FR" sz="1800">
                <a:solidFill>
                  <a:srgbClr val="7030A0"/>
                </a:solidFill>
              </a:rPr>
              <a:t>C</a:t>
            </a:r>
            <a:r>
              <a:rPr lang="fr-FR" sz="1800">
                <a:solidFill>
                  <a:srgbClr val="000000"/>
                </a:solidFill>
              </a:rPr>
              <a:t>ohérence (ou </a:t>
            </a:r>
            <a:r>
              <a:rPr lang="fr-FR" sz="1800" err="1">
                <a:solidFill>
                  <a:srgbClr val="7030A0"/>
                </a:solidFill>
              </a:rPr>
              <a:t>Consistency</a:t>
            </a:r>
            <a:r>
              <a:rPr lang="fr-FR" sz="1800">
                <a:solidFill>
                  <a:srgbClr val="000000"/>
                </a:solidFill>
              </a:rPr>
              <a:t>) - </a:t>
            </a:r>
            <a:r>
              <a:rPr lang="fr-FR" sz="1800" b="0">
                <a:solidFill>
                  <a:schemeClr val="tx1"/>
                </a:solidFill>
              </a:rPr>
              <a:t>Cela signifie que la base de données est toujours dans un état cohérent. À tout moment, elle renverra la même réponse à une requête quel que soit le nœud interrogé (dans le cadre d'un système distribué).</a:t>
            </a:r>
          </a:p>
          <a:p>
            <a:pPr marL="285750" indent="-285750">
              <a:buFont typeface="Arial,Sans-Serif"/>
              <a:buChar char="•"/>
            </a:pPr>
            <a:endParaRPr lang="fr-FR" sz="1800" b="0">
              <a:solidFill>
                <a:srgbClr val="000000"/>
              </a:solidFill>
            </a:endParaRPr>
          </a:p>
          <a:p>
            <a:pPr marL="285750" indent="-285750">
              <a:buFont typeface="Arial,Sans-Serif"/>
              <a:buChar char="•"/>
            </a:pPr>
            <a:r>
              <a:rPr lang="fr-FR" sz="1800">
                <a:solidFill>
                  <a:srgbClr val="000000"/>
                </a:solidFill>
              </a:rPr>
              <a:t>Disponibilité (ou </a:t>
            </a:r>
            <a:r>
              <a:rPr lang="fr-FR" sz="1800" err="1">
                <a:solidFill>
                  <a:srgbClr val="7030A0"/>
                </a:solidFill>
              </a:rPr>
              <a:t>Availability</a:t>
            </a:r>
            <a:r>
              <a:rPr lang="fr-FR" sz="1800">
                <a:solidFill>
                  <a:srgbClr val="000000"/>
                </a:solidFill>
              </a:rPr>
              <a:t>) - </a:t>
            </a:r>
            <a:r>
              <a:rPr lang="fr-FR" sz="1800" b="0">
                <a:solidFill>
                  <a:schemeClr val="tx1"/>
                </a:solidFill>
              </a:rPr>
              <a:t>Cela signifie que le système répondra toujours (haute disponibilité) à une requête (en lecture ou en écriture). Concrètement, dans un système distribué, si un nœud tombe, c'est un autre qui prendra le relais. Il n'est pas garanti que la réponse soit la plus récente disponible.</a:t>
            </a:r>
          </a:p>
          <a:p>
            <a:pPr marL="228600" indent="0"/>
            <a:endParaRPr lang="en-US" b="0"/>
          </a:p>
          <a:p>
            <a:pPr marL="285750" indent="-285750">
              <a:buFont typeface="Arial,Sans-Serif"/>
              <a:buChar char="•"/>
            </a:pPr>
            <a:r>
              <a:rPr lang="fr-FR" sz="1800">
                <a:solidFill>
                  <a:srgbClr val="000000"/>
                </a:solidFill>
              </a:rPr>
              <a:t>Tolérance aux partitions (ou </a:t>
            </a:r>
            <a:r>
              <a:rPr lang="fr-FR" sz="1800">
                <a:solidFill>
                  <a:srgbClr val="7030A0"/>
                </a:solidFill>
              </a:rPr>
              <a:t>Partition </a:t>
            </a:r>
            <a:r>
              <a:rPr lang="fr-FR" sz="1800" err="1">
                <a:solidFill>
                  <a:srgbClr val="000000"/>
                </a:solidFill>
              </a:rPr>
              <a:t>Tolerance</a:t>
            </a:r>
            <a:r>
              <a:rPr lang="fr-FR" sz="1800">
                <a:solidFill>
                  <a:srgbClr val="000000"/>
                </a:solidFill>
              </a:rPr>
              <a:t>) - </a:t>
            </a:r>
            <a:r>
              <a:rPr lang="fr-FR" sz="1800" b="0">
                <a:solidFill>
                  <a:schemeClr val="tx1"/>
                </a:solidFill>
              </a:rPr>
              <a:t>Cela signifie que le système continue de fonctionner même si la communication entre les serveurs (nœuds) n'est pas momentanément fiable.</a:t>
            </a:r>
          </a:p>
          <a:p>
            <a:pPr marL="285750" indent="-285750">
              <a:buChar char="•"/>
            </a:pPr>
            <a:endParaRPr lang="fr-FR" sz="1800" b="0">
              <a:solidFill>
                <a:srgbClr val="374151"/>
              </a:solidFill>
            </a:endParaRPr>
          </a:p>
          <a:p>
            <a:pPr marL="285750" indent="-285750">
              <a:buChar char="•"/>
            </a:pPr>
            <a:endParaRPr lang="fr-FR" sz="1800" b="0">
              <a:solidFill>
                <a:srgbClr val="374151"/>
              </a:solidFill>
            </a:endParaRPr>
          </a:p>
          <a:p>
            <a:pPr marL="285750" indent="-285750">
              <a:buChar char="•"/>
            </a:pPr>
            <a:endParaRPr lang="fr-FR" sz="1800" b="0">
              <a:solidFill>
                <a:srgbClr val="374151"/>
              </a:solidFill>
            </a:endParaRPr>
          </a:p>
          <a:p>
            <a:pPr marL="285750" indent="-285750">
              <a:buChar char="•"/>
            </a:pPr>
            <a:endParaRPr lang="fr-FR">
              <a:solidFill>
                <a:srgbClr val="000000"/>
              </a:solidFill>
            </a:endParaRPr>
          </a:p>
          <a:p>
            <a:pPr marL="285750" indent="-285750">
              <a:spcBef>
                <a:spcPts val="940"/>
              </a:spcBef>
              <a:buChar char="•"/>
            </a:pPr>
            <a:endParaRPr lang="en-US" sz="1700" b="0">
              <a:solidFill>
                <a:srgbClr val="374151"/>
              </a:solidFill>
            </a:endParaRPr>
          </a:p>
          <a:p>
            <a:pPr marL="285750" indent="-285750">
              <a:spcBef>
                <a:spcPts val="940"/>
              </a:spcBef>
              <a:buChar char="•"/>
            </a:pPr>
            <a:endParaRPr lang="en-US" sz="1700" b="0">
              <a:solidFill>
                <a:srgbClr val="374151"/>
              </a:solidFill>
            </a:endParaRPr>
          </a:p>
        </p:txBody>
      </p:sp>
    </p:spTree>
    <p:extLst>
      <p:ext uri="{BB962C8B-B14F-4D97-AF65-F5344CB8AC3E}">
        <p14:creationId xmlns:p14="http://schemas.microsoft.com/office/powerpoint/2010/main" val="33650868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sp>
        <p:nvSpPr>
          <p:cNvPr id="832" name="Google Shape;832;p106"/>
          <p:cNvSpPr txBox="1">
            <a:spLocks noGrp="1"/>
          </p:cNvSpPr>
          <p:nvPr>
            <p:ph type="body" idx="1"/>
          </p:nvPr>
        </p:nvSpPr>
        <p:spPr>
          <a:xfrm>
            <a:off x="346364" y="1354466"/>
            <a:ext cx="8261537" cy="5156666"/>
          </a:xfrm>
          <a:prstGeom prst="rect">
            <a:avLst/>
          </a:prstGeom>
          <a:noFill/>
          <a:ln>
            <a:noFill/>
          </a:ln>
        </p:spPr>
        <p:txBody>
          <a:bodyPr spcFirstLastPara="1" wrap="square" lIns="91425" tIns="45700" rIns="91425" bIns="45700" anchor="t" anchorCtr="0">
            <a:normAutofit lnSpcReduction="10000"/>
          </a:bodyPr>
          <a:lstStyle/>
          <a:p>
            <a:pPr marL="228600">
              <a:buChar char="•"/>
            </a:pPr>
            <a:endParaRPr lang="fr-FR" sz="1800" b="0">
              <a:solidFill>
                <a:schemeClr val="tx1"/>
              </a:solidFill>
            </a:endParaRPr>
          </a:p>
          <a:p>
            <a:pPr marL="285750" indent="-285750">
              <a:buChar char="•"/>
            </a:pPr>
            <a:r>
              <a:rPr lang="fr-FR" sz="1800" b="0" err="1">
                <a:solidFill>
                  <a:schemeClr val="tx1"/>
                </a:solidFill>
              </a:rPr>
              <a:t>Eric</a:t>
            </a:r>
            <a:r>
              <a:rPr lang="fr-FR" sz="1800" b="0">
                <a:solidFill>
                  <a:schemeClr val="tx1"/>
                </a:solidFill>
              </a:rPr>
              <a:t> Brewer, auteur du théorème de CAP, indique qu'il</a:t>
            </a:r>
            <a:r>
              <a:rPr lang="fr-FR" sz="1800" b="0">
                <a:solidFill>
                  <a:schemeClr val="tx1"/>
                </a:solidFill>
                <a:latin typeface="Arial"/>
                <a:ea typeface="Arial"/>
                <a:cs typeface="Arial"/>
              </a:rPr>
              <a:t> est impossible de satisfaire ou de garantir simultanément les trois propriétés</a:t>
            </a:r>
            <a:r>
              <a:rPr lang="fr-FR" sz="1800" b="0">
                <a:solidFill>
                  <a:schemeClr val="tx1"/>
                </a:solidFill>
              </a:rPr>
              <a:t>. Un système peut offrir au mieux deux de ces trois propriétés.</a:t>
            </a:r>
            <a:endParaRPr lang="fr-FR" b="0">
              <a:solidFill>
                <a:schemeClr val="tx1"/>
              </a:solidFill>
            </a:endParaRPr>
          </a:p>
          <a:p>
            <a:endParaRPr lang="fr-FR">
              <a:solidFill>
                <a:schemeClr val="tx1"/>
              </a:solidFill>
            </a:endParaRPr>
          </a:p>
          <a:p>
            <a:pPr marL="228600" indent="-228600">
              <a:buChar char="•"/>
            </a:pPr>
            <a:r>
              <a:rPr lang="fr-FR" sz="1800" b="0">
                <a:solidFill>
                  <a:schemeClr val="tx1"/>
                </a:solidFill>
                <a:latin typeface="Arial"/>
                <a:ea typeface="Arial"/>
                <a:cs typeface="Arial"/>
              </a:rPr>
              <a:t>Par conséquent, toutes les bases de données NoSQL actuelles suivent les différentes combinaisons du théorème C, A, P du CAP.  </a:t>
            </a:r>
          </a:p>
          <a:p>
            <a:endParaRPr lang="fr-FR">
              <a:solidFill>
                <a:schemeClr val="tx1"/>
              </a:solidFill>
            </a:endParaRPr>
          </a:p>
          <a:p>
            <a:pPr marL="228600">
              <a:buChar char="•"/>
            </a:pPr>
            <a:r>
              <a:rPr lang="fr-FR" sz="1800" b="1">
                <a:solidFill>
                  <a:schemeClr val="tx1"/>
                </a:solidFill>
                <a:latin typeface="Arial"/>
                <a:ea typeface="Arial"/>
                <a:cs typeface="Arial"/>
              </a:rPr>
              <a:t>CA - </a:t>
            </a:r>
            <a:r>
              <a:rPr lang="fr-FR" sz="1800">
                <a:solidFill>
                  <a:schemeClr val="tx1"/>
                </a:solidFill>
              </a:rPr>
              <a:t>L</a:t>
            </a:r>
            <a:r>
              <a:rPr lang="fr-FR" sz="1800" b="0">
                <a:solidFill>
                  <a:schemeClr val="tx1"/>
                </a:solidFill>
              </a:rPr>
              <a:t>a cohérence immédiate des données est priorisée. </a:t>
            </a:r>
            <a:r>
              <a:rPr lang="fr-FR" sz="1800" b="0">
                <a:solidFill>
                  <a:schemeClr val="tx1"/>
                </a:solidFill>
                <a:latin typeface="Arial"/>
                <a:ea typeface="Arial"/>
                <a:cs typeface="Arial"/>
              </a:rPr>
              <a:t>Lorsqu'une partition se produit, le système se bloque. </a:t>
            </a:r>
          </a:p>
          <a:p>
            <a:pPr marL="228600">
              <a:buChar char="•"/>
            </a:pPr>
            <a:endParaRPr lang="fr-FR" sz="1800" b="0">
              <a:solidFill>
                <a:schemeClr val="tx1"/>
              </a:solidFill>
            </a:endParaRPr>
          </a:p>
          <a:p>
            <a:pPr marL="228600">
              <a:buChar char="•"/>
            </a:pPr>
            <a:r>
              <a:rPr lang="fr-FR" sz="1800" b="1">
                <a:solidFill>
                  <a:schemeClr val="tx1"/>
                </a:solidFill>
                <a:latin typeface="Arial"/>
                <a:ea typeface="Arial"/>
                <a:cs typeface="Arial"/>
              </a:rPr>
              <a:t>CP -</a:t>
            </a:r>
            <a:r>
              <a:rPr lang="fr-FR" sz="1800">
                <a:solidFill>
                  <a:schemeClr val="tx1"/>
                </a:solidFill>
              </a:rPr>
              <a:t> </a:t>
            </a:r>
            <a:r>
              <a:rPr lang="fr-FR" sz="1800" b="0">
                <a:solidFill>
                  <a:schemeClr val="tx1"/>
                </a:solidFill>
              </a:rPr>
              <a:t>La cohérence immédiate des données est priorisée. </a:t>
            </a:r>
            <a:r>
              <a:rPr lang="fr-FR" sz="1800" b="0">
                <a:solidFill>
                  <a:schemeClr val="tx1"/>
                </a:solidFill>
                <a:latin typeface="Arial"/>
                <a:ea typeface="Arial"/>
                <a:cs typeface="Arial"/>
              </a:rPr>
              <a:t>Certaines données peuvent ne pas être accessibles</a:t>
            </a:r>
            <a:r>
              <a:rPr lang="fr-FR" sz="1800" b="0">
                <a:solidFill>
                  <a:schemeClr val="tx1"/>
                </a:solidFill>
              </a:rPr>
              <a:t> (car un nœud est inaccessible),</a:t>
            </a:r>
            <a:r>
              <a:rPr lang="fr-FR" sz="1800" b="0">
                <a:solidFill>
                  <a:schemeClr val="tx1"/>
                </a:solidFill>
                <a:latin typeface="Arial"/>
                <a:ea typeface="Arial"/>
                <a:cs typeface="Arial"/>
              </a:rPr>
              <a:t> mais le reste </a:t>
            </a:r>
            <a:r>
              <a:rPr lang="fr-FR" sz="1800" b="0">
                <a:solidFill>
                  <a:schemeClr val="tx1"/>
                </a:solidFill>
              </a:rPr>
              <a:t>des données est</a:t>
            </a:r>
            <a:r>
              <a:rPr lang="fr-FR" sz="1800" b="0">
                <a:solidFill>
                  <a:schemeClr val="tx1"/>
                </a:solidFill>
                <a:latin typeface="Arial"/>
                <a:ea typeface="Arial"/>
                <a:cs typeface="Arial"/>
              </a:rPr>
              <a:t> toujours cohérent</a:t>
            </a:r>
            <a:r>
              <a:rPr lang="fr-FR" sz="1800" b="0">
                <a:solidFill>
                  <a:schemeClr val="tx1"/>
                </a:solidFill>
              </a:rPr>
              <a:t>.</a:t>
            </a:r>
            <a:r>
              <a:rPr lang="fr-FR" sz="1800" b="0">
                <a:solidFill>
                  <a:schemeClr val="tx1"/>
                </a:solidFill>
                <a:latin typeface="Arial"/>
                <a:ea typeface="Arial"/>
                <a:cs typeface="Arial"/>
              </a:rPr>
              <a:t> </a:t>
            </a:r>
          </a:p>
          <a:p>
            <a:pPr marL="228600">
              <a:buChar char="•"/>
            </a:pPr>
            <a:endParaRPr lang="fr-FR" sz="1800" b="0">
              <a:solidFill>
                <a:schemeClr val="tx1"/>
              </a:solidFill>
            </a:endParaRPr>
          </a:p>
          <a:p>
            <a:pPr marL="228600" indent="-228600">
              <a:buChar char="•"/>
            </a:pPr>
            <a:r>
              <a:rPr lang="fr-FR" sz="1800" b="1">
                <a:solidFill>
                  <a:schemeClr val="tx1"/>
                </a:solidFill>
                <a:latin typeface="Arial"/>
                <a:ea typeface="Arial"/>
                <a:cs typeface="Arial"/>
              </a:rPr>
              <a:t>AP - </a:t>
            </a:r>
            <a:r>
              <a:rPr lang="fr-FR" sz="1800" b="0">
                <a:solidFill>
                  <a:schemeClr val="tx1"/>
                </a:solidFill>
                <a:latin typeface="Arial"/>
                <a:ea typeface="Arial"/>
                <a:cs typeface="Arial"/>
              </a:rPr>
              <a:t>Le système est toujours disponible mais certaines des données renvoyées peuvent être inexactes.</a:t>
            </a:r>
            <a:endParaRPr lang="en-US" sz="1700" b="0">
              <a:solidFill>
                <a:schemeClr val="tx1"/>
              </a:solidFill>
            </a:endParaRPr>
          </a:p>
        </p:txBody>
      </p:sp>
    </p:spTree>
    <p:extLst>
      <p:ext uri="{BB962C8B-B14F-4D97-AF65-F5344CB8AC3E}">
        <p14:creationId xmlns:p14="http://schemas.microsoft.com/office/powerpoint/2010/main" val="2151054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pic>
        <p:nvPicPr>
          <p:cNvPr id="4" name="Image 3" descr="CAP Theorem - w3resource">
            <a:extLst>
              <a:ext uri="{FF2B5EF4-FFF2-40B4-BE49-F238E27FC236}">
                <a16:creationId xmlns:a16="http://schemas.microsoft.com/office/drawing/2014/main" id="{960AF439-BB56-00C7-0EB2-3EDA1D271CD0}"/>
              </a:ext>
            </a:extLst>
          </p:cNvPr>
          <p:cNvPicPr>
            <a:picLocks noChangeAspect="1"/>
          </p:cNvPicPr>
          <p:nvPr/>
        </p:nvPicPr>
        <p:blipFill>
          <a:blip r:embed="rId3"/>
          <a:stretch>
            <a:fillRect/>
          </a:stretch>
        </p:blipFill>
        <p:spPr>
          <a:xfrm>
            <a:off x="1657350" y="1422370"/>
            <a:ext cx="5829300" cy="5019675"/>
          </a:xfrm>
          <a:prstGeom prst="rect">
            <a:avLst/>
          </a:prstGeom>
        </p:spPr>
      </p:pic>
    </p:spTree>
    <p:extLst>
      <p:ext uri="{BB962C8B-B14F-4D97-AF65-F5344CB8AC3E}">
        <p14:creationId xmlns:p14="http://schemas.microsoft.com/office/powerpoint/2010/main" val="12368196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30">
          <a:extLst>
            <a:ext uri="{FF2B5EF4-FFF2-40B4-BE49-F238E27FC236}">
              <a16:creationId xmlns:a16="http://schemas.microsoft.com/office/drawing/2014/main" id="{B40A82DC-FAA7-CAB2-2375-184A032A570B}"/>
            </a:ext>
          </a:extLst>
        </p:cNvPr>
        <p:cNvGrpSpPr/>
        <p:nvPr/>
      </p:nvGrpSpPr>
      <p:grpSpPr>
        <a:xfrm>
          <a:off x="0" y="0"/>
          <a:ext cx="0" cy="0"/>
          <a:chOff x="0" y="0"/>
          <a:chExt cx="0" cy="0"/>
        </a:xfrm>
      </p:grpSpPr>
      <p:sp>
        <p:nvSpPr>
          <p:cNvPr id="831" name="Google Shape;831;p106">
            <a:extLst>
              <a:ext uri="{FF2B5EF4-FFF2-40B4-BE49-F238E27FC236}">
                <a16:creationId xmlns:a16="http://schemas.microsoft.com/office/drawing/2014/main" id="{F46BB1B5-1F01-8037-A9FD-DB19D6638522}"/>
              </a:ext>
            </a:extLst>
          </p:cNvPr>
          <p:cNvSpPr txBox="1">
            <a:spLocks noGrp="1"/>
          </p:cNvSpPr>
          <p:nvPr>
            <p:ph type="title"/>
          </p:nvPr>
        </p:nvSpPr>
        <p:spPr>
          <a:xfrm>
            <a:off x="108488" y="-3168"/>
            <a:ext cx="8959532" cy="969916"/>
          </a:xfrm>
          <a:prstGeom prst="rect">
            <a:avLst/>
          </a:prstGeom>
          <a:noFill/>
          <a:ln>
            <a:noFill/>
          </a:ln>
        </p:spPr>
        <p:txBody>
          <a:bodyPr spcFirstLastPara="1" wrap="square" lIns="91425" tIns="45700" rIns="91425" bIns="45700" anchor="b" anchorCtr="0">
            <a:normAutofit fontScale="90000"/>
          </a:bodyPr>
          <a:lstStyle/>
          <a:p>
            <a:r>
              <a:rPr lang="fr-FR">
                <a:solidFill>
                  <a:srgbClr val="7030A0"/>
                </a:solidFill>
              </a:rPr>
              <a:t>NOSQL – FOCUS SUR LA NOTION DE </a:t>
            </a:r>
            <a:r>
              <a:rPr lang="fr-FR">
                <a:solidFill>
                  <a:schemeClr val="tx1"/>
                </a:solidFill>
              </a:rPr>
              <a:t>COHÉRENCE</a:t>
            </a:r>
          </a:p>
        </p:txBody>
      </p:sp>
      <p:sp>
        <p:nvSpPr>
          <p:cNvPr id="3" name="Google Shape;832;p106">
            <a:extLst>
              <a:ext uri="{FF2B5EF4-FFF2-40B4-BE49-F238E27FC236}">
                <a16:creationId xmlns:a16="http://schemas.microsoft.com/office/drawing/2014/main" id="{7D72B4A4-A979-1BB1-3623-19A900A336EE}"/>
              </a:ext>
            </a:extLst>
          </p:cNvPr>
          <p:cNvSpPr txBox="1">
            <a:spLocks noGrp="1"/>
          </p:cNvSpPr>
          <p:nvPr>
            <p:ph type="body" idx="1"/>
          </p:nvPr>
        </p:nvSpPr>
        <p:spPr>
          <a:xfrm>
            <a:off x="346364" y="965486"/>
            <a:ext cx="8418699" cy="5811275"/>
          </a:xfrm>
          <a:prstGeom prst="rect">
            <a:avLst/>
          </a:prstGeom>
          <a:noFill/>
          <a:ln>
            <a:noFill/>
          </a:ln>
        </p:spPr>
        <p:txBody>
          <a:bodyPr spcFirstLastPara="1" wrap="square" lIns="91425" tIns="45700" rIns="91425" bIns="45700" anchor="t" anchorCtr="0">
            <a:noAutofit/>
          </a:bodyPr>
          <a:lstStyle/>
          <a:p>
            <a:pPr marL="0" indent="0"/>
            <a:r>
              <a:rPr lang="fr-FR" sz="2200">
                <a:solidFill>
                  <a:schemeClr val="tx1"/>
                </a:solidFill>
              </a:rPr>
              <a:t>Différents niveaux de cohérence possibles:</a:t>
            </a:r>
          </a:p>
          <a:p>
            <a:pPr marL="228600" indent="-228600">
              <a:buChar char="•"/>
            </a:pPr>
            <a:endParaRPr lang="fr-FR" sz="1900" b="0">
              <a:solidFill>
                <a:schemeClr val="tx1"/>
              </a:solidFill>
            </a:endParaRPr>
          </a:p>
          <a:p>
            <a:pPr marL="228600">
              <a:buChar char="•"/>
            </a:pPr>
            <a:r>
              <a:rPr lang="fr-FR" sz="2400" b="0">
                <a:solidFill>
                  <a:schemeClr val="tx1"/>
                </a:solidFill>
              </a:rPr>
              <a:t>Cohérente </a:t>
            </a:r>
            <a:r>
              <a:rPr lang="fr-FR" sz="2400">
                <a:solidFill>
                  <a:schemeClr val="tx1"/>
                </a:solidFill>
              </a:rPr>
              <a:t>forte</a:t>
            </a:r>
          </a:p>
          <a:p>
            <a:pPr marL="742950" lvl="1">
              <a:buClr>
                <a:srgbClr val="D1282E"/>
              </a:buClr>
              <a:buFont typeface="Courier New"/>
              <a:buChar char="o"/>
            </a:pPr>
            <a:r>
              <a:rPr lang="fr-FR" sz="1800" b="0">
                <a:solidFill>
                  <a:schemeClr val="tx1"/>
                </a:solidFill>
              </a:rPr>
              <a:t>Disponibilité réduite mais cohérence renforcée. Toutes les opérations de lecture renvoient la dernière écriture réussie. </a:t>
            </a:r>
          </a:p>
          <a:p>
            <a:pPr marL="228600">
              <a:buChar char="•"/>
            </a:pPr>
            <a:endParaRPr lang="fr-FR" sz="2400" b="0">
              <a:solidFill>
                <a:schemeClr val="tx1"/>
              </a:solidFill>
            </a:endParaRPr>
          </a:p>
          <a:p>
            <a:pPr marL="228600">
              <a:buChar char="•"/>
            </a:pPr>
            <a:r>
              <a:rPr lang="fr-FR" sz="2400" b="0">
                <a:solidFill>
                  <a:schemeClr val="tx1"/>
                </a:solidFill>
              </a:rPr>
              <a:t>Cohérente </a:t>
            </a:r>
            <a:r>
              <a:rPr lang="fr-FR" sz="2400">
                <a:solidFill>
                  <a:schemeClr val="tx1"/>
                </a:solidFill>
              </a:rPr>
              <a:t>éventuelle.</a:t>
            </a:r>
          </a:p>
          <a:p>
            <a:pPr marL="685800" lvl="1" indent="-228600">
              <a:buClr>
                <a:srgbClr val="D1282E"/>
              </a:buClr>
              <a:buFont typeface="Courier New"/>
              <a:buChar char="o"/>
            </a:pPr>
            <a:r>
              <a:rPr lang="fr-FR" sz="1800">
                <a:solidFill>
                  <a:schemeClr val="tx1"/>
                </a:solidFill>
              </a:rPr>
              <a:t>Disponibilité maximisée mais cohérence immédiatement non garantie. Il est possible que la donnée soit dans une version différente d'un nœud à l'autre. Le système finira par mettre à jour l'ensemble des nœuds avec la même version mais il ne peut le garantir à court terme (si les lectures se font à proximité des écritures).</a:t>
            </a:r>
          </a:p>
          <a:p>
            <a:pPr marL="228600">
              <a:buChar char="•"/>
            </a:pPr>
            <a:endParaRPr lang="fr-FR" sz="2400">
              <a:solidFill>
                <a:schemeClr val="tx1"/>
              </a:solidFill>
            </a:endParaRPr>
          </a:p>
          <a:p>
            <a:pPr marL="228600">
              <a:buChar char="•"/>
            </a:pPr>
            <a:r>
              <a:rPr lang="fr-FR" sz="2400" b="0">
                <a:solidFill>
                  <a:schemeClr val="tx1"/>
                </a:solidFill>
              </a:rPr>
              <a:t>Cohérence </a:t>
            </a:r>
            <a:r>
              <a:rPr lang="fr-FR" sz="2400">
                <a:solidFill>
                  <a:schemeClr val="tx1"/>
                </a:solidFill>
              </a:rPr>
              <a:t>causale</a:t>
            </a:r>
          </a:p>
          <a:p>
            <a:pPr marL="685800" lvl="1" indent="-228600">
              <a:buFont typeface="Courier New"/>
              <a:buChar char="o"/>
            </a:pPr>
            <a:r>
              <a:rPr lang="fr-FR" sz="1800">
                <a:solidFill>
                  <a:schemeClr val="tx1"/>
                </a:solidFill>
              </a:rPr>
              <a:t>Garantie l'ordre des opérations. Si une instruction B est déclenchée par une instruction B, le système exécutera dans ce sens les opérations (insertion d'une ligne puis mise à jour de celle-ci par exemple).</a:t>
            </a:r>
            <a:endParaRPr lang="fr-FR" sz="1600" b="1">
              <a:solidFill>
                <a:schemeClr val="tx1"/>
              </a:solidFill>
            </a:endParaRPr>
          </a:p>
        </p:txBody>
      </p:sp>
    </p:spTree>
    <p:extLst>
      <p:ext uri="{BB962C8B-B14F-4D97-AF65-F5344CB8AC3E}">
        <p14:creationId xmlns:p14="http://schemas.microsoft.com/office/powerpoint/2010/main" val="28534966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30">
          <a:extLst>
            <a:ext uri="{FF2B5EF4-FFF2-40B4-BE49-F238E27FC236}">
              <a16:creationId xmlns:a16="http://schemas.microsoft.com/office/drawing/2014/main" id="{398E1D79-17C9-305C-7437-A29C094A9D54}"/>
            </a:ext>
          </a:extLst>
        </p:cNvPr>
        <p:cNvGrpSpPr/>
        <p:nvPr/>
      </p:nvGrpSpPr>
      <p:grpSpPr>
        <a:xfrm>
          <a:off x="0" y="0"/>
          <a:ext cx="0" cy="0"/>
          <a:chOff x="0" y="0"/>
          <a:chExt cx="0" cy="0"/>
        </a:xfrm>
      </p:grpSpPr>
      <p:sp>
        <p:nvSpPr>
          <p:cNvPr id="831" name="Google Shape;831;p106">
            <a:extLst>
              <a:ext uri="{FF2B5EF4-FFF2-40B4-BE49-F238E27FC236}">
                <a16:creationId xmlns:a16="http://schemas.microsoft.com/office/drawing/2014/main" id="{EC5FF850-0268-3541-C4CD-931BF0CB2231}"/>
              </a:ext>
            </a:extLst>
          </p:cNvPr>
          <p:cNvSpPr txBox="1">
            <a:spLocks noGrp="1"/>
          </p:cNvSpPr>
          <p:nvPr>
            <p:ph type="title"/>
          </p:nvPr>
        </p:nvSpPr>
        <p:spPr>
          <a:xfrm>
            <a:off x="108488" y="-3168"/>
            <a:ext cx="8959532" cy="969916"/>
          </a:xfrm>
          <a:prstGeom prst="rect">
            <a:avLst/>
          </a:prstGeom>
          <a:noFill/>
          <a:ln>
            <a:noFill/>
          </a:ln>
        </p:spPr>
        <p:txBody>
          <a:bodyPr spcFirstLastPara="1" wrap="square" lIns="91425" tIns="45700" rIns="91425" bIns="45700" anchor="b" anchorCtr="0">
            <a:normAutofit fontScale="90000"/>
          </a:bodyPr>
          <a:lstStyle/>
          <a:p>
            <a:r>
              <a:rPr lang="fr-FR">
                <a:solidFill>
                  <a:srgbClr val="7030A0"/>
                </a:solidFill>
              </a:rPr>
              <a:t>NOSQL – FOCUS SUR LA NOTION DE </a:t>
            </a:r>
            <a:r>
              <a:rPr lang="fr-FR">
                <a:solidFill>
                  <a:schemeClr val="tx1"/>
                </a:solidFill>
              </a:rPr>
              <a:t>COHÉRENCE</a:t>
            </a:r>
          </a:p>
        </p:txBody>
      </p:sp>
      <p:sp>
        <p:nvSpPr>
          <p:cNvPr id="3" name="Google Shape;832;p106">
            <a:extLst>
              <a:ext uri="{FF2B5EF4-FFF2-40B4-BE49-F238E27FC236}">
                <a16:creationId xmlns:a16="http://schemas.microsoft.com/office/drawing/2014/main" id="{BA570164-DA1E-A1C1-5154-7521A28FB945}"/>
              </a:ext>
            </a:extLst>
          </p:cNvPr>
          <p:cNvSpPr txBox="1">
            <a:spLocks noGrp="1"/>
          </p:cNvSpPr>
          <p:nvPr>
            <p:ph type="body" idx="1"/>
          </p:nvPr>
        </p:nvSpPr>
        <p:spPr>
          <a:xfrm>
            <a:off x="346364" y="1179799"/>
            <a:ext cx="8118662" cy="5225487"/>
          </a:xfrm>
          <a:prstGeom prst="rect">
            <a:avLst/>
          </a:prstGeom>
          <a:noFill/>
          <a:ln>
            <a:noFill/>
          </a:ln>
        </p:spPr>
        <p:txBody>
          <a:bodyPr spcFirstLastPara="1" wrap="square" lIns="91425" tIns="45700" rIns="91425" bIns="45700" anchor="t" anchorCtr="0">
            <a:noAutofit/>
          </a:bodyPr>
          <a:lstStyle/>
          <a:p>
            <a:pPr marL="0" indent="0"/>
            <a:r>
              <a:rPr lang="fr-FR" sz="2200"/>
              <a:t>Différents niveaux de cohérence possibles:</a:t>
            </a:r>
          </a:p>
          <a:p>
            <a:pPr marL="685800" lvl="1">
              <a:buClr>
                <a:srgbClr val="D1282E"/>
              </a:buClr>
              <a:buFont typeface="Courier New"/>
              <a:buChar char="o"/>
            </a:pPr>
            <a:endParaRPr lang="fr-FR" sz="1800" b="0">
              <a:solidFill>
                <a:srgbClr val="000000"/>
              </a:solidFill>
            </a:endParaRPr>
          </a:p>
          <a:p>
            <a:pPr marL="228600">
              <a:buClr>
                <a:srgbClr val="000000"/>
              </a:buClr>
              <a:buFont typeface="Arial"/>
              <a:buChar char="•"/>
            </a:pPr>
            <a:endParaRPr lang="fr-FR" sz="1800">
              <a:solidFill>
                <a:schemeClr val="tx1"/>
              </a:solidFill>
            </a:endParaRPr>
          </a:p>
          <a:p>
            <a:pPr marL="228600">
              <a:buChar char="•"/>
            </a:pPr>
            <a:r>
              <a:rPr lang="fr-FR" sz="2400"/>
              <a:t>Cohérence de session</a:t>
            </a:r>
          </a:p>
          <a:p>
            <a:pPr marL="685800" lvl="1">
              <a:buClr>
                <a:srgbClr val="D1282E"/>
              </a:buClr>
              <a:buFont typeface="Courier New"/>
              <a:buChar char="o"/>
            </a:pPr>
            <a:r>
              <a:rPr lang="fr-FR" sz="1800">
                <a:solidFill>
                  <a:schemeClr val="tx1"/>
                </a:solidFill>
              </a:rPr>
              <a:t>La cohérence est garantie au sein d'une session utilisateur. Les autres utilisateurs peuvent voir une version différente de la donnée.</a:t>
            </a:r>
          </a:p>
          <a:p>
            <a:pPr marL="228600">
              <a:buChar char="•"/>
            </a:pPr>
            <a:endParaRPr lang="fr-FR" sz="2400" b="0"/>
          </a:p>
          <a:p>
            <a:pPr marL="228600">
              <a:buChar char="•"/>
            </a:pPr>
            <a:r>
              <a:rPr lang="fr-FR" sz="2400"/>
              <a:t>Cohérence séquentielle :</a:t>
            </a:r>
          </a:p>
          <a:p>
            <a:pPr marL="685800" lvl="1">
              <a:buClr>
                <a:srgbClr val="D1282E"/>
              </a:buClr>
              <a:buFont typeface="Courier New"/>
              <a:buChar char="o"/>
            </a:pPr>
            <a:r>
              <a:rPr lang="fr-FR" sz="1800"/>
              <a:t>Cohérence forte garantie avec un risque sur les performances. Chaque nœud exécute les opérations de façon séquentielle c’est-à-dire dans un ordre identique et cohérent.</a:t>
            </a:r>
            <a:endParaRPr lang="fr-FR" sz="1600" b="1"/>
          </a:p>
        </p:txBody>
      </p:sp>
    </p:spTree>
    <p:extLst>
      <p:ext uri="{BB962C8B-B14F-4D97-AF65-F5344CB8AC3E}">
        <p14:creationId xmlns:p14="http://schemas.microsoft.com/office/powerpoint/2010/main" val="1133391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7"/>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2000"/>
              <a:buNone/>
            </a:pPr>
            <a:endParaRPr b="0"/>
          </a:p>
          <a:p>
            <a:pPr marL="342900" lvl="0" indent="-342900" algn="l" rtl="0">
              <a:spcBef>
                <a:spcPts val="1000"/>
              </a:spcBef>
              <a:spcAft>
                <a:spcPts val="0"/>
              </a:spcAft>
              <a:buClr>
                <a:schemeClr val="dk1"/>
              </a:buClr>
              <a:buSzPts val="2000"/>
              <a:buFont typeface="Arial"/>
              <a:buChar char="•"/>
            </a:pPr>
            <a:r>
              <a:rPr lang="fr-FR" b="0"/>
              <a:t>L’utilisation du NoSQL ne veut pas dire que les BDD relationnelles ont vocation à disparaitre</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Chacune des technologies (SQL VS NoSQL) a ses avantages et inconvénients. </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L’utilisation de ces deux systèmes pour répondre à un besoin est ce qu’on appelle la persistance polyglotte.</a:t>
            </a:r>
            <a:endParaRPr/>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a:t>Il convient de réfléchir à la BDD qui répondra au mieux au cas d’usage qui se présente.</a:t>
            </a:r>
            <a:endParaRPr/>
          </a:p>
        </p:txBody>
      </p:sp>
      <p:sp>
        <p:nvSpPr>
          <p:cNvPr id="329" name="Google Shape;329;p37"/>
          <p:cNvSpPr txBox="1">
            <a:spLocks noGrp="1"/>
          </p:cNvSpPr>
          <p:nvPr>
            <p:ph type="title"/>
          </p:nvPr>
        </p:nvSpPr>
        <p:spPr>
          <a:xfrm>
            <a:off x="457200" y="152718"/>
            <a:ext cx="8435280" cy="1371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600"/>
              <a:buFont typeface="Arial Black"/>
              <a:buNone/>
            </a:pPr>
            <a:r>
              <a:rPr lang="fr-FR">
                <a:solidFill>
                  <a:schemeClr val="tx1"/>
                </a:solidFill>
              </a:rPr>
              <a:t>FOCUS SUR : </a:t>
            </a:r>
            <a:r>
              <a:rPr lang="fr-FR">
                <a:solidFill>
                  <a:srgbClr val="7030A0"/>
                </a:solidFill>
              </a:rPr>
              <a:t>NOSQL </a:t>
            </a:r>
            <a:r>
              <a:rPr lang="fr-FR">
                <a:solidFill>
                  <a:schemeClr val="dk1"/>
                </a:solidFill>
              </a:rPr>
              <a:t>ET PERSISTANCE POLYGLOTTE</a:t>
            </a:r>
            <a:endParaRPr>
              <a:solidFill>
                <a:schemeClr val="dk1"/>
              </a:solidFill>
            </a:endParaRPr>
          </a:p>
        </p:txBody>
      </p:sp>
    </p:spTree>
    <p:extLst>
      <p:ext uri="{BB962C8B-B14F-4D97-AF65-F5344CB8AC3E}">
        <p14:creationId xmlns:p14="http://schemas.microsoft.com/office/powerpoint/2010/main" val="32715285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sp>
        <p:nvSpPr>
          <p:cNvPr id="832" name="Google Shape;832;p106"/>
          <p:cNvSpPr txBox="1">
            <a:spLocks noGrp="1"/>
          </p:cNvSpPr>
          <p:nvPr>
            <p:ph type="body" idx="1"/>
          </p:nvPr>
        </p:nvSpPr>
        <p:spPr>
          <a:xfrm>
            <a:off x="317610" y="965306"/>
            <a:ext cx="8261537" cy="5156666"/>
          </a:xfrm>
          <a:prstGeom prst="rect">
            <a:avLst/>
          </a:prstGeom>
          <a:noFill/>
          <a:ln>
            <a:noFill/>
          </a:ln>
        </p:spPr>
        <p:txBody>
          <a:bodyPr spcFirstLastPara="1" wrap="square" lIns="91425" tIns="45700" rIns="91425" bIns="45700" anchor="t" anchorCtr="0">
            <a:normAutofit/>
          </a:bodyPr>
          <a:lstStyle/>
          <a:p>
            <a:pPr marL="107950" indent="0">
              <a:lnSpc>
                <a:spcPct val="90000"/>
              </a:lnSpc>
              <a:spcBef>
                <a:spcPts val="940"/>
              </a:spcBef>
            </a:pPr>
            <a:endParaRPr lang="fr-FR" sz="1800"/>
          </a:p>
          <a:p>
            <a:r>
              <a:rPr lang="fr-FR" sz="2400">
                <a:solidFill>
                  <a:schemeClr val="tx1"/>
                </a:solidFill>
              </a:rPr>
              <a:t>Comment choisir ?</a:t>
            </a:r>
          </a:p>
          <a:p>
            <a:pPr marL="107950" indent="0">
              <a:lnSpc>
                <a:spcPct val="90000"/>
              </a:lnSpc>
              <a:spcBef>
                <a:spcPts val="940"/>
              </a:spcBef>
            </a:pPr>
            <a:endParaRPr lang="fr-FR" sz="1800">
              <a:solidFill>
                <a:schemeClr val="tx1"/>
              </a:solidFill>
            </a:endParaRPr>
          </a:p>
          <a:p>
            <a:pPr marL="393700" indent="-285750">
              <a:lnSpc>
                <a:spcPct val="90000"/>
              </a:lnSpc>
              <a:spcBef>
                <a:spcPts val="940"/>
              </a:spcBef>
              <a:buChar char="•"/>
            </a:pPr>
            <a:r>
              <a:rPr lang="fr-FR" sz="1800" b="0">
                <a:solidFill>
                  <a:schemeClr val="tx1"/>
                </a:solidFill>
              </a:rPr>
              <a:t>Compromis à trouver entre : </a:t>
            </a:r>
          </a:p>
          <a:p>
            <a:pPr lvl="1">
              <a:lnSpc>
                <a:spcPct val="90000"/>
              </a:lnSpc>
              <a:spcBef>
                <a:spcPts val="940"/>
              </a:spcBef>
            </a:pPr>
            <a:r>
              <a:rPr lang="fr-FR" sz="1800" b="0">
                <a:solidFill>
                  <a:schemeClr val="tx1"/>
                </a:solidFill>
              </a:rPr>
              <a:t>Performance versus </a:t>
            </a:r>
            <a:r>
              <a:rPr lang="fr-FR" sz="1800">
                <a:solidFill>
                  <a:schemeClr val="tx1"/>
                </a:solidFill>
              </a:rPr>
              <a:t>Coût</a:t>
            </a:r>
          </a:p>
          <a:p>
            <a:pPr lvl="1">
              <a:lnSpc>
                <a:spcPct val="90000"/>
              </a:lnSpc>
              <a:spcBef>
                <a:spcPts val="940"/>
              </a:spcBef>
            </a:pPr>
            <a:r>
              <a:rPr lang="fr-FR" sz="1800" err="1">
                <a:solidFill>
                  <a:schemeClr val="tx1"/>
                </a:solidFill>
              </a:rPr>
              <a:t>Processing</a:t>
            </a:r>
            <a:r>
              <a:rPr lang="fr-FR" sz="1800">
                <a:solidFill>
                  <a:schemeClr val="tx1"/>
                </a:solidFill>
              </a:rPr>
              <a:t> (favoriser la lecture ou l'écriture)</a:t>
            </a:r>
          </a:p>
          <a:p>
            <a:pPr lvl="1">
              <a:lnSpc>
                <a:spcPct val="90000"/>
              </a:lnSpc>
              <a:spcBef>
                <a:spcPts val="940"/>
              </a:spcBef>
              <a:buClr>
                <a:srgbClr val="D1282E"/>
              </a:buClr>
            </a:pPr>
            <a:r>
              <a:rPr lang="fr-FR" sz="1800">
                <a:solidFill>
                  <a:schemeClr val="tx1"/>
                </a:solidFill>
              </a:rPr>
              <a:t>Persistance des données (volatile ou sur durable)</a:t>
            </a:r>
            <a:endParaRPr lang="fr-FR" sz="1800" b="0">
              <a:solidFill>
                <a:schemeClr val="tx1"/>
              </a:solidFill>
            </a:endParaRPr>
          </a:p>
          <a:p>
            <a:pPr lvl="1">
              <a:lnSpc>
                <a:spcPct val="90000"/>
              </a:lnSpc>
              <a:spcBef>
                <a:spcPts val="940"/>
              </a:spcBef>
              <a:buClr>
                <a:srgbClr val="D1282E"/>
              </a:buClr>
            </a:pPr>
            <a:r>
              <a:rPr lang="fr-FR" sz="1800">
                <a:solidFill>
                  <a:schemeClr val="tx1"/>
                </a:solidFill>
              </a:rPr>
              <a:t>Stockage avec relations complexes ou stockage simple</a:t>
            </a:r>
          </a:p>
          <a:p>
            <a:pPr lvl="1">
              <a:lnSpc>
                <a:spcPct val="90000"/>
              </a:lnSpc>
              <a:spcBef>
                <a:spcPts val="940"/>
              </a:spcBef>
              <a:buClr>
                <a:srgbClr val="D1282E"/>
              </a:buClr>
            </a:pPr>
            <a:r>
              <a:rPr lang="fr-FR" sz="1800">
                <a:solidFill>
                  <a:schemeClr val="tx1"/>
                </a:solidFill>
              </a:rPr>
              <a:t>Maturité de la technologie </a:t>
            </a:r>
          </a:p>
          <a:p>
            <a:pPr lvl="1">
              <a:lnSpc>
                <a:spcPct val="90000"/>
              </a:lnSpc>
              <a:spcBef>
                <a:spcPts val="940"/>
              </a:spcBef>
              <a:buClr>
                <a:srgbClr val="D1282E"/>
              </a:buClr>
            </a:pPr>
            <a:r>
              <a:rPr lang="fr-FR" sz="1800">
                <a:solidFill>
                  <a:schemeClr val="tx1"/>
                </a:solidFill>
              </a:rPr>
              <a:t>Support et communauté</a:t>
            </a:r>
          </a:p>
          <a:p>
            <a:pPr lvl="1">
              <a:lnSpc>
                <a:spcPct val="90000"/>
              </a:lnSpc>
              <a:spcBef>
                <a:spcPts val="940"/>
              </a:spcBef>
              <a:buClr>
                <a:srgbClr val="D1282E"/>
              </a:buClr>
            </a:pPr>
            <a:r>
              <a:rPr lang="fr-FR" sz="1800">
                <a:solidFill>
                  <a:schemeClr val="tx1"/>
                </a:solidFill>
              </a:rPr>
              <a:t>Usage</a:t>
            </a:r>
            <a:endParaRPr lang="fr-FR" sz="1800" b="0">
              <a:solidFill>
                <a:schemeClr val="tx1"/>
              </a:solidFill>
            </a:endParaRPr>
          </a:p>
          <a:p>
            <a:pPr marL="571500" lvl="1" indent="0">
              <a:lnSpc>
                <a:spcPct val="90000"/>
              </a:lnSpc>
              <a:spcBef>
                <a:spcPts val="940"/>
              </a:spcBef>
              <a:buClr>
                <a:srgbClr val="D1282E"/>
              </a:buClr>
              <a:buNone/>
            </a:pPr>
            <a:endParaRPr lang="fr-FR" sz="1800" b="0">
              <a:solidFill>
                <a:schemeClr val="tx1"/>
              </a:solidFill>
            </a:endParaRPr>
          </a:p>
          <a:p>
            <a:pPr lvl="1">
              <a:lnSpc>
                <a:spcPct val="90000"/>
              </a:lnSpc>
              <a:spcBef>
                <a:spcPts val="940"/>
              </a:spcBef>
              <a:buClr>
                <a:srgbClr val="D1282E"/>
              </a:buClr>
              <a:buChar char="•"/>
            </a:pPr>
            <a:endParaRPr lang="fr-FR" sz="1800" b="0"/>
          </a:p>
          <a:p>
            <a:pPr lvl="1">
              <a:lnSpc>
                <a:spcPct val="90000"/>
              </a:lnSpc>
              <a:spcBef>
                <a:spcPts val="940"/>
              </a:spcBef>
              <a:buClr>
                <a:srgbClr val="D1282E"/>
              </a:buClr>
              <a:buChar char="•"/>
            </a:pPr>
            <a:endParaRPr lang="fr-FR" sz="1800" b="0"/>
          </a:p>
          <a:p>
            <a:pPr lvl="1">
              <a:lnSpc>
                <a:spcPct val="90000"/>
              </a:lnSpc>
              <a:spcBef>
                <a:spcPts val="940"/>
              </a:spcBef>
              <a:buClr>
                <a:srgbClr val="D1282E"/>
              </a:buClr>
              <a:buChar char="•"/>
            </a:pPr>
            <a:endParaRPr lang="fr-FR" b="0"/>
          </a:p>
          <a:p>
            <a:pPr lvl="1">
              <a:lnSpc>
                <a:spcPct val="90000"/>
              </a:lnSpc>
              <a:spcBef>
                <a:spcPts val="940"/>
              </a:spcBef>
              <a:buClr>
                <a:srgbClr val="D1282E"/>
              </a:buClr>
              <a:buChar char="•"/>
            </a:pPr>
            <a:endParaRPr lang="fr-FR" sz="1800" b="0"/>
          </a:p>
          <a:p>
            <a:pPr marL="393700" indent="-285750">
              <a:lnSpc>
                <a:spcPct val="90000"/>
              </a:lnSpc>
              <a:spcBef>
                <a:spcPts val="940"/>
              </a:spcBef>
              <a:buChar char="•"/>
            </a:pPr>
            <a:endParaRPr lang="fr-FR" sz="1800" b="0"/>
          </a:p>
          <a:p>
            <a:pPr marL="393700" indent="-285750">
              <a:lnSpc>
                <a:spcPct val="90000"/>
              </a:lnSpc>
              <a:spcBef>
                <a:spcPts val="940"/>
              </a:spcBef>
              <a:buChar char="•"/>
            </a:pPr>
            <a:endParaRPr lang="fr-FR" sz="1800"/>
          </a:p>
        </p:txBody>
      </p:sp>
    </p:spTree>
    <p:extLst>
      <p:ext uri="{BB962C8B-B14F-4D97-AF65-F5344CB8AC3E}">
        <p14:creationId xmlns:p14="http://schemas.microsoft.com/office/powerpoint/2010/main" val="1515960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8436"/>
            <a:ext cx="8147248" cy="958312"/>
          </a:xfrm>
          <a:prstGeom prst="rect">
            <a:avLst/>
          </a:prstGeom>
          <a:noFill/>
          <a:ln>
            <a:noFill/>
          </a:ln>
        </p:spPr>
        <p:txBody>
          <a:bodyPr spcFirstLastPara="1" wrap="square" lIns="91425" tIns="45700" rIns="91425" bIns="45700" anchor="b" anchorCtr="0">
            <a:normAutofit/>
          </a:bodyPr>
          <a:lstStyle/>
          <a:p>
            <a:r>
              <a:rPr lang="fr-FR">
                <a:solidFill>
                  <a:srgbClr val="7030A0"/>
                </a:solidFill>
              </a:rPr>
              <a:t>SGBDR </a:t>
            </a:r>
            <a:r>
              <a:rPr lang="fr-FR">
                <a:solidFill>
                  <a:schemeClr val="tx1"/>
                </a:solidFill>
              </a:rPr>
              <a:t>VERSUS BDD </a:t>
            </a:r>
            <a:r>
              <a:rPr lang="fr-FR">
                <a:solidFill>
                  <a:srgbClr val="7030A0"/>
                </a:solidFill>
              </a:rPr>
              <a:t>NOSQL</a:t>
            </a:r>
          </a:p>
        </p:txBody>
      </p:sp>
      <p:sp>
        <p:nvSpPr>
          <p:cNvPr id="832" name="Google Shape;832;p106"/>
          <p:cNvSpPr txBox="1">
            <a:spLocks noGrp="1"/>
          </p:cNvSpPr>
          <p:nvPr>
            <p:ph type="body" idx="1"/>
          </p:nvPr>
        </p:nvSpPr>
        <p:spPr>
          <a:xfrm>
            <a:off x="317610" y="965306"/>
            <a:ext cx="8261537" cy="5156666"/>
          </a:xfrm>
          <a:prstGeom prst="rect">
            <a:avLst/>
          </a:prstGeom>
          <a:noFill/>
          <a:ln>
            <a:noFill/>
          </a:ln>
        </p:spPr>
        <p:txBody>
          <a:bodyPr spcFirstLastPara="1" wrap="square" lIns="91425" tIns="45700" rIns="91425" bIns="45700" anchor="t" anchorCtr="0">
            <a:normAutofit/>
          </a:bodyPr>
          <a:lstStyle/>
          <a:p>
            <a:pPr marL="107950" indent="0">
              <a:lnSpc>
                <a:spcPct val="90000"/>
              </a:lnSpc>
              <a:spcBef>
                <a:spcPts val="940"/>
              </a:spcBef>
            </a:pPr>
            <a:endParaRPr lang="fr-FR" sz="1800"/>
          </a:p>
          <a:p>
            <a:r>
              <a:rPr lang="fr-FR" sz="2400"/>
              <a:t>Comment choisir ?</a:t>
            </a:r>
          </a:p>
          <a:p>
            <a:pPr marL="107950" indent="0">
              <a:lnSpc>
                <a:spcPct val="90000"/>
              </a:lnSpc>
              <a:spcBef>
                <a:spcPts val="940"/>
              </a:spcBef>
            </a:pPr>
            <a:endParaRPr lang="fr-FR" sz="1800">
              <a:solidFill>
                <a:schemeClr val="tx1"/>
              </a:solidFill>
            </a:endParaRPr>
          </a:p>
          <a:p>
            <a:pPr marL="393700" indent="-285750">
              <a:lnSpc>
                <a:spcPct val="90000"/>
              </a:lnSpc>
              <a:spcBef>
                <a:spcPts val="940"/>
              </a:spcBef>
              <a:buChar char="•"/>
            </a:pPr>
            <a:r>
              <a:rPr lang="fr-FR" sz="1800" b="0">
                <a:solidFill>
                  <a:schemeClr val="tx1"/>
                </a:solidFill>
              </a:rPr>
              <a:t>BDD complémentaires : chacune répond à un cas d'usage différent.</a:t>
            </a:r>
          </a:p>
          <a:p>
            <a:pPr marL="393700" indent="-285750">
              <a:lnSpc>
                <a:spcPct val="90000"/>
              </a:lnSpc>
              <a:spcBef>
                <a:spcPts val="940"/>
              </a:spcBef>
              <a:buChar char="•"/>
            </a:pPr>
            <a:endParaRPr lang="fr-FR" sz="1800" b="0">
              <a:solidFill>
                <a:schemeClr val="tx1"/>
              </a:solidFill>
            </a:endParaRPr>
          </a:p>
          <a:p>
            <a:pPr marL="393700" indent="-285750">
              <a:lnSpc>
                <a:spcPct val="90000"/>
              </a:lnSpc>
              <a:spcBef>
                <a:spcPts val="940"/>
              </a:spcBef>
              <a:buChar char="•"/>
            </a:pPr>
            <a:r>
              <a:rPr lang="fr-FR" sz="1800" b="0">
                <a:solidFill>
                  <a:schemeClr val="tx1"/>
                </a:solidFill>
              </a:rPr>
              <a:t>On favorisera les SGBRR quand on recherche une intégrité forte des données.</a:t>
            </a:r>
          </a:p>
          <a:p>
            <a:pPr marL="393700" indent="-285750">
              <a:lnSpc>
                <a:spcPct val="90000"/>
              </a:lnSpc>
              <a:spcBef>
                <a:spcPts val="940"/>
              </a:spcBef>
              <a:buChar char="•"/>
            </a:pPr>
            <a:endParaRPr lang="fr-FR" sz="1800" b="0">
              <a:solidFill>
                <a:schemeClr val="tx1"/>
              </a:solidFill>
            </a:endParaRPr>
          </a:p>
          <a:p>
            <a:pPr marL="393700" indent="-285750">
              <a:lnSpc>
                <a:spcPct val="90000"/>
              </a:lnSpc>
              <a:spcBef>
                <a:spcPts val="940"/>
              </a:spcBef>
              <a:buChar char="•"/>
            </a:pPr>
            <a:r>
              <a:rPr lang="fr-FR" sz="1800" b="0">
                <a:solidFill>
                  <a:schemeClr val="tx1"/>
                </a:solidFill>
              </a:rPr>
              <a:t>On favorisera le NoSQL quand on recherche la scalabilité, l'évolutivité et le traitement en masse.</a:t>
            </a:r>
          </a:p>
          <a:p>
            <a:pPr marL="393700" indent="-285750">
              <a:lnSpc>
                <a:spcPct val="90000"/>
              </a:lnSpc>
              <a:spcBef>
                <a:spcPts val="940"/>
              </a:spcBef>
              <a:buChar char="•"/>
            </a:pPr>
            <a:endParaRPr lang="fr-FR" sz="1800" b="0">
              <a:solidFill>
                <a:schemeClr val="tx1"/>
              </a:solidFill>
            </a:endParaRPr>
          </a:p>
          <a:p>
            <a:pPr marL="393700" indent="-285750">
              <a:lnSpc>
                <a:spcPct val="90000"/>
              </a:lnSpc>
              <a:spcBef>
                <a:spcPts val="940"/>
              </a:spcBef>
              <a:buChar char="•"/>
            </a:pPr>
            <a:r>
              <a:rPr lang="fr-FR" sz="1800" b="0">
                <a:solidFill>
                  <a:schemeClr val="tx1"/>
                </a:solidFill>
              </a:rPr>
              <a:t>Certains systèmes combinent déjà le meilleur des deux mondes. </a:t>
            </a:r>
          </a:p>
          <a:p>
            <a:pPr marL="393700" indent="-285750">
              <a:lnSpc>
                <a:spcPct val="90000"/>
              </a:lnSpc>
              <a:spcBef>
                <a:spcPts val="940"/>
              </a:spcBef>
              <a:buChar char="•"/>
            </a:pPr>
            <a:endParaRPr lang="fr-FR" sz="1800"/>
          </a:p>
        </p:txBody>
      </p:sp>
    </p:spTree>
    <p:extLst>
      <p:ext uri="{BB962C8B-B14F-4D97-AF65-F5344CB8AC3E}">
        <p14:creationId xmlns:p14="http://schemas.microsoft.com/office/powerpoint/2010/main" val="4060227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268E1C76-59DA-9CEE-71A3-D3459CAD2CC4}"/>
            </a:ext>
          </a:extLst>
        </p:cNvPr>
        <p:cNvGrpSpPr/>
        <p:nvPr/>
      </p:nvGrpSpPr>
      <p:grpSpPr>
        <a:xfrm>
          <a:off x="0" y="0"/>
          <a:ext cx="0" cy="0"/>
          <a:chOff x="0" y="0"/>
          <a:chExt cx="0" cy="0"/>
        </a:xfrm>
      </p:grpSpPr>
      <p:sp>
        <p:nvSpPr>
          <p:cNvPr id="197" name="Google Shape;197;p13">
            <a:extLst>
              <a:ext uri="{FF2B5EF4-FFF2-40B4-BE49-F238E27FC236}">
                <a16:creationId xmlns:a16="http://schemas.microsoft.com/office/drawing/2014/main" id="{76FB0ACD-C482-AF9B-ADA4-C11C67F415EF}"/>
              </a:ext>
            </a:extLst>
          </p:cNvPr>
          <p:cNvSpPr txBox="1">
            <a:spLocks noGrp="1"/>
          </p:cNvSpPr>
          <p:nvPr>
            <p:ph type="title"/>
          </p:nvPr>
        </p:nvSpPr>
        <p:spPr>
          <a:xfrm>
            <a:off x="54735" y="447417"/>
            <a:ext cx="9272477" cy="615598"/>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NOSQL </a:t>
            </a:r>
            <a:r>
              <a:rPr lang="fr-FR">
                <a:solidFill>
                  <a:srgbClr val="7030A0"/>
                </a:solidFill>
              </a:rPr>
              <a:t>DANS UNE BASE DE DONNEES </a:t>
            </a:r>
            <a:r>
              <a:rPr lang="fr-FR">
                <a:solidFill>
                  <a:schemeClr val="tx1"/>
                </a:solidFill>
              </a:rPr>
              <a:t>RELATIONNELLE</a:t>
            </a:r>
          </a:p>
        </p:txBody>
      </p:sp>
      <p:sp>
        <p:nvSpPr>
          <p:cNvPr id="4" name="Espace réservé du texte 3">
            <a:extLst>
              <a:ext uri="{FF2B5EF4-FFF2-40B4-BE49-F238E27FC236}">
                <a16:creationId xmlns:a16="http://schemas.microsoft.com/office/drawing/2014/main" id="{85F59040-2469-5F14-87C3-54975C2BF079}"/>
              </a:ext>
            </a:extLst>
          </p:cNvPr>
          <p:cNvSpPr>
            <a:spLocks noGrp="1"/>
          </p:cNvSpPr>
          <p:nvPr>
            <p:ph type="body" idx="1"/>
          </p:nvPr>
        </p:nvSpPr>
        <p:spPr>
          <a:xfrm>
            <a:off x="210065" y="1474574"/>
            <a:ext cx="8237837" cy="4394157"/>
          </a:xfrm>
        </p:spPr>
        <p:txBody>
          <a:bodyPr/>
          <a:lstStyle/>
          <a:p>
            <a:pPr marL="571500" indent="-342900">
              <a:buChar char="•"/>
            </a:pPr>
            <a:r>
              <a:rPr lang="fr-FR" b="0"/>
              <a:t>Les systèmes relationnels se sont adaptés ces dernières années en proposant des extensions facilitant l'exploitation de données objets qu'on retrouve habituellement dans les systèmes NoSQL (le </a:t>
            </a:r>
            <a:r>
              <a:rPr lang="fr-FR" b="0" err="1"/>
              <a:t>json</a:t>
            </a:r>
            <a:r>
              <a:rPr lang="fr-FR" b="0"/>
              <a:t> par exemple).</a:t>
            </a:r>
          </a:p>
          <a:p>
            <a:pPr marL="571500" indent="-342900">
              <a:buChar char="•"/>
            </a:pPr>
            <a:endParaRPr lang="fr-FR" b="0"/>
          </a:p>
          <a:p>
            <a:pPr marL="571500" indent="-342900">
              <a:buChar char="•"/>
            </a:pPr>
            <a:r>
              <a:rPr lang="fr-FR" b="0"/>
              <a:t>Ainsi, </a:t>
            </a:r>
            <a:r>
              <a:rPr lang="fr-FR" b="0" err="1"/>
              <a:t>PostGreSQL</a:t>
            </a:r>
            <a:r>
              <a:rPr lang="fr-FR" b="0"/>
              <a:t> par exemple, propose l'extension </a:t>
            </a:r>
            <a:r>
              <a:rPr lang="fr-FR" b="0" err="1"/>
              <a:t>HStore</a:t>
            </a:r>
            <a:r>
              <a:rPr lang="fr-FR" b="0"/>
              <a:t> ou le format JSONB pour manipuler des données semi-structurées.</a:t>
            </a:r>
          </a:p>
          <a:p>
            <a:pPr marL="571500" indent="-342900">
              <a:buChar char="•"/>
            </a:pPr>
            <a:endParaRPr lang="fr-FR" b="0">
              <a:solidFill>
                <a:srgbClr val="000000"/>
              </a:solidFill>
            </a:endParaRPr>
          </a:p>
          <a:p>
            <a:pPr marL="571500" indent="-342900">
              <a:buChar char="•"/>
            </a:pPr>
            <a:r>
              <a:rPr lang="fr-FR" b="0">
                <a:solidFill>
                  <a:srgbClr val="000000"/>
                </a:solidFill>
              </a:rPr>
              <a:t>MySQL permet également ce type d'opérations.</a:t>
            </a:r>
          </a:p>
        </p:txBody>
      </p:sp>
    </p:spTree>
    <p:extLst>
      <p:ext uri="{BB962C8B-B14F-4D97-AF65-F5344CB8AC3E}">
        <p14:creationId xmlns:p14="http://schemas.microsoft.com/office/powerpoint/2010/main" val="1992559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0BF06228-DC5A-42A0-868D-213C47A2D0E5}"/>
            </a:ext>
          </a:extLst>
        </p:cNvPr>
        <p:cNvGrpSpPr/>
        <p:nvPr/>
      </p:nvGrpSpPr>
      <p:grpSpPr>
        <a:xfrm>
          <a:off x="0" y="0"/>
          <a:ext cx="0" cy="0"/>
          <a:chOff x="0" y="0"/>
          <a:chExt cx="0" cy="0"/>
        </a:xfrm>
      </p:grpSpPr>
      <p:sp>
        <p:nvSpPr>
          <p:cNvPr id="197" name="Google Shape;197;p13">
            <a:extLst>
              <a:ext uri="{FF2B5EF4-FFF2-40B4-BE49-F238E27FC236}">
                <a16:creationId xmlns:a16="http://schemas.microsoft.com/office/drawing/2014/main" id="{26DA978A-7D0B-5BFC-FF10-6583414B4168}"/>
              </a:ext>
            </a:extLst>
          </p:cNvPr>
          <p:cNvSpPr txBox="1">
            <a:spLocks noGrp="1"/>
          </p:cNvSpPr>
          <p:nvPr>
            <p:ph type="title"/>
          </p:nvPr>
        </p:nvSpPr>
        <p:spPr>
          <a:xfrm>
            <a:off x="54735" y="447417"/>
            <a:ext cx="9272477" cy="615598"/>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NOSQL </a:t>
            </a:r>
            <a:r>
              <a:rPr lang="fr-FR">
                <a:solidFill>
                  <a:srgbClr val="7030A0"/>
                </a:solidFill>
              </a:rPr>
              <a:t>DANS UNE BASE DE DONNEES </a:t>
            </a:r>
            <a:r>
              <a:rPr lang="fr-FR">
                <a:solidFill>
                  <a:schemeClr val="tx1"/>
                </a:solidFill>
              </a:rPr>
              <a:t>RELATIONNELLE</a:t>
            </a:r>
          </a:p>
        </p:txBody>
      </p:sp>
      <p:sp>
        <p:nvSpPr>
          <p:cNvPr id="4" name="Espace réservé du texte 3">
            <a:extLst>
              <a:ext uri="{FF2B5EF4-FFF2-40B4-BE49-F238E27FC236}">
                <a16:creationId xmlns:a16="http://schemas.microsoft.com/office/drawing/2014/main" id="{6D448A69-6C3F-542F-E91A-789DC1DFC465}"/>
              </a:ext>
            </a:extLst>
          </p:cNvPr>
          <p:cNvSpPr>
            <a:spLocks noGrp="1"/>
          </p:cNvSpPr>
          <p:nvPr>
            <p:ph type="body" idx="1"/>
          </p:nvPr>
        </p:nvSpPr>
        <p:spPr>
          <a:xfrm>
            <a:off x="210065" y="1474574"/>
            <a:ext cx="8237837" cy="4394157"/>
          </a:xfrm>
        </p:spPr>
        <p:txBody>
          <a:bodyPr>
            <a:normAutofit lnSpcReduction="10000"/>
          </a:bodyPr>
          <a:lstStyle/>
          <a:p>
            <a:pPr marL="571500" indent="-342900">
              <a:buChar char="•"/>
            </a:pPr>
            <a:r>
              <a:rPr lang="fr-FR">
                <a:solidFill>
                  <a:srgbClr val="000000"/>
                </a:solidFill>
              </a:rPr>
              <a:t>HSTORE</a:t>
            </a:r>
          </a:p>
          <a:p>
            <a:pPr marL="1028700" lvl="1">
              <a:spcBef>
                <a:spcPts val="360"/>
              </a:spcBef>
              <a:buClr>
                <a:srgbClr val="D1282E"/>
              </a:buClr>
              <a:buFont typeface="Arial"/>
              <a:buChar char="o"/>
            </a:pPr>
            <a:r>
              <a:rPr lang="fr-FR">
                <a:solidFill>
                  <a:srgbClr val="000000"/>
                </a:solidFill>
              </a:rPr>
              <a:t>Extension native</a:t>
            </a:r>
          </a:p>
          <a:p>
            <a:pPr marL="1028700" lvl="1">
              <a:spcBef>
                <a:spcPts val="360"/>
              </a:spcBef>
              <a:buClr>
                <a:srgbClr val="D1282E"/>
              </a:buClr>
              <a:buFont typeface="Arial"/>
              <a:buChar char="o"/>
            </a:pPr>
            <a:r>
              <a:rPr lang="fr-FR">
                <a:solidFill>
                  <a:srgbClr val="000000"/>
                </a:solidFill>
              </a:rPr>
              <a:t>Permet de stocker des paires clé-valeur dans une colonne</a:t>
            </a:r>
          </a:p>
          <a:p>
            <a:pPr marL="1028700" lvl="1">
              <a:spcBef>
                <a:spcPts val="360"/>
              </a:spcBef>
              <a:buClr>
                <a:srgbClr val="D1282E"/>
              </a:buClr>
              <a:buFont typeface="Arial"/>
              <a:buChar char="o"/>
            </a:pPr>
            <a:r>
              <a:rPr lang="fr-FR">
                <a:solidFill>
                  <a:srgbClr val="000000"/>
                </a:solidFill>
              </a:rPr>
              <a:t>Utile quand on souhaite stocker de la data objet</a:t>
            </a:r>
          </a:p>
          <a:p>
            <a:pPr marL="1028700" lvl="1">
              <a:spcBef>
                <a:spcPts val="360"/>
              </a:spcBef>
              <a:buClr>
                <a:srgbClr val="D1282E"/>
              </a:buClr>
              <a:buFont typeface="Arial"/>
              <a:buChar char="o"/>
            </a:pPr>
            <a:r>
              <a:rPr lang="fr-FR">
                <a:solidFill>
                  <a:srgbClr val="000000"/>
                </a:solidFill>
              </a:rPr>
              <a:t>Opérations CRUD possibles.</a:t>
            </a:r>
          </a:p>
          <a:p>
            <a:pPr marL="1028700" lvl="1">
              <a:spcBef>
                <a:spcPts val="360"/>
              </a:spcBef>
              <a:buClr>
                <a:srgbClr val="D1282E"/>
              </a:buClr>
              <a:buFont typeface="Arial"/>
              <a:buChar char="o"/>
            </a:pPr>
            <a:r>
              <a:rPr lang="fr-FR">
                <a:solidFill>
                  <a:srgbClr val="000000"/>
                </a:solidFill>
              </a:rPr>
              <a:t>Indexation / recherche moins performante sur ce type de champ.</a:t>
            </a:r>
          </a:p>
          <a:p>
            <a:pPr marL="1028700" lvl="1">
              <a:spcBef>
                <a:spcPts val="360"/>
              </a:spcBef>
              <a:buFont typeface="Arial"/>
              <a:buChar char="o"/>
            </a:pPr>
            <a:endParaRPr lang="fr-FR" b="0">
              <a:solidFill>
                <a:srgbClr val="000000"/>
              </a:solidFill>
            </a:endParaRPr>
          </a:p>
          <a:p>
            <a:pPr marL="571500" indent="-342900">
              <a:spcBef>
                <a:spcPts val="360"/>
              </a:spcBef>
              <a:buClr>
                <a:srgbClr val="000000"/>
              </a:buClr>
              <a:buFont typeface="Arial"/>
              <a:buChar char="•"/>
            </a:pPr>
            <a:r>
              <a:rPr lang="fr-FR">
                <a:solidFill>
                  <a:srgbClr val="000000"/>
                </a:solidFill>
              </a:rPr>
              <a:t>JSON</a:t>
            </a:r>
          </a:p>
          <a:p>
            <a:pPr marL="1028700" lvl="1">
              <a:buClr>
                <a:srgbClr val="D1282E"/>
              </a:buClr>
              <a:buFont typeface="Arial,Sans-Serif"/>
              <a:buChar char="o"/>
            </a:pPr>
            <a:r>
              <a:rPr lang="fr-FR">
                <a:solidFill>
                  <a:srgbClr val="000000"/>
                </a:solidFill>
              </a:rPr>
              <a:t>Disponible depuis la version 9.2 =&gt; implémentation mature</a:t>
            </a:r>
          </a:p>
          <a:p>
            <a:pPr marL="1028700" lvl="1">
              <a:buClr>
                <a:srgbClr val="D1282E"/>
              </a:buClr>
              <a:buFont typeface="Arial,Sans-Serif"/>
              <a:buChar char="o"/>
            </a:pPr>
            <a:r>
              <a:rPr lang="fr-FR">
                <a:solidFill>
                  <a:srgbClr val="000000"/>
                </a:solidFill>
              </a:rPr>
              <a:t>Ajoute de la flexibilité au modèle de données.</a:t>
            </a:r>
            <a:endParaRPr lang="fr-FR"/>
          </a:p>
          <a:p>
            <a:pPr marL="1028700" lvl="1" indent="-342900">
              <a:buClr>
                <a:srgbClr val="D1282E"/>
              </a:buClr>
              <a:buFont typeface="Arial,Sans-Serif"/>
              <a:buChar char="o"/>
            </a:pPr>
            <a:r>
              <a:rPr lang="fr-FR">
                <a:solidFill>
                  <a:srgbClr val="000000"/>
                </a:solidFill>
              </a:rPr>
              <a:t>Opérations CRUD possibles.</a:t>
            </a:r>
          </a:p>
          <a:p>
            <a:pPr marL="1028700" lvl="1">
              <a:buClr>
                <a:srgbClr val="D1282E"/>
              </a:buClr>
              <a:buFont typeface="Arial,Sans-Serif"/>
              <a:buChar char="o"/>
            </a:pPr>
            <a:r>
              <a:rPr lang="fr-FR">
                <a:solidFill>
                  <a:srgbClr val="000000"/>
                </a:solidFill>
              </a:rPr>
              <a:t>Possibilité d'indexer le champ.</a:t>
            </a:r>
          </a:p>
          <a:p>
            <a:pPr marL="571500" indent="-342900">
              <a:spcBef>
                <a:spcPts val="360"/>
              </a:spcBef>
              <a:buClr>
                <a:srgbClr val="000000"/>
              </a:buClr>
              <a:buFont typeface="Arial"/>
              <a:buChar char="•"/>
            </a:pPr>
            <a:endParaRPr lang="fr-FR">
              <a:solidFill>
                <a:srgbClr val="000000"/>
              </a:solidFill>
            </a:endParaRPr>
          </a:p>
          <a:p>
            <a:pPr marL="571500">
              <a:spcBef>
                <a:spcPts val="360"/>
              </a:spcBef>
              <a:buClr>
                <a:srgbClr val="000000"/>
              </a:buClr>
              <a:buFont typeface="Arial"/>
              <a:buChar char="•"/>
            </a:pPr>
            <a:endParaRPr lang="fr-FR">
              <a:solidFill>
                <a:srgbClr val="000000"/>
              </a:solidFill>
            </a:endParaRPr>
          </a:p>
          <a:p>
            <a:pPr marL="1028700" lvl="1">
              <a:spcBef>
                <a:spcPts val="360"/>
              </a:spcBef>
              <a:buClr>
                <a:srgbClr val="D1282E"/>
              </a:buClr>
              <a:buFont typeface="Arial"/>
              <a:buChar char="o"/>
            </a:pPr>
            <a:endParaRPr lang="fr-FR">
              <a:solidFill>
                <a:srgbClr val="000000"/>
              </a:solidFill>
            </a:endParaRPr>
          </a:p>
          <a:p>
            <a:pPr marL="1028700" lvl="1">
              <a:spcBef>
                <a:spcPts val="360"/>
              </a:spcBef>
              <a:buClr>
                <a:srgbClr val="D1282E"/>
              </a:buClr>
              <a:buFont typeface="Arial"/>
              <a:buChar char="o"/>
            </a:pPr>
            <a:endParaRPr lang="fr-FR">
              <a:solidFill>
                <a:srgbClr val="000000"/>
              </a:solidFill>
            </a:endParaRPr>
          </a:p>
        </p:txBody>
      </p:sp>
    </p:spTree>
    <p:extLst>
      <p:ext uri="{BB962C8B-B14F-4D97-AF65-F5344CB8AC3E}">
        <p14:creationId xmlns:p14="http://schemas.microsoft.com/office/powerpoint/2010/main" val="501500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69252449-2791-8BF0-2EEF-7687250D350A}"/>
            </a:ext>
          </a:extLst>
        </p:cNvPr>
        <p:cNvGrpSpPr/>
        <p:nvPr/>
      </p:nvGrpSpPr>
      <p:grpSpPr>
        <a:xfrm>
          <a:off x="0" y="0"/>
          <a:ext cx="0" cy="0"/>
          <a:chOff x="0" y="0"/>
          <a:chExt cx="0" cy="0"/>
        </a:xfrm>
      </p:grpSpPr>
      <p:sp>
        <p:nvSpPr>
          <p:cNvPr id="197" name="Google Shape;197;p13">
            <a:extLst>
              <a:ext uri="{FF2B5EF4-FFF2-40B4-BE49-F238E27FC236}">
                <a16:creationId xmlns:a16="http://schemas.microsoft.com/office/drawing/2014/main" id="{B983CDE3-CEDB-8DF8-C0A9-E27C8064742D}"/>
              </a:ext>
            </a:extLst>
          </p:cNvPr>
          <p:cNvSpPr txBox="1">
            <a:spLocks noGrp="1"/>
          </p:cNvSpPr>
          <p:nvPr>
            <p:ph type="title"/>
          </p:nvPr>
        </p:nvSpPr>
        <p:spPr>
          <a:xfrm>
            <a:off x="87863" y="1359671"/>
            <a:ext cx="8542675" cy="615598"/>
          </a:xfrm>
          <a:prstGeom prst="rect">
            <a:avLst/>
          </a:prstGeom>
          <a:noFill/>
          <a:ln>
            <a:noFill/>
          </a:ln>
        </p:spPr>
        <p:txBody>
          <a:bodyPr spcFirstLastPara="1" wrap="square" lIns="91425" tIns="45700" rIns="91425" bIns="45700" anchor="b" anchorCtr="0">
            <a:normAutofit fontScale="90000"/>
          </a:bodyPr>
          <a:lstStyle/>
          <a:p>
            <a:r>
              <a:rPr lang="fr-FR">
                <a:solidFill>
                  <a:srgbClr val="7030A0"/>
                </a:solidFill>
              </a:rPr>
              <a:t>EXERCICE – </a:t>
            </a:r>
            <a:r>
              <a:rPr lang="fr-FR">
                <a:solidFill>
                  <a:schemeClr val="tx1"/>
                </a:solidFill>
              </a:rPr>
              <a:t>MANIPULER POSTGRESQL ET NOSQL (HSTORE)</a:t>
            </a:r>
          </a:p>
          <a:p>
            <a:pPr marL="0" lvl="0" indent="0" algn="l">
              <a:spcBef>
                <a:spcPts val="0"/>
              </a:spcBef>
              <a:spcAft>
                <a:spcPts val="0"/>
              </a:spcAft>
              <a:buFont typeface="Arial Black"/>
              <a:buNone/>
            </a:pPr>
            <a:endParaRPr lang="fr-FR">
              <a:solidFill>
                <a:schemeClr val="accent5"/>
              </a:solidFill>
            </a:endParaRPr>
          </a:p>
        </p:txBody>
      </p:sp>
      <p:sp>
        <p:nvSpPr>
          <p:cNvPr id="198" name="Google Shape;198;p13">
            <a:extLst>
              <a:ext uri="{FF2B5EF4-FFF2-40B4-BE49-F238E27FC236}">
                <a16:creationId xmlns:a16="http://schemas.microsoft.com/office/drawing/2014/main" id="{14CF350D-5894-6C23-6876-78B9235A67D3}"/>
              </a:ext>
            </a:extLst>
          </p:cNvPr>
          <p:cNvSpPr txBox="1">
            <a:spLocks noGrp="1"/>
          </p:cNvSpPr>
          <p:nvPr>
            <p:ph type="body" idx="1"/>
          </p:nvPr>
        </p:nvSpPr>
        <p:spPr>
          <a:xfrm>
            <a:off x="238944" y="1384417"/>
            <a:ext cx="8590471" cy="5250207"/>
          </a:xfrm>
          <a:prstGeom prst="rect">
            <a:avLst/>
          </a:prstGeom>
          <a:solidFill>
            <a:schemeClr val="accent4">
              <a:lumMod val="20000"/>
              <a:lumOff val="80000"/>
            </a:schemeClr>
          </a:solidFill>
          <a:ln>
            <a:noFill/>
          </a:ln>
        </p:spPr>
        <p:txBody>
          <a:bodyPr spcFirstLastPara="1" wrap="square" lIns="91425" tIns="45700" rIns="91425" bIns="45700" anchor="t" anchorCtr="0">
            <a:normAutofit fontScale="92500" lnSpcReduction="10000"/>
          </a:bodyPr>
          <a:lstStyle/>
          <a:p>
            <a:pPr marL="0" indent="0">
              <a:spcBef>
                <a:spcPts val="0"/>
              </a:spcBef>
            </a:pPr>
            <a:r>
              <a:rPr lang="fr-FR"/>
              <a:t>Durée de l'exercice : 45min</a:t>
            </a:r>
            <a:endParaRPr lang="fr-FR" sz="1800" b="0"/>
          </a:p>
          <a:p>
            <a:pPr marL="342900" indent="-342900">
              <a:spcBef>
                <a:spcPts val="1000"/>
              </a:spcBef>
              <a:buSzPts val="2000"/>
              <a:buFont typeface="Calibri"/>
              <a:buChar char="-"/>
            </a:pPr>
            <a:r>
              <a:rPr lang="fr-FR" sz="1800" b="0"/>
              <a:t>Installez </a:t>
            </a:r>
            <a:r>
              <a:rPr lang="fr-FR" sz="1800" b="0" err="1"/>
              <a:t>PostGreSQL</a:t>
            </a:r>
            <a:r>
              <a:rPr lang="fr-FR" sz="1800" b="0"/>
              <a:t> Server (15 ou plus).</a:t>
            </a:r>
          </a:p>
          <a:p>
            <a:pPr marL="342900" indent="-342900">
              <a:spcBef>
                <a:spcPts val="1000"/>
              </a:spcBef>
              <a:buSzPts val="2000"/>
              <a:buFont typeface="Calibri"/>
              <a:buChar char="-"/>
            </a:pPr>
            <a:r>
              <a:rPr lang="fr-FR" sz="1800" b="0"/>
              <a:t>Initiez l'extension HSTORE.</a:t>
            </a:r>
          </a:p>
          <a:p>
            <a:pPr marL="342900" indent="-342900">
              <a:spcBef>
                <a:spcPts val="1000"/>
              </a:spcBef>
              <a:buSzPts val="2000"/>
              <a:buFont typeface="Calibri"/>
              <a:buChar char="-"/>
            </a:pPr>
            <a:r>
              <a:rPr lang="fr-FR" sz="1800" b="0"/>
              <a:t>Créez une table "</a:t>
            </a:r>
            <a:r>
              <a:rPr lang="fr-FR" sz="1800" b="0" err="1"/>
              <a:t>etudiant_etl</a:t>
            </a:r>
            <a:r>
              <a:rPr lang="fr-FR" sz="1800" b="0"/>
              <a:t>" qui contiendra les données disponibles dans le fichier "etudiant.csv" (charger le fichier dans la table). Puis, créer une table "</a:t>
            </a:r>
            <a:r>
              <a:rPr lang="fr-FR" sz="1800" b="0" err="1"/>
              <a:t>etudiant_profil</a:t>
            </a:r>
            <a:r>
              <a:rPr lang="fr-FR" sz="1800" b="0"/>
              <a:t>"  qui aura deux colonnes : un id (type SERIAL), et un champ adresse (type HSTORE). Le champ adresse aura les informations suivantes : </a:t>
            </a:r>
            <a:r>
              <a:rPr lang="fr-FR" sz="1800" b="0" err="1"/>
              <a:t>numero</a:t>
            </a:r>
            <a:r>
              <a:rPr lang="fr-FR" sz="1800" b="0"/>
              <a:t>, voie, </a:t>
            </a:r>
            <a:r>
              <a:rPr lang="fr-FR" sz="1800" b="0" err="1"/>
              <a:t>code_postal</a:t>
            </a:r>
            <a:r>
              <a:rPr lang="fr-FR" sz="1800" b="0"/>
              <a:t>, ville. Utilisez la table "</a:t>
            </a:r>
            <a:r>
              <a:rPr lang="fr-FR" sz="1800" b="0" err="1"/>
              <a:t>etudiant_etl</a:t>
            </a:r>
            <a:r>
              <a:rPr lang="fr-FR" sz="1800" b="0"/>
              <a:t>" pour remplir la table "</a:t>
            </a:r>
            <a:r>
              <a:rPr lang="fr-FR" sz="1800" b="0" err="1"/>
              <a:t>etudiant_profil</a:t>
            </a:r>
            <a:r>
              <a:rPr lang="fr-FR" sz="1800" b="0"/>
              <a:t>".</a:t>
            </a:r>
          </a:p>
          <a:p>
            <a:pPr marL="342900" indent="-342900">
              <a:spcBef>
                <a:spcPts val="1000"/>
              </a:spcBef>
              <a:buSzPts val="2000"/>
              <a:buFont typeface="Calibri"/>
              <a:buChar char="-"/>
            </a:pPr>
            <a:r>
              <a:rPr lang="fr-FR" sz="1800" b="0"/>
              <a:t>Sélectionnez tous les étudiants qui habitent à Paris.</a:t>
            </a:r>
          </a:p>
          <a:p>
            <a:pPr marL="342900" indent="-342900">
              <a:spcBef>
                <a:spcPts val="1000"/>
              </a:spcBef>
              <a:buSzPts val="2000"/>
              <a:buFont typeface="Calibri"/>
              <a:buChar char="-"/>
            </a:pPr>
            <a:r>
              <a:rPr lang="fr-FR" sz="1800" b="0"/>
              <a:t>Ajoutez une nouvelle "clé - valeur" à votre champ "adresse" : Pays qui vaudra "FRANCE"</a:t>
            </a:r>
          </a:p>
          <a:p>
            <a:pPr marL="342900" indent="-342900">
              <a:spcBef>
                <a:spcPts val="1000"/>
              </a:spcBef>
              <a:buSzPts val="2000"/>
              <a:buFont typeface="Calibri"/>
              <a:buChar char="-"/>
            </a:pPr>
            <a:r>
              <a:rPr lang="fr-FR" sz="1800" b="0"/>
              <a:t>Mettez à jour l'étudiant de Marseille. Il habitera désormais à Strasbourg.</a:t>
            </a:r>
          </a:p>
          <a:p>
            <a:pPr marL="342900" indent="-342900">
              <a:spcBef>
                <a:spcPts val="1000"/>
              </a:spcBef>
              <a:buSzPts val="2000"/>
              <a:buFont typeface="Calibri"/>
              <a:buChar char="-"/>
            </a:pPr>
            <a:r>
              <a:rPr lang="fr-FR" sz="1800" b="0"/>
              <a:t>Supprimez le champ pays précédemment créé pour les étudiants de Lille uniquement.</a:t>
            </a:r>
          </a:p>
          <a:p>
            <a:pPr marL="342900" indent="-342900">
              <a:spcBef>
                <a:spcPts val="1000"/>
              </a:spcBef>
              <a:buSzPts val="2000"/>
              <a:buFont typeface="Calibri"/>
              <a:buChar char="-"/>
            </a:pPr>
            <a:r>
              <a:rPr lang="fr-FR" sz="1800" b="0"/>
              <a:t>Affichez tous les étudiants pour lesquels le champ pays existe.</a:t>
            </a:r>
          </a:p>
          <a:p>
            <a:pPr marL="0" indent="0">
              <a:spcBef>
                <a:spcPts val="1000"/>
              </a:spcBef>
              <a:buSzPts val="2000"/>
            </a:pPr>
            <a:endParaRPr lang="fr-FR" sz="1800" b="0"/>
          </a:p>
          <a:p>
            <a:pPr marL="342900" indent="-342900">
              <a:spcBef>
                <a:spcPts val="1000"/>
              </a:spcBef>
              <a:buSzPts val="2000"/>
              <a:buFont typeface="Calibri"/>
              <a:buChar char="-"/>
            </a:pPr>
            <a:endParaRPr lang="fr-FR" sz="1800" b="0"/>
          </a:p>
          <a:p>
            <a:pPr marL="342900" indent="-342900">
              <a:spcBef>
                <a:spcPts val="1000"/>
              </a:spcBef>
              <a:buSzPts val="2000"/>
              <a:buFont typeface="Calibri"/>
              <a:buChar char="-"/>
            </a:pPr>
            <a:endParaRPr lang="fr-FR" sz="1800" b="0"/>
          </a:p>
          <a:p>
            <a:pPr marL="342900" indent="-342900">
              <a:spcBef>
                <a:spcPts val="1000"/>
              </a:spcBef>
              <a:buSzPts val="2000"/>
              <a:buFont typeface="Calibri"/>
              <a:buChar char="-"/>
            </a:pPr>
            <a:endParaRPr lang="fr-FR" sz="1800" b="0"/>
          </a:p>
        </p:txBody>
      </p:sp>
    </p:spTree>
    <p:extLst>
      <p:ext uri="{BB962C8B-B14F-4D97-AF65-F5344CB8AC3E}">
        <p14:creationId xmlns:p14="http://schemas.microsoft.com/office/powerpoint/2010/main" val="37017155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5104C21E-469C-0203-0015-15DF371688C5}"/>
            </a:ext>
          </a:extLst>
        </p:cNvPr>
        <p:cNvGrpSpPr/>
        <p:nvPr/>
      </p:nvGrpSpPr>
      <p:grpSpPr>
        <a:xfrm>
          <a:off x="0" y="0"/>
          <a:ext cx="0" cy="0"/>
          <a:chOff x="0" y="0"/>
          <a:chExt cx="0" cy="0"/>
        </a:xfrm>
      </p:grpSpPr>
      <p:sp>
        <p:nvSpPr>
          <p:cNvPr id="197" name="Google Shape;197;p13">
            <a:extLst>
              <a:ext uri="{FF2B5EF4-FFF2-40B4-BE49-F238E27FC236}">
                <a16:creationId xmlns:a16="http://schemas.microsoft.com/office/drawing/2014/main" id="{3F995EFC-3458-8388-04AC-ED1E3F872B99}"/>
              </a:ext>
            </a:extLst>
          </p:cNvPr>
          <p:cNvSpPr txBox="1">
            <a:spLocks noGrp="1"/>
          </p:cNvSpPr>
          <p:nvPr>
            <p:ph type="title"/>
          </p:nvPr>
        </p:nvSpPr>
        <p:spPr>
          <a:xfrm>
            <a:off x="76200" y="1359671"/>
            <a:ext cx="8542675" cy="615598"/>
          </a:xfrm>
          <a:prstGeom prst="rect">
            <a:avLst/>
          </a:prstGeom>
          <a:noFill/>
          <a:ln>
            <a:noFill/>
          </a:ln>
        </p:spPr>
        <p:txBody>
          <a:bodyPr spcFirstLastPara="1" wrap="square" lIns="91425" tIns="45700" rIns="91425" bIns="45700" anchor="b" anchorCtr="0">
            <a:normAutofit fontScale="90000"/>
          </a:bodyPr>
          <a:lstStyle/>
          <a:p>
            <a:r>
              <a:rPr lang="fr-FR">
                <a:solidFill>
                  <a:srgbClr val="7030A0"/>
                </a:solidFill>
              </a:rPr>
              <a:t>EXERCICE – </a:t>
            </a:r>
            <a:r>
              <a:rPr lang="fr-FR">
                <a:solidFill>
                  <a:schemeClr val="tx1"/>
                </a:solidFill>
              </a:rPr>
              <a:t>MANIPULER POSTGRESQL ET NOSQL (JSON)</a:t>
            </a:r>
          </a:p>
          <a:p>
            <a:pPr marL="0" lvl="0" indent="0" algn="l">
              <a:spcBef>
                <a:spcPts val="0"/>
              </a:spcBef>
              <a:spcAft>
                <a:spcPts val="0"/>
              </a:spcAft>
              <a:buFont typeface="Arial Black"/>
              <a:buNone/>
            </a:pPr>
            <a:endParaRPr lang="fr-FR">
              <a:solidFill>
                <a:schemeClr val="accent5"/>
              </a:solidFill>
            </a:endParaRPr>
          </a:p>
        </p:txBody>
      </p:sp>
      <p:sp>
        <p:nvSpPr>
          <p:cNvPr id="198" name="Google Shape;198;p13">
            <a:extLst>
              <a:ext uri="{FF2B5EF4-FFF2-40B4-BE49-F238E27FC236}">
                <a16:creationId xmlns:a16="http://schemas.microsoft.com/office/drawing/2014/main" id="{E4542B59-D86B-BA09-504B-52669FBC9772}"/>
              </a:ext>
            </a:extLst>
          </p:cNvPr>
          <p:cNvSpPr txBox="1">
            <a:spLocks noGrp="1"/>
          </p:cNvSpPr>
          <p:nvPr>
            <p:ph type="body" idx="1"/>
          </p:nvPr>
        </p:nvSpPr>
        <p:spPr>
          <a:xfrm>
            <a:off x="238944" y="1384417"/>
            <a:ext cx="8590471" cy="5250207"/>
          </a:xfrm>
          <a:prstGeom prst="rect">
            <a:avLst/>
          </a:prstGeom>
          <a:solidFill>
            <a:schemeClr val="accent4">
              <a:lumMod val="20000"/>
              <a:lumOff val="80000"/>
            </a:schemeClr>
          </a:solidFill>
          <a:ln>
            <a:noFill/>
          </a:ln>
        </p:spPr>
        <p:txBody>
          <a:bodyPr spcFirstLastPara="1" wrap="square" lIns="91425" tIns="45700" rIns="91425" bIns="45700" anchor="t" anchorCtr="0">
            <a:normAutofit/>
          </a:bodyPr>
          <a:lstStyle/>
          <a:p>
            <a:pPr marL="0" indent="0">
              <a:spcBef>
                <a:spcPts val="0"/>
              </a:spcBef>
            </a:pPr>
            <a:r>
              <a:rPr lang="fr-FR"/>
              <a:t>Durée de l'exercice : 45min</a:t>
            </a:r>
            <a:endParaRPr lang="fr-FR" sz="1800" b="0"/>
          </a:p>
          <a:p>
            <a:pPr marL="342900" indent="-342900">
              <a:spcBef>
                <a:spcPts val="1000"/>
              </a:spcBef>
              <a:buSzPts val="2000"/>
              <a:buFont typeface="Calibri"/>
              <a:buChar char="-"/>
            </a:pPr>
            <a:endParaRPr lang="fr-FR" sz="1800" b="0"/>
          </a:p>
          <a:p>
            <a:pPr marL="342900" indent="-342900">
              <a:spcBef>
                <a:spcPts val="1000"/>
              </a:spcBef>
              <a:buSzPts val="2000"/>
              <a:buFont typeface="Calibri"/>
              <a:buChar char="-"/>
            </a:pPr>
            <a:r>
              <a:rPr lang="fr-FR" sz="1800" b="0"/>
              <a:t>Prenez les fichiers </a:t>
            </a:r>
            <a:r>
              <a:rPr lang="fr-FR" sz="1800" b="0" err="1"/>
              <a:t>etudiant</a:t>
            </a:r>
            <a:r>
              <a:rPr lang="fr-FR" sz="1800" b="0"/>
              <a:t>(1,2,3).</a:t>
            </a:r>
            <a:r>
              <a:rPr lang="fr-FR" sz="1800" b="0" err="1"/>
              <a:t>json</a:t>
            </a:r>
            <a:r>
              <a:rPr lang="fr-FR" sz="1800" b="0"/>
              <a:t> et insérez les (via un INSERT INTO) dans une table de travail :  Cette table sera composée d'un id et d'un champ </a:t>
            </a:r>
            <a:r>
              <a:rPr lang="fr-FR" sz="1800" b="0" err="1"/>
              <a:t>pourvant</a:t>
            </a:r>
            <a:r>
              <a:rPr lang="fr-FR" sz="1800" b="0"/>
              <a:t> stocker du </a:t>
            </a:r>
            <a:r>
              <a:rPr lang="fr-FR" sz="1800" b="0" err="1"/>
              <a:t>json</a:t>
            </a:r>
            <a:r>
              <a:rPr lang="fr-FR" sz="1800" b="0"/>
              <a:t>.</a:t>
            </a:r>
          </a:p>
          <a:p>
            <a:pPr marL="342900" indent="-342900">
              <a:spcBef>
                <a:spcPts val="1000"/>
              </a:spcBef>
              <a:buSzPts val="2000"/>
              <a:buFont typeface="Calibri"/>
              <a:buChar char="-"/>
            </a:pPr>
            <a:r>
              <a:rPr lang="fr-FR" sz="1800" b="0"/>
              <a:t>Affichez le JSON de l'étudiant Delgado Moore</a:t>
            </a:r>
          </a:p>
          <a:p>
            <a:pPr marL="342900" indent="-342900">
              <a:spcBef>
                <a:spcPts val="1000"/>
              </a:spcBef>
              <a:buSzPts val="2000"/>
              <a:buFont typeface="Calibri"/>
              <a:buChar char="-"/>
            </a:pPr>
            <a:r>
              <a:rPr lang="fr-FR" sz="1800" b="0"/>
              <a:t>Créez un index sur le champ "name".</a:t>
            </a:r>
          </a:p>
          <a:p>
            <a:pPr marL="342900" indent="-342900">
              <a:spcBef>
                <a:spcPts val="1000"/>
              </a:spcBef>
              <a:buSzPts val="2000"/>
              <a:buFont typeface="Calibri"/>
              <a:buChar char="-"/>
            </a:pPr>
            <a:r>
              <a:rPr lang="fr-FR" sz="1800" b="0"/>
              <a:t>Mettez à jour tous les étudiants : champ </a:t>
            </a:r>
            <a:r>
              <a:rPr lang="fr-FR" sz="1800" b="0" err="1"/>
              <a:t>company</a:t>
            </a:r>
            <a:r>
              <a:rPr lang="fr-FR" sz="1800" b="0"/>
              <a:t> doit valoir SUPINFO</a:t>
            </a:r>
          </a:p>
          <a:p>
            <a:pPr marL="342900" indent="-342900">
              <a:spcBef>
                <a:spcPts val="1000"/>
              </a:spcBef>
              <a:buSzPts val="2000"/>
              <a:buFont typeface="Calibri"/>
              <a:buChar char="-"/>
            </a:pPr>
            <a:r>
              <a:rPr lang="fr-FR" sz="1800" b="0"/>
              <a:t>Supprimez les clés latitude et longitude de l'étudiant Delgado Moore.</a:t>
            </a:r>
          </a:p>
          <a:p>
            <a:pPr marL="342900" indent="-342900">
              <a:spcBef>
                <a:spcPts val="1000"/>
              </a:spcBef>
              <a:buSzPts val="2000"/>
              <a:buFont typeface="Calibri"/>
              <a:buChar char="-"/>
            </a:pPr>
            <a:r>
              <a:rPr lang="fr-FR" sz="1800" b="0"/>
              <a:t>Quelle est la moyenne de l'étudiant Gabriela Cooley ? (champ mark) </a:t>
            </a:r>
            <a:endParaRPr lang="fr-FR"/>
          </a:p>
          <a:p>
            <a:pPr marL="342900" indent="-342900">
              <a:spcBef>
                <a:spcPts val="1000"/>
              </a:spcBef>
              <a:buSzPts val="2000"/>
              <a:buFont typeface="Calibri"/>
              <a:buChar char="-"/>
            </a:pPr>
            <a:r>
              <a:rPr lang="fr-FR" sz="1800" b="0"/>
              <a:t>Quels étudiants ont eu 10/20 ou plus pour la matière 5DATA ?</a:t>
            </a:r>
          </a:p>
          <a:p>
            <a:pPr marL="342900" indent="-342900">
              <a:spcBef>
                <a:spcPts val="1000"/>
              </a:spcBef>
              <a:buSzPts val="2000"/>
              <a:buFont typeface="Calibri"/>
              <a:buChar char="-"/>
            </a:pPr>
            <a:r>
              <a:rPr lang="fr-FR" sz="1800" b="0"/>
              <a:t>Créez une table "</a:t>
            </a:r>
            <a:r>
              <a:rPr lang="fr-FR" sz="1800" b="0" err="1"/>
              <a:t>friends</a:t>
            </a:r>
            <a:r>
              <a:rPr lang="fr-FR" sz="1800" b="0"/>
              <a:t>" qui contiendra </a:t>
            </a:r>
            <a:r>
              <a:rPr lang="fr-FR" sz="1800" b="0" err="1"/>
              <a:t>l'id</a:t>
            </a:r>
            <a:r>
              <a:rPr lang="fr-FR" sz="1800" b="0"/>
              <a:t> de l'étudiant, </a:t>
            </a:r>
            <a:r>
              <a:rPr lang="fr-FR" sz="1800" b="0" err="1"/>
              <a:t>l'id</a:t>
            </a:r>
            <a:r>
              <a:rPr lang="fr-FR" sz="1800" b="0"/>
              <a:t> de ses amis, et le nom de ses amis. L'objectif est de transformer le tableau JSON "</a:t>
            </a:r>
            <a:r>
              <a:rPr lang="fr-FR" sz="1800" b="0" err="1"/>
              <a:t>friends</a:t>
            </a:r>
            <a:r>
              <a:rPr lang="fr-FR" sz="1800" b="0"/>
              <a:t>" en table SQL (lignes/colonnes).</a:t>
            </a:r>
          </a:p>
          <a:p>
            <a:pPr marL="0" indent="0">
              <a:spcBef>
                <a:spcPts val="1000"/>
              </a:spcBef>
              <a:buSzPts val="2000"/>
            </a:pPr>
            <a:endParaRPr lang="fr-FR" sz="1800" b="0"/>
          </a:p>
          <a:p>
            <a:pPr marL="342900" indent="-342900">
              <a:spcBef>
                <a:spcPts val="1000"/>
              </a:spcBef>
              <a:buSzPts val="2000"/>
              <a:buFont typeface="Calibri"/>
              <a:buChar char="-"/>
            </a:pPr>
            <a:endParaRPr lang="fr-FR" sz="1800" b="0"/>
          </a:p>
          <a:p>
            <a:pPr marL="342900" indent="-342900">
              <a:spcBef>
                <a:spcPts val="1000"/>
              </a:spcBef>
              <a:buSzPts val="2000"/>
              <a:buFont typeface="Calibri"/>
              <a:buChar char="-"/>
            </a:pPr>
            <a:endParaRPr lang="fr-FR" sz="1800" b="0"/>
          </a:p>
          <a:p>
            <a:pPr marL="342900" indent="-342900">
              <a:spcBef>
                <a:spcPts val="1000"/>
              </a:spcBef>
              <a:buSzPts val="2000"/>
              <a:buFont typeface="Calibri"/>
              <a:buChar char="-"/>
            </a:pPr>
            <a:endParaRPr lang="fr-FR" sz="1800" b="0"/>
          </a:p>
        </p:txBody>
      </p:sp>
    </p:spTree>
    <p:extLst>
      <p:ext uri="{BB962C8B-B14F-4D97-AF65-F5344CB8AC3E}">
        <p14:creationId xmlns:p14="http://schemas.microsoft.com/office/powerpoint/2010/main" val="3087157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p:cNvGrpSpPr/>
        <p:nvPr/>
      </p:nvGrpSpPr>
      <p:grpSpPr>
        <a:xfrm>
          <a:off x="0" y="0"/>
          <a:ext cx="0" cy="0"/>
          <a:chOff x="0" y="0"/>
          <a:chExt cx="0" cy="0"/>
        </a:xfrm>
      </p:grpSpPr>
      <p:sp>
        <p:nvSpPr>
          <p:cNvPr id="99" name="Google Shape;99;p1"/>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a:t>BDD NOSQL</a:t>
            </a:r>
            <a:endParaRPr lang="fr-FR"/>
          </a:p>
        </p:txBody>
      </p:sp>
      <p:sp>
        <p:nvSpPr>
          <p:cNvPr id="100" name="Google Shape;100;p1"/>
          <p:cNvSpPr txBox="1">
            <a:spLocks noGrp="1"/>
          </p:cNvSpPr>
          <p:nvPr>
            <p:ph type="subTitle" idx="1"/>
          </p:nvPr>
        </p:nvSpPr>
        <p:spPr>
          <a:xfrm>
            <a:off x="-15855" y="3185112"/>
            <a:ext cx="9147690" cy="914400"/>
          </a:xfrm>
          <a:prstGeom prst="rect">
            <a:avLst/>
          </a:prstGeom>
          <a:noFill/>
          <a:ln>
            <a:noFill/>
          </a:ln>
        </p:spPr>
        <p:txBody>
          <a:bodyPr spcFirstLastPara="1" wrap="square" lIns="91425" tIns="45700" rIns="91425" bIns="45700" anchor="t" anchorCtr="0">
            <a:noAutofit/>
          </a:bodyPr>
          <a:lstStyle/>
          <a:p>
            <a:pPr marL="0" indent="0" algn="ctr"/>
            <a:r>
              <a:rPr lang="fr-FR" sz="4800">
                <a:solidFill>
                  <a:srgbClr val="7030A0"/>
                </a:solidFill>
                <a:cs typeface="Arial"/>
              </a:rPr>
              <a:t>Quatre types de modélisation</a:t>
            </a:r>
          </a:p>
          <a:p>
            <a:pPr marL="0" indent="0" algn="ctr">
              <a:spcBef>
                <a:spcPts val="0"/>
              </a:spcBef>
            </a:pPr>
            <a:endParaRPr lang="fr-FR" sz="2400">
              <a:solidFill>
                <a:srgbClr val="7030A0"/>
              </a:solidFill>
            </a:endParaRPr>
          </a:p>
          <a:p>
            <a:pPr marL="0" indent="0" algn="ctr">
              <a:spcBef>
                <a:spcPts val="0"/>
              </a:spcBef>
            </a:pPr>
            <a:endParaRPr lang="fr-FR" sz="2400">
              <a:solidFill>
                <a:srgbClr val="7030A0"/>
              </a:solidFill>
            </a:endParaRPr>
          </a:p>
        </p:txBody>
      </p:sp>
    </p:spTree>
    <p:extLst>
      <p:ext uri="{BB962C8B-B14F-4D97-AF65-F5344CB8AC3E}">
        <p14:creationId xmlns:p14="http://schemas.microsoft.com/office/powerpoint/2010/main" val="31337180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1503"/>
            <a:ext cx="8882743" cy="968251"/>
          </a:xfrm>
          <a:prstGeom prst="rect">
            <a:avLst/>
          </a:prstGeom>
          <a:noFill/>
          <a:ln>
            <a:noFill/>
          </a:ln>
        </p:spPr>
        <p:txBody>
          <a:bodyPr spcFirstLastPara="1" wrap="square" lIns="91425" tIns="45700" rIns="91425" bIns="45700" anchor="b" anchorCtr="0">
            <a:normAutofit/>
          </a:bodyPr>
          <a:lstStyle/>
          <a:p>
            <a:r>
              <a:rPr lang="fr-FR">
                <a:solidFill>
                  <a:srgbClr val="7030A0"/>
                </a:solidFill>
              </a:rPr>
              <a:t>MODÈLES DE DONNÉES </a:t>
            </a:r>
            <a:r>
              <a:rPr lang="fr-FR">
                <a:solidFill>
                  <a:schemeClr val="tx1"/>
                </a:solidFill>
              </a:rPr>
              <a:t>NOSQL</a:t>
            </a:r>
          </a:p>
        </p:txBody>
      </p:sp>
      <p:sp>
        <p:nvSpPr>
          <p:cNvPr id="832" name="Google Shape;832;p106"/>
          <p:cNvSpPr txBox="1">
            <a:spLocks noGrp="1"/>
          </p:cNvSpPr>
          <p:nvPr>
            <p:ph type="body" idx="1"/>
          </p:nvPr>
        </p:nvSpPr>
        <p:spPr>
          <a:xfrm>
            <a:off x="303232" y="1224099"/>
            <a:ext cx="8261537" cy="5156666"/>
          </a:xfrm>
          <a:prstGeom prst="rect">
            <a:avLst/>
          </a:prstGeom>
          <a:noFill/>
          <a:ln>
            <a:noFill/>
          </a:ln>
        </p:spPr>
        <p:txBody>
          <a:bodyPr spcFirstLastPara="1" wrap="square" lIns="91425" tIns="45700" rIns="91425" bIns="45700" anchor="t" anchorCtr="0">
            <a:normAutofit/>
          </a:bodyPr>
          <a:lstStyle/>
          <a:p>
            <a:pPr marL="0" indent="0"/>
            <a:endParaRPr lang="fr-FR" sz="2400"/>
          </a:p>
          <a:p>
            <a:pPr marL="0" indent="0"/>
            <a:r>
              <a:rPr lang="fr-FR" sz="2400" b="1">
                <a:latin typeface="Arial"/>
                <a:ea typeface="Arial"/>
                <a:cs typeface="Arial"/>
              </a:rPr>
              <a:t>4 grandes familles de BDD NoSQL </a:t>
            </a:r>
            <a:endParaRPr lang="fr-FR" sz="2400"/>
          </a:p>
          <a:p>
            <a:pPr marL="0" indent="0">
              <a:buNone/>
            </a:pPr>
            <a:endParaRPr lang="fr-FR" sz="2400">
              <a:solidFill>
                <a:srgbClr val="000000"/>
              </a:solidFill>
            </a:endParaRPr>
          </a:p>
          <a:p>
            <a:pPr marL="342900" lvl="1"/>
            <a:r>
              <a:rPr lang="fr-FR" sz="2400" b="1">
                <a:solidFill>
                  <a:srgbClr val="7030A0"/>
                </a:solidFill>
              </a:rPr>
              <a:t>Clé-valeur </a:t>
            </a:r>
          </a:p>
          <a:p>
            <a:pPr marL="342900" lvl="1"/>
            <a:r>
              <a:rPr lang="fr-FR" sz="2400" b="1">
                <a:solidFill>
                  <a:srgbClr val="7030A0"/>
                </a:solidFill>
                <a:latin typeface="Arial"/>
                <a:ea typeface="Arial"/>
                <a:cs typeface="Arial"/>
              </a:rPr>
              <a:t>Document</a:t>
            </a:r>
            <a:endParaRPr lang="fr-FR"/>
          </a:p>
          <a:p>
            <a:pPr marL="342900" lvl="1"/>
            <a:r>
              <a:rPr lang="fr-FR" sz="2400" b="1">
                <a:solidFill>
                  <a:srgbClr val="7030A0"/>
                </a:solidFill>
                <a:latin typeface="Arial"/>
                <a:ea typeface="Arial"/>
                <a:cs typeface="Arial"/>
              </a:rPr>
              <a:t>Graphe </a:t>
            </a:r>
            <a:endParaRPr lang="fr-FR" sz="2400" b="1">
              <a:solidFill>
                <a:srgbClr val="7030A0"/>
              </a:solidFill>
            </a:endParaRPr>
          </a:p>
          <a:p>
            <a:pPr marL="342900" lvl="1"/>
            <a:r>
              <a:rPr lang="fr-FR" sz="2400" b="1">
                <a:solidFill>
                  <a:srgbClr val="7030A0"/>
                </a:solidFill>
                <a:latin typeface="Arial"/>
                <a:ea typeface="Arial"/>
                <a:cs typeface="Arial"/>
              </a:rPr>
              <a:t>Colonnes</a:t>
            </a:r>
            <a:endParaRPr lang="en-US" sz="2400" b="1">
              <a:solidFill>
                <a:srgbClr val="7030A0"/>
              </a:solidFill>
            </a:endParaRPr>
          </a:p>
        </p:txBody>
      </p:sp>
    </p:spTree>
    <p:extLst>
      <p:ext uri="{BB962C8B-B14F-4D97-AF65-F5344CB8AC3E}">
        <p14:creationId xmlns:p14="http://schemas.microsoft.com/office/powerpoint/2010/main" val="1181998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a:extLst>
            <a:ext uri="{FF2B5EF4-FFF2-40B4-BE49-F238E27FC236}">
              <a16:creationId xmlns:a16="http://schemas.microsoft.com/office/drawing/2014/main" id="{D6609359-ED06-4381-1862-1EA9BAD74390}"/>
            </a:ext>
          </a:extLst>
        </p:cNvPr>
        <p:cNvGrpSpPr/>
        <p:nvPr/>
      </p:nvGrpSpPr>
      <p:grpSpPr>
        <a:xfrm>
          <a:off x="0" y="0"/>
          <a:ext cx="0" cy="0"/>
          <a:chOff x="0" y="0"/>
          <a:chExt cx="0" cy="0"/>
        </a:xfrm>
      </p:grpSpPr>
      <p:sp>
        <p:nvSpPr>
          <p:cNvPr id="99" name="Google Shape;99;p1">
            <a:extLst>
              <a:ext uri="{FF2B5EF4-FFF2-40B4-BE49-F238E27FC236}">
                <a16:creationId xmlns:a16="http://schemas.microsoft.com/office/drawing/2014/main" id="{CED793CA-AD8C-0820-6C82-8F2E8FA4E05B}"/>
              </a:ext>
            </a:extLst>
          </p:cNvPr>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a:t>BDD NOSQL</a:t>
            </a:r>
            <a:endParaRPr lang="fr-FR"/>
          </a:p>
        </p:txBody>
      </p:sp>
      <p:sp>
        <p:nvSpPr>
          <p:cNvPr id="100" name="Google Shape;100;p1">
            <a:extLst>
              <a:ext uri="{FF2B5EF4-FFF2-40B4-BE49-F238E27FC236}">
                <a16:creationId xmlns:a16="http://schemas.microsoft.com/office/drawing/2014/main" id="{2015A2C7-1727-2FC5-81A5-0A091F10CEEB}"/>
              </a:ext>
            </a:extLst>
          </p:cNvPr>
          <p:cNvSpPr txBox="1">
            <a:spLocks noGrp="1"/>
          </p:cNvSpPr>
          <p:nvPr>
            <p:ph type="subTitle" idx="1"/>
          </p:nvPr>
        </p:nvSpPr>
        <p:spPr>
          <a:xfrm>
            <a:off x="-15855" y="3185112"/>
            <a:ext cx="9147690" cy="914400"/>
          </a:xfrm>
          <a:prstGeom prst="rect">
            <a:avLst/>
          </a:prstGeom>
          <a:noFill/>
          <a:ln>
            <a:noFill/>
          </a:ln>
        </p:spPr>
        <p:txBody>
          <a:bodyPr spcFirstLastPara="1" wrap="square" lIns="91425" tIns="45700" rIns="91425" bIns="45700" anchor="t" anchorCtr="0">
            <a:noAutofit/>
          </a:bodyPr>
          <a:lstStyle/>
          <a:p>
            <a:pPr marL="0" indent="0" algn="ctr"/>
            <a:r>
              <a:rPr lang="fr-FR" sz="4800">
                <a:solidFill>
                  <a:srgbClr val="7030A0"/>
                </a:solidFill>
                <a:cs typeface="Arial"/>
              </a:rPr>
              <a:t>CLE - VALEUR</a:t>
            </a:r>
            <a:endParaRPr lang="fr-FR"/>
          </a:p>
          <a:p>
            <a:pPr marL="0" indent="0" algn="ctr">
              <a:spcBef>
                <a:spcPts val="0"/>
              </a:spcBef>
            </a:pPr>
            <a:endParaRPr lang="fr-FR" sz="2400">
              <a:solidFill>
                <a:srgbClr val="7030A0"/>
              </a:solidFill>
            </a:endParaRPr>
          </a:p>
          <a:p>
            <a:pPr marL="0" indent="0" algn="ctr">
              <a:spcBef>
                <a:spcPts val="0"/>
              </a:spcBef>
            </a:pPr>
            <a:endParaRPr lang="fr-FR" sz="2400">
              <a:solidFill>
                <a:srgbClr val="7030A0"/>
              </a:solidFill>
            </a:endParaRPr>
          </a:p>
        </p:txBody>
      </p:sp>
      <p:pic>
        <p:nvPicPr>
          <p:cNvPr id="2" name="Image 1" descr="NoSQL Database Types: Understanding the Differences">
            <a:extLst>
              <a:ext uri="{FF2B5EF4-FFF2-40B4-BE49-F238E27FC236}">
                <a16:creationId xmlns:a16="http://schemas.microsoft.com/office/drawing/2014/main" id="{0142E0A0-BE88-F63F-7580-E6C73169E567}"/>
              </a:ext>
            </a:extLst>
          </p:cNvPr>
          <p:cNvPicPr>
            <a:picLocks noChangeAspect="1"/>
          </p:cNvPicPr>
          <p:nvPr/>
        </p:nvPicPr>
        <p:blipFill>
          <a:blip r:embed="rId3"/>
          <a:stretch>
            <a:fillRect/>
          </a:stretch>
        </p:blipFill>
        <p:spPr>
          <a:xfrm>
            <a:off x="5343525" y="4293944"/>
            <a:ext cx="3600449" cy="2470638"/>
          </a:xfrm>
          <a:prstGeom prst="rect">
            <a:avLst/>
          </a:prstGeom>
        </p:spPr>
      </p:pic>
    </p:spTree>
    <p:extLst>
      <p:ext uri="{BB962C8B-B14F-4D97-AF65-F5344CB8AC3E}">
        <p14:creationId xmlns:p14="http://schemas.microsoft.com/office/powerpoint/2010/main" val="1118838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CLÉ-VALEUR</a:t>
            </a:r>
          </a:p>
        </p:txBody>
      </p:sp>
      <p:sp>
        <p:nvSpPr>
          <p:cNvPr id="832" name="Google Shape;832;p106"/>
          <p:cNvSpPr txBox="1">
            <a:spLocks noGrp="1"/>
          </p:cNvSpPr>
          <p:nvPr>
            <p:ph type="body" idx="1"/>
          </p:nvPr>
        </p:nvSpPr>
        <p:spPr>
          <a:xfrm>
            <a:off x="375119" y="1180967"/>
            <a:ext cx="8261537" cy="5156666"/>
          </a:xfrm>
          <a:prstGeom prst="rect">
            <a:avLst/>
          </a:prstGeom>
          <a:noFill/>
          <a:ln>
            <a:noFill/>
          </a:ln>
        </p:spPr>
        <p:txBody>
          <a:bodyPr spcFirstLastPara="1" wrap="square" lIns="91425" tIns="45700" rIns="91425" bIns="45700" anchor="t" anchorCtr="0">
            <a:normAutofit fontScale="85000" lnSpcReduction="20000"/>
          </a:bodyPr>
          <a:lstStyle/>
          <a:p>
            <a:pPr marL="0" indent="0"/>
            <a:endParaRPr lang="fr-FR" sz="2400"/>
          </a:p>
          <a:p>
            <a:pPr marL="0" indent="0"/>
            <a:r>
              <a:rPr lang="fr-FR" sz="2400"/>
              <a:t>Clé - Valeur </a:t>
            </a:r>
          </a:p>
          <a:p>
            <a:pPr>
              <a:buChar char="•"/>
            </a:pPr>
            <a:endParaRPr lang="fr-FR" sz="1800" b="0">
              <a:solidFill>
                <a:schemeClr val="tx1"/>
              </a:solidFill>
            </a:endParaRPr>
          </a:p>
          <a:p>
            <a:pPr>
              <a:buChar char="•"/>
            </a:pPr>
            <a:r>
              <a:rPr lang="fr-FR" sz="1900" b="0">
                <a:solidFill>
                  <a:schemeClr val="tx1"/>
                </a:solidFill>
              </a:rPr>
              <a:t>Modèle le plus simple . </a:t>
            </a:r>
          </a:p>
          <a:p>
            <a:pPr>
              <a:buChar char="•"/>
            </a:pPr>
            <a:endParaRPr lang="fr-FR" sz="1900" b="0">
              <a:solidFill>
                <a:schemeClr val="tx1"/>
              </a:solidFill>
            </a:endParaRPr>
          </a:p>
          <a:p>
            <a:pPr>
              <a:buChar char="•"/>
            </a:pPr>
            <a:r>
              <a:rPr lang="fr-FR" sz="1900" b="0">
                <a:solidFill>
                  <a:schemeClr val="tx1"/>
                </a:solidFill>
              </a:rPr>
              <a:t>Les données sont stockées sous forme de paires clé-valeur, où chaque clé est unique et est associée à une valeur. </a:t>
            </a:r>
          </a:p>
          <a:p>
            <a:pPr>
              <a:buChar char="•"/>
            </a:pPr>
            <a:endParaRPr lang="fr-FR" sz="1900" b="0">
              <a:solidFill>
                <a:schemeClr val="tx1"/>
              </a:solidFill>
            </a:endParaRPr>
          </a:p>
          <a:p>
            <a:pPr>
              <a:buChar char="•"/>
            </a:pPr>
            <a:r>
              <a:rPr lang="fr-FR" sz="1900" b="0">
                <a:solidFill>
                  <a:schemeClr val="tx1"/>
                </a:solidFill>
              </a:rPr>
              <a:t>Cette approche permet un stockage et une récupération rapides des données.</a:t>
            </a:r>
          </a:p>
          <a:p>
            <a:pPr>
              <a:buChar char="•"/>
            </a:pPr>
            <a:endParaRPr lang="fr-FR" sz="1900" b="0">
              <a:solidFill>
                <a:schemeClr val="tx1"/>
              </a:solidFill>
            </a:endParaRPr>
          </a:p>
          <a:p>
            <a:pPr>
              <a:buChar char="•"/>
            </a:pPr>
            <a:r>
              <a:rPr lang="fr-FR" sz="1900" b="0">
                <a:solidFill>
                  <a:schemeClr val="tx1"/>
                </a:solidFill>
              </a:rPr>
              <a:t>Certaines bases de données sont persistantes, d'autres sont uniquement en mémoire</a:t>
            </a:r>
            <a:endParaRPr lang="fr-FR" sz="1900">
              <a:solidFill>
                <a:schemeClr val="tx1"/>
              </a:solidFill>
            </a:endParaRPr>
          </a:p>
          <a:p>
            <a:pPr marL="228600" indent="0"/>
            <a:endParaRPr lang="fr-FR" sz="1900" b="0">
              <a:solidFill>
                <a:schemeClr val="tx1"/>
              </a:solidFill>
            </a:endParaRPr>
          </a:p>
          <a:p>
            <a:pPr>
              <a:buChar char="•"/>
            </a:pPr>
            <a:r>
              <a:rPr lang="fr-FR" sz="1900" b="0">
                <a:solidFill>
                  <a:schemeClr val="tx1"/>
                </a:solidFill>
              </a:rPr>
              <a:t>Idéal pour les applications nécessitant une grande évolutivité et une faible latence.</a:t>
            </a:r>
          </a:p>
          <a:p>
            <a:pPr marL="0" indent="0"/>
            <a:endParaRPr lang="fr-FR" sz="1800" b="1">
              <a:solidFill>
                <a:srgbClr val="000000"/>
              </a:solidFill>
            </a:endParaRPr>
          </a:p>
          <a:p>
            <a:pPr marL="0" indent="0"/>
            <a:r>
              <a:rPr lang="fr-FR" sz="1800">
                <a:solidFill>
                  <a:srgbClr val="000000"/>
                </a:solidFill>
              </a:rPr>
              <a:t>Quelques technologies:</a:t>
            </a:r>
          </a:p>
          <a:p>
            <a:pPr marL="0" indent="0"/>
            <a:endParaRPr lang="fr-FR" sz="1800">
              <a:solidFill>
                <a:srgbClr val="000000"/>
              </a:solidFill>
            </a:endParaRPr>
          </a:p>
          <a:p>
            <a:pPr marL="342900">
              <a:buFont typeface="Calibri"/>
              <a:buChar char="-"/>
            </a:pPr>
            <a:r>
              <a:rPr lang="fr-FR" sz="1800" b="0">
                <a:solidFill>
                  <a:srgbClr val="000000"/>
                </a:solidFill>
              </a:rPr>
              <a:t>Redis</a:t>
            </a:r>
          </a:p>
          <a:p>
            <a:pPr marL="342900">
              <a:buFont typeface="Calibri"/>
              <a:buChar char="-"/>
            </a:pPr>
            <a:r>
              <a:rPr lang="fr-FR" sz="1800" b="0" err="1">
                <a:solidFill>
                  <a:srgbClr val="000000"/>
                </a:solidFill>
              </a:rPr>
              <a:t>Riak</a:t>
            </a:r>
            <a:endParaRPr lang="fr-FR" sz="1800" b="0">
              <a:solidFill>
                <a:srgbClr val="000000"/>
              </a:solidFill>
            </a:endParaRPr>
          </a:p>
          <a:p>
            <a:pPr marL="342900">
              <a:buFont typeface="Calibri"/>
              <a:buChar char="-"/>
            </a:pPr>
            <a:r>
              <a:rPr lang="fr-FR" sz="1800" b="0">
                <a:solidFill>
                  <a:srgbClr val="000000"/>
                </a:solidFill>
              </a:rPr>
              <a:t>Amazon </a:t>
            </a:r>
            <a:r>
              <a:rPr lang="fr-FR" sz="1800" b="0" err="1">
                <a:solidFill>
                  <a:srgbClr val="000000"/>
                </a:solidFill>
              </a:rPr>
              <a:t>DynamoDB</a:t>
            </a:r>
            <a:endParaRPr lang="fr-FR" sz="1800" b="0">
              <a:solidFill>
                <a:srgbClr val="000000"/>
              </a:solidFill>
            </a:endParaRPr>
          </a:p>
          <a:p>
            <a:pPr marL="342900">
              <a:buFont typeface="Calibri"/>
              <a:buChar char="-"/>
            </a:pPr>
            <a:endParaRPr lang="fr-FR" sz="2400">
              <a:solidFill>
                <a:srgbClr val="000000"/>
              </a:solidFill>
            </a:endParaRPr>
          </a:p>
          <a:p>
            <a:pPr marL="342900">
              <a:buFont typeface="Calibri"/>
              <a:buChar char="-"/>
            </a:pPr>
            <a:endParaRPr lang="fr-FR" sz="2400" b="1">
              <a:solidFill>
                <a:srgbClr val="000000"/>
              </a:solidFill>
            </a:endParaRPr>
          </a:p>
          <a:p>
            <a:pPr marL="342900" lvl="1"/>
            <a:endParaRPr lang="fr-FR" sz="2400" b="1">
              <a:solidFill>
                <a:srgbClr val="7030A0"/>
              </a:solidFill>
            </a:endParaRPr>
          </a:p>
        </p:txBody>
      </p:sp>
    </p:spTree>
    <p:extLst>
      <p:ext uri="{BB962C8B-B14F-4D97-AF65-F5344CB8AC3E}">
        <p14:creationId xmlns:p14="http://schemas.microsoft.com/office/powerpoint/2010/main" val="39565495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CLÉ-VALEUR</a:t>
            </a:r>
          </a:p>
        </p:txBody>
      </p:sp>
      <p:sp>
        <p:nvSpPr>
          <p:cNvPr id="832" name="Google Shape;832;p106"/>
          <p:cNvSpPr txBox="1">
            <a:spLocks noGrp="1"/>
          </p:cNvSpPr>
          <p:nvPr>
            <p:ph type="body" idx="1"/>
          </p:nvPr>
        </p:nvSpPr>
        <p:spPr>
          <a:xfrm>
            <a:off x="375119" y="1180967"/>
            <a:ext cx="8261537" cy="4990411"/>
          </a:xfrm>
          <a:prstGeom prst="rect">
            <a:avLst/>
          </a:prstGeom>
          <a:noFill/>
          <a:ln>
            <a:noFill/>
          </a:ln>
        </p:spPr>
        <p:txBody>
          <a:bodyPr spcFirstLastPara="1" wrap="square" lIns="91425" tIns="45700" rIns="91425" bIns="45700" anchor="t" anchorCtr="0">
            <a:normAutofit/>
          </a:bodyPr>
          <a:lstStyle/>
          <a:p>
            <a:pPr marL="0" indent="0"/>
            <a:endParaRPr lang="fr-FR" sz="2400">
              <a:solidFill>
                <a:schemeClr val="tx1"/>
              </a:solidFill>
            </a:endParaRPr>
          </a:p>
          <a:p>
            <a:pPr marL="342900" indent="-342900">
              <a:buChar char="•"/>
            </a:pPr>
            <a:r>
              <a:rPr lang="fr-FR" sz="2400">
                <a:solidFill>
                  <a:schemeClr val="tx1"/>
                </a:solidFill>
              </a:rPr>
              <a:t>Clé</a:t>
            </a:r>
          </a:p>
          <a:p>
            <a:pPr marL="514350" indent="-285750">
              <a:buFont typeface="Arial,Sans-Serif"/>
              <a:buChar char="•"/>
            </a:pPr>
            <a:r>
              <a:rPr lang="fr-FR" sz="1800" b="0">
                <a:solidFill>
                  <a:schemeClr val="tx1"/>
                </a:solidFill>
              </a:rPr>
              <a:t>Clé unique</a:t>
            </a:r>
          </a:p>
          <a:p>
            <a:pPr marL="514350" indent="-285750">
              <a:buFont typeface="Arial,Sans-Serif"/>
              <a:buChar char="•"/>
            </a:pPr>
            <a:r>
              <a:rPr lang="fr-FR" sz="1800" b="0">
                <a:solidFill>
                  <a:schemeClr val="tx1"/>
                </a:solidFill>
              </a:rPr>
              <a:t>Clé est utilisée pour accéder et récupérer la valeur associée.</a:t>
            </a:r>
          </a:p>
          <a:p>
            <a:pPr marL="342900" indent="-342900">
              <a:buChar char="•"/>
            </a:pPr>
            <a:endParaRPr lang="fr-FR" sz="2400">
              <a:solidFill>
                <a:schemeClr val="tx1"/>
              </a:solidFill>
            </a:endParaRPr>
          </a:p>
          <a:p>
            <a:pPr marL="342900" indent="-342900">
              <a:buChar char="•"/>
            </a:pPr>
            <a:r>
              <a:rPr lang="fr-FR" sz="2400">
                <a:solidFill>
                  <a:schemeClr val="tx1"/>
                </a:solidFill>
              </a:rPr>
              <a:t>Valeur</a:t>
            </a:r>
          </a:p>
          <a:p>
            <a:pPr>
              <a:buChar char="•"/>
            </a:pPr>
            <a:r>
              <a:rPr lang="fr-FR" sz="1800" b="0">
                <a:solidFill>
                  <a:schemeClr val="tx1"/>
                </a:solidFill>
              </a:rPr>
              <a:t>Données type simple (chaine de caractères)</a:t>
            </a:r>
          </a:p>
          <a:p>
            <a:pPr>
              <a:buChar char="•"/>
            </a:pPr>
            <a:r>
              <a:rPr lang="fr-FR" sz="1800" b="0">
                <a:solidFill>
                  <a:schemeClr val="tx1"/>
                </a:solidFill>
              </a:rPr>
              <a:t>Données type objet (binaire et objet)</a:t>
            </a:r>
          </a:p>
          <a:p>
            <a:pPr>
              <a:buChar char="•"/>
            </a:pPr>
            <a:endParaRPr lang="fr-FR" sz="2400">
              <a:solidFill>
                <a:srgbClr val="7030A0"/>
              </a:solidFill>
            </a:endParaRPr>
          </a:p>
        </p:txBody>
      </p:sp>
    </p:spTree>
    <p:extLst>
      <p:ext uri="{BB962C8B-B14F-4D97-AF65-F5344CB8AC3E}">
        <p14:creationId xmlns:p14="http://schemas.microsoft.com/office/powerpoint/2010/main" val="37070484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CLÉ-VALEUR</a:t>
            </a:r>
          </a:p>
        </p:txBody>
      </p:sp>
      <p:sp>
        <p:nvSpPr>
          <p:cNvPr id="832" name="Google Shape;832;p106"/>
          <p:cNvSpPr txBox="1">
            <a:spLocks noGrp="1"/>
          </p:cNvSpPr>
          <p:nvPr>
            <p:ph type="body" idx="1"/>
          </p:nvPr>
        </p:nvSpPr>
        <p:spPr>
          <a:xfrm>
            <a:off x="385058" y="1180967"/>
            <a:ext cx="8547287" cy="5585291"/>
          </a:xfrm>
          <a:prstGeom prst="rect">
            <a:avLst/>
          </a:prstGeom>
          <a:noFill/>
          <a:ln>
            <a:noFill/>
          </a:ln>
        </p:spPr>
        <p:txBody>
          <a:bodyPr spcFirstLastPara="1" wrap="square" lIns="91425" tIns="45700" rIns="91425" bIns="45700" anchor="t" anchorCtr="0">
            <a:normAutofit fontScale="92500" lnSpcReduction="10000"/>
          </a:bodyPr>
          <a:lstStyle/>
          <a:p>
            <a:pPr marL="0" indent="0"/>
            <a:endParaRPr lang="fr-FR" sz="2400"/>
          </a:p>
          <a:p>
            <a:pPr marL="0" indent="0"/>
            <a:r>
              <a:rPr lang="fr-FR" sz="2400"/>
              <a:t>Focus sur </a:t>
            </a:r>
            <a:endParaRPr lang="fr-FR"/>
          </a:p>
          <a:p>
            <a:pPr marL="0" indent="0">
              <a:buNone/>
            </a:pPr>
            <a:endParaRPr lang="fr-FR" sz="2400">
              <a:solidFill>
                <a:srgbClr val="000000"/>
              </a:solidFill>
            </a:endParaRPr>
          </a:p>
          <a:p>
            <a:pPr marL="0" indent="0"/>
            <a:endParaRPr lang="fr-FR" sz="2400">
              <a:solidFill>
                <a:schemeClr val="tx1"/>
              </a:solidFill>
            </a:endParaRPr>
          </a:p>
          <a:p>
            <a:pPr marL="285750" indent="-285750">
              <a:buFont typeface="Calibri"/>
              <a:buChar char="-"/>
            </a:pPr>
            <a:r>
              <a:rPr lang="fr-FR" sz="1800" b="0">
                <a:solidFill>
                  <a:schemeClr val="tx1"/>
                </a:solidFill>
              </a:rPr>
              <a:t>Créé par Salvatore </a:t>
            </a:r>
            <a:r>
              <a:rPr lang="fr-FR" sz="1800" b="0" err="1">
                <a:solidFill>
                  <a:schemeClr val="tx1"/>
                </a:solidFill>
              </a:rPr>
              <a:t>Sanfilippo</a:t>
            </a:r>
            <a:endParaRPr lang="fr-FR" sz="1800" b="0">
              <a:solidFill>
                <a:schemeClr val="tx1"/>
              </a:solidFill>
            </a:endParaRPr>
          </a:p>
          <a:p>
            <a:pPr marL="285750" indent="-285750">
              <a:buFont typeface="Calibri"/>
              <a:buChar char="-"/>
            </a:pPr>
            <a:r>
              <a:rPr lang="fr-FR" sz="1800" b="0">
                <a:solidFill>
                  <a:schemeClr val="tx1"/>
                </a:solidFill>
              </a:rPr>
              <a:t>Stockage volatile (In-Memory)</a:t>
            </a:r>
            <a:endParaRPr lang="fr-FR">
              <a:solidFill>
                <a:schemeClr val="tx1"/>
              </a:solidFill>
            </a:endParaRPr>
          </a:p>
          <a:p>
            <a:pPr marL="285750" indent="-285750">
              <a:buClr>
                <a:srgbClr val="000000"/>
              </a:buClr>
              <a:buFont typeface="Calibri"/>
              <a:buChar char="-"/>
            </a:pPr>
            <a:endParaRPr lang="fr-FR" sz="1800" b="0">
              <a:solidFill>
                <a:schemeClr val="tx1"/>
              </a:solidFill>
            </a:endParaRPr>
          </a:p>
          <a:p>
            <a:pPr marL="285750" indent="-285750">
              <a:buClr>
                <a:srgbClr val="000000"/>
              </a:buClr>
              <a:buFont typeface="Calibri"/>
              <a:buChar char="-"/>
            </a:pPr>
            <a:r>
              <a:rPr lang="fr-FR" sz="1800" b="0">
                <a:solidFill>
                  <a:schemeClr val="tx1"/>
                </a:solidFill>
              </a:rPr>
              <a:t>Disponible en </a:t>
            </a:r>
            <a:r>
              <a:rPr lang="fr-FR" sz="1800" b="0" err="1">
                <a:solidFill>
                  <a:schemeClr val="tx1"/>
                </a:solidFill>
              </a:rPr>
              <a:t>OnPremise</a:t>
            </a:r>
            <a:r>
              <a:rPr lang="fr-FR" sz="1800" b="0">
                <a:solidFill>
                  <a:schemeClr val="tx1"/>
                </a:solidFill>
              </a:rPr>
              <a:t> ou en version Cloud.</a:t>
            </a:r>
          </a:p>
          <a:p>
            <a:pPr marL="285750" indent="-285750">
              <a:buClr>
                <a:srgbClr val="000000"/>
              </a:buClr>
              <a:buFont typeface="Calibri"/>
              <a:buChar char="-"/>
            </a:pPr>
            <a:r>
              <a:rPr lang="fr-FR" sz="1800" b="0">
                <a:solidFill>
                  <a:schemeClr val="tx1"/>
                </a:solidFill>
              </a:rPr>
              <a:t>Possibilité d'utiliser la ligne de commande, un langage (python par exemple) ou un outil graphique pour interroger le système.</a:t>
            </a:r>
          </a:p>
          <a:p>
            <a:pPr marL="285750" indent="-285750">
              <a:buClr>
                <a:srgbClr val="000000"/>
              </a:buClr>
              <a:buFont typeface="Calibri"/>
              <a:buChar char="-"/>
            </a:pPr>
            <a:endParaRPr lang="fr-FR" sz="1800" b="0">
              <a:solidFill>
                <a:schemeClr val="tx1"/>
              </a:solidFill>
            </a:endParaRPr>
          </a:p>
          <a:p>
            <a:pPr marL="0" lvl="1" indent="0">
              <a:buNone/>
            </a:pPr>
            <a:r>
              <a:rPr lang="fr-FR" sz="2400" b="1" u="sng">
                <a:solidFill>
                  <a:schemeClr val="tx1"/>
                </a:solidFill>
              </a:rPr>
              <a:t>Cas d'usages (exemples)</a:t>
            </a:r>
          </a:p>
          <a:p>
            <a:pPr marL="0" lvl="1" indent="0">
              <a:buNone/>
            </a:pPr>
            <a:endParaRPr lang="fr-FR" sz="2400" b="1">
              <a:solidFill>
                <a:schemeClr val="tx1"/>
              </a:solidFill>
            </a:endParaRPr>
          </a:p>
          <a:p>
            <a:pPr marL="171450" lvl="1" indent="-171450">
              <a:buFont typeface="Calibri"/>
              <a:buChar char="-"/>
            </a:pPr>
            <a:r>
              <a:rPr lang="fr-FR" sz="1800">
                <a:solidFill>
                  <a:schemeClr val="tx1"/>
                </a:solidFill>
              </a:rPr>
              <a:t>Système de mise en cache (accélérer l'accès aux données fréquemment consultées)</a:t>
            </a:r>
          </a:p>
          <a:p>
            <a:pPr marL="171450" lvl="1" indent="-171450">
              <a:buFont typeface="Calibri"/>
              <a:buChar char="-"/>
            </a:pPr>
            <a:r>
              <a:rPr lang="fr-FR" sz="1800">
                <a:solidFill>
                  <a:schemeClr val="tx1"/>
                </a:solidFill>
              </a:rPr>
              <a:t>Stockage des sessions utilisateur (dans le cadre d'une application web par exemple).</a:t>
            </a:r>
          </a:p>
          <a:p>
            <a:pPr marL="171450" lvl="1" indent="-171450">
              <a:buFont typeface="Calibri"/>
              <a:buChar char="-"/>
            </a:pPr>
            <a:r>
              <a:rPr lang="fr-FR" sz="1800">
                <a:solidFill>
                  <a:schemeClr val="tx1"/>
                </a:solidFill>
              </a:rPr>
              <a:t>Stockage de données simples.</a:t>
            </a:r>
          </a:p>
          <a:p>
            <a:pPr marL="171450" lvl="1" indent="-171450">
              <a:buFont typeface="Calibri"/>
              <a:buChar char="-"/>
            </a:pPr>
            <a:r>
              <a:rPr lang="fr-FR" sz="1800">
                <a:solidFill>
                  <a:schemeClr val="tx1"/>
                </a:solidFill>
              </a:rPr>
              <a:t>Analyse en temps réel.</a:t>
            </a:r>
          </a:p>
          <a:p>
            <a:pPr marL="171450" lvl="1" indent="-171450">
              <a:buFont typeface="Calibri"/>
              <a:buChar char="-"/>
            </a:pPr>
            <a:endParaRPr lang="fr-FR" sz="1600">
              <a:solidFill>
                <a:srgbClr val="374151"/>
              </a:solidFill>
            </a:endParaRPr>
          </a:p>
          <a:p>
            <a:pPr marL="0" lvl="1" indent="0">
              <a:buNone/>
            </a:pPr>
            <a:endParaRPr lang="fr-FR" sz="1200">
              <a:solidFill>
                <a:srgbClr val="374151"/>
              </a:solidFill>
            </a:endParaRPr>
          </a:p>
        </p:txBody>
      </p:sp>
      <p:pic>
        <p:nvPicPr>
          <p:cNvPr id="2" name="Graphique 1" descr="Redis — Wikipédia">
            <a:extLst>
              <a:ext uri="{FF2B5EF4-FFF2-40B4-BE49-F238E27FC236}">
                <a16:creationId xmlns:a16="http://schemas.microsoft.com/office/drawing/2014/main" id="{442FEA20-BB61-1BB2-8E27-2876EFD0E4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26974" y="1410378"/>
            <a:ext cx="2743200" cy="916358"/>
          </a:xfrm>
          <a:prstGeom prst="rect">
            <a:avLst/>
          </a:prstGeom>
        </p:spPr>
      </p:pic>
    </p:spTree>
    <p:extLst>
      <p:ext uri="{BB962C8B-B14F-4D97-AF65-F5344CB8AC3E}">
        <p14:creationId xmlns:p14="http://schemas.microsoft.com/office/powerpoint/2010/main" val="14183148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30">
          <a:extLst>
            <a:ext uri="{FF2B5EF4-FFF2-40B4-BE49-F238E27FC236}">
              <a16:creationId xmlns:a16="http://schemas.microsoft.com/office/drawing/2014/main" id="{7193D2F9-10AC-EBAF-C6FC-2C03935EA996}"/>
            </a:ext>
          </a:extLst>
        </p:cNvPr>
        <p:cNvGrpSpPr/>
        <p:nvPr/>
      </p:nvGrpSpPr>
      <p:grpSpPr>
        <a:xfrm>
          <a:off x="0" y="0"/>
          <a:ext cx="0" cy="0"/>
          <a:chOff x="0" y="0"/>
          <a:chExt cx="0" cy="0"/>
        </a:xfrm>
      </p:grpSpPr>
      <p:sp>
        <p:nvSpPr>
          <p:cNvPr id="831" name="Google Shape;831;p106">
            <a:extLst>
              <a:ext uri="{FF2B5EF4-FFF2-40B4-BE49-F238E27FC236}">
                <a16:creationId xmlns:a16="http://schemas.microsoft.com/office/drawing/2014/main" id="{4187664F-E70B-E28D-5809-6271F6C94513}"/>
              </a:ext>
            </a:extLst>
          </p:cNvPr>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CLÉ-VALEUR</a:t>
            </a:r>
          </a:p>
        </p:txBody>
      </p:sp>
      <p:pic>
        <p:nvPicPr>
          <p:cNvPr id="3" name="Image 2" descr="Image1">
            <a:extLst>
              <a:ext uri="{FF2B5EF4-FFF2-40B4-BE49-F238E27FC236}">
                <a16:creationId xmlns:a16="http://schemas.microsoft.com/office/drawing/2014/main" id="{AF3B7131-6876-CA8A-EEA7-285693BD6CBA}"/>
              </a:ext>
            </a:extLst>
          </p:cNvPr>
          <p:cNvPicPr>
            <a:picLocks noChangeAspect="1"/>
          </p:cNvPicPr>
          <p:nvPr/>
        </p:nvPicPr>
        <p:blipFill>
          <a:blip r:embed="rId3"/>
          <a:stretch>
            <a:fillRect/>
          </a:stretch>
        </p:blipFill>
        <p:spPr>
          <a:xfrm>
            <a:off x="4471988" y="3558887"/>
            <a:ext cx="4257674" cy="1011814"/>
          </a:xfrm>
          <a:prstGeom prst="rect">
            <a:avLst/>
          </a:prstGeom>
        </p:spPr>
      </p:pic>
      <p:pic>
        <p:nvPicPr>
          <p:cNvPr id="5" name="Graphique 4" descr="Redis — Wikipédia">
            <a:extLst>
              <a:ext uri="{FF2B5EF4-FFF2-40B4-BE49-F238E27FC236}">
                <a16:creationId xmlns:a16="http://schemas.microsoft.com/office/drawing/2014/main" id="{20B60AF6-101B-EF7F-EA6B-7E40D3C552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2449" y="5053690"/>
            <a:ext cx="5729288" cy="1545008"/>
          </a:xfrm>
          <a:prstGeom prst="rect">
            <a:avLst/>
          </a:prstGeom>
        </p:spPr>
      </p:pic>
      <p:sp>
        <p:nvSpPr>
          <p:cNvPr id="7" name="Espace réservé du texte 6">
            <a:extLst>
              <a:ext uri="{FF2B5EF4-FFF2-40B4-BE49-F238E27FC236}">
                <a16:creationId xmlns:a16="http://schemas.microsoft.com/office/drawing/2014/main" id="{8779A334-34D5-733D-8082-CC91424ADB57}"/>
              </a:ext>
            </a:extLst>
          </p:cNvPr>
          <p:cNvSpPr>
            <a:spLocks noGrp="1"/>
          </p:cNvSpPr>
          <p:nvPr>
            <p:ph type="body" idx="1"/>
          </p:nvPr>
        </p:nvSpPr>
        <p:spPr>
          <a:xfrm>
            <a:off x="6129338" y="3309938"/>
            <a:ext cx="2133600" cy="487363"/>
          </a:xfrm>
        </p:spPr>
        <p:txBody>
          <a:bodyPr/>
          <a:lstStyle/>
          <a:p>
            <a:r>
              <a:rPr lang="fr-FR">
                <a:solidFill>
                  <a:srgbClr val="7030A0"/>
                </a:solidFill>
              </a:rPr>
              <a:t>GUI</a:t>
            </a:r>
          </a:p>
        </p:txBody>
      </p:sp>
      <p:pic>
        <p:nvPicPr>
          <p:cNvPr id="8" name="Image 7" descr="Getting Started with Redis Stack - DEV Community">
            <a:extLst>
              <a:ext uri="{FF2B5EF4-FFF2-40B4-BE49-F238E27FC236}">
                <a16:creationId xmlns:a16="http://schemas.microsoft.com/office/drawing/2014/main" id="{EE6FA5FF-8B7E-3E6C-9114-1F45982A9E08}"/>
              </a:ext>
            </a:extLst>
          </p:cNvPr>
          <p:cNvPicPr>
            <a:picLocks noChangeAspect="1"/>
          </p:cNvPicPr>
          <p:nvPr/>
        </p:nvPicPr>
        <p:blipFill>
          <a:blip r:embed="rId6"/>
          <a:stretch>
            <a:fillRect/>
          </a:stretch>
        </p:blipFill>
        <p:spPr>
          <a:xfrm>
            <a:off x="200025" y="2334578"/>
            <a:ext cx="5000625" cy="1088708"/>
          </a:xfrm>
          <a:prstGeom prst="rect">
            <a:avLst/>
          </a:prstGeom>
        </p:spPr>
      </p:pic>
      <p:sp>
        <p:nvSpPr>
          <p:cNvPr id="10" name="Espace réservé du texte 6">
            <a:extLst>
              <a:ext uri="{FF2B5EF4-FFF2-40B4-BE49-F238E27FC236}">
                <a16:creationId xmlns:a16="http://schemas.microsoft.com/office/drawing/2014/main" id="{F9902D34-9F27-6CC1-4804-7E7D2EF934F0}"/>
              </a:ext>
            </a:extLst>
          </p:cNvPr>
          <p:cNvSpPr txBox="1">
            <a:spLocks/>
          </p:cNvSpPr>
          <p:nvPr/>
        </p:nvSpPr>
        <p:spPr>
          <a:xfrm>
            <a:off x="752476" y="1776412"/>
            <a:ext cx="4662486" cy="473076"/>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100000"/>
              </a:lnSpc>
              <a:spcBef>
                <a:spcPts val="360"/>
              </a:spcBef>
              <a:spcAft>
                <a:spcPts val="0"/>
              </a:spcAft>
              <a:buClr>
                <a:schemeClr val="dk1"/>
              </a:buClr>
              <a:buSzPts val="1800"/>
              <a:buFont typeface="Arial"/>
              <a:buNone/>
              <a:defRPr sz="2000" b="1"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chemeClr val="dk2"/>
              </a:buClr>
              <a:buSzPts val="18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2"/>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60"/>
              </a:spcBef>
              <a:spcAft>
                <a:spcPts val="0"/>
              </a:spcAft>
              <a:buClr>
                <a:schemeClr val="dk2"/>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60"/>
              </a:spcBef>
              <a:spcAft>
                <a:spcPts val="0"/>
              </a:spcAft>
              <a:buClr>
                <a:schemeClr val="dk2"/>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60"/>
              </a:spcBef>
              <a:spcAft>
                <a:spcPts val="0"/>
              </a:spcAft>
              <a:buClr>
                <a:schemeClr val="dk2"/>
              </a:buClr>
              <a:buSzPts val="1800"/>
              <a:buFont typeface="Arial"/>
              <a:buChar char="•"/>
              <a:defRPr sz="1600" b="0" i="0" u="none" strike="noStrike" cap="none">
                <a:solidFill>
                  <a:schemeClr val="dk1"/>
                </a:solidFill>
                <a:latin typeface="Arial"/>
                <a:ea typeface="Arial"/>
                <a:cs typeface="Arial"/>
                <a:sym typeface="Arial"/>
              </a:defRPr>
            </a:lvl9pPr>
          </a:lstStyle>
          <a:p>
            <a:r>
              <a:rPr lang="fr-FR" sz="1800">
                <a:solidFill>
                  <a:srgbClr val="7030A0"/>
                </a:solidFill>
              </a:rPr>
              <a:t>PACKAGE ADDITIONNELS </a:t>
            </a:r>
          </a:p>
        </p:txBody>
      </p:sp>
    </p:spTree>
    <p:extLst>
      <p:ext uri="{BB962C8B-B14F-4D97-AF65-F5344CB8AC3E}">
        <p14:creationId xmlns:p14="http://schemas.microsoft.com/office/powerpoint/2010/main" val="13627690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a:t>
            </a:r>
            <a:br>
              <a:rPr lang="fr-FR">
                <a:solidFill>
                  <a:srgbClr val="7030A0"/>
                </a:solidFill>
              </a:rPr>
            </a:br>
            <a:r>
              <a:rPr lang="fr-FR">
                <a:solidFill>
                  <a:srgbClr val="7030A0"/>
                </a:solidFill>
              </a:rPr>
              <a:t>NOSQL</a:t>
            </a:r>
          </a:p>
        </p:txBody>
      </p:sp>
      <p:sp>
        <p:nvSpPr>
          <p:cNvPr id="832" name="Google Shape;832;p106"/>
          <p:cNvSpPr txBox="1">
            <a:spLocks noGrp="1"/>
          </p:cNvSpPr>
          <p:nvPr>
            <p:ph type="body" idx="1"/>
          </p:nvPr>
        </p:nvSpPr>
        <p:spPr>
          <a:xfrm>
            <a:off x="385058" y="1180967"/>
            <a:ext cx="8261537" cy="5156666"/>
          </a:xfrm>
          <a:prstGeom prst="rect">
            <a:avLst/>
          </a:prstGeom>
          <a:noFill/>
          <a:ln>
            <a:noFill/>
          </a:ln>
        </p:spPr>
        <p:txBody>
          <a:bodyPr spcFirstLastPara="1" wrap="square" lIns="91425" tIns="45700" rIns="91425" bIns="45700" anchor="t" anchorCtr="0">
            <a:normAutofit/>
          </a:bodyPr>
          <a:lstStyle/>
          <a:p>
            <a:pPr marL="0" indent="0"/>
            <a:endParaRPr lang="fr-FR" sz="2400"/>
          </a:p>
          <a:p>
            <a:pPr marL="0" indent="0"/>
            <a:r>
              <a:rPr lang="fr-FR" sz="2400"/>
              <a:t>Stockage "In-Memory"</a:t>
            </a:r>
            <a:endParaRPr lang="fr-FR"/>
          </a:p>
          <a:p>
            <a:pPr marL="0" indent="0"/>
            <a:endParaRPr lang="fr-FR" sz="1200">
              <a:solidFill>
                <a:schemeClr val="tx1"/>
              </a:solidFill>
            </a:endParaRPr>
          </a:p>
          <a:p>
            <a:pPr marL="171450" indent="-171450">
              <a:buFont typeface="Calibri"/>
              <a:buChar char="-"/>
            </a:pPr>
            <a:r>
              <a:rPr lang="fr-FR" sz="1800" b="0">
                <a:solidFill>
                  <a:schemeClr val="tx1"/>
                </a:solidFill>
              </a:rPr>
              <a:t>Opérations I/O plus rapides (en comparaison à une écriture sur disque)</a:t>
            </a:r>
            <a:endParaRPr lang="fr-FR">
              <a:solidFill>
                <a:schemeClr val="tx1"/>
              </a:solidFill>
            </a:endParaRPr>
          </a:p>
          <a:p>
            <a:pPr marL="171450" indent="-171450">
              <a:buFont typeface="Calibri"/>
              <a:buChar char="-"/>
            </a:pPr>
            <a:endParaRPr lang="fr-FR" sz="1800" b="0">
              <a:solidFill>
                <a:schemeClr val="tx1"/>
              </a:solidFill>
            </a:endParaRPr>
          </a:p>
          <a:p>
            <a:pPr marL="171450" indent="-171450">
              <a:buFont typeface="Calibri"/>
              <a:buChar char="-"/>
            </a:pPr>
            <a:r>
              <a:rPr lang="fr-FR" sz="1800" b="0">
                <a:solidFill>
                  <a:schemeClr val="tx1"/>
                </a:solidFill>
              </a:rPr>
              <a:t>Latence réduite</a:t>
            </a:r>
            <a:endParaRPr lang="fr-FR">
              <a:solidFill>
                <a:schemeClr val="tx1"/>
              </a:solidFill>
            </a:endParaRPr>
          </a:p>
          <a:p>
            <a:pPr marL="171450" indent="-171450">
              <a:buFont typeface="Calibri"/>
              <a:buChar char="-"/>
            </a:pPr>
            <a:endParaRPr lang="fr-FR" sz="1800" b="0">
              <a:solidFill>
                <a:schemeClr val="tx1"/>
              </a:solidFill>
            </a:endParaRPr>
          </a:p>
          <a:p>
            <a:pPr marL="171450" indent="-171450">
              <a:buFont typeface="Calibri"/>
              <a:buChar char="-"/>
            </a:pPr>
            <a:r>
              <a:rPr lang="fr-FR" sz="1800" b="0">
                <a:solidFill>
                  <a:schemeClr val="tx1"/>
                </a:solidFill>
              </a:rPr>
              <a:t>A favoriser lorsqu'on recherche une lecture rapide (temps réel) dans un contexte où le nombre de lecture est important (on cherche plus à lire qu'à écrire).</a:t>
            </a:r>
          </a:p>
          <a:p>
            <a:pPr marL="171450" indent="-171450">
              <a:buFont typeface="Calibri"/>
              <a:buChar char="-"/>
            </a:pPr>
            <a:endParaRPr lang="fr-FR" sz="1800" b="0">
              <a:solidFill>
                <a:schemeClr val="tx1"/>
              </a:solidFill>
            </a:endParaRPr>
          </a:p>
          <a:p>
            <a:pPr marL="171450" indent="-171450">
              <a:buFont typeface="Calibri"/>
              <a:buChar char="-"/>
            </a:pPr>
            <a:r>
              <a:rPr lang="fr-FR" sz="1800" b="0">
                <a:solidFill>
                  <a:schemeClr val="tx1"/>
                </a:solidFill>
              </a:rPr>
              <a:t>Utile pour le traitement analytique des données.</a:t>
            </a:r>
          </a:p>
          <a:p>
            <a:br>
              <a:rPr lang="en-US"/>
            </a:br>
            <a:endParaRPr lang="en-US"/>
          </a:p>
          <a:p>
            <a:pPr marL="0" indent="0"/>
            <a:endParaRPr lang="fr-FR" sz="2400">
              <a:solidFill>
                <a:srgbClr val="000000"/>
              </a:solidFill>
            </a:endParaRPr>
          </a:p>
          <a:p>
            <a:pPr marL="0" indent="0"/>
            <a:endParaRPr lang="fr-FR" sz="2400">
              <a:solidFill>
                <a:srgbClr val="000000"/>
              </a:solidFill>
            </a:endParaRPr>
          </a:p>
          <a:p>
            <a:pPr marL="0" indent="0"/>
            <a:endParaRPr lang="fr-FR" sz="1600">
              <a:solidFill>
                <a:srgbClr val="374151"/>
              </a:solidFill>
            </a:endParaRPr>
          </a:p>
        </p:txBody>
      </p:sp>
      <p:pic>
        <p:nvPicPr>
          <p:cNvPr id="2" name="Graphique 1" descr="Redis — Wikipédia">
            <a:extLst>
              <a:ext uri="{FF2B5EF4-FFF2-40B4-BE49-F238E27FC236}">
                <a16:creationId xmlns:a16="http://schemas.microsoft.com/office/drawing/2014/main" id="{442FEA20-BB61-1BB2-8E27-2876EFD0E4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90610" y="149614"/>
            <a:ext cx="2743200" cy="916358"/>
          </a:xfrm>
          <a:prstGeom prst="rect">
            <a:avLst/>
          </a:prstGeom>
        </p:spPr>
      </p:pic>
    </p:spTree>
    <p:extLst>
      <p:ext uri="{BB962C8B-B14F-4D97-AF65-F5344CB8AC3E}">
        <p14:creationId xmlns:p14="http://schemas.microsoft.com/office/powerpoint/2010/main" val="42397291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a:t>
            </a:r>
            <a:br>
              <a:rPr lang="fr-FR">
                <a:solidFill>
                  <a:srgbClr val="7030A0"/>
                </a:solidFill>
              </a:rPr>
            </a:br>
            <a:r>
              <a:rPr lang="fr-FR">
                <a:solidFill>
                  <a:srgbClr val="7030A0"/>
                </a:solidFill>
              </a:rPr>
              <a:t>NOSQL</a:t>
            </a:r>
          </a:p>
        </p:txBody>
      </p:sp>
      <p:sp>
        <p:nvSpPr>
          <p:cNvPr id="832" name="Google Shape;832;p106"/>
          <p:cNvSpPr txBox="1">
            <a:spLocks noGrp="1"/>
          </p:cNvSpPr>
          <p:nvPr>
            <p:ph type="body" idx="1"/>
          </p:nvPr>
        </p:nvSpPr>
        <p:spPr>
          <a:xfrm>
            <a:off x="385058" y="1180967"/>
            <a:ext cx="8382917" cy="5520807"/>
          </a:xfrm>
          <a:prstGeom prst="rect">
            <a:avLst/>
          </a:prstGeom>
          <a:noFill/>
          <a:ln>
            <a:noFill/>
          </a:ln>
        </p:spPr>
        <p:txBody>
          <a:bodyPr spcFirstLastPara="1" wrap="square" lIns="91425" tIns="45700" rIns="91425" bIns="45700" anchor="t" anchorCtr="0">
            <a:normAutofit/>
          </a:bodyPr>
          <a:lstStyle/>
          <a:p>
            <a:pPr marL="0" indent="0"/>
            <a:r>
              <a:rPr lang="fr-FR" sz="2400"/>
              <a:t>Stockage "In-Memory" - Limitations</a:t>
            </a:r>
            <a:endParaRPr lang="fr-FR"/>
          </a:p>
          <a:p>
            <a:pPr marL="0" indent="0"/>
            <a:endParaRPr lang="fr-FR" sz="1200"/>
          </a:p>
          <a:p>
            <a:pPr marL="171450" indent="-171450">
              <a:buFont typeface="Calibri"/>
              <a:buChar char="-"/>
            </a:pPr>
            <a:endParaRPr lang="fr-FR" sz="1800" b="0"/>
          </a:p>
          <a:p>
            <a:pPr marL="171450" indent="-171450">
              <a:buFont typeface="Calibri"/>
              <a:buChar char="-"/>
            </a:pPr>
            <a:endParaRPr lang="fr-FR" sz="1800" b="0"/>
          </a:p>
          <a:p>
            <a:pPr marL="171450" indent="-171450">
              <a:buFont typeface="Calibri"/>
              <a:buChar char="-"/>
            </a:pPr>
            <a:endParaRPr lang="fr-FR" sz="1800" b="0"/>
          </a:p>
          <a:p>
            <a:pPr marL="171450" indent="-171450">
              <a:buFont typeface="Calibri"/>
              <a:buChar char="-"/>
            </a:pPr>
            <a:endParaRPr lang="fr-FR" sz="1800" b="0"/>
          </a:p>
          <a:p>
            <a:pPr marL="0" indent="0"/>
            <a:br>
              <a:rPr lang="en-US"/>
            </a:br>
            <a:endParaRPr lang="en-US"/>
          </a:p>
          <a:p>
            <a:pPr marL="0" indent="0"/>
            <a:endParaRPr lang="fr-FR" sz="2400">
              <a:solidFill>
                <a:srgbClr val="000000"/>
              </a:solidFill>
            </a:endParaRPr>
          </a:p>
          <a:p>
            <a:pPr marL="0" indent="0"/>
            <a:endParaRPr lang="fr-FR" sz="2400">
              <a:solidFill>
                <a:srgbClr val="000000"/>
              </a:solidFill>
            </a:endParaRPr>
          </a:p>
          <a:p>
            <a:pPr marL="0" indent="0"/>
            <a:endParaRPr lang="fr-FR" sz="1600">
              <a:solidFill>
                <a:srgbClr val="374151"/>
              </a:solidFill>
            </a:endParaRPr>
          </a:p>
        </p:txBody>
      </p:sp>
      <p:pic>
        <p:nvPicPr>
          <p:cNvPr id="2" name="Graphique 1" descr="Redis — Wikipédia">
            <a:extLst>
              <a:ext uri="{FF2B5EF4-FFF2-40B4-BE49-F238E27FC236}">
                <a16:creationId xmlns:a16="http://schemas.microsoft.com/office/drawing/2014/main" id="{442FEA20-BB61-1BB2-8E27-2876EFD0E4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90610" y="149614"/>
            <a:ext cx="2743200" cy="916358"/>
          </a:xfrm>
          <a:prstGeom prst="rect">
            <a:avLst/>
          </a:prstGeom>
        </p:spPr>
      </p:pic>
      <p:sp>
        <p:nvSpPr>
          <p:cNvPr id="5" name="ZoneTexte 4">
            <a:extLst>
              <a:ext uri="{FF2B5EF4-FFF2-40B4-BE49-F238E27FC236}">
                <a16:creationId xmlns:a16="http://schemas.microsoft.com/office/drawing/2014/main" id="{4389B859-A7F3-5660-56DC-380F68D97DD8}"/>
              </a:ext>
            </a:extLst>
          </p:cNvPr>
          <p:cNvSpPr txBox="1"/>
          <p:nvPr/>
        </p:nvSpPr>
        <p:spPr>
          <a:xfrm>
            <a:off x="216463" y="1844984"/>
            <a:ext cx="8660499"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fr-FR" sz="1800">
                <a:solidFill>
                  <a:schemeClr val="tx1"/>
                </a:solidFill>
              </a:rPr>
              <a:t>La mémoire vive a des capacités de stockage plus limitée que la mémoire disque.​</a:t>
            </a:r>
            <a:endParaRPr lang="fr-FR">
              <a:solidFill>
                <a:schemeClr val="tx1"/>
              </a:solidFill>
            </a:endParaRPr>
          </a:p>
          <a:p>
            <a:pPr marL="171450" indent="-171450">
              <a:buChar char="•"/>
            </a:pPr>
            <a:endParaRPr lang="fr-FR" sz="1800">
              <a:solidFill>
                <a:schemeClr val="tx1"/>
              </a:solidFill>
            </a:endParaRPr>
          </a:p>
          <a:p>
            <a:pPr marL="285750" indent="-285750">
              <a:buFont typeface="Calibri"/>
              <a:buChar char="-"/>
            </a:pPr>
            <a:r>
              <a:rPr lang="fr-FR" sz="1800">
                <a:solidFill>
                  <a:schemeClr val="tx1"/>
                </a:solidFill>
              </a:rPr>
              <a:t>La mémoire vive est plus chère que la mémoire disque.​</a:t>
            </a:r>
          </a:p>
          <a:p>
            <a:pPr marL="171450" indent="-171450">
              <a:buChar char="•"/>
            </a:pPr>
            <a:endParaRPr lang="fr-FR" sz="1800">
              <a:solidFill>
                <a:schemeClr val="tx1"/>
              </a:solidFill>
            </a:endParaRPr>
          </a:p>
          <a:p>
            <a:pPr marL="285750" indent="-285750">
              <a:buFont typeface="Calibri"/>
              <a:buChar char="-"/>
            </a:pPr>
            <a:r>
              <a:rPr lang="fr-FR" sz="1800">
                <a:solidFill>
                  <a:schemeClr val="tx1"/>
                </a:solidFill>
              </a:rPr>
              <a:t>La durabilité des données (persistance) est moins garantie que la mémoire disque.​</a:t>
            </a:r>
          </a:p>
          <a:p>
            <a:pPr marL="171450" indent="-171450">
              <a:buChar char="•"/>
            </a:pPr>
            <a:endParaRPr lang="fr-FR" sz="1800">
              <a:solidFill>
                <a:schemeClr val="tx1"/>
              </a:solidFill>
            </a:endParaRPr>
          </a:p>
          <a:p>
            <a:pPr marL="285750" indent="-285750">
              <a:buFont typeface="Calibri"/>
              <a:buChar char="-"/>
            </a:pPr>
            <a:r>
              <a:rPr lang="fr-FR" sz="1800">
                <a:solidFill>
                  <a:schemeClr val="tx1"/>
                </a:solidFill>
              </a:rPr>
              <a:t>Gain limité si la majorité des opérations sont des actions en "écriture"​</a:t>
            </a:r>
          </a:p>
          <a:p>
            <a:pPr marL="171450" indent="-171450">
              <a:buChar char="•"/>
            </a:pPr>
            <a:endParaRPr lang="fr-FR" sz="1800">
              <a:solidFill>
                <a:schemeClr val="tx1"/>
              </a:solidFill>
            </a:endParaRPr>
          </a:p>
          <a:p>
            <a:pPr marL="285750" indent="-285750">
              <a:buFont typeface="Calibri"/>
              <a:buChar char="-"/>
            </a:pPr>
            <a:r>
              <a:rPr lang="fr-FR" sz="1800">
                <a:solidFill>
                  <a:schemeClr val="tx1"/>
                </a:solidFill>
              </a:rPr>
              <a:t>Pas forcément adapté pour le traitement de gros volume de données (cf. point sur le coût)</a:t>
            </a:r>
            <a:r>
              <a:rPr lang="en-US" sz="1800">
                <a:solidFill>
                  <a:schemeClr val="tx1"/>
                </a:solidFill>
              </a:rPr>
              <a:t>​</a:t>
            </a:r>
          </a:p>
          <a:p>
            <a:pPr marL="171450" indent="-171450">
              <a:buChar char="•"/>
            </a:pPr>
            <a:endParaRPr lang="fr-FR" sz="1800">
              <a:solidFill>
                <a:schemeClr val="tx1"/>
              </a:solidFill>
            </a:endParaRPr>
          </a:p>
          <a:p>
            <a:pPr marL="285750" indent="-285750">
              <a:buFont typeface="Calibri"/>
              <a:buChar char="-"/>
            </a:pPr>
            <a:r>
              <a:rPr lang="fr-FR" sz="1800">
                <a:solidFill>
                  <a:schemeClr val="tx1"/>
                </a:solidFill>
              </a:rPr>
              <a:t>La persistance des données peut être traitées (snapshot par exemple) mais cela implique des couts supplémentaires et a des impacts sur les performances.</a:t>
            </a:r>
          </a:p>
        </p:txBody>
      </p:sp>
    </p:spTree>
    <p:extLst>
      <p:ext uri="{BB962C8B-B14F-4D97-AF65-F5344CB8AC3E}">
        <p14:creationId xmlns:p14="http://schemas.microsoft.com/office/powerpoint/2010/main" val="3829762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a:t>
            </a:r>
            <a:br>
              <a:rPr lang="fr-FR">
                <a:solidFill>
                  <a:srgbClr val="7030A0"/>
                </a:solidFill>
              </a:rPr>
            </a:br>
            <a:r>
              <a:rPr lang="fr-FR">
                <a:solidFill>
                  <a:srgbClr val="7030A0"/>
                </a:solidFill>
              </a:rPr>
              <a:t>NOSQL</a:t>
            </a:r>
          </a:p>
        </p:txBody>
      </p:sp>
      <p:pic>
        <p:nvPicPr>
          <p:cNvPr id="2" name="Graphique 1" descr="Redis — Wikipédia">
            <a:extLst>
              <a:ext uri="{FF2B5EF4-FFF2-40B4-BE49-F238E27FC236}">
                <a16:creationId xmlns:a16="http://schemas.microsoft.com/office/drawing/2014/main" id="{442FEA20-BB61-1BB2-8E27-2876EFD0E4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90610" y="149614"/>
            <a:ext cx="2743200" cy="916358"/>
          </a:xfrm>
          <a:prstGeom prst="rect">
            <a:avLst/>
          </a:prstGeom>
        </p:spPr>
      </p:pic>
      <p:sp>
        <p:nvSpPr>
          <p:cNvPr id="5" name="ZoneTexte 4">
            <a:extLst>
              <a:ext uri="{FF2B5EF4-FFF2-40B4-BE49-F238E27FC236}">
                <a16:creationId xmlns:a16="http://schemas.microsoft.com/office/drawing/2014/main" id="{4389B859-A7F3-5660-56DC-380F68D97DD8}"/>
              </a:ext>
            </a:extLst>
          </p:cNvPr>
          <p:cNvSpPr txBox="1"/>
          <p:nvPr/>
        </p:nvSpPr>
        <p:spPr>
          <a:xfrm>
            <a:off x="245038" y="1259197"/>
            <a:ext cx="8660499" cy="54168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b="1">
                <a:solidFill>
                  <a:schemeClr val="tx1"/>
                </a:solidFill>
              </a:rPr>
              <a:t>Type de données</a:t>
            </a:r>
          </a:p>
          <a:p>
            <a:pPr marL="285750" indent="-285750">
              <a:buFont typeface="Calibri"/>
              <a:buChar char="-"/>
            </a:pPr>
            <a:endParaRPr lang="fr-FR" sz="1600" b="1">
              <a:solidFill>
                <a:schemeClr val="tx1"/>
              </a:solidFill>
            </a:endParaRPr>
          </a:p>
          <a:p>
            <a:pPr marL="285750" indent="-285750">
              <a:buFont typeface="Calibri"/>
              <a:buChar char="-"/>
            </a:pPr>
            <a:r>
              <a:rPr lang="fr-FR" sz="2000" b="1">
                <a:solidFill>
                  <a:schemeClr val="tx1"/>
                </a:solidFill>
              </a:rPr>
              <a:t>String</a:t>
            </a:r>
            <a:endParaRPr lang="fr-FR" sz="1800" b="1">
              <a:solidFill>
                <a:schemeClr val="tx1"/>
              </a:solidFill>
            </a:endParaRPr>
          </a:p>
          <a:p>
            <a:pPr marL="285750" lvl="1" indent="-285750">
              <a:buFont typeface="Courier New"/>
              <a:buChar char="o"/>
            </a:pPr>
            <a:r>
              <a:rPr lang="fr-FR" sz="1800">
                <a:solidFill>
                  <a:schemeClr val="tx1"/>
                </a:solidFill>
              </a:rPr>
              <a:t>valeur associée à une clé.</a:t>
            </a:r>
            <a:endParaRPr lang="fr-FR" sz="1800" b="1">
              <a:solidFill>
                <a:schemeClr val="tx1"/>
              </a:solidFill>
            </a:endParaRPr>
          </a:p>
          <a:p>
            <a:pPr marL="285750" indent="-285750">
              <a:buFont typeface="Calibri"/>
              <a:buChar char="-"/>
            </a:pPr>
            <a:endParaRPr lang="fr-FR" sz="2000" b="1">
              <a:solidFill>
                <a:schemeClr val="tx1"/>
              </a:solidFill>
            </a:endParaRPr>
          </a:p>
          <a:p>
            <a:pPr marL="285750" indent="-285750">
              <a:buFont typeface="Calibri"/>
              <a:buChar char="-"/>
            </a:pPr>
            <a:r>
              <a:rPr lang="fr-FR" sz="2000" b="1">
                <a:solidFill>
                  <a:schemeClr val="tx1"/>
                </a:solidFill>
              </a:rPr>
              <a:t>List</a:t>
            </a:r>
            <a:endParaRPr lang="fr-FR" sz="1200">
              <a:solidFill>
                <a:schemeClr val="tx1"/>
              </a:solidFill>
            </a:endParaRPr>
          </a:p>
          <a:p>
            <a:pPr marL="285750" lvl="4" indent="-285750">
              <a:buFont typeface="Courier New"/>
              <a:buChar char="o"/>
            </a:pPr>
            <a:r>
              <a:rPr lang="fr-FR" sz="1800">
                <a:solidFill>
                  <a:schemeClr val="tx1"/>
                </a:solidFill>
              </a:rPr>
              <a:t>Séquence ordonnée d'éléments.</a:t>
            </a:r>
            <a:endParaRPr lang="fr-FR" sz="1800" b="1">
              <a:solidFill>
                <a:schemeClr val="tx1"/>
              </a:solidFill>
            </a:endParaRPr>
          </a:p>
          <a:p>
            <a:pPr marL="285750" indent="-285750">
              <a:buFont typeface="Calibri"/>
              <a:buChar char="-"/>
            </a:pPr>
            <a:endParaRPr lang="fr-FR" sz="2000" b="1">
              <a:solidFill>
                <a:schemeClr val="tx1"/>
              </a:solidFill>
            </a:endParaRPr>
          </a:p>
          <a:p>
            <a:pPr marL="285750" indent="-285750">
              <a:buFont typeface="Calibri"/>
              <a:buChar char="-"/>
            </a:pPr>
            <a:r>
              <a:rPr lang="fr-FR" sz="2000" b="1">
                <a:solidFill>
                  <a:schemeClr val="tx1"/>
                </a:solidFill>
              </a:rPr>
              <a:t>Set</a:t>
            </a:r>
          </a:p>
          <a:p>
            <a:pPr marL="285750" lvl="1" indent="-285750">
              <a:buFont typeface="Courier New"/>
              <a:buChar char="o"/>
            </a:pPr>
            <a:r>
              <a:rPr lang="fr-FR" sz="1800">
                <a:solidFill>
                  <a:schemeClr val="tx1"/>
                </a:solidFill>
              </a:rPr>
              <a:t>Collection non ordonnée et non répétitive d'éléments uniques</a:t>
            </a:r>
            <a:endParaRPr lang="fr-FR" sz="1800" b="1">
              <a:solidFill>
                <a:schemeClr val="tx1"/>
              </a:solidFill>
            </a:endParaRPr>
          </a:p>
          <a:p>
            <a:pPr marL="285750" indent="-285750">
              <a:buFont typeface="Calibri,Sans-Serif"/>
              <a:buChar char="-"/>
            </a:pPr>
            <a:endParaRPr lang="fr-FR" sz="2000" b="1">
              <a:solidFill>
                <a:schemeClr val="tx1"/>
              </a:solidFill>
            </a:endParaRPr>
          </a:p>
          <a:p>
            <a:pPr marL="285750" indent="-285750">
              <a:buFont typeface="Calibri,Sans-Serif"/>
              <a:buChar char="-"/>
            </a:pPr>
            <a:r>
              <a:rPr lang="fr-FR" sz="2000" b="1" err="1">
                <a:solidFill>
                  <a:schemeClr val="tx1"/>
                </a:solidFill>
              </a:rPr>
              <a:t>Sorted</a:t>
            </a:r>
            <a:r>
              <a:rPr lang="fr-FR" sz="2000" b="1">
                <a:solidFill>
                  <a:schemeClr val="tx1"/>
                </a:solidFill>
              </a:rPr>
              <a:t> Set</a:t>
            </a:r>
            <a:endParaRPr lang="en-US" sz="2000">
              <a:solidFill>
                <a:schemeClr val="tx1"/>
              </a:solidFill>
            </a:endParaRPr>
          </a:p>
          <a:p>
            <a:pPr marL="285750" indent="-285750">
              <a:buFont typeface="Calibri,Sans-Serif"/>
              <a:buChar char="-"/>
            </a:pPr>
            <a:r>
              <a:rPr lang="fr-FR" sz="1800">
                <a:solidFill>
                  <a:schemeClr val="tx1"/>
                </a:solidFill>
              </a:rPr>
              <a:t>Même chose mais possibilité de trier</a:t>
            </a:r>
            <a:endParaRPr lang="fr-FR" sz="1800" b="1">
              <a:solidFill>
                <a:schemeClr val="tx1"/>
              </a:solidFill>
            </a:endParaRPr>
          </a:p>
          <a:p>
            <a:pPr marL="285750" indent="-285750">
              <a:buFont typeface="Calibri"/>
              <a:buChar char="-"/>
            </a:pPr>
            <a:endParaRPr lang="fr-FR" sz="2000" b="1">
              <a:solidFill>
                <a:schemeClr val="tx1"/>
              </a:solidFill>
            </a:endParaRPr>
          </a:p>
          <a:p>
            <a:pPr marL="285750" indent="-285750">
              <a:buFont typeface="Calibri"/>
              <a:buChar char="-"/>
            </a:pPr>
            <a:r>
              <a:rPr lang="fr-FR" sz="2000" b="1">
                <a:solidFill>
                  <a:schemeClr val="tx1"/>
                </a:solidFill>
              </a:rPr>
              <a:t>Hash</a:t>
            </a:r>
          </a:p>
          <a:p>
            <a:pPr marL="285750" lvl="1" indent="-285750">
              <a:buFont typeface="Courier New"/>
              <a:buChar char="o"/>
            </a:pPr>
            <a:r>
              <a:rPr lang="fr-FR" sz="1800">
                <a:solidFill>
                  <a:schemeClr val="tx1"/>
                </a:solidFill>
              </a:rPr>
              <a:t>Tableau associatif (objets composés de champs et de valeurs)</a:t>
            </a:r>
          </a:p>
          <a:p>
            <a:pPr marL="285750" indent="-285750">
              <a:buFont typeface="Calibri"/>
              <a:buChar char="-"/>
            </a:pPr>
            <a:endParaRPr lang="fr-FR" sz="2000" b="1">
              <a:solidFill>
                <a:schemeClr val="tx1"/>
              </a:solidFill>
            </a:endParaRPr>
          </a:p>
          <a:p>
            <a:pPr marL="285750" indent="-285750">
              <a:buFont typeface="Calibri"/>
              <a:buChar char="-"/>
            </a:pPr>
            <a:r>
              <a:rPr lang="fr-FR" sz="2000" b="1">
                <a:solidFill>
                  <a:schemeClr val="tx1"/>
                </a:solidFill>
              </a:rPr>
              <a:t>Autres : BITMAP, HYPERLOG,GEOSPACIAL...</a:t>
            </a:r>
          </a:p>
        </p:txBody>
      </p:sp>
    </p:spTree>
    <p:extLst>
      <p:ext uri="{BB962C8B-B14F-4D97-AF65-F5344CB8AC3E}">
        <p14:creationId xmlns:p14="http://schemas.microsoft.com/office/powerpoint/2010/main" val="41353196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3"/>
          <p:cNvSpPr txBox="1">
            <a:spLocks noGrp="1"/>
          </p:cNvSpPr>
          <p:nvPr>
            <p:ph type="title"/>
          </p:nvPr>
        </p:nvSpPr>
        <p:spPr>
          <a:xfrm>
            <a:off x="76200" y="930375"/>
            <a:ext cx="8542675" cy="615598"/>
          </a:xfrm>
          <a:prstGeom prst="rect">
            <a:avLst/>
          </a:prstGeom>
          <a:noFill/>
          <a:ln>
            <a:noFill/>
          </a:ln>
        </p:spPr>
        <p:txBody>
          <a:bodyPr spcFirstLastPara="1" wrap="square" lIns="91425" tIns="45700" rIns="91425" bIns="45700" anchor="b" anchorCtr="0">
            <a:normAutofit fontScale="90000"/>
          </a:bodyPr>
          <a:lstStyle/>
          <a:p>
            <a:r>
              <a:rPr lang="fr-FR">
                <a:solidFill>
                  <a:srgbClr val="7030A0"/>
                </a:solidFill>
              </a:rPr>
              <a:t>EXERCICE – </a:t>
            </a:r>
            <a:r>
              <a:rPr lang="fr-FR">
                <a:solidFill>
                  <a:schemeClr val="tx1"/>
                </a:solidFill>
              </a:rPr>
              <a:t>MANIPULER REDIS</a:t>
            </a:r>
          </a:p>
          <a:p>
            <a:pPr marL="0" lvl="0" indent="0" algn="l">
              <a:spcBef>
                <a:spcPts val="0"/>
              </a:spcBef>
              <a:spcAft>
                <a:spcPts val="0"/>
              </a:spcAft>
              <a:buFont typeface="Arial Black"/>
              <a:buNone/>
            </a:pPr>
            <a:endParaRPr lang="fr-FR">
              <a:solidFill>
                <a:schemeClr val="accent5"/>
              </a:solidFill>
            </a:endParaRPr>
          </a:p>
        </p:txBody>
      </p:sp>
      <p:sp>
        <p:nvSpPr>
          <p:cNvPr id="198" name="Google Shape;198;p13"/>
          <p:cNvSpPr txBox="1">
            <a:spLocks noGrp="1"/>
          </p:cNvSpPr>
          <p:nvPr>
            <p:ph type="body" idx="1"/>
          </p:nvPr>
        </p:nvSpPr>
        <p:spPr>
          <a:xfrm>
            <a:off x="238944" y="1384417"/>
            <a:ext cx="8590471" cy="4978744"/>
          </a:xfrm>
          <a:prstGeom prst="rect">
            <a:avLst/>
          </a:prstGeom>
          <a:solidFill>
            <a:schemeClr val="accent4">
              <a:lumMod val="20000"/>
              <a:lumOff val="80000"/>
            </a:schemeClr>
          </a:solidFill>
          <a:ln>
            <a:noFill/>
          </a:ln>
        </p:spPr>
        <p:txBody>
          <a:bodyPr spcFirstLastPara="1" wrap="square" lIns="91425" tIns="45700" rIns="91425" bIns="45700" anchor="t" anchorCtr="0">
            <a:normAutofit fontScale="92500" lnSpcReduction="20000"/>
          </a:bodyPr>
          <a:lstStyle/>
          <a:p>
            <a:pPr marL="0" indent="0">
              <a:spcBef>
                <a:spcPts val="0"/>
              </a:spcBef>
            </a:pPr>
            <a:r>
              <a:rPr lang="fr-FR"/>
              <a:t>Durée de l'exercice : 1h</a:t>
            </a:r>
            <a:endParaRPr lang="fr-FR" sz="1800" b="0"/>
          </a:p>
          <a:p>
            <a:pPr marL="342900" indent="-342900">
              <a:spcBef>
                <a:spcPts val="1000"/>
              </a:spcBef>
              <a:buSzPts val="2000"/>
              <a:buFont typeface="Calibri"/>
              <a:buChar char="-"/>
            </a:pPr>
            <a:r>
              <a:rPr lang="fr-FR" sz="1800" b="0"/>
              <a:t>Rendez-vous sur Redis.io. Créez un compte pour avoir accès à Redis Cloud.</a:t>
            </a:r>
          </a:p>
          <a:p>
            <a:pPr marL="342900" indent="-342900">
              <a:spcBef>
                <a:spcPts val="1000"/>
              </a:spcBef>
              <a:buSzPts val="2000"/>
              <a:buFont typeface="Calibri"/>
              <a:buChar char="-"/>
            </a:pPr>
            <a:r>
              <a:rPr lang="fr-FR" sz="1800" b="0"/>
              <a:t>Installez Redis Insight. Connectez-vous à votre base de données.</a:t>
            </a:r>
          </a:p>
          <a:p>
            <a:pPr marL="342900" indent="-342900">
              <a:spcBef>
                <a:spcPts val="1000"/>
              </a:spcBef>
              <a:buSzPts val="2000"/>
              <a:buFont typeface="Calibri"/>
              <a:buChar char="-"/>
            </a:pPr>
            <a:r>
              <a:rPr lang="fr-FR" sz="1800" b="0"/>
              <a:t>Créez une clé "</a:t>
            </a:r>
            <a:r>
              <a:rPr lang="fr-FR" sz="1800" b="0" err="1"/>
              <a:t>ecole</a:t>
            </a:r>
            <a:r>
              <a:rPr lang="fr-FR" sz="1800" b="0"/>
              <a:t>" avec la valeur "</a:t>
            </a:r>
            <a:r>
              <a:rPr lang="fr-FR" sz="1800" b="0" err="1"/>
              <a:t>supinfo</a:t>
            </a:r>
            <a:r>
              <a:rPr lang="fr-FR" sz="1800" b="0"/>
              <a:t>" et une clé "ville" avec la valeur de votre campus (Lille par exemple).</a:t>
            </a:r>
          </a:p>
          <a:p>
            <a:pPr marL="342900" indent="-342900">
              <a:spcBef>
                <a:spcPts val="1000"/>
              </a:spcBef>
              <a:buSzPts val="2000"/>
              <a:buFont typeface="Calibri"/>
              <a:buChar char="-"/>
            </a:pPr>
            <a:r>
              <a:rPr lang="fr-FR" sz="1800" b="0"/>
              <a:t>Affichez les valeurs dans le prompt</a:t>
            </a:r>
          </a:p>
          <a:p>
            <a:pPr marL="342900" indent="-342900">
              <a:spcBef>
                <a:spcPts val="1000"/>
              </a:spcBef>
              <a:buSzPts val="2000"/>
              <a:buFont typeface="Calibri"/>
              <a:buChar char="-"/>
            </a:pPr>
            <a:r>
              <a:rPr lang="fr-FR" sz="1800" b="0"/>
              <a:t>Créez une liste "campus" qui contiendra les valeurs "Lille, Paris, Lyon".</a:t>
            </a:r>
          </a:p>
          <a:p>
            <a:pPr marL="342900" indent="-342900">
              <a:spcBef>
                <a:spcPts val="1000"/>
              </a:spcBef>
              <a:buSzPts val="2000"/>
              <a:buFont typeface="Calibri,Sans-Serif"/>
              <a:buChar char="-"/>
            </a:pPr>
            <a:r>
              <a:rPr lang="fr-FR" sz="1800" b="0"/>
              <a:t>Affichez cette liste puis ajoutez la valeur "Caen" à la liste.</a:t>
            </a:r>
          </a:p>
          <a:p>
            <a:pPr marL="342900" indent="-342900">
              <a:spcBef>
                <a:spcPts val="1000"/>
              </a:spcBef>
              <a:buSzPts val="2000"/>
              <a:buFont typeface="Calibri,Sans-Serif"/>
              <a:buChar char="-"/>
            </a:pPr>
            <a:r>
              <a:rPr lang="fr-FR" sz="1800" b="0"/>
              <a:t>Ajoutez une nouvelle fois à cette liste le campus de "</a:t>
            </a:r>
            <a:r>
              <a:rPr lang="fr-FR" sz="1800" b="0" err="1"/>
              <a:t>Lillle</a:t>
            </a:r>
            <a:r>
              <a:rPr lang="fr-FR" sz="1800" b="0"/>
              <a:t>". Affichez la liste et constatez que la valeur est enregistrée deux fois.</a:t>
            </a:r>
          </a:p>
          <a:p>
            <a:pPr marL="342900" indent="-342900">
              <a:spcBef>
                <a:spcPts val="1000"/>
              </a:spcBef>
              <a:buSzPts val="2000"/>
              <a:buFont typeface="Calibri,Sans-Serif"/>
              <a:buChar char="-"/>
            </a:pPr>
            <a:r>
              <a:rPr lang="fr-FR" sz="1800" b="0"/>
              <a:t>Créez une liste dédoublonnée de campus. Tentez d'ajouter une deuxième fois le campus de Lille. Que constatez-vous ? </a:t>
            </a:r>
          </a:p>
          <a:p>
            <a:pPr marL="342900" indent="-342900">
              <a:spcBef>
                <a:spcPts val="1000"/>
              </a:spcBef>
              <a:buSzPts val="2000"/>
              <a:buFont typeface="Calibri"/>
              <a:buChar char="-"/>
            </a:pPr>
            <a:r>
              <a:rPr lang="fr-FR" sz="1800" b="0"/>
              <a:t>Créez un tableau </a:t>
            </a:r>
            <a:r>
              <a:rPr lang="fr-FR" sz="1800" b="0" err="1"/>
              <a:t>etudiant</a:t>
            </a:r>
            <a:r>
              <a:rPr lang="fr-FR" sz="1800" b="0"/>
              <a:t> qui contiendra un nom, un </a:t>
            </a:r>
            <a:r>
              <a:rPr lang="fr-FR" sz="1800" b="0" err="1"/>
              <a:t>prenom</a:t>
            </a:r>
            <a:r>
              <a:rPr lang="fr-FR" sz="1800" b="0"/>
              <a:t> et un </a:t>
            </a:r>
            <a:r>
              <a:rPr lang="fr-FR" sz="1800" b="0" err="1"/>
              <a:t>age</a:t>
            </a:r>
            <a:r>
              <a:rPr lang="fr-FR" sz="1800" b="0"/>
              <a:t>.</a:t>
            </a:r>
          </a:p>
          <a:p>
            <a:pPr marL="342900" indent="-342900">
              <a:spcBef>
                <a:spcPts val="1000"/>
              </a:spcBef>
              <a:buSzPts val="2000"/>
              <a:buFont typeface="Calibri"/>
              <a:buChar char="-"/>
            </a:pPr>
            <a:r>
              <a:rPr lang="fr-FR" sz="1800" b="0"/>
              <a:t>Prenez le fichier </a:t>
            </a:r>
            <a:r>
              <a:rPr lang="fr-FR" sz="1800" b="0" err="1"/>
              <a:t>etudiant.json</a:t>
            </a:r>
            <a:r>
              <a:rPr lang="fr-FR" sz="1800" b="0"/>
              <a:t>, insérez-le dans REDIS. Affichez uniquement le nom de l'étudiant dans la console. Ajouter une clé "campus" qui vaudra "LILLE". Ajoutez-vous comme ami dans le </a:t>
            </a:r>
            <a:r>
              <a:rPr lang="fr-FR" sz="1800" b="0" err="1"/>
              <a:t>json</a:t>
            </a:r>
            <a:r>
              <a:rPr lang="fr-FR" sz="1800" b="0"/>
              <a:t> (tableau "</a:t>
            </a:r>
            <a:r>
              <a:rPr lang="fr-FR" sz="1800" b="0" err="1"/>
              <a:t>friends</a:t>
            </a:r>
            <a:r>
              <a:rPr lang="fr-FR" sz="1800" b="0"/>
              <a:t>"). Supprimez l'adresse de l'étudiant.</a:t>
            </a:r>
          </a:p>
          <a:p>
            <a:pPr marL="342900" indent="-342900">
              <a:spcBef>
                <a:spcPts val="1000"/>
              </a:spcBef>
              <a:buSzPts val="2000"/>
              <a:buFont typeface="Calibri"/>
              <a:buChar char="-"/>
            </a:pPr>
            <a:endParaRPr lang="fr-FR" sz="1800" b="0"/>
          </a:p>
          <a:p>
            <a:pPr marL="342900" indent="-342900">
              <a:spcBef>
                <a:spcPts val="1000"/>
              </a:spcBef>
              <a:buSzPts val="2000"/>
              <a:buFont typeface="Calibri"/>
              <a:buChar char="-"/>
            </a:pPr>
            <a:endParaRPr lang="fr-FR" sz="1800" b="0"/>
          </a:p>
          <a:p>
            <a:pPr marL="342900" indent="-342900">
              <a:spcBef>
                <a:spcPts val="1000"/>
              </a:spcBef>
              <a:buSzPts val="2000"/>
              <a:buFont typeface="Calibri"/>
              <a:buChar char="-"/>
            </a:pPr>
            <a:endParaRPr lang="fr-FR" sz="1800" b="0"/>
          </a:p>
        </p:txBody>
      </p:sp>
    </p:spTree>
    <p:extLst>
      <p:ext uri="{BB962C8B-B14F-4D97-AF65-F5344CB8AC3E}">
        <p14:creationId xmlns:p14="http://schemas.microsoft.com/office/powerpoint/2010/main" val="16567692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a:spLocks noGrp="1"/>
          </p:cNvSpPr>
          <p:nvPr>
            <p:ph type="title"/>
          </p:nvPr>
        </p:nvSpPr>
        <p:spPr>
          <a:xfrm>
            <a:off x="33867" y="5090"/>
            <a:ext cx="8796865" cy="615600"/>
          </a:xfrm>
          <a:prstGeom prst="rect">
            <a:avLst/>
          </a:prstGeom>
          <a:noFill/>
          <a:ln>
            <a:noFill/>
          </a:ln>
        </p:spPr>
        <p:txBody>
          <a:bodyPr spcFirstLastPara="1" wrap="square" lIns="91425" tIns="45700" rIns="91425" bIns="45700" anchor="b" anchorCtr="0">
            <a:normAutofit fontScale="90000"/>
          </a:bodyPr>
          <a:lstStyle/>
          <a:p>
            <a:pPr>
              <a:buClr>
                <a:schemeClr val="accent5"/>
              </a:buClr>
              <a:buSzPct val="100000"/>
            </a:pPr>
            <a:r>
              <a:rPr lang="fr-FR">
                <a:solidFill>
                  <a:srgbClr val="7030A0"/>
                </a:solidFill>
              </a:rPr>
              <a:t>VOUS VOULEZ EN SAVOIR PLUS ?</a:t>
            </a:r>
          </a:p>
        </p:txBody>
      </p:sp>
      <p:sp>
        <p:nvSpPr>
          <p:cNvPr id="146" name="Google Shape;146;p8"/>
          <p:cNvSpPr txBox="1">
            <a:spLocks noGrp="1"/>
          </p:cNvSpPr>
          <p:nvPr>
            <p:ph type="body" idx="1"/>
          </p:nvPr>
        </p:nvSpPr>
        <p:spPr>
          <a:xfrm>
            <a:off x="448733" y="711621"/>
            <a:ext cx="8363400" cy="6029700"/>
          </a:xfrm>
          <a:prstGeom prst="rect">
            <a:avLst/>
          </a:prstGeom>
          <a:noFill/>
          <a:ln>
            <a:noFill/>
          </a:ln>
        </p:spPr>
        <p:txBody>
          <a:bodyPr spcFirstLastPara="1" wrap="square" lIns="91425" tIns="45700" rIns="91425" bIns="45700" anchor="t" anchorCtr="0">
            <a:normAutofit/>
          </a:bodyPr>
          <a:lstStyle/>
          <a:p>
            <a:pPr marL="0" indent="0">
              <a:spcBef>
                <a:spcPts val="0"/>
              </a:spcBef>
              <a:buSzPts val="2000"/>
            </a:pPr>
            <a:endParaRPr lang="fr-FR"/>
          </a:p>
          <a:p>
            <a:pPr marL="0" indent="0">
              <a:spcBef>
                <a:spcPts val="0"/>
              </a:spcBef>
              <a:buSzPts val="2000"/>
            </a:pPr>
            <a:endParaRPr lang="fr-FR"/>
          </a:p>
          <a:p>
            <a:pPr marL="0" indent="0">
              <a:spcBef>
                <a:spcPts val="0"/>
              </a:spcBef>
            </a:pPr>
            <a:r>
              <a:rPr lang="fr-FR" sz="2800"/>
              <a:t>Intéressez-vous aux ressources disponibles sur le site officiel REDIS et sur Redis </a:t>
            </a:r>
            <a:r>
              <a:rPr lang="fr-FR" sz="2800" err="1"/>
              <a:t>University</a:t>
            </a:r>
            <a:endParaRPr lang="fr-FR" err="1"/>
          </a:p>
          <a:p>
            <a:pPr marL="0" indent="0">
              <a:spcBef>
                <a:spcPts val="0"/>
              </a:spcBef>
            </a:pPr>
            <a:endParaRPr lang="fr-FR" sz="2800"/>
          </a:p>
          <a:p>
            <a:pPr marL="0" indent="0">
              <a:spcBef>
                <a:spcPts val="0"/>
              </a:spcBef>
            </a:pPr>
            <a:r>
              <a:rPr lang="fr-FR" sz="2800" b="0">
                <a:hlinkClick r:id="rId3"/>
              </a:rPr>
              <a:t>https://redis.io/docs/</a:t>
            </a:r>
            <a:endParaRPr lang="fr-FR"/>
          </a:p>
          <a:p>
            <a:pPr marL="0" indent="0">
              <a:spcBef>
                <a:spcPts val="0"/>
              </a:spcBef>
            </a:pPr>
            <a:r>
              <a:rPr lang="fr-FR" sz="2800" b="0"/>
              <a:t>https://university.redis.com/</a:t>
            </a:r>
            <a:endParaRPr lang="fr-FR"/>
          </a:p>
          <a:p>
            <a:pPr marL="0" indent="0">
              <a:spcBef>
                <a:spcPts val="0"/>
              </a:spcBef>
            </a:pPr>
            <a:endParaRPr lang="fr-FR" sz="2800" b="0"/>
          </a:p>
          <a:p>
            <a:pPr marL="0" indent="0">
              <a:spcBef>
                <a:spcPts val="0"/>
              </a:spcBef>
            </a:pPr>
            <a:endParaRPr lang="fr-FR" sz="2800"/>
          </a:p>
          <a:p>
            <a:pPr marL="0" indent="0">
              <a:spcBef>
                <a:spcPts val="0"/>
              </a:spcBef>
            </a:pPr>
            <a:endParaRPr lang="fr-FR" sz="2800"/>
          </a:p>
          <a:p>
            <a:pPr marL="0" indent="0">
              <a:spcBef>
                <a:spcPts val="0"/>
              </a:spcBef>
              <a:buSzPts val="2000"/>
            </a:pPr>
            <a:endParaRPr lang="fr-FR" sz="2800"/>
          </a:p>
          <a:p>
            <a:pPr marL="0" indent="0">
              <a:spcBef>
                <a:spcPts val="0"/>
              </a:spcBef>
              <a:buSzPts val="2000"/>
            </a:pPr>
            <a:endParaRPr lang="fr-FR" sz="2800"/>
          </a:p>
          <a:p>
            <a:pPr marL="0" indent="0">
              <a:spcBef>
                <a:spcPts val="0"/>
              </a:spcBef>
              <a:buSzPts val="2000"/>
            </a:pPr>
            <a:endParaRPr lang="fr-FR" sz="2800"/>
          </a:p>
        </p:txBody>
      </p:sp>
      <p:pic>
        <p:nvPicPr>
          <p:cNvPr id="3" name="Google Shape;108;p2">
            <a:extLst>
              <a:ext uri="{FF2B5EF4-FFF2-40B4-BE49-F238E27FC236}">
                <a16:creationId xmlns:a16="http://schemas.microsoft.com/office/drawing/2014/main" id="{EA56CF32-3BD4-1240-A29E-9A932B7B87CC}"/>
              </a:ext>
            </a:extLst>
          </p:cNvPr>
          <p:cNvPicPr preferRelativeResize="0"/>
          <p:nvPr/>
        </p:nvPicPr>
        <p:blipFill>
          <a:blip r:embed="rId4">
            <a:alphaModFix/>
          </a:blip>
          <a:stretch>
            <a:fillRect/>
          </a:stretch>
        </p:blipFill>
        <p:spPr>
          <a:xfrm>
            <a:off x="4670250" y="4149000"/>
            <a:ext cx="4294250" cy="2655225"/>
          </a:xfrm>
          <a:prstGeom prst="rect">
            <a:avLst/>
          </a:prstGeom>
          <a:noFill/>
          <a:ln>
            <a:noFill/>
          </a:ln>
        </p:spPr>
      </p:pic>
    </p:spTree>
    <p:extLst>
      <p:ext uri="{BB962C8B-B14F-4D97-AF65-F5344CB8AC3E}">
        <p14:creationId xmlns:p14="http://schemas.microsoft.com/office/powerpoint/2010/main" val="21606820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a:extLst>
            <a:ext uri="{FF2B5EF4-FFF2-40B4-BE49-F238E27FC236}">
              <a16:creationId xmlns:a16="http://schemas.microsoft.com/office/drawing/2014/main" id="{D0366700-1BDB-3F98-2C9E-7D9EDDE27264}"/>
            </a:ext>
          </a:extLst>
        </p:cNvPr>
        <p:cNvGrpSpPr/>
        <p:nvPr/>
      </p:nvGrpSpPr>
      <p:grpSpPr>
        <a:xfrm>
          <a:off x="0" y="0"/>
          <a:ext cx="0" cy="0"/>
          <a:chOff x="0" y="0"/>
          <a:chExt cx="0" cy="0"/>
        </a:xfrm>
      </p:grpSpPr>
      <p:sp>
        <p:nvSpPr>
          <p:cNvPr id="99" name="Google Shape;99;p1">
            <a:extLst>
              <a:ext uri="{FF2B5EF4-FFF2-40B4-BE49-F238E27FC236}">
                <a16:creationId xmlns:a16="http://schemas.microsoft.com/office/drawing/2014/main" id="{2BAC450F-FFE6-FCAB-87E5-C81369D3D826}"/>
              </a:ext>
            </a:extLst>
          </p:cNvPr>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a:t>BDD NOSQL</a:t>
            </a:r>
            <a:endParaRPr lang="fr-FR"/>
          </a:p>
        </p:txBody>
      </p:sp>
      <p:sp>
        <p:nvSpPr>
          <p:cNvPr id="100" name="Google Shape;100;p1">
            <a:extLst>
              <a:ext uri="{FF2B5EF4-FFF2-40B4-BE49-F238E27FC236}">
                <a16:creationId xmlns:a16="http://schemas.microsoft.com/office/drawing/2014/main" id="{DB463142-2011-DA6F-3D9B-B3257EACCCA3}"/>
              </a:ext>
            </a:extLst>
          </p:cNvPr>
          <p:cNvSpPr txBox="1">
            <a:spLocks noGrp="1"/>
          </p:cNvSpPr>
          <p:nvPr>
            <p:ph type="subTitle" idx="1"/>
          </p:nvPr>
        </p:nvSpPr>
        <p:spPr>
          <a:xfrm>
            <a:off x="-15855" y="3185112"/>
            <a:ext cx="9147690" cy="914400"/>
          </a:xfrm>
          <a:prstGeom prst="rect">
            <a:avLst/>
          </a:prstGeom>
          <a:noFill/>
          <a:ln>
            <a:noFill/>
          </a:ln>
        </p:spPr>
        <p:txBody>
          <a:bodyPr spcFirstLastPara="1" wrap="square" lIns="91425" tIns="45700" rIns="91425" bIns="45700" anchor="t" anchorCtr="0">
            <a:noAutofit/>
          </a:bodyPr>
          <a:lstStyle/>
          <a:p>
            <a:pPr marL="0" indent="0" algn="ctr"/>
            <a:r>
              <a:rPr lang="fr-FR" sz="4800">
                <a:solidFill>
                  <a:srgbClr val="7030A0"/>
                </a:solidFill>
                <a:cs typeface="Arial"/>
              </a:rPr>
              <a:t>ORIENTÉES GRAPHE</a:t>
            </a:r>
          </a:p>
          <a:p>
            <a:pPr marL="0" indent="0" algn="ctr">
              <a:spcBef>
                <a:spcPts val="0"/>
              </a:spcBef>
            </a:pPr>
            <a:endParaRPr lang="fr-FR" sz="2400">
              <a:solidFill>
                <a:srgbClr val="7030A0"/>
              </a:solidFill>
            </a:endParaRPr>
          </a:p>
          <a:p>
            <a:pPr marL="0" indent="0" algn="ctr">
              <a:spcBef>
                <a:spcPts val="0"/>
              </a:spcBef>
            </a:pPr>
            <a:endParaRPr lang="fr-FR" sz="2400">
              <a:solidFill>
                <a:srgbClr val="7030A0"/>
              </a:solidFill>
            </a:endParaRPr>
          </a:p>
        </p:txBody>
      </p:sp>
      <p:pic>
        <p:nvPicPr>
          <p:cNvPr id="4" name="Image 3" descr="Une image contenant cercle, capture d’écran, Symétrie, Caractère coloré&#10;&#10;Description générée automatiquement">
            <a:extLst>
              <a:ext uri="{FF2B5EF4-FFF2-40B4-BE49-F238E27FC236}">
                <a16:creationId xmlns:a16="http://schemas.microsoft.com/office/drawing/2014/main" id="{5A223D61-F11D-3C2D-3080-768030D91577}"/>
              </a:ext>
            </a:extLst>
          </p:cNvPr>
          <p:cNvPicPr>
            <a:picLocks noChangeAspect="1"/>
          </p:cNvPicPr>
          <p:nvPr/>
        </p:nvPicPr>
        <p:blipFill>
          <a:blip r:embed="rId3"/>
          <a:stretch>
            <a:fillRect/>
          </a:stretch>
        </p:blipFill>
        <p:spPr>
          <a:xfrm>
            <a:off x="5172075" y="4097084"/>
            <a:ext cx="3771901" cy="2707196"/>
          </a:xfrm>
          <a:prstGeom prst="rect">
            <a:avLst/>
          </a:prstGeom>
        </p:spPr>
      </p:pic>
    </p:spTree>
    <p:extLst>
      <p:ext uri="{BB962C8B-B14F-4D97-AF65-F5344CB8AC3E}">
        <p14:creationId xmlns:p14="http://schemas.microsoft.com/office/powerpoint/2010/main" val="15487832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GRAPHE</a:t>
            </a:r>
          </a:p>
        </p:txBody>
      </p:sp>
      <p:sp>
        <p:nvSpPr>
          <p:cNvPr id="832" name="Google Shape;832;p106"/>
          <p:cNvSpPr txBox="1">
            <a:spLocks noGrp="1"/>
          </p:cNvSpPr>
          <p:nvPr>
            <p:ph type="body" idx="1"/>
          </p:nvPr>
        </p:nvSpPr>
        <p:spPr>
          <a:xfrm>
            <a:off x="375119" y="1180967"/>
            <a:ext cx="8261537" cy="5156666"/>
          </a:xfrm>
          <a:prstGeom prst="rect">
            <a:avLst/>
          </a:prstGeom>
          <a:noFill/>
          <a:ln>
            <a:noFill/>
          </a:ln>
        </p:spPr>
        <p:txBody>
          <a:bodyPr spcFirstLastPara="1" wrap="square" lIns="91425" tIns="45700" rIns="91425" bIns="45700" anchor="t" anchorCtr="0">
            <a:normAutofit/>
          </a:bodyPr>
          <a:lstStyle/>
          <a:p>
            <a:pPr marL="0" indent="0"/>
            <a:endParaRPr lang="fr-FR" sz="2400">
              <a:solidFill>
                <a:schemeClr val="tx1"/>
              </a:solidFill>
            </a:endParaRPr>
          </a:p>
          <a:p>
            <a:pPr marL="0" indent="0"/>
            <a:r>
              <a:rPr lang="fr-FR" sz="2400" b="0">
                <a:solidFill>
                  <a:schemeClr val="tx1"/>
                </a:solidFill>
              </a:rPr>
              <a:t>Stocke les données sous forme </a:t>
            </a:r>
            <a:r>
              <a:rPr lang="fr-FR" sz="2400" b="0">
                <a:solidFill>
                  <a:schemeClr val="tx1"/>
                </a:solidFill>
                <a:latin typeface="Arial"/>
                <a:ea typeface="Arial"/>
                <a:cs typeface="Arial"/>
              </a:rPr>
              <a:t>de </a:t>
            </a:r>
            <a:r>
              <a:rPr lang="fr-FR" sz="2400" b="0">
                <a:solidFill>
                  <a:schemeClr val="tx1"/>
                </a:solidFill>
              </a:rPr>
              <a:t>graphes, idéal pour représenter des relations complexes et des réseaux de données.</a:t>
            </a:r>
            <a:endParaRPr lang="fr-FR">
              <a:solidFill>
                <a:schemeClr val="tx1"/>
              </a:solidFill>
            </a:endParaRPr>
          </a:p>
          <a:p>
            <a:pPr marL="0" indent="0">
              <a:buNone/>
            </a:pPr>
            <a:endParaRPr lang="fr-FR" sz="2400" b="0">
              <a:solidFill>
                <a:schemeClr val="tx1"/>
              </a:solidFill>
            </a:endParaRPr>
          </a:p>
          <a:p>
            <a:r>
              <a:rPr lang="fr-FR" sz="2200" u="sng">
                <a:solidFill>
                  <a:schemeClr val="tx1"/>
                </a:solidFill>
              </a:rPr>
              <a:t>Cas d'usages (exemples)</a:t>
            </a:r>
            <a:endParaRPr lang="fr-FR" sz="2200" b="0">
              <a:solidFill>
                <a:schemeClr val="tx1"/>
              </a:solidFill>
            </a:endParaRPr>
          </a:p>
          <a:p>
            <a:pPr marL="0" indent="0"/>
            <a:endParaRPr lang="fr-FR" sz="2400" b="0">
              <a:solidFill>
                <a:schemeClr val="tx1"/>
              </a:solidFill>
            </a:endParaRPr>
          </a:p>
          <a:p>
            <a:pPr marL="342900" indent="-342900">
              <a:buChar char="•"/>
            </a:pPr>
            <a:r>
              <a:rPr lang="fr-FR" sz="2400" b="0">
                <a:solidFill>
                  <a:schemeClr val="tx1"/>
                </a:solidFill>
              </a:rPr>
              <a:t>Souvent utilisées dans les systèmes de recommandation : autre article similaire à une précédente commande,...</a:t>
            </a:r>
          </a:p>
          <a:p>
            <a:pPr marL="342900" indent="-342900">
              <a:buChar char="•"/>
            </a:pPr>
            <a:r>
              <a:rPr lang="fr-FR" sz="2400" b="0">
                <a:solidFill>
                  <a:schemeClr val="tx1"/>
                </a:solidFill>
              </a:rPr>
              <a:t>les réseaux sociaux : relations d'amitié et amis communs</a:t>
            </a:r>
          </a:p>
          <a:p>
            <a:pPr marL="342900" indent="-342900">
              <a:buChar char="•"/>
            </a:pPr>
            <a:r>
              <a:rPr lang="fr-FR" sz="2400" b="0">
                <a:solidFill>
                  <a:schemeClr val="tx1"/>
                </a:solidFill>
              </a:rPr>
              <a:t>relations complexes entre les données.</a:t>
            </a:r>
            <a:endParaRPr lang="fr-FR">
              <a:solidFill>
                <a:schemeClr val="tx1"/>
              </a:solidFill>
            </a:endParaRPr>
          </a:p>
          <a:p>
            <a:pPr marL="0" indent="0">
              <a:buClr>
                <a:srgbClr val="000000"/>
              </a:buClr>
            </a:pPr>
            <a:endParaRPr lang="fr-FR" sz="2400">
              <a:solidFill>
                <a:schemeClr val="tx1"/>
              </a:solidFill>
            </a:endParaRPr>
          </a:p>
          <a:p>
            <a:pPr marL="342900" lvl="1"/>
            <a:endParaRPr lang="fr-FR" sz="2400" b="1">
              <a:solidFill>
                <a:schemeClr val="tx1"/>
              </a:solidFill>
            </a:endParaRPr>
          </a:p>
        </p:txBody>
      </p:sp>
    </p:spTree>
    <p:extLst>
      <p:ext uri="{BB962C8B-B14F-4D97-AF65-F5344CB8AC3E}">
        <p14:creationId xmlns:p14="http://schemas.microsoft.com/office/powerpoint/2010/main" val="36917514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30">
          <a:extLst>
            <a:ext uri="{FF2B5EF4-FFF2-40B4-BE49-F238E27FC236}">
              <a16:creationId xmlns:a16="http://schemas.microsoft.com/office/drawing/2014/main" id="{AC5216ED-5620-F80C-25AF-8C12564415B2}"/>
            </a:ext>
          </a:extLst>
        </p:cNvPr>
        <p:cNvGrpSpPr/>
        <p:nvPr/>
      </p:nvGrpSpPr>
      <p:grpSpPr>
        <a:xfrm>
          <a:off x="0" y="0"/>
          <a:ext cx="0" cy="0"/>
          <a:chOff x="0" y="0"/>
          <a:chExt cx="0" cy="0"/>
        </a:xfrm>
      </p:grpSpPr>
      <p:sp>
        <p:nvSpPr>
          <p:cNvPr id="831" name="Google Shape;831;p106">
            <a:extLst>
              <a:ext uri="{FF2B5EF4-FFF2-40B4-BE49-F238E27FC236}">
                <a16:creationId xmlns:a16="http://schemas.microsoft.com/office/drawing/2014/main" id="{D34EE208-1EB2-0918-BEAC-802D1F273B04}"/>
              </a:ext>
            </a:extLst>
          </p:cNvPr>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GRAPHE</a:t>
            </a:r>
          </a:p>
        </p:txBody>
      </p:sp>
      <p:sp>
        <p:nvSpPr>
          <p:cNvPr id="832" name="Google Shape;832;p106">
            <a:extLst>
              <a:ext uri="{FF2B5EF4-FFF2-40B4-BE49-F238E27FC236}">
                <a16:creationId xmlns:a16="http://schemas.microsoft.com/office/drawing/2014/main" id="{BED56DDF-2F6F-7DD0-CD20-D59C854EBD9A}"/>
              </a:ext>
            </a:extLst>
          </p:cNvPr>
          <p:cNvSpPr txBox="1">
            <a:spLocks noGrp="1"/>
          </p:cNvSpPr>
          <p:nvPr>
            <p:ph type="body" idx="1"/>
          </p:nvPr>
        </p:nvSpPr>
        <p:spPr>
          <a:xfrm>
            <a:off x="375119" y="1523867"/>
            <a:ext cx="8261537" cy="5156666"/>
          </a:xfrm>
          <a:prstGeom prst="rect">
            <a:avLst/>
          </a:prstGeom>
          <a:noFill/>
          <a:ln>
            <a:noFill/>
          </a:ln>
        </p:spPr>
        <p:txBody>
          <a:bodyPr spcFirstLastPara="1" wrap="square" lIns="91425" tIns="45700" rIns="91425" bIns="45700" anchor="t" anchorCtr="0">
            <a:normAutofit/>
          </a:bodyPr>
          <a:lstStyle/>
          <a:p>
            <a:pPr marL="0" indent="0"/>
            <a:r>
              <a:rPr lang="fr-FR" sz="2400" b="0">
                <a:solidFill>
                  <a:schemeClr val="tx1"/>
                </a:solidFill>
              </a:rPr>
              <a:t>Contrairement au modèle relationnel, on ne parle pas ici de tables pour définir les entités ni de jointure pour les relations.</a:t>
            </a:r>
          </a:p>
          <a:p>
            <a:pPr marL="0" indent="0"/>
            <a:endParaRPr lang="fr-FR" sz="2400" b="0">
              <a:solidFill>
                <a:schemeClr val="tx1"/>
              </a:solidFill>
            </a:endParaRPr>
          </a:p>
          <a:p>
            <a:pPr marL="342900" indent="-342900">
              <a:buChar char="•"/>
            </a:pPr>
            <a:r>
              <a:rPr lang="fr-FR" sz="2400" b="0">
                <a:solidFill>
                  <a:schemeClr val="tx1"/>
                </a:solidFill>
              </a:rPr>
              <a:t>Les entités sont représentées par des </a:t>
            </a:r>
            <a:r>
              <a:rPr lang="fr-FR" sz="2400">
                <a:solidFill>
                  <a:schemeClr val="tx1"/>
                </a:solidFill>
              </a:rPr>
              <a:t>nœuds </a:t>
            </a:r>
            <a:r>
              <a:rPr lang="fr-FR" sz="2400" b="0">
                <a:solidFill>
                  <a:schemeClr val="tx1"/>
                </a:solidFill>
              </a:rPr>
              <a:t>et elles sont reliées par des </a:t>
            </a:r>
            <a:r>
              <a:rPr lang="fr-FR" sz="2400">
                <a:solidFill>
                  <a:schemeClr val="tx1"/>
                </a:solidFill>
              </a:rPr>
              <a:t>arêtes </a:t>
            </a:r>
            <a:r>
              <a:rPr lang="fr-FR" sz="2400" b="0">
                <a:solidFill>
                  <a:schemeClr val="tx1"/>
                </a:solidFill>
              </a:rPr>
              <a:t>(les arêtes correspondent aux relations entre les données);</a:t>
            </a:r>
            <a:endParaRPr lang="fr-FR" sz="2400">
              <a:solidFill>
                <a:schemeClr val="tx1"/>
              </a:solidFill>
            </a:endParaRPr>
          </a:p>
          <a:p>
            <a:pPr marL="0" indent="0">
              <a:buClr>
                <a:srgbClr val="000000"/>
              </a:buClr>
            </a:pPr>
            <a:endParaRPr lang="fr-FR" sz="2400">
              <a:solidFill>
                <a:schemeClr val="tx1"/>
              </a:solidFill>
            </a:endParaRPr>
          </a:p>
          <a:p>
            <a:pPr marL="342900" lvl="1"/>
            <a:r>
              <a:rPr lang="fr-FR" sz="2400">
                <a:solidFill>
                  <a:schemeClr val="tx1"/>
                </a:solidFill>
              </a:rPr>
              <a:t>Langage spécifique (</a:t>
            </a:r>
            <a:r>
              <a:rPr lang="fr-FR" sz="2400" err="1">
                <a:solidFill>
                  <a:schemeClr val="tx1"/>
                </a:solidFill>
              </a:rPr>
              <a:t>Cypher</a:t>
            </a:r>
            <a:r>
              <a:rPr lang="fr-FR" sz="2400">
                <a:solidFill>
                  <a:schemeClr val="tx1"/>
                </a:solidFill>
              </a:rPr>
              <a:t> / </a:t>
            </a:r>
            <a:r>
              <a:rPr lang="fr-FR" sz="2400" err="1">
                <a:solidFill>
                  <a:schemeClr val="tx1"/>
                </a:solidFill>
              </a:rPr>
              <a:t>Gremlin</a:t>
            </a:r>
            <a:r>
              <a:rPr lang="fr-FR" sz="2400">
                <a:solidFill>
                  <a:schemeClr val="tx1"/>
                </a:solidFill>
              </a:rPr>
              <a:t>) pour requêter.</a:t>
            </a:r>
          </a:p>
        </p:txBody>
      </p:sp>
    </p:spTree>
    <p:extLst>
      <p:ext uri="{BB962C8B-B14F-4D97-AF65-F5344CB8AC3E}">
        <p14:creationId xmlns:p14="http://schemas.microsoft.com/office/powerpoint/2010/main" val="36903626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30">
          <a:extLst>
            <a:ext uri="{FF2B5EF4-FFF2-40B4-BE49-F238E27FC236}">
              <a16:creationId xmlns:a16="http://schemas.microsoft.com/office/drawing/2014/main" id="{7A3CCBE9-C3DD-323A-3479-3F9E7E8EC3D1}"/>
            </a:ext>
          </a:extLst>
        </p:cNvPr>
        <p:cNvGrpSpPr/>
        <p:nvPr/>
      </p:nvGrpSpPr>
      <p:grpSpPr>
        <a:xfrm>
          <a:off x="0" y="0"/>
          <a:ext cx="0" cy="0"/>
          <a:chOff x="0" y="0"/>
          <a:chExt cx="0" cy="0"/>
        </a:xfrm>
      </p:grpSpPr>
      <p:sp>
        <p:nvSpPr>
          <p:cNvPr id="831" name="Google Shape;831;p106">
            <a:extLst>
              <a:ext uri="{FF2B5EF4-FFF2-40B4-BE49-F238E27FC236}">
                <a16:creationId xmlns:a16="http://schemas.microsoft.com/office/drawing/2014/main" id="{7B03461E-7454-349B-2AB4-33F8D26C5356}"/>
              </a:ext>
            </a:extLst>
          </p:cNvPr>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GRAPHE</a:t>
            </a:r>
          </a:p>
        </p:txBody>
      </p:sp>
      <p:sp>
        <p:nvSpPr>
          <p:cNvPr id="832" name="Google Shape;832;p106">
            <a:extLst>
              <a:ext uri="{FF2B5EF4-FFF2-40B4-BE49-F238E27FC236}">
                <a16:creationId xmlns:a16="http://schemas.microsoft.com/office/drawing/2014/main" id="{83BACA2C-7036-AA47-2DFF-6E1243AE4E16}"/>
              </a:ext>
            </a:extLst>
          </p:cNvPr>
          <p:cNvSpPr txBox="1">
            <a:spLocks noGrp="1"/>
          </p:cNvSpPr>
          <p:nvPr>
            <p:ph type="body" idx="1"/>
          </p:nvPr>
        </p:nvSpPr>
        <p:spPr>
          <a:xfrm>
            <a:off x="375119" y="1523867"/>
            <a:ext cx="8261537" cy="5156666"/>
          </a:xfrm>
          <a:prstGeom prst="rect">
            <a:avLst/>
          </a:prstGeom>
          <a:noFill/>
          <a:ln>
            <a:noFill/>
          </a:ln>
        </p:spPr>
        <p:txBody>
          <a:bodyPr spcFirstLastPara="1" wrap="square" lIns="91425" tIns="45700" rIns="91425" bIns="45700" anchor="t" anchorCtr="0">
            <a:normAutofit/>
          </a:bodyPr>
          <a:lstStyle/>
          <a:p>
            <a:pPr marL="0" indent="0"/>
            <a:endParaRPr lang="fr-FR" sz="2400">
              <a:solidFill>
                <a:schemeClr val="tx1"/>
              </a:solidFill>
            </a:endParaRPr>
          </a:p>
        </p:txBody>
      </p:sp>
      <p:pic>
        <p:nvPicPr>
          <p:cNvPr id="2" name="Image 1" descr="Amazon Neptune - A Graph Database - Dominic KUMAR's blog">
            <a:extLst>
              <a:ext uri="{FF2B5EF4-FFF2-40B4-BE49-F238E27FC236}">
                <a16:creationId xmlns:a16="http://schemas.microsoft.com/office/drawing/2014/main" id="{1E298B67-C78B-0767-967A-1FCD3CCC2E27}"/>
              </a:ext>
            </a:extLst>
          </p:cNvPr>
          <p:cNvPicPr>
            <a:picLocks noChangeAspect="1"/>
          </p:cNvPicPr>
          <p:nvPr/>
        </p:nvPicPr>
        <p:blipFill>
          <a:blip r:embed="rId3"/>
          <a:stretch>
            <a:fillRect/>
          </a:stretch>
        </p:blipFill>
        <p:spPr>
          <a:xfrm>
            <a:off x="4685488" y="2015851"/>
            <a:ext cx="4186873" cy="2811918"/>
          </a:xfrm>
          <a:prstGeom prst="rect">
            <a:avLst/>
          </a:prstGeom>
        </p:spPr>
      </p:pic>
      <p:pic>
        <p:nvPicPr>
          <p:cNvPr id="3" name="Image 2" descr="Neo4j — Wikipédia">
            <a:extLst>
              <a:ext uri="{FF2B5EF4-FFF2-40B4-BE49-F238E27FC236}">
                <a16:creationId xmlns:a16="http://schemas.microsoft.com/office/drawing/2014/main" id="{EF1B39F1-260A-11C6-C726-577334CC6DFC}"/>
              </a:ext>
            </a:extLst>
          </p:cNvPr>
          <p:cNvPicPr>
            <a:picLocks noChangeAspect="1"/>
          </p:cNvPicPr>
          <p:nvPr/>
        </p:nvPicPr>
        <p:blipFill>
          <a:blip r:embed="rId4"/>
          <a:stretch>
            <a:fillRect/>
          </a:stretch>
        </p:blipFill>
        <p:spPr>
          <a:xfrm>
            <a:off x="612415" y="2333761"/>
            <a:ext cx="3577206" cy="1356592"/>
          </a:xfrm>
          <a:prstGeom prst="rect">
            <a:avLst/>
          </a:prstGeom>
        </p:spPr>
      </p:pic>
      <p:pic>
        <p:nvPicPr>
          <p:cNvPr id="4" name="Image 3" descr="Dgraph Rises to the Top Graph Database on GitHub With 11 G2 Badges and 11M  Downloads | Business Wire">
            <a:extLst>
              <a:ext uri="{FF2B5EF4-FFF2-40B4-BE49-F238E27FC236}">
                <a16:creationId xmlns:a16="http://schemas.microsoft.com/office/drawing/2014/main" id="{BFBB116F-C308-BFB4-EF91-8E8BA767CAD4}"/>
              </a:ext>
            </a:extLst>
          </p:cNvPr>
          <p:cNvPicPr>
            <a:picLocks noChangeAspect="1"/>
          </p:cNvPicPr>
          <p:nvPr/>
        </p:nvPicPr>
        <p:blipFill>
          <a:blip r:embed="rId5"/>
          <a:stretch>
            <a:fillRect/>
          </a:stretch>
        </p:blipFill>
        <p:spPr>
          <a:xfrm>
            <a:off x="1288211" y="4696414"/>
            <a:ext cx="2743200" cy="1433322"/>
          </a:xfrm>
          <a:prstGeom prst="rect">
            <a:avLst/>
          </a:prstGeom>
        </p:spPr>
      </p:pic>
    </p:spTree>
    <p:extLst>
      <p:ext uri="{BB962C8B-B14F-4D97-AF65-F5344CB8AC3E}">
        <p14:creationId xmlns:p14="http://schemas.microsoft.com/office/powerpoint/2010/main" val="2790357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30">
          <a:extLst>
            <a:ext uri="{FF2B5EF4-FFF2-40B4-BE49-F238E27FC236}">
              <a16:creationId xmlns:a16="http://schemas.microsoft.com/office/drawing/2014/main" id="{27499904-273A-84E7-786C-0778F7CECA9B}"/>
            </a:ext>
          </a:extLst>
        </p:cNvPr>
        <p:cNvGrpSpPr/>
        <p:nvPr/>
      </p:nvGrpSpPr>
      <p:grpSpPr>
        <a:xfrm>
          <a:off x="0" y="0"/>
          <a:ext cx="0" cy="0"/>
          <a:chOff x="0" y="0"/>
          <a:chExt cx="0" cy="0"/>
        </a:xfrm>
      </p:grpSpPr>
      <p:sp>
        <p:nvSpPr>
          <p:cNvPr id="831" name="Google Shape;831;p106">
            <a:extLst>
              <a:ext uri="{FF2B5EF4-FFF2-40B4-BE49-F238E27FC236}">
                <a16:creationId xmlns:a16="http://schemas.microsoft.com/office/drawing/2014/main" id="{A6C52185-F8A2-875B-0ED9-3916FFCA60AE}"/>
              </a:ext>
            </a:extLst>
          </p:cNvPr>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GRAPHE</a:t>
            </a:r>
          </a:p>
        </p:txBody>
      </p:sp>
      <p:pic>
        <p:nvPicPr>
          <p:cNvPr id="4" name="Image 3" descr="Amazon Web Services' newest database, Amazon Neptune, is now generally  available – GeekWire">
            <a:extLst>
              <a:ext uri="{FF2B5EF4-FFF2-40B4-BE49-F238E27FC236}">
                <a16:creationId xmlns:a16="http://schemas.microsoft.com/office/drawing/2014/main" id="{620948D9-0CA3-B943-8A53-547B36D47597}"/>
              </a:ext>
            </a:extLst>
          </p:cNvPr>
          <p:cNvPicPr>
            <a:picLocks noChangeAspect="1"/>
          </p:cNvPicPr>
          <p:nvPr/>
        </p:nvPicPr>
        <p:blipFill>
          <a:blip r:embed="rId3"/>
          <a:stretch>
            <a:fillRect/>
          </a:stretch>
        </p:blipFill>
        <p:spPr>
          <a:xfrm>
            <a:off x="2071688" y="1823085"/>
            <a:ext cx="5486400" cy="4026217"/>
          </a:xfrm>
          <a:prstGeom prst="rect">
            <a:avLst/>
          </a:prstGeom>
        </p:spPr>
      </p:pic>
    </p:spTree>
    <p:extLst>
      <p:ext uri="{BB962C8B-B14F-4D97-AF65-F5344CB8AC3E}">
        <p14:creationId xmlns:p14="http://schemas.microsoft.com/office/powerpoint/2010/main" val="28339862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3"/>
          <p:cNvSpPr txBox="1">
            <a:spLocks noGrp="1"/>
          </p:cNvSpPr>
          <p:nvPr>
            <p:ph type="title"/>
          </p:nvPr>
        </p:nvSpPr>
        <p:spPr>
          <a:xfrm>
            <a:off x="76200" y="930375"/>
            <a:ext cx="8542675" cy="615598"/>
          </a:xfrm>
          <a:prstGeom prst="rect">
            <a:avLst/>
          </a:prstGeom>
          <a:noFill/>
          <a:ln>
            <a:noFill/>
          </a:ln>
        </p:spPr>
        <p:txBody>
          <a:bodyPr spcFirstLastPara="1" wrap="square" lIns="91425" tIns="45700" rIns="91425" bIns="45700" anchor="b" anchorCtr="0">
            <a:normAutofit fontScale="90000"/>
          </a:bodyPr>
          <a:lstStyle/>
          <a:p>
            <a:r>
              <a:rPr lang="fr-FR">
                <a:solidFill>
                  <a:srgbClr val="7030A0"/>
                </a:solidFill>
              </a:rPr>
              <a:t>EXERCICE – </a:t>
            </a:r>
            <a:r>
              <a:rPr lang="fr-FR">
                <a:solidFill>
                  <a:schemeClr val="tx1"/>
                </a:solidFill>
              </a:rPr>
              <a:t>MANIPULER NEO4J AURA</a:t>
            </a:r>
          </a:p>
          <a:p>
            <a:pPr marL="0" lvl="0" indent="0" algn="l">
              <a:spcBef>
                <a:spcPts val="0"/>
              </a:spcBef>
              <a:spcAft>
                <a:spcPts val="0"/>
              </a:spcAft>
              <a:buFont typeface="Arial Black"/>
              <a:buNone/>
            </a:pPr>
            <a:endParaRPr lang="fr-FR">
              <a:solidFill>
                <a:schemeClr val="accent5"/>
              </a:solidFill>
            </a:endParaRPr>
          </a:p>
        </p:txBody>
      </p:sp>
      <p:sp>
        <p:nvSpPr>
          <p:cNvPr id="198" name="Google Shape;198;p13"/>
          <p:cNvSpPr txBox="1">
            <a:spLocks noGrp="1"/>
          </p:cNvSpPr>
          <p:nvPr>
            <p:ph type="body" idx="1"/>
          </p:nvPr>
        </p:nvSpPr>
        <p:spPr>
          <a:xfrm>
            <a:off x="238944" y="1384417"/>
            <a:ext cx="8590471" cy="3535707"/>
          </a:xfrm>
          <a:prstGeom prst="rect">
            <a:avLst/>
          </a:prstGeom>
          <a:solidFill>
            <a:schemeClr val="accent4">
              <a:lumMod val="20000"/>
              <a:lumOff val="80000"/>
            </a:schemeClr>
          </a:solidFill>
          <a:ln>
            <a:noFill/>
          </a:ln>
        </p:spPr>
        <p:txBody>
          <a:bodyPr spcFirstLastPara="1" wrap="square" lIns="91425" tIns="45700" rIns="91425" bIns="45700" anchor="t" anchorCtr="0">
            <a:normAutofit/>
          </a:bodyPr>
          <a:lstStyle/>
          <a:p>
            <a:pPr marL="0" indent="0">
              <a:spcBef>
                <a:spcPts val="0"/>
              </a:spcBef>
            </a:pPr>
            <a:r>
              <a:rPr lang="fr-FR"/>
              <a:t>Durée de l'exercice : 1h</a:t>
            </a:r>
            <a:endParaRPr lang="fr-FR" sz="1800" b="0"/>
          </a:p>
          <a:p>
            <a:pPr marL="0" indent="0">
              <a:spcBef>
                <a:spcPts val="0"/>
              </a:spcBef>
            </a:pPr>
            <a:endParaRPr lang="fr-FR"/>
          </a:p>
          <a:p>
            <a:pPr marL="342900" indent="-342900">
              <a:spcBef>
                <a:spcPts val="0"/>
              </a:spcBef>
              <a:buFont typeface="Calibri"/>
              <a:buChar char="-"/>
            </a:pPr>
            <a:r>
              <a:rPr lang="fr-FR" b="0"/>
              <a:t>Rendez-vous sur le site officiel Neo4j. Créez un compte gratuit et une instance. </a:t>
            </a:r>
          </a:p>
          <a:p>
            <a:pPr marL="342900" indent="-342900">
              <a:spcBef>
                <a:spcPts val="0"/>
              </a:spcBef>
              <a:buFont typeface="Calibri"/>
              <a:buChar char="-"/>
            </a:pPr>
            <a:r>
              <a:rPr lang="fr-FR" b="0"/>
              <a:t>Regardez la vidéo explicative Neo4j Aura puis réalisez les exercices proposés :</a:t>
            </a:r>
            <a:endParaRPr lang="fr-FR"/>
          </a:p>
          <a:p>
            <a:pPr marL="342900" indent="-342900">
              <a:spcBef>
                <a:spcPts val="1000"/>
              </a:spcBef>
              <a:buSzPts val="2000"/>
              <a:buFont typeface="Calibri"/>
              <a:buChar char="-"/>
            </a:pPr>
            <a:endParaRPr lang="fr-FR" sz="1800" b="0"/>
          </a:p>
        </p:txBody>
      </p:sp>
      <p:pic>
        <p:nvPicPr>
          <p:cNvPr id="2" name="Image 1" descr="Une image contenant texte, capture d’écran, Police, Marque&#10;&#10;Description générée automatiquement">
            <a:extLst>
              <a:ext uri="{FF2B5EF4-FFF2-40B4-BE49-F238E27FC236}">
                <a16:creationId xmlns:a16="http://schemas.microsoft.com/office/drawing/2014/main" id="{B18E8CE9-220C-797E-F343-5FC81BE56BAD}"/>
              </a:ext>
            </a:extLst>
          </p:cNvPr>
          <p:cNvPicPr>
            <a:picLocks noChangeAspect="1"/>
          </p:cNvPicPr>
          <p:nvPr/>
        </p:nvPicPr>
        <p:blipFill>
          <a:blip r:embed="rId3"/>
          <a:stretch>
            <a:fillRect/>
          </a:stretch>
        </p:blipFill>
        <p:spPr>
          <a:xfrm>
            <a:off x="1202027" y="3424867"/>
            <a:ext cx="7061917" cy="3421167"/>
          </a:xfrm>
          <a:prstGeom prst="rect">
            <a:avLst/>
          </a:prstGeom>
        </p:spPr>
      </p:pic>
    </p:spTree>
    <p:extLst>
      <p:ext uri="{BB962C8B-B14F-4D97-AF65-F5344CB8AC3E}">
        <p14:creationId xmlns:p14="http://schemas.microsoft.com/office/powerpoint/2010/main" val="13558675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a:spLocks noGrp="1"/>
          </p:cNvSpPr>
          <p:nvPr>
            <p:ph type="title"/>
          </p:nvPr>
        </p:nvSpPr>
        <p:spPr>
          <a:xfrm>
            <a:off x="33867" y="5090"/>
            <a:ext cx="8796865" cy="615600"/>
          </a:xfrm>
          <a:prstGeom prst="rect">
            <a:avLst/>
          </a:prstGeom>
          <a:noFill/>
          <a:ln>
            <a:noFill/>
          </a:ln>
        </p:spPr>
        <p:txBody>
          <a:bodyPr spcFirstLastPara="1" wrap="square" lIns="91425" tIns="45700" rIns="91425" bIns="45700" anchor="b" anchorCtr="0">
            <a:normAutofit fontScale="90000"/>
          </a:bodyPr>
          <a:lstStyle/>
          <a:p>
            <a:pPr>
              <a:buClr>
                <a:schemeClr val="accent5"/>
              </a:buClr>
              <a:buSzPct val="100000"/>
            </a:pPr>
            <a:r>
              <a:rPr lang="fr-FR">
                <a:solidFill>
                  <a:srgbClr val="7030A0"/>
                </a:solidFill>
              </a:rPr>
              <a:t>VOUS VOULEZ EN SAVOIR PLUS ?</a:t>
            </a:r>
          </a:p>
        </p:txBody>
      </p:sp>
      <p:sp>
        <p:nvSpPr>
          <p:cNvPr id="146" name="Google Shape;146;p8"/>
          <p:cNvSpPr txBox="1">
            <a:spLocks noGrp="1"/>
          </p:cNvSpPr>
          <p:nvPr>
            <p:ph type="body" idx="1"/>
          </p:nvPr>
        </p:nvSpPr>
        <p:spPr>
          <a:xfrm>
            <a:off x="448733" y="711621"/>
            <a:ext cx="8363400" cy="6029700"/>
          </a:xfrm>
          <a:prstGeom prst="rect">
            <a:avLst/>
          </a:prstGeom>
          <a:noFill/>
          <a:ln>
            <a:noFill/>
          </a:ln>
        </p:spPr>
        <p:txBody>
          <a:bodyPr spcFirstLastPara="1" wrap="square" lIns="91425" tIns="45700" rIns="91425" bIns="45700" anchor="t" anchorCtr="0">
            <a:normAutofit/>
          </a:bodyPr>
          <a:lstStyle/>
          <a:p>
            <a:pPr marL="0" indent="0">
              <a:spcBef>
                <a:spcPts val="0"/>
              </a:spcBef>
              <a:buSzPts val="2000"/>
            </a:pPr>
            <a:endParaRPr lang="fr-FR"/>
          </a:p>
          <a:p>
            <a:pPr marL="0" indent="0">
              <a:spcBef>
                <a:spcPts val="0"/>
              </a:spcBef>
              <a:buSzPts val="2000"/>
            </a:pPr>
            <a:endParaRPr lang="fr-FR"/>
          </a:p>
          <a:p>
            <a:pPr marL="0" indent="0">
              <a:spcBef>
                <a:spcPts val="0"/>
              </a:spcBef>
            </a:pPr>
            <a:r>
              <a:rPr lang="fr-FR" sz="2800"/>
              <a:t>Intéressez-vous aux ressources disponibles sur le site officiel Neo4j (livre blanc, cas d'usages disponibles....)</a:t>
            </a:r>
            <a:endParaRPr lang="fr-FR"/>
          </a:p>
          <a:p>
            <a:pPr marL="0" indent="0">
              <a:spcBef>
                <a:spcPts val="0"/>
              </a:spcBef>
            </a:pPr>
            <a:endParaRPr lang="fr-FR" sz="2800"/>
          </a:p>
          <a:p>
            <a:pPr marL="0" indent="0">
              <a:spcBef>
                <a:spcPts val="0"/>
              </a:spcBef>
            </a:pPr>
            <a:r>
              <a:rPr lang="fr-FR" sz="2800" b="0"/>
              <a:t>https://neo4j.com/resources/</a:t>
            </a:r>
            <a:endParaRPr lang="fr-FR"/>
          </a:p>
          <a:p>
            <a:pPr marL="0" indent="0">
              <a:spcBef>
                <a:spcPts val="0"/>
              </a:spcBef>
            </a:pPr>
            <a:endParaRPr lang="fr-FR" sz="2800"/>
          </a:p>
          <a:p>
            <a:pPr marL="0" indent="0">
              <a:spcBef>
                <a:spcPts val="0"/>
              </a:spcBef>
              <a:buSzPts val="2000"/>
            </a:pPr>
            <a:endParaRPr lang="fr-FR" sz="2800"/>
          </a:p>
          <a:p>
            <a:pPr marL="0" indent="0">
              <a:spcBef>
                <a:spcPts val="0"/>
              </a:spcBef>
              <a:buSzPts val="2000"/>
            </a:pPr>
            <a:endParaRPr lang="fr-FR" sz="2800"/>
          </a:p>
          <a:p>
            <a:pPr marL="0" indent="0">
              <a:spcBef>
                <a:spcPts val="0"/>
              </a:spcBef>
              <a:buSzPts val="2000"/>
            </a:pPr>
            <a:endParaRPr lang="fr-FR" sz="2800"/>
          </a:p>
        </p:txBody>
      </p:sp>
      <p:pic>
        <p:nvPicPr>
          <p:cNvPr id="3" name="Google Shape;108;p2">
            <a:extLst>
              <a:ext uri="{FF2B5EF4-FFF2-40B4-BE49-F238E27FC236}">
                <a16:creationId xmlns:a16="http://schemas.microsoft.com/office/drawing/2014/main" id="{EA56CF32-3BD4-1240-A29E-9A932B7B87CC}"/>
              </a:ext>
            </a:extLst>
          </p:cNvPr>
          <p:cNvPicPr preferRelativeResize="0"/>
          <p:nvPr/>
        </p:nvPicPr>
        <p:blipFill>
          <a:blip r:embed="rId3">
            <a:alphaModFix/>
          </a:blip>
          <a:stretch>
            <a:fillRect/>
          </a:stretch>
        </p:blipFill>
        <p:spPr>
          <a:xfrm>
            <a:off x="4670250" y="4149000"/>
            <a:ext cx="4294250" cy="2655225"/>
          </a:xfrm>
          <a:prstGeom prst="rect">
            <a:avLst/>
          </a:prstGeom>
          <a:noFill/>
          <a:ln>
            <a:noFill/>
          </a:ln>
        </p:spPr>
      </p:pic>
    </p:spTree>
    <p:extLst>
      <p:ext uri="{BB962C8B-B14F-4D97-AF65-F5344CB8AC3E}">
        <p14:creationId xmlns:p14="http://schemas.microsoft.com/office/powerpoint/2010/main" val="5458342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a:extLst>
            <a:ext uri="{FF2B5EF4-FFF2-40B4-BE49-F238E27FC236}">
              <a16:creationId xmlns:a16="http://schemas.microsoft.com/office/drawing/2014/main" id="{E4D1622A-8370-6F4F-1DCB-E0E4936F9A4E}"/>
            </a:ext>
          </a:extLst>
        </p:cNvPr>
        <p:cNvGrpSpPr/>
        <p:nvPr/>
      </p:nvGrpSpPr>
      <p:grpSpPr>
        <a:xfrm>
          <a:off x="0" y="0"/>
          <a:ext cx="0" cy="0"/>
          <a:chOff x="0" y="0"/>
          <a:chExt cx="0" cy="0"/>
        </a:xfrm>
      </p:grpSpPr>
      <p:sp>
        <p:nvSpPr>
          <p:cNvPr id="99" name="Google Shape;99;p1">
            <a:extLst>
              <a:ext uri="{FF2B5EF4-FFF2-40B4-BE49-F238E27FC236}">
                <a16:creationId xmlns:a16="http://schemas.microsoft.com/office/drawing/2014/main" id="{91EEE252-5C18-BA3E-74A6-E7983E81F857}"/>
              </a:ext>
            </a:extLst>
          </p:cNvPr>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a:t>BDD NOSQL</a:t>
            </a:r>
            <a:endParaRPr lang="fr-FR"/>
          </a:p>
        </p:txBody>
      </p:sp>
      <p:sp>
        <p:nvSpPr>
          <p:cNvPr id="100" name="Google Shape;100;p1">
            <a:extLst>
              <a:ext uri="{FF2B5EF4-FFF2-40B4-BE49-F238E27FC236}">
                <a16:creationId xmlns:a16="http://schemas.microsoft.com/office/drawing/2014/main" id="{AF23C6C0-C69D-EC6F-D770-6E78B4863B98}"/>
              </a:ext>
            </a:extLst>
          </p:cNvPr>
          <p:cNvSpPr txBox="1">
            <a:spLocks noGrp="1"/>
          </p:cNvSpPr>
          <p:nvPr>
            <p:ph type="subTitle" idx="1"/>
          </p:nvPr>
        </p:nvSpPr>
        <p:spPr>
          <a:xfrm>
            <a:off x="-15855" y="3185112"/>
            <a:ext cx="9147690" cy="914400"/>
          </a:xfrm>
          <a:prstGeom prst="rect">
            <a:avLst/>
          </a:prstGeom>
          <a:noFill/>
          <a:ln>
            <a:noFill/>
          </a:ln>
        </p:spPr>
        <p:txBody>
          <a:bodyPr spcFirstLastPara="1" wrap="square" lIns="91425" tIns="45700" rIns="91425" bIns="45700" anchor="t" anchorCtr="0">
            <a:noAutofit/>
          </a:bodyPr>
          <a:lstStyle/>
          <a:p>
            <a:pPr marL="0" indent="0" algn="ctr"/>
            <a:r>
              <a:rPr lang="fr-FR" sz="4800">
                <a:solidFill>
                  <a:srgbClr val="7030A0"/>
                </a:solidFill>
                <a:cs typeface="Arial"/>
              </a:rPr>
              <a:t>ORIENTÉES COLONNES</a:t>
            </a:r>
          </a:p>
          <a:p>
            <a:pPr marL="0" indent="0" algn="ctr">
              <a:spcBef>
                <a:spcPts val="0"/>
              </a:spcBef>
            </a:pPr>
            <a:endParaRPr lang="fr-FR" sz="2400">
              <a:solidFill>
                <a:srgbClr val="7030A0"/>
              </a:solidFill>
            </a:endParaRPr>
          </a:p>
          <a:p>
            <a:pPr marL="0" indent="0" algn="ctr">
              <a:spcBef>
                <a:spcPts val="0"/>
              </a:spcBef>
            </a:pPr>
            <a:endParaRPr lang="fr-FR" sz="2400">
              <a:solidFill>
                <a:srgbClr val="7030A0"/>
              </a:solidFill>
            </a:endParaRPr>
          </a:p>
        </p:txBody>
      </p:sp>
    </p:spTree>
    <p:extLst>
      <p:ext uri="{BB962C8B-B14F-4D97-AF65-F5344CB8AC3E}">
        <p14:creationId xmlns:p14="http://schemas.microsoft.com/office/powerpoint/2010/main" val="32226957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06"/>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COLONNE</a:t>
            </a:r>
          </a:p>
        </p:txBody>
      </p:sp>
      <p:sp>
        <p:nvSpPr>
          <p:cNvPr id="832" name="Google Shape;832;p106"/>
          <p:cNvSpPr txBox="1">
            <a:spLocks noGrp="1"/>
          </p:cNvSpPr>
          <p:nvPr>
            <p:ph type="body" idx="1"/>
          </p:nvPr>
        </p:nvSpPr>
        <p:spPr>
          <a:xfrm>
            <a:off x="375119" y="1180967"/>
            <a:ext cx="8261537" cy="5156666"/>
          </a:xfrm>
          <a:prstGeom prst="rect">
            <a:avLst/>
          </a:prstGeom>
          <a:noFill/>
          <a:ln>
            <a:noFill/>
          </a:ln>
        </p:spPr>
        <p:txBody>
          <a:bodyPr spcFirstLastPara="1" wrap="square" lIns="91425" tIns="45700" rIns="91425" bIns="45700" anchor="t" anchorCtr="0">
            <a:normAutofit/>
          </a:bodyPr>
          <a:lstStyle/>
          <a:p>
            <a:pPr marL="0" indent="0"/>
            <a:endParaRPr lang="fr-FR" sz="2400"/>
          </a:p>
          <a:p>
            <a:pPr marL="0" indent="0"/>
            <a:r>
              <a:rPr lang="fr-FR" sz="1800" b="0" dirty="0">
                <a:solidFill>
                  <a:srgbClr val="000000"/>
                </a:solidFill>
              </a:rPr>
              <a:t>Organise les données en colonnes plutôt qu'en lignes, ce qui permet une récupération plus rapide de données.</a:t>
            </a:r>
            <a:endParaRPr lang="fr-FR" sz="1800" b="0"/>
          </a:p>
          <a:p>
            <a:pPr marL="0" indent="0"/>
            <a:r>
              <a:rPr lang="fr-FR" sz="1800" b="0" dirty="0">
                <a:solidFill>
                  <a:srgbClr val="000000"/>
                </a:solidFill>
              </a:rPr>
              <a:t>Interrogation  des bases à travers des langages spécifiques. CQL pour Cassandra, HQL (via </a:t>
            </a:r>
            <a:r>
              <a:rPr lang="fr-FR" sz="1800" b="0" dirty="0" err="1">
                <a:solidFill>
                  <a:srgbClr val="000000"/>
                </a:solidFill>
              </a:rPr>
              <a:t>Hive</a:t>
            </a:r>
            <a:r>
              <a:rPr lang="fr-FR" sz="1800" b="0" dirty="0">
                <a:solidFill>
                  <a:srgbClr val="000000"/>
                </a:solidFill>
              </a:rPr>
              <a:t>) pour HBASE par exemple.</a:t>
            </a:r>
          </a:p>
        </p:txBody>
      </p:sp>
      <p:pic>
        <p:nvPicPr>
          <p:cNvPr id="2" name="Image 1" descr="Google Cloud BigTable: Petabyte Scale NoSQL Database | by Suraj Mishra |  Analytics Vidhya | Medium">
            <a:extLst>
              <a:ext uri="{FF2B5EF4-FFF2-40B4-BE49-F238E27FC236}">
                <a16:creationId xmlns:a16="http://schemas.microsoft.com/office/drawing/2014/main" id="{37DA6541-0316-74F6-B828-A35A1F509123}"/>
              </a:ext>
            </a:extLst>
          </p:cNvPr>
          <p:cNvPicPr>
            <a:picLocks noChangeAspect="1"/>
          </p:cNvPicPr>
          <p:nvPr/>
        </p:nvPicPr>
        <p:blipFill>
          <a:blip r:embed="rId3"/>
          <a:stretch>
            <a:fillRect/>
          </a:stretch>
        </p:blipFill>
        <p:spPr>
          <a:xfrm>
            <a:off x="4857751" y="2807767"/>
            <a:ext cx="3914773" cy="1728239"/>
          </a:xfrm>
          <a:prstGeom prst="rect">
            <a:avLst/>
          </a:prstGeom>
        </p:spPr>
      </p:pic>
      <p:pic>
        <p:nvPicPr>
          <p:cNvPr id="3" name="Image 2" descr="Cassandra (base de données) — Wikipédia">
            <a:extLst>
              <a:ext uri="{FF2B5EF4-FFF2-40B4-BE49-F238E27FC236}">
                <a16:creationId xmlns:a16="http://schemas.microsoft.com/office/drawing/2014/main" id="{89E05326-BCAD-987E-5BC6-497570AAF6F2}"/>
              </a:ext>
            </a:extLst>
          </p:cNvPr>
          <p:cNvPicPr>
            <a:picLocks noChangeAspect="1"/>
          </p:cNvPicPr>
          <p:nvPr/>
        </p:nvPicPr>
        <p:blipFill>
          <a:blip r:embed="rId4"/>
          <a:stretch>
            <a:fillRect/>
          </a:stretch>
        </p:blipFill>
        <p:spPr>
          <a:xfrm>
            <a:off x="914400" y="3181541"/>
            <a:ext cx="2743200" cy="1837944"/>
          </a:xfrm>
          <a:prstGeom prst="rect">
            <a:avLst/>
          </a:prstGeom>
        </p:spPr>
      </p:pic>
      <p:pic>
        <p:nvPicPr>
          <p:cNvPr id="4" name="Image 3" descr="Apache HBase : la base NoSQL sur Hadoop | Blent.ai">
            <a:extLst>
              <a:ext uri="{FF2B5EF4-FFF2-40B4-BE49-F238E27FC236}">
                <a16:creationId xmlns:a16="http://schemas.microsoft.com/office/drawing/2014/main" id="{4B81C333-56F8-D530-4DB5-C40C5D66711C}"/>
              </a:ext>
            </a:extLst>
          </p:cNvPr>
          <p:cNvPicPr>
            <a:picLocks noChangeAspect="1"/>
          </p:cNvPicPr>
          <p:nvPr/>
        </p:nvPicPr>
        <p:blipFill>
          <a:blip r:embed="rId5"/>
          <a:stretch>
            <a:fillRect/>
          </a:stretch>
        </p:blipFill>
        <p:spPr>
          <a:xfrm>
            <a:off x="5443538" y="4689323"/>
            <a:ext cx="2743199" cy="1994203"/>
          </a:xfrm>
          <a:prstGeom prst="rect">
            <a:avLst/>
          </a:prstGeom>
        </p:spPr>
      </p:pic>
    </p:spTree>
    <p:extLst>
      <p:ext uri="{BB962C8B-B14F-4D97-AF65-F5344CB8AC3E}">
        <p14:creationId xmlns:p14="http://schemas.microsoft.com/office/powerpoint/2010/main" val="35866478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30">
          <a:extLst>
            <a:ext uri="{FF2B5EF4-FFF2-40B4-BE49-F238E27FC236}">
              <a16:creationId xmlns:a16="http://schemas.microsoft.com/office/drawing/2014/main" id="{ABDBA14F-F758-7C08-C581-15B390FEF301}"/>
            </a:ext>
          </a:extLst>
        </p:cNvPr>
        <p:cNvGrpSpPr/>
        <p:nvPr/>
      </p:nvGrpSpPr>
      <p:grpSpPr>
        <a:xfrm>
          <a:off x="0" y="0"/>
          <a:ext cx="0" cy="0"/>
          <a:chOff x="0" y="0"/>
          <a:chExt cx="0" cy="0"/>
        </a:xfrm>
      </p:grpSpPr>
      <p:sp>
        <p:nvSpPr>
          <p:cNvPr id="831" name="Google Shape;831;p106">
            <a:extLst>
              <a:ext uri="{FF2B5EF4-FFF2-40B4-BE49-F238E27FC236}">
                <a16:creationId xmlns:a16="http://schemas.microsoft.com/office/drawing/2014/main" id="{24CCFA1D-B175-6712-009C-14EF88677339}"/>
              </a:ext>
            </a:extLst>
          </p:cNvPr>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COLONNE</a:t>
            </a:r>
          </a:p>
        </p:txBody>
      </p:sp>
      <p:pic>
        <p:nvPicPr>
          <p:cNvPr id="8" name="Image 7" descr="A standard column family in Cassandra">
            <a:extLst>
              <a:ext uri="{FF2B5EF4-FFF2-40B4-BE49-F238E27FC236}">
                <a16:creationId xmlns:a16="http://schemas.microsoft.com/office/drawing/2014/main" id="{45505CA9-932C-335B-C246-53B27A74C844}"/>
              </a:ext>
            </a:extLst>
          </p:cNvPr>
          <p:cNvPicPr>
            <a:picLocks noChangeAspect="1"/>
          </p:cNvPicPr>
          <p:nvPr/>
        </p:nvPicPr>
        <p:blipFill>
          <a:blip r:embed="rId3"/>
          <a:stretch>
            <a:fillRect/>
          </a:stretch>
        </p:blipFill>
        <p:spPr>
          <a:xfrm>
            <a:off x="624626" y="1864282"/>
            <a:ext cx="7358129" cy="2968449"/>
          </a:xfrm>
          <a:prstGeom prst="rect">
            <a:avLst/>
          </a:prstGeom>
        </p:spPr>
      </p:pic>
    </p:spTree>
    <p:extLst>
      <p:ext uri="{BB962C8B-B14F-4D97-AF65-F5344CB8AC3E}">
        <p14:creationId xmlns:p14="http://schemas.microsoft.com/office/powerpoint/2010/main" val="30649740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30">
          <a:extLst>
            <a:ext uri="{FF2B5EF4-FFF2-40B4-BE49-F238E27FC236}">
              <a16:creationId xmlns:a16="http://schemas.microsoft.com/office/drawing/2014/main" id="{A89FBA13-6D71-A91C-3CF2-9BC87B0438FC}"/>
            </a:ext>
          </a:extLst>
        </p:cNvPr>
        <p:cNvGrpSpPr/>
        <p:nvPr/>
      </p:nvGrpSpPr>
      <p:grpSpPr>
        <a:xfrm>
          <a:off x="0" y="0"/>
          <a:ext cx="0" cy="0"/>
          <a:chOff x="0" y="0"/>
          <a:chExt cx="0" cy="0"/>
        </a:xfrm>
      </p:grpSpPr>
      <p:sp>
        <p:nvSpPr>
          <p:cNvPr id="831" name="Google Shape;831;p106">
            <a:extLst>
              <a:ext uri="{FF2B5EF4-FFF2-40B4-BE49-F238E27FC236}">
                <a16:creationId xmlns:a16="http://schemas.microsoft.com/office/drawing/2014/main" id="{996C758F-C76B-59C5-30ED-BB30E7ED4B0C}"/>
              </a:ext>
            </a:extLst>
          </p:cNvPr>
          <p:cNvSpPr txBox="1">
            <a:spLocks noGrp="1"/>
          </p:cNvSpPr>
          <p:nvPr>
            <p:ph type="title"/>
          </p:nvPr>
        </p:nvSpPr>
        <p:spPr>
          <a:xfrm>
            <a:off x="108488" y="152210"/>
            <a:ext cx="8147248" cy="958312"/>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MODÈLE DE DONNÉES</a:t>
            </a:r>
            <a:r>
              <a:rPr lang="fr-FR">
                <a:solidFill>
                  <a:srgbClr val="7030A0"/>
                </a:solidFill>
              </a:rPr>
              <a:t> NOSQL : </a:t>
            </a:r>
            <a:r>
              <a:rPr lang="fr-FR">
                <a:solidFill>
                  <a:schemeClr val="tx1"/>
                </a:solidFill>
              </a:rPr>
              <a:t>ORIENTÉ </a:t>
            </a:r>
            <a:r>
              <a:rPr lang="fr-FR">
                <a:solidFill>
                  <a:srgbClr val="7030A0"/>
                </a:solidFill>
              </a:rPr>
              <a:t>COLONNE</a:t>
            </a:r>
          </a:p>
        </p:txBody>
      </p:sp>
      <p:pic>
        <p:nvPicPr>
          <p:cNvPr id="5" name="Image 4" descr="Une image contenant texte, capture d’écran, Police, nombre&#10;&#10;Description générée automatiquement">
            <a:extLst>
              <a:ext uri="{FF2B5EF4-FFF2-40B4-BE49-F238E27FC236}">
                <a16:creationId xmlns:a16="http://schemas.microsoft.com/office/drawing/2014/main" id="{31EDFF17-F95E-E2C4-5D6E-AA22C7382B63}"/>
              </a:ext>
            </a:extLst>
          </p:cNvPr>
          <p:cNvPicPr>
            <a:picLocks noChangeAspect="1"/>
          </p:cNvPicPr>
          <p:nvPr/>
        </p:nvPicPr>
        <p:blipFill>
          <a:blip r:embed="rId3"/>
          <a:stretch>
            <a:fillRect/>
          </a:stretch>
        </p:blipFill>
        <p:spPr>
          <a:xfrm>
            <a:off x="1116139" y="1824284"/>
            <a:ext cx="7089673" cy="3994201"/>
          </a:xfrm>
          <a:prstGeom prst="rect">
            <a:avLst/>
          </a:prstGeom>
        </p:spPr>
      </p:pic>
    </p:spTree>
    <p:extLst>
      <p:ext uri="{BB962C8B-B14F-4D97-AF65-F5344CB8AC3E}">
        <p14:creationId xmlns:p14="http://schemas.microsoft.com/office/powerpoint/2010/main" val="20962149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3"/>
          <p:cNvSpPr txBox="1">
            <a:spLocks noGrp="1"/>
          </p:cNvSpPr>
          <p:nvPr>
            <p:ph type="title"/>
          </p:nvPr>
        </p:nvSpPr>
        <p:spPr>
          <a:xfrm>
            <a:off x="76200" y="930375"/>
            <a:ext cx="8542675" cy="615598"/>
          </a:xfrm>
          <a:prstGeom prst="rect">
            <a:avLst/>
          </a:prstGeom>
          <a:noFill/>
          <a:ln>
            <a:noFill/>
          </a:ln>
        </p:spPr>
        <p:txBody>
          <a:bodyPr spcFirstLastPara="1" wrap="square" lIns="91425" tIns="45700" rIns="91425" bIns="45700" anchor="b" anchorCtr="0">
            <a:normAutofit fontScale="90000"/>
          </a:bodyPr>
          <a:lstStyle/>
          <a:p>
            <a:r>
              <a:rPr lang="fr-FR">
                <a:solidFill>
                  <a:schemeClr val="tx1"/>
                </a:solidFill>
              </a:rPr>
              <a:t>EXERCICE :</a:t>
            </a:r>
            <a:r>
              <a:rPr lang="fr-FR">
                <a:solidFill>
                  <a:srgbClr val="7030A0"/>
                </a:solidFill>
              </a:rPr>
              <a:t> CAS D'USAGE SQL/NOSQL</a:t>
            </a:r>
            <a:endParaRPr lang="fr-FR">
              <a:solidFill>
                <a:schemeClr val="tx1"/>
              </a:solidFill>
            </a:endParaRPr>
          </a:p>
          <a:p>
            <a:pPr marL="0" lvl="0" indent="0" algn="l">
              <a:spcBef>
                <a:spcPts val="0"/>
              </a:spcBef>
              <a:spcAft>
                <a:spcPts val="0"/>
              </a:spcAft>
              <a:buFont typeface="Arial Black"/>
              <a:buNone/>
            </a:pPr>
            <a:endParaRPr lang="fr-FR">
              <a:solidFill>
                <a:schemeClr val="accent5"/>
              </a:solidFill>
            </a:endParaRPr>
          </a:p>
        </p:txBody>
      </p:sp>
      <p:sp>
        <p:nvSpPr>
          <p:cNvPr id="198" name="Google Shape;198;p13"/>
          <p:cNvSpPr txBox="1">
            <a:spLocks noGrp="1"/>
          </p:cNvSpPr>
          <p:nvPr>
            <p:ph type="body" idx="1"/>
          </p:nvPr>
        </p:nvSpPr>
        <p:spPr>
          <a:xfrm>
            <a:off x="238944" y="1384417"/>
            <a:ext cx="8590471" cy="5225961"/>
          </a:xfrm>
          <a:prstGeom prst="rect">
            <a:avLst/>
          </a:prstGeom>
          <a:solidFill>
            <a:schemeClr val="accent4">
              <a:lumMod val="20000"/>
              <a:lumOff val="80000"/>
            </a:schemeClr>
          </a:solidFill>
          <a:ln>
            <a:noFill/>
          </a:ln>
        </p:spPr>
        <p:txBody>
          <a:bodyPr spcFirstLastPara="1" wrap="square" lIns="91425" tIns="45700" rIns="91425" bIns="45700" anchor="t" anchorCtr="0">
            <a:normAutofit/>
          </a:bodyPr>
          <a:lstStyle/>
          <a:p>
            <a:pPr marL="0" indent="0">
              <a:spcBef>
                <a:spcPts val="0"/>
              </a:spcBef>
            </a:pPr>
            <a:r>
              <a:rPr lang="fr-FR"/>
              <a:t>Durée de l'exercice : 10min (hors temps de correction)</a:t>
            </a:r>
            <a:endParaRPr lang="fr-FR" b="0"/>
          </a:p>
          <a:p>
            <a:pPr marL="0" indent="0">
              <a:spcBef>
                <a:spcPts val="0"/>
              </a:spcBef>
            </a:pPr>
            <a:endParaRPr lang="fr-FR"/>
          </a:p>
          <a:p>
            <a:r>
              <a:rPr lang="fr-FR" sz="1800" b="0" i="1"/>
              <a:t>Vous avez désormais compris à quels enjeux répond une base de données « NoSQL »</a:t>
            </a:r>
            <a:endParaRPr lang="fr-FR"/>
          </a:p>
          <a:p>
            <a:r>
              <a:rPr lang="fr-FR" sz="1800" b="0" i="1"/>
              <a:t>Que proposeriez-vous de mettre en place dans les cas suivants ? NoSQL ou BBD relationnelle ? Justifiez vos choix (si NoSQL précisez quel type de stockage).</a:t>
            </a:r>
            <a:endParaRPr lang="fr-FR"/>
          </a:p>
          <a:p>
            <a:pPr marL="285750" indent="-285750">
              <a:buChar char="•"/>
            </a:pPr>
            <a:r>
              <a:rPr lang="fr-FR" sz="1800" b="0" i="1"/>
              <a:t>Enregistrer des utilisateurs (formulaire d’inscription sur un site web)</a:t>
            </a:r>
            <a:endParaRPr lang="fr-FR"/>
          </a:p>
          <a:p>
            <a:pPr marL="285750" indent="-285750">
              <a:buChar char="•"/>
            </a:pPr>
            <a:r>
              <a:rPr lang="fr-FR" sz="1800" b="0" i="1"/>
              <a:t>Enregistrer le panier d’un utilisateur.</a:t>
            </a:r>
            <a:endParaRPr lang="fr-FR"/>
          </a:p>
          <a:p>
            <a:pPr marL="285750" indent="-285750">
              <a:buChar char="•"/>
            </a:pPr>
            <a:r>
              <a:rPr lang="fr-FR" sz="1800" b="0" i="1"/>
              <a:t>Enregistrer des informations sur la session d’un utilisateur</a:t>
            </a:r>
            <a:endParaRPr lang="fr-FR"/>
          </a:p>
          <a:p>
            <a:pPr marL="285750" indent="-285750">
              <a:buChar char="•"/>
            </a:pPr>
            <a:r>
              <a:rPr lang="fr-FR" sz="1800" b="0" i="1"/>
              <a:t>Enregistrer les caractéristiques d’un produit (site e-commerce type Auchan Drive)</a:t>
            </a:r>
            <a:endParaRPr lang="fr-FR"/>
          </a:p>
          <a:p>
            <a:pPr marL="285750" indent="-285750">
              <a:buChar char="•"/>
            </a:pPr>
            <a:r>
              <a:rPr lang="fr-FR" sz="1800" b="0" i="1"/>
              <a:t>Enregistrer les interactions sur un réseau social. </a:t>
            </a:r>
            <a:endParaRPr lang="fr-FR"/>
          </a:p>
          <a:p>
            <a:pPr marL="0" indent="0">
              <a:spcBef>
                <a:spcPts val="1000"/>
              </a:spcBef>
              <a:buSzPts val="2000"/>
            </a:pPr>
            <a:endParaRPr lang="fr-FR" i="1"/>
          </a:p>
          <a:p>
            <a:pPr marL="0" indent="0">
              <a:spcBef>
                <a:spcPts val="1000"/>
              </a:spcBef>
              <a:buSzPts val="2000"/>
            </a:pPr>
            <a:endParaRPr lang="fr-FR"/>
          </a:p>
        </p:txBody>
      </p:sp>
      <p:pic>
        <p:nvPicPr>
          <p:cNvPr id="3" name="Picture 3">
            <a:extLst>
              <a:ext uri="{FF2B5EF4-FFF2-40B4-BE49-F238E27FC236}">
                <a16:creationId xmlns:a16="http://schemas.microsoft.com/office/drawing/2014/main" id="{91404160-3C15-7F76-8FAB-7A484B8CE0F1}"/>
              </a:ext>
            </a:extLst>
          </p:cNvPr>
          <p:cNvPicPr>
            <a:picLocks noChangeAspect="1"/>
          </p:cNvPicPr>
          <p:nvPr/>
        </p:nvPicPr>
        <p:blipFill>
          <a:blip r:embed="rId3"/>
          <a:stretch>
            <a:fillRect/>
          </a:stretch>
        </p:blipFill>
        <p:spPr>
          <a:xfrm>
            <a:off x="6773291" y="5007589"/>
            <a:ext cx="2210713" cy="2210713"/>
          </a:xfrm>
          <a:prstGeom prst="rect">
            <a:avLst/>
          </a:prstGeom>
        </p:spPr>
      </p:pic>
    </p:spTree>
    <p:extLst>
      <p:ext uri="{BB962C8B-B14F-4D97-AF65-F5344CB8AC3E}">
        <p14:creationId xmlns:p14="http://schemas.microsoft.com/office/powerpoint/2010/main" val="4559340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p:cNvGrpSpPr/>
        <p:nvPr/>
      </p:nvGrpSpPr>
      <p:grpSpPr>
        <a:xfrm>
          <a:off x="0" y="0"/>
          <a:ext cx="0" cy="0"/>
          <a:chOff x="0" y="0"/>
          <a:chExt cx="0" cy="0"/>
        </a:xfrm>
      </p:grpSpPr>
      <p:sp>
        <p:nvSpPr>
          <p:cNvPr id="99" name="Google Shape;99;p1"/>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a:t>FIN DU JOUR 1</a:t>
            </a:r>
            <a:endParaRPr lang="fr-FR"/>
          </a:p>
        </p:txBody>
      </p:sp>
      <p:sp>
        <p:nvSpPr>
          <p:cNvPr id="100" name="Google Shape;100;p1"/>
          <p:cNvSpPr txBox="1">
            <a:spLocks noGrp="1"/>
          </p:cNvSpPr>
          <p:nvPr>
            <p:ph type="subTitle" idx="1"/>
          </p:nvPr>
        </p:nvSpPr>
        <p:spPr>
          <a:xfrm>
            <a:off x="-2000" y="3198967"/>
            <a:ext cx="9147690" cy="914400"/>
          </a:xfrm>
          <a:prstGeom prst="rect">
            <a:avLst/>
          </a:prstGeom>
          <a:noFill/>
          <a:ln>
            <a:noFill/>
          </a:ln>
        </p:spPr>
        <p:txBody>
          <a:bodyPr spcFirstLastPara="1" wrap="square" lIns="91425" tIns="45700" rIns="91425" bIns="45700" anchor="t" anchorCtr="0">
            <a:noAutofit/>
          </a:bodyPr>
          <a:lstStyle/>
          <a:p>
            <a:pPr marL="0" indent="0" algn="ctr">
              <a:spcBef>
                <a:spcPts val="0"/>
              </a:spcBef>
            </a:pPr>
            <a:r>
              <a:rPr lang="fr-FR" sz="2400">
                <a:solidFill>
                  <a:srgbClr val="7030A0"/>
                </a:solidFill>
              </a:rPr>
              <a:t>BASES DE DONNÉES NOSQL : FONDAMENTAUX</a:t>
            </a:r>
            <a:endParaRPr lang="en-US" sz="2400">
              <a:solidFill>
                <a:srgbClr val="7030A0"/>
              </a:solidFill>
            </a:endParaRPr>
          </a:p>
          <a:p>
            <a:pPr marL="0" indent="0" algn="ctr">
              <a:spcBef>
                <a:spcPts val="0"/>
              </a:spcBef>
            </a:pPr>
            <a:endParaRPr lang="fr-FR" sz="2400">
              <a:solidFill>
                <a:srgbClr val="7030A0"/>
              </a:solidFill>
            </a:endParaRPr>
          </a:p>
        </p:txBody>
      </p:sp>
    </p:spTree>
    <p:extLst>
      <p:ext uri="{BB962C8B-B14F-4D97-AF65-F5344CB8AC3E}">
        <p14:creationId xmlns:p14="http://schemas.microsoft.com/office/powerpoint/2010/main" val="3913697785"/>
      </p:ext>
    </p:extLst>
  </p:cSld>
  <p:clrMapOvr>
    <a:masterClrMapping/>
  </p:clrMapOvr>
</p:sld>
</file>

<file path=ppt/theme/theme1.xml><?xml version="1.0" encoding="utf-8"?>
<a:theme xmlns:a="http://schemas.openxmlformats.org/drawingml/2006/main" name="Essentiel">
  <a:themeElements>
    <a:clrScheme name="Essentie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Affichage à l'écran (4:3)</PresentationFormat>
  <Slides>60</Slides>
  <Notes>60</Notes>
  <HiddenSlides>0</HiddenSlides>
  <ScaleCrop>false</ScaleCrop>
  <HeadingPairs>
    <vt:vector size="4" baseType="variant">
      <vt:variant>
        <vt:lpstr>Thème</vt:lpstr>
      </vt:variant>
      <vt:variant>
        <vt:i4>1</vt:i4>
      </vt:variant>
      <vt:variant>
        <vt:lpstr>Titres des diapositives</vt:lpstr>
      </vt:variant>
      <vt:variant>
        <vt:i4>60</vt:i4>
      </vt:variant>
    </vt:vector>
  </HeadingPairs>
  <TitlesOfParts>
    <vt:vector size="61" baseType="lpstr">
      <vt:lpstr>Essentiel</vt:lpstr>
      <vt:lpstr>MODULE 3NSQL</vt:lpstr>
      <vt:lpstr>PRÉSENTATION ET TOUR DE TABLE</vt:lpstr>
      <vt:lpstr>RÈGLES ET DÉROULÉ DE LA FORMATION</vt:lpstr>
      <vt:lpstr>DÉROULÉ DES EXERCICES</vt:lpstr>
      <vt:lpstr>OBJECTIFS DE LA FORMATION</vt:lpstr>
      <vt:lpstr>AVEZ-VOUS DES QUESTIONS ?</vt:lpstr>
      <vt:lpstr>JOUR 1</vt:lpstr>
      <vt:lpstr>C'EST À VOUS, PRENEZ LA PAROLE !</vt:lpstr>
      <vt:lpstr>NOSQL : COMMENÇONS PAR UNE DÉFINITION...</vt:lpstr>
      <vt:lpstr>BASE DE DONNÉES - HISTORIQUE</vt:lpstr>
      <vt:lpstr>GAFAM ET NOSQL - HISTORIQUE</vt:lpstr>
      <vt:lpstr>POURQUOI NOT ONLY SQL ?</vt:lpstr>
      <vt:lpstr>NOSQL ET BIG DATA</vt:lpstr>
      <vt:lpstr>NOSQL ET BIG DATA</vt:lpstr>
      <vt:lpstr>QUELQUES BASES DE DONNÉES NOSQL POPULAIRES...</vt:lpstr>
      <vt:lpstr>PLATEFORME NOSQL - PROVIDERS</vt:lpstr>
      <vt:lpstr>SGBDR VERSUS BDD NOSQL</vt:lpstr>
      <vt:lpstr>SGBDR VERSUS BDD NOSQL</vt:lpstr>
      <vt:lpstr>SGBDR VERSUS BDD NOSQL</vt:lpstr>
      <vt:lpstr>SGBDR VERSUS BDD NOSQL</vt:lpstr>
      <vt:lpstr>SGBDR VERSUS BDD NOSQL</vt:lpstr>
      <vt:lpstr>SGBDR VERSUS BDD NOSQL</vt:lpstr>
      <vt:lpstr>SGBDR VERSUS BDD NOSQL</vt:lpstr>
      <vt:lpstr>SGBDR VERSUS BDD NOSQL</vt:lpstr>
      <vt:lpstr>SGBDR VERSUS BDD NOSQL</vt:lpstr>
      <vt:lpstr>SGBDR VERSUS BDD NOSQL</vt:lpstr>
      <vt:lpstr>NOSQL – FOCUS SUR LA NOTION DE COHÉRENCE</vt:lpstr>
      <vt:lpstr>NOSQL – FOCUS SUR LA NOTION DE COHÉRENCE</vt:lpstr>
      <vt:lpstr>FOCUS SUR : NOSQL ET PERSISTANCE POLYGLOTTE</vt:lpstr>
      <vt:lpstr>SGBDR VERSUS BDD NOSQL</vt:lpstr>
      <vt:lpstr>SGBDR VERSUS BDD NOSQL</vt:lpstr>
      <vt:lpstr>NOSQL DANS UNE BASE DE DONNEES RELATIONNELLE</vt:lpstr>
      <vt:lpstr>NOSQL DANS UNE BASE DE DONNEES RELATIONNELLE</vt:lpstr>
      <vt:lpstr>EXERCICE – MANIPULER POSTGRESQL ET NOSQL (HSTORE) </vt:lpstr>
      <vt:lpstr>EXERCICE – MANIPULER POSTGRESQL ET NOSQL (JSON) </vt:lpstr>
      <vt:lpstr>BDD NOSQL</vt:lpstr>
      <vt:lpstr>MODÈLES DE DONNÉES NOSQL</vt:lpstr>
      <vt:lpstr>BDD NOSQL</vt:lpstr>
      <vt:lpstr>MODÈLE DE DONNÉES NOSQL : ORIENTÉ CLÉ-VALEUR</vt:lpstr>
      <vt:lpstr>MODÈLE DE DONNÉES NOSQL : ORIENTÉ CLÉ-VALEUR</vt:lpstr>
      <vt:lpstr>MODÈLE DE DONNÉES NOSQL : ORIENTÉ CLÉ-VALEUR</vt:lpstr>
      <vt:lpstr>MODÈLE DE DONNÉES NOSQL : ORIENTÉ CLÉ-VALEUR</vt:lpstr>
      <vt:lpstr>MODÈLE DE DONNÉES  NOSQL</vt:lpstr>
      <vt:lpstr>MODÈLE DE DONNÉES  NOSQL</vt:lpstr>
      <vt:lpstr>MODÈLE DE DONNÉES  NOSQL</vt:lpstr>
      <vt:lpstr>EXERCICE – MANIPULER REDIS </vt:lpstr>
      <vt:lpstr>VOUS VOULEZ EN SAVOIR PLUS ?</vt:lpstr>
      <vt:lpstr>BDD NOSQL</vt:lpstr>
      <vt:lpstr>MODÈLE DE DONNÉES NOSQL : ORIENTÉ GRAPHE</vt:lpstr>
      <vt:lpstr>MODÈLE DE DONNÉES NOSQL : ORIENTÉ GRAPHE</vt:lpstr>
      <vt:lpstr>MODÈLE DE DONNÉES NOSQL : ORIENTÉ GRAPHE</vt:lpstr>
      <vt:lpstr>MODÈLE DE DONNÉES NOSQL : ORIENTÉ GRAPHE</vt:lpstr>
      <vt:lpstr>EXERCICE – MANIPULER NEO4J AURA </vt:lpstr>
      <vt:lpstr>VOUS VOULEZ EN SAVOIR PLUS ?</vt:lpstr>
      <vt:lpstr>BDD NOSQL</vt:lpstr>
      <vt:lpstr>MODÈLE DE DONNÉES NOSQL : ORIENTÉ COLONNE</vt:lpstr>
      <vt:lpstr>MODÈLE DE DONNÉES NOSQL : ORIENTÉ COLONNE</vt:lpstr>
      <vt:lpstr>MODÈLE DE DONNÉES NOSQL : ORIENTÉ COLONNE</vt:lpstr>
      <vt:lpstr>EXERCICE : CAS D'USAGE SQL/NOSQL </vt:lpstr>
      <vt:lpstr>FIN DU JOUR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CONCEPTS FONDAMENTALS</dc:title>
  <dc:creator>Autréaux Stéphane</dc:creator>
  <cp:revision>15</cp:revision>
  <dcterms:created xsi:type="dcterms:W3CDTF">2020-09-21T12:12:09Z</dcterms:created>
  <dcterms:modified xsi:type="dcterms:W3CDTF">2024-01-22T15:28:59Z</dcterms:modified>
</cp:coreProperties>
</file>